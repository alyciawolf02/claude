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44" r:id="rId4"/>
  </p:sldMasterIdLst>
  <p:notesMasterIdLst>
    <p:notesMasterId r:id="rId11"/>
  </p:notesMasterIdLst>
  <p:handoutMasterIdLst>
    <p:handoutMasterId r:id="rId12"/>
  </p:handoutMasterIdLst>
  <p:sldIdLst>
    <p:sldId id="214747531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93" userDrawn="1">
          <p15:clr>
            <a:srgbClr val="A4A3A4"/>
          </p15:clr>
        </p15:guide>
        <p15:guide id="2" orient="horz" pos="459" userDrawn="1">
          <p15:clr>
            <a:srgbClr val="A4A3A4"/>
          </p15:clr>
        </p15:guide>
        <p15:guide id="3" orient="horz" pos="210" userDrawn="1">
          <p15:clr>
            <a:srgbClr val="A4A3A4"/>
          </p15:clr>
        </p15:guide>
        <p15:guide id="4" orient="horz" pos="845" userDrawn="1">
          <p15:clr>
            <a:srgbClr val="A4A3A4"/>
          </p15:clr>
        </p15:guide>
        <p15:guide id="5" pos="2094" userDrawn="1">
          <p15:clr>
            <a:srgbClr val="A4A3A4"/>
          </p15:clr>
        </p15:guide>
        <p15:guide id="6" orient="horz" pos="663" userDrawn="1">
          <p15:clr>
            <a:srgbClr val="A4A3A4"/>
          </p15:clr>
        </p15:guide>
        <p15:guide id="7" pos="3500" userDrawn="1">
          <p15:clr>
            <a:srgbClr val="A4A3A4"/>
          </p15:clr>
        </p15:guide>
        <p15:guide id="8" orient="horz" pos="1230" userDrawn="1">
          <p15:clr>
            <a:srgbClr val="A4A3A4"/>
          </p15:clr>
        </p15:guide>
        <p15:guide id="9" orient="horz" pos="1366" userDrawn="1">
          <p15:clr>
            <a:srgbClr val="A4A3A4"/>
          </p15:clr>
        </p15:guide>
        <p15:guide id="10" pos="3341" userDrawn="1">
          <p15:clr>
            <a:srgbClr val="A4A3A4"/>
          </p15:clr>
        </p15:guide>
        <p15:guide id="11" pos="4475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86DCF1C-F1BF-08F1-4F68-1A5268AB94AA}" name="Sabrina Thomas" initials="ST" userId="S::sabrina@thestrategygroup.com.au::71d01e8f-f5be-4dc8-9c6f-d69dbfe8b323" providerId="AD"/>
  <p188:author id="{22B6604C-64F9-9A4C-3D6F-FB7164E2FB2B}" name="Alycia Wolf" initials="AW" userId="S::alycia@thestrategygroup.com.au::c3aef7f7-6659-44db-bf40-576699cfa133" providerId="AD"/>
  <p188:author id="{C60AD75F-BB7A-E2C4-F03F-DC0A34C79042}" name="Liam Hoffman" initials="LH" userId="S::liam@thestrategygroup.com.au::4302a22b-3367-4883-8fcc-8cd8ad62a05e" providerId="AD"/>
  <p188:author id="{A4BFD185-8211-450F-9F9A-53B799A822F0}" name="Nitara Zaid" initials="NZ" userId="S::nitara@thestrategygroup.com.au::ea140d9b-d5e3-432c-a95a-295be01fe418" providerId="AD"/>
  <p188:author id="{AF742A88-23A4-B02F-D282-C8D9BD3AD95C}" name="Jeffrey Tobias" initials="JT" userId="S::jeffrey@thestrategygroup.com.au::9ceb8861-4a13-48a9-ba56-a8c90f5fbffd" providerId="AD"/>
  <p188:author id="{E6A896AE-EBD8-0C62-3B4C-D040BFAA362F}" name="Eliza Beatty" initials="EB" userId="S::eliza@thestrategygroup.com.au::2d4a6939-6cb8-4242-ae6e-ed7e41a40c00" providerId="AD"/>
  <p188:author id="{766270B2-8F53-BD49-570B-6812A4EA1E43}" name="Pierre Schaupp" initials="PS" userId="S::pierre@thestrategygroup.com.au::b910f653-e3ec-49e2-a16b-41bba1208509" providerId="AD"/>
  <p188:author id="{E38D6DFE-8075-8B96-8568-A158DDC43B24}" name="Marcus Naoum" initials="MN" userId="S::marcus@thestrategygroup.com.au::4578fcc8-dbf2-452a-b11c-6b75cc6176d4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helle Tabart" initials="MT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CE40"/>
    <a:srgbClr val="2772A1"/>
    <a:srgbClr val="216197"/>
    <a:srgbClr val="091489"/>
    <a:srgbClr val="F7FCFF"/>
    <a:srgbClr val="5BC3E8"/>
    <a:srgbClr val="E7280F"/>
    <a:srgbClr val="14359D"/>
    <a:srgbClr val="DC1B3A"/>
    <a:srgbClr val="EA51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Medium Style 3 –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–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–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38B1855-1B75-4FBE-930C-398BA8C253C6}" styleName="Themed Style 2 –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123"/>
    <p:restoredTop sz="96371"/>
  </p:normalViewPr>
  <p:slideViewPr>
    <p:cSldViewPr snapToGrid="0">
      <p:cViewPr varScale="1">
        <p:scale>
          <a:sx n="75" d="100"/>
          <a:sy n="75" d="100"/>
        </p:scale>
        <p:origin x="60" y="60"/>
      </p:cViewPr>
      <p:guideLst>
        <p:guide pos="393"/>
        <p:guide orient="horz" pos="459"/>
        <p:guide orient="horz" pos="210"/>
        <p:guide orient="horz" pos="845"/>
        <p:guide pos="2094"/>
        <p:guide orient="horz" pos="663"/>
        <p:guide pos="3500"/>
        <p:guide orient="horz" pos="1230"/>
        <p:guide orient="horz" pos="1366"/>
        <p:guide pos="3341"/>
        <p:guide pos="44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commentAuthors" Target="commentAuthor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11" Type="http://schemas.openxmlformats.org/officeDocument/2006/relationships/notesMaster" Target="notesMasters/notesMaster1.xml"/><Relationship Id="rId15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14" Type="http://schemas.openxmlformats.org/officeDocument/2006/relationships/presProps" Target="presProps.xml"/>  <Relationship Id="rId19" Type="http://schemas.openxmlformats.org/officeDocument/2006/relationships/slide" Target="slides/slide7.xml"/>
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C5D396-7B96-4346-AAAE-754D44F7F52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Open Sans Light" pitchFamily="2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D405ED-F3C3-C64D-896E-A82D517A682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BF9414-3D7D-694D-A4D4-2A38CD631945}" type="datetimeFigureOut">
              <a:rPr lang="en-US" smtClean="0">
                <a:latin typeface="Open Sans Light" pitchFamily="2" charset="0"/>
              </a:rPr>
              <a:t>10/9/2026</a:t>
            </a:fld>
            <a:endParaRPr lang="en-US">
              <a:latin typeface="Open Sans Light" pitchFamily="2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A3EAB3-9FA5-9449-9881-6508ECDCC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Open Sans Light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250E67-DC67-0A48-968B-2D9E1032923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9C1F1D-0F54-3E40-B5C3-72C471D17D1E}" type="slidenum">
              <a:rPr lang="en-US" smtClean="0">
                <a:latin typeface="Open Sans Light" pitchFamily="2" charset="0"/>
              </a:rPr>
              <a:t>‹#›</a:t>
            </a:fld>
            <a:endParaRPr lang="en-US">
              <a:latin typeface="Open Sans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24352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Open Sans Light" pitchFamily="2" charset="0"/>
              </a:defRPr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Open Sans Light" pitchFamily="2" charset="0"/>
              </a:defRPr>
            </a:lvl1pPr>
          </a:lstStyle>
          <a:p>
            <a:fld id="{7DB8B409-6AE1-413F-AD0F-8F9B711D0698}" type="datetimeFigureOut">
              <a:rPr lang="en-AU" smtClean="0"/>
              <a:pPr/>
              <a:t>9/10/2026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Open Sans Light" pitchFamily="2" charset="0"/>
              </a:defRPr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Open Sans Light" pitchFamily="2" charset="0"/>
              </a:defRPr>
            </a:lvl1pPr>
          </a:lstStyle>
          <a:p>
            <a:fld id="{F7CA7197-82FF-4B06-884D-DB6B1218D975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9036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Open Sans Light" pitchFamily="2" charset="0"/>
        <a:ea typeface="+mn-ea"/>
        <a:cs typeface="+mn-cs"/>
      </a:defRPr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FE57028-D915-D943-99D7-8DF7426596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0440" y="624142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8BD019-05FF-F145-A6E1-6EE5A88665E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72B019C-4E51-5CE7-5B1D-95225561F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019" y="368300"/>
            <a:ext cx="11151032" cy="900114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FB002A0-5D60-0A4B-429C-D6178E03B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8" y="1449389"/>
            <a:ext cx="11151033" cy="4500562"/>
          </a:xfrm>
        </p:spPr>
        <p:txBody>
          <a:bodyPr/>
          <a:lstStyle>
            <a:lvl1pPr>
              <a:defRPr sz="18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88564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D183A61-EB54-06EF-DE47-F7E9A571DB61}"/>
              </a:ext>
            </a:extLst>
          </p:cNvPr>
          <p:cNvSpPr/>
          <p:nvPr userDrawn="1"/>
        </p:nvSpPr>
        <p:spPr>
          <a:xfrm>
            <a:off x="0" y="0"/>
            <a:ext cx="12192000" cy="1316019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FE57028-D915-D943-99D7-8DF7426596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0440" y="624142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8BD019-05FF-F145-A6E1-6EE5A88665E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72B019C-4E51-5CE7-5B1D-95225561F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019" y="368300"/>
            <a:ext cx="11151032" cy="900114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FB002A0-5D60-0A4B-429C-D6178E03B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8" y="1449389"/>
            <a:ext cx="11151033" cy="4500562"/>
          </a:xfrm>
        </p:spPr>
        <p:txBody>
          <a:bodyPr/>
          <a:lstStyle>
            <a:lvl1pPr>
              <a:defRPr sz="18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13871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D183A61-EB54-06EF-DE47-F7E9A571DB61}"/>
              </a:ext>
            </a:extLst>
          </p:cNvPr>
          <p:cNvSpPr/>
          <p:nvPr userDrawn="1"/>
        </p:nvSpPr>
        <p:spPr>
          <a:xfrm>
            <a:off x="0" y="0"/>
            <a:ext cx="12192000" cy="1316019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FE57028-D915-D943-99D7-8DF7426596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0440" y="624142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8BD019-05FF-F145-A6E1-6EE5A88665E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72B019C-4E51-5CE7-5B1D-95225561F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019" y="368300"/>
            <a:ext cx="11151032" cy="900114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FB002A0-5D60-0A4B-429C-D6178E03B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8" y="1449389"/>
            <a:ext cx="11151033" cy="4500562"/>
          </a:xfrm>
        </p:spPr>
        <p:txBody>
          <a:bodyPr/>
          <a:lstStyle>
            <a:lvl1pPr>
              <a:defRPr sz="18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68574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D183A61-EB54-06EF-DE47-F7E9A571DB61}"/>
              </a:ext>
            </a:extLst>
          </p:cNvPr>
          <p:cNvSpPr/>
          <p:nvPr userDrawn="1"/>
        </p:nvSpPr>
        <p:spPr>
          <a:xfrm>
            <a:off x="0" y="0"/>
            <a:ext cx="12192000" cy="1316019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FE57028-D915-D943-99D7-8DF7426596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0440" y="624142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8BD019-05FF-F145-A6E1-6EE5A88665E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72B019C-4E51-5CE7-5B1D-95225561F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019" y="368300"/>
            <a:ext cx="11151032" cy="900114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FB002A0-5D60-0A4B-429C-D6178E03B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8" y="1449389"/>
            <a:ext cx="11151033" cy="4500562"/>
          </a:xfrm>
        </p:spPr>
        <p:txBody>
          <a:bodyPr/>
          <a:lstStyle>
            <a:lvl1pPr>
              <a:defRPr sz="18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58721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ubtitle 2">
            <a:extLst>
              <a:ext uri="{FF2B5EF4-FFF2-40B4-BE49-F238E27FC236}">
                <a16:creationId xmlns:a16="http://schemas.microsoft.com/office/drawing/2014/main" id="{8DF9EC0C-8D8A-394C-98CB-975B462607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9110" y="5177854"/>
            <a:ext cx="9144000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2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E6174DF3-85AD-3849-AA29-99B8B3E8F7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9110" y="4096613"/>
            <a:ext cx="9144000" cy="947129"/>
          </a:xfrm>
        </p:spPr>
        <p:txBody>
          <a:bodyPr anchor="b">
            <a:normAutofit/>
          </a:bodyPr>
          <a:lstStyle>
            <a:lvl1pPr algn="l">
              <a:defRPr sz="4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E155D132-6578-874E-A1F5-777D8134DC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0440" y="624142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8BD019-05FF-F145-A6E1-6EE5A88665E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8654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FE57028-D915-D943-99D7-8DF7426596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0440" y="624142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8BD019-05FF-F145-A6E1-6EE5A88665E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72B019C-4E51-5CE7-5B1D-95225561F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019" y="368300"/>
            <a:ext cx="7691881" cy="900114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FB002A0-5D60-0A4B-429C-D6178E03B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9" y="1449389"/>
            <a:ext cx="7691881" cy="4500562"/>
          </a:xfrm>
        </p:spPr>
        <p:txBody>
          <a:bodyPr/>
          <a:lstStyle>
            <a:lvl1pPr>
              <a:defRPr sz="18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828BE1-28ED-B995-96F1-1F1FD2D7396A}"/>
              </a:ext>
            </a:extLst>
          </p:cNvPr>
          <p:cNvSpPr/>
          <p:nvPr userDrawn="1"/>
        </p:nvSpPr>
        <p:spPr>
          <a:xfrm>
            <a:off x="8411394" y="1"/>
            <a:ext cx="3770435" cy="689015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5"/>
              <a:t>INSERT IMAGE WITH BLACK OVERLAY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4684993-AE64-49DC-81D8-A3F9EC93B95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006" r="30707" b="41106"/>
          <a:stretch/>
        </p:blipFill>
        <p:spPr>
          <a:xfrm rot="10800000">
            <a:off x="8421564" y="-1"/>
            <a:ext cx="3770435" cy="5640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612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FE57028-D915-D943-99D7-8DF7426596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0440" y="624142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8BD019-05FF-F145-A6E1-6EE5A88665E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72B019C-4E51-5CE7-5B1D-95225561F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6919" y="368300"/>
            <a:ext cx="7046721" cy="900114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FB002A0-5D60-0A4B-429C-D6178E03B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6919" y="1449389"/>
            <a:ext cx="7046721" cy="4500562"/>
          </a:xfrm>
        </p:spPr>
        <p:txBody>
          <a:bodyPr/>
          <a:lstStyle>
            <a:lvl1pPr>
              <a:defRPr sz="18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828BE1-28ED-B995-96F1-1F1FD2D7396A}"/>
              </a:ext>
            </a:extLst>
          </p:cNvPr>
          <p:cNvSpPr/>
          <p:nvPr userDrawn="1"/>
        </p:nvSpPr>
        <p:spPr>
          <a:xfrm>
            <a:off x="0" y="1"/>
            <a:ext cx="3770435" cy="689015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5"/>
              <a:t>INSERT IMAGE WITH BLACK OVERLAY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4684993-AE64-49DC-81D8-A3F9EC93B95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006" r="30707" b="41106"/>
          <a:stretch/>
        </p:blipFill>
        <p:spPr>
          <a:xfrm rot="10800000" flipH="1">
            <a:off x="10170" y="-1"/>
            <a:ext cx="3770435" cy="5640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722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FE57028-D915-D943-99D7-8DF7426596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0440" y="624142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8BD019-05FF-F145-A6E1-6EE5A88665E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72B019C-4E51-5CE7-5B1D-95225561F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019" y="368300"/>
            <a:ext cx="7691881" cy="900114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FB002A0-5D60-0A4B-429C-D6178E03B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9" y="1449389"/>
            <a:ext cx="7691881" cy="4500562"/>
          </a:xfrm>
        </p:spPr>
        <p:txBody>
          <a:bodyPr/>
          <a:lstStyle>
            <a:lvl1pPr>
              <a:defRPr sz="18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828BE1-28ED-B995-96F1-1F1FD2D7396A}"/>
              </a:ext>
            </a:extLst>
          </p:cNvPr>
          <p:cNvSpPr/>
          <p:nvPr userDrawn="1"/>
        </p:nvSpPr>
        <p:spPr>
          <a:xfrm>
            <a:off x="8411394" y="1"/>
            <a:ext cx="3770435" cy="689015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5"/>
              <a:t>INSERT IMAGE WITH BLACK OVERLAY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4684993-AE64-49DC-81D8-A3F9EC93B95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006" r="30707" b="41106"/>
          <a:stretch/>
        </p:blipFill>
        <p:spPr>
          <a:xfrm rot="10800000">
            <a:off x="8421564" y="-1"/>
            <a:ext cx="3770435" cy="5640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612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FE57028-D915-D943-99D7-8DF7426596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0440" y="624142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8BD019-05FF-F145-A6E1-6EE5A88665E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72B019C-4E51-5CE7-5B1D-95225561F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6919" y="368300"/>
            <a:ext cx="7046721" cy="900114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FB002A0-5D60-0A4B-429C-D6178E03B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6919" y="1449389"/>
            <a:ext cx="7046721" cy="4500562"/>
          </a:xfrm>
        </p:spPr>
        <p:txBody>
          <a:bodyPr/>
          <a:lstStyle>
            <a:lvl1pPr>
              <a:defRPr sz="18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828BE1-28ED-B995-96F1-1F1FD2D7396A}"/>
              </a:ext>
            </a:extLst>
          </p:cNvPr>
          <p:cNvSpPr/>
          <p:nvPr userDrawn="1"/>
        </p:nvSpPr>
        <p:spPr>
          <a:xfrm>
            <a:off x="0" y="1"/>
            <a:ext cx="3770435" cy="689015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5"/>
              <a:t>INSERT IMAGE WITH BLACK OVERLAY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4684993-AE64-49DC-81D8-A3F9EC93B95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006" r="30707" b="41106"/>
          <a:stretch/>
        </p:blipFill>
        <p:spPr>
          <a:xfrm rot="10800000" flipH="1">
            <a:off x="10170" y="-1"/>
            <a:ext cx="3770435" cy="5640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722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FE57028-D915-D943-99D7-8DF7426596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0440" y="624142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8BD019-05FF-F145-A6E1-6EE5A88665E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72B019C-4E51-5CE7-5B1D-95225561F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019" y="368300"/>
            <a:ext cx="7691881" cy="900114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FB002A0-5D60-0A4B-429C-D6178E03B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9" y="1449389"/>
            <a:ext cx="7691881" cy="4500562"/>
          </a:xfrm>
        </p:spPr>
        <p:txBody>
          <a:bodyPr/>
          <a:lstStyle>
            <a:lvl1pPr>
              <a:defRPr sz="18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828BE1-28ED-B995-96F1-1F1FD2D7396A}"/>
              </a:ext>
            </a:extLst>
          </p:cNvPr>
          <p:cNvSpPr/>
          <p:nvPr userDrawn="1"/>
        </p:nvSpPr>
        <p:spPr>
          <a:xfrm>
            <a:off x="8411394" y="1"/>
            <a:ext cx="3770435" cy="689015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5"/>
              <a:t>INSERT IMAGE WITH BLACK OVERLAY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4684993-AE64-49DC-81D8-A3F9EC93B95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006" r="30707" b="41106"/>
          <a:stretch/>
        </p:blipFill>
        <p:spPr>
          <a:xfrm rot="10800000">
            <a:off x="8421564" y="-1"/>
            <a:ext cx="3770435" cy="5640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612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FE57028-D915-D943-99D7-8DF7426596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0440" y="624142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8BD019-05FF-F145-A6E1-6EE5A88665E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72B019C-4E51-5CE7-5B1D-95225561F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6919" y="368300"/>
            <a:ext cx="7046721" cy="900114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FB002A0-5D60-0A4B-429C-D6178E03B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6919" y="1449389"/>
            <a:ext cx="7046721" cy="4500562"/>
          </a:xfrm>
        </p:spPr>
        <p:txBody>
          <a:bodyPr/>
          <a:lstStyle>
            <a:lvl1pPr>
              <a:defRPr sz="18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828BE1-28ED-B995-96F1-1F1FD2D7396A}"/>
              </a:ext>
            </a:extLst>
          </p:cNvPr>
          <p:cNvSpPr/>
          <p:nvPr userDrawn="1"/>
        </p:nvSpPr>
        <p:spPr>
          <a:xfrm>
            <a:off x="0" y="1"/>
            <a:ext cx="3770435" cy="689015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5"/>
              <a:t>INSERT IMAGE WITH BLACK OVERLAY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4684993-AE64-49DC-81D8-A3F9EC93B95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006" r="30707" b="41106"/>
          <a:stretch/>
        </p:blipFill>
        <p:spPr>
          <a:xfrm rot="10800000" flipH="1">
            <a:off x="10170" y="-1"/>
            <a:ext cx="3770435" cy="5640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7225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FE57028-D915-D943-99D7-8DF7426596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0440" y="624142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8BD019-05FF-F145-A6E1-6EE5A88665E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72B019C-4E51-5CE7-5B1D-95225561F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019" y="368300"/>
            <a:ext cx="7691881" cy="900114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FB002A0-5D60-0A4B-429C-D6178E03B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9" y="1449389"/>
            <a:ext cx="7691881" cy="4500562"/>
          </a:xfrm>
        </p:spPr>
        <p:txBody>
          <a:bodyPr/>
          <a:lstStyle>
            <a:lvl1pPr>
              <a:defRPr sz="18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828BE1-28ED-B995-96F1-1F1FD2D7396A}"/>
              </a:ext>
            </a:extLst>
          </p:cNvPr>
          <p:cNvSpPr/>
          <p:nvPr userDrawn="1"/>
        </p:nvSpPr>
        <p:spPr>
          <a:xfrm>
            <a:off x="8411394" y="1"/>
            <a:ext cx="3770435" cy="689015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5"/>
              <a:t>INSERT IMAGE WITH BLACK OVERLAY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4684993-AE64-49DC-81D8-A3F9EC93B95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006" r="30707" b="41106"/>
          <a:stretch/>
        </p:blipFill>
        <p:spPr>
          <a:xfrm rot="10800000">
            <a:off x="8421564" y="-1"/>
            <a:ext cx="3770435" cy="5640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6120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FE57028-D915-D943-99D7-8DF7426596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0440" y="624142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8BD019-05FF-F145-A6E1-6EE5A88665E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72B019C-4E51-5CE7-5B1D-95225561F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6919" y="368300"/>
            <a:ext cx="7046721" cy="900114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FB002A0-5D60-0A4B-429C-D6178E03B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6919" y="1449389"/>
            <a:ext cx="7046721" cy="4500562"/>
          </a:xfrm>
        </p:spPr>
        <p:txBody>
          <a:bodyPr/>
          <a:lstStyle>
            <a:lvl1pPr>
              <a:defRPr sz="18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828BE1-28ED-B995-96F1-1F1FD2D7396A}"/>
              </a:ext>
            </a:extLst>
          </p:cNvPr>
          <p:cNvSpPr/>
          <p:nvPr userDrawn="1"/>
        </p:nvSpPr>
        <p:spPr>
          <a:xfrm>
            <a:off x="0" y="1"/>
            <a:ext cx="3770435" cy="689015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5"/>
              <a:t>INSERT IMAGE WITH BLACK OVERLAY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4684993-AE64-49DC-81D8-A3F9EC93B95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006" r="30707" b="41106"/>
          <a:stretch/>
        </p:blipFill>
        <p:spPr>
          <a:xfrm rot="10800000" flipH="1">
            <a:off x="10170" y="-1"/>
            <a:ext cx="3770435" cy="5640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7225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FE57028-D915-D943-99D7-8DF7426596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0440" y="624142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8BD019-05FF-F145-A6E1-6EE5A88665E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72B019C-4E51-5CE7-5B1D-95225561F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019" y="368300"/>
            <a:ext cx="7691881" cy="900114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FB002A0-5D60-0A4B-429C-D6178E03B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9" y="1449389"/>
            <a:ext cx="7691881" cy="4500562"/>
          </a:xfrm>
        </p:spPr>
        <p:txBody>
          <a:bodyPr/>
          <a:lstStyle>
            <a:lvl1pPr>
              <a:defRPr sz="18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828BE1-28ED-B995-96F1-1F1FD2D7396A}"/>
              </a:ext>
            </a:extLst>
          </p:cNvPr>
          <p:cNvSpPr/>
          <p:nvPr userDrawn="1"/>
        </p:nvSpPr>
        <p:spPr>
          <a:xfrm>
            <a:off x="8411394" y="1"/>
            <a:ext cx="3770435" cy="689015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5"/>
              <a:t>INSERT IMAGE WITH BLACK OVERLAY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4684993-AE64-49DC-81D8-A3F9EC93B95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006" r="30707" b="41106"/>
          <a:stretch/>
        </p:blipFill>
        <p:spPr>
          <a:xfrm rot="10800000">
            <a:off x="8421564" y="-1"/>
            <a:ext cx="3770435" cy="5640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6120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FE57028-D915-D943-99D7-8DF7426596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0440" y="624142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8BD019-05FF-F145-A6E1-6EE5A88665E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72B019C-4E51-5CE7-5B1D-95225561F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6919" y="368300"/>
            <a:ext cx="7046721" cy="900114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FB002A0-5D60-0A4B-429C-D6178E03B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6919" y="1449389"/>
            <a:ext cx="7046721" cy="4500562"/>
          </a:xfrm>
        </p:spPr>
        <p:txBody>
          <a:bodyPr/>
          <a:lstStyle>
            <a:lvl1pPr>
              <a:defRPr sz="18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828BE1-28ED-B995-96F1-1F1FD2D7396A}"/>
              </a:ext>
            </a:extLst>
          </p:cNvPr>
          <p:cNvSpPr/>
          <p:nvPr userDrawn="1"/>
        </p:nvSpPr>
        <p:spPr>
          <a:xfrm>
            <a:off x="0" y="1"/>
            <a:ext cx="3770435" cy="689015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5"/>
              <a:t>INSERT IMAGE WITH BLACK OVERLAY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4684993-AE64-49DC-81D8-A3F9EC93B95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006" r="30707" b="41106"/>
          <a:stretch/>
        </p:blipFill>
        <p:spPr>
          <a:xfrm rot="10800000" flipH="1">
            <a:off x="10170" y="-1"/>
            <a:ext cx="3770435" cy="5640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7225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69FE0A4-E4BF-0B4D-9AAC-30724C2FC84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tx2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83DD981-2F88-36B6-B48C-C1372B8C9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0" y="368300"/>
            <a:ext cx="6646863" cy="900114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2086BE6-D60A-9895-5FB7-271EEB743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188" y="1449388"/>
            <a:ext cx="6646863" cy="5040311"/>
          </a:xfrm>
        </p:spPr>
        <p:txBody>
          <a:bodyPr/>
          <a:lstStyle>
            <a:lvl1pPr>
              <a:defRPr sz="1800">
                <a:solidFill>
                  <a:schemeClr val="accent1">
                    <a:lumMod val="20000"/>
                    <a:lumOff val="8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628023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69FE0A4-E4BF-0B4D-9AAC-30724C2FC84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tx2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5A6D41D4-8055-A24D-80E7-090637EBB6C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1789" t="43946" r="16249" b="16538"/>
          <a:stretch/>
        </p:blipFill>
        <p:spPr>
          <a:xfrm rot="16200000">
            <a:off x="-836593" y="709593"/>
            <a:ext cx="6985000" cy="5311814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583DD981-2F88-36B6-B48C-C1372B8C9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0" y="368300"/>
            <a:ext cx="6646863" cy="900114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2086BE6-D60A-9895-5FB7-271EEB743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188" y="1449388"/>
            <a:ext cx="6646863" cy="5040311"/>
          </a:xfrm>
        </p:spPr>
        <p:txBody>
          <a:bodyPr/>
          <a:lstStyle>
            <a:lvl1pPr>
              <a:defRPr sz="1800">
                <a:solidFill>
                  <a:schemeClr val="accent1">
                    <a:lumMod val="20000"/>
                    <a:lumOff val="8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243085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69FE0A4-E4BF-0B4D-9AAC-30724C2FC84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tx2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83DD981-2F88-36B6-B48C-C1372B8C9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0" y="368300"/>
            <a:ext cx="6646863" cy="900114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2086BE6-D60A-9895-5FB7-271EEB743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188" y="1449388"/>
            <a:ext cx="6646863" cy="5040311"/>
          </a:xfrm>
        </p:spPr>
        <p:txBody>
          <a:bodyPr/>
          <a:lstStyle>
            <a:lvl1pPr>
              <a:defRPr sz="1800">
                <a:solidFill>
                  <a:schemeClr val="accent1">
                    <a:lumMod val="20000"/>
                    <a:lumOff val="8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BC5C1FE-9433-3323-B1CF-97B605AB107E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2768" b="42291"/>
          <a:stretch/>
        </p:blipFill>
        <p:spPr>
          <a:xfrm rot="5400000">
            <a:off x="-1031083" y="1031083"/>
            <a:ext cx="8158166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1168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69FE0A4-E4BF-0B4D-9AAC-30724C2FC84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tx2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83DD981-2F88-36B6-B48C-C1372B8C9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0" y="368300"/>
            <a:ext cx="6646863" cy="900114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2086BE6-D60A-9895-5FB7-271EEB743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188" y="1449388"/>
            <a:ext cx="6646863" cy="5040311"/>
          </a:xfrm>
        </p:spPr>
        <p:txBody>
          <a:bodyPr/>
          <a:lstStyle>
            <a:lvl1pPr>
              <a:defRPr sz="1800">
                <a:solidFill>
                  <a:schemeClr val="accent1">
                    <a:lumMod val="20000"/>
                    <a:lumOff val="8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D3B9BF0-1660-1AA0-06B5-6DFACF441A07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9486" b="40030"/>
          <a:stretch/>
        </p:blipFill>
        <p:spPr>
          <a:xfrm rot="5400000">
            <a:off x="-640895" y="640893"/>
            <a:ext cx="8572503" cy="7290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4060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69FE0A4-E4BF-0B4D-9AAC-30724C2FC84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tx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007EAB4-47B6-B94E-16B6-4925324A1E24}"/>
              </a:ext>
            </a:extLst>
          </p:cNvPr>
          <p:cNvGrpSpPr/>
          <p:nvPr userDrawn="1"/>
        </p:nvGrpSpPr>
        <p:grpSpPr>
          <a:xfrm>
            <a:off x="-14763" y="4808928"/>
            <a:ext cx="7482363" cy="2067930"/>
            <a:chOff x="-14763" y="3909367"/>
            <a:chExt cx="10737232" cy="2967491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3D2F8669-A071-F66A-0E1D-C0B73FB862C7}"/>
                </a:ext>
              </a:extLst>
            </p:cNvPr>
            <p:cNvSpPr/>
            <p:nvPr userDrawn="1"/>
          </p:nvSpPr>
          <p:spPr>
            <a:xfrm>
              <a:off x="-14763" y="3909367"/>
              <a:ext cx="3570795" cy="1243814"/>
            </a:xfrm>
            <a:custGeom>
              <a:avLst/>
              <a:gdLst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3454400 w 3454400"/>
                <a:gd name="connsiteY2" fmla="*/ 736600 h 736600"/>
                <a:gd name="connsiteX3" fmla="*/ 0 w 3454400"/>
                <a:gd name="connsiteY3" fmla="*/ 736600 h 736600"/>
                <a:gd name="connsiteX4" fmla="*/ 0 w 3454400"/>
                <a:gd name="connsiteY4" fmla="*/ 0 h 736600"/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0 w 3454400"/>
                <a:gd name="connsiteY2" fmla="*/ 736600 h 736600"/>
                <a:gd name="connsiteX3" fmla="*/ 0 w 3454400"/>
                <a:gd name="connsiteY3" fmla="*/ 0 h 736600"/>
                <a:gd name="connsiteX0" fmla="*/ 0 w 3454400"/>
                <a:gd name="connsiteY0" fmla="*/ 0 h 901700"/>
                <a:gd name="connsiteX1" fmla="*/ 3454400 w 3454400"/>
                <a:gd name="connsiteY1" fmla="*/ 165100 h 901700"/>
                <a:gd name="connsiteX2" fmla="*/ 0 w 3454400"/>
                <a:gd name="connsiteY2" fmla="*/ 901700 h 901700"/>
                <a:gd name="connsiteX3" fmla="*/ 0 w 3454400"/>
                <a:gd name="connsiteY3" fmla="*/ 0 h 901700"/>
                <a:gd name="connsiteX0" fmla="*/ 0 w 3467100"/>
                <a:gd name="connsiteY0" fmla="*/ 266700 h 1168400"/>
                <a:gd name="connsiteX1" fmla="*/ 3467100 w 3467100"/>
                <a:gd name="connsiteY1" fmla="*/ 0 h 1168400"/>
                <a:gd name="connsiteX2" fmla="*/ 0 w 3467100"/>
                <a:gd name="connsiteY2" fmla="*/ 1168400 h 1168400"/>
                <a:gd name="connsiteX3" fmla="*/ 0 w 3467100"/>
                <a:gd name="connsiteY3" fmla="*/ 266700 h 1168400"/>
                <a:gd name="connsiteX0" fmla="*/ 0 w 3570795"/>
                <a:gd name="connsiteY0" fmla="*/ 257273 h 1158973"/>
                <a:gd name="connsiteX1" fmla="*/ 3570795 w 3570795"/>
                <a:gd name="connsiteY1" fmla="*/ 0 h 1158973"/>
                <a:gd name="connsiteX2" fmla="*/ 0 w 3570795"/>
                <a:gd name="connsiteY2" fmla="*/ 1158973 h 1158973"/>
                <a:gd name="connsiteX3" fmla="*/ 0 w 3570795"/>
                <a:gd name="connsiteY3" fmla="*/ 257273 h 1158973"/>
                <a:gd name="connsiteX0" fmla="*/ 0 w 3570795"/>
                <a:gd name="connsiteY0" fmla="*/ 257273 h 1243814"/>
                <a:gd name="connsiteX1" fmla="*/ 3570795 w 3570795"/>
                <a:gd name="connsiteY1" fmla="*/ 0 h 1243814"/>
                <a:gd name="connsiteX2" fmla="*/ 0 w 3570795"/>
                <a:gd name="connsiteY2" fmla="*/ 1243814 h 1243814"/>
                <a:gd name="connsiteX3" fmla="*/ 0 w 3570795"/>
                <a:gd name="connsiteY3" fmla="*/ 257273 h 1243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70795" h="1243814">
                  <a:moveTo>
                    <a:pt x="0" y="257273"/>
                  </a:moveTo>
                  <a:lnTo>
                    <a:pt x="3570795" y="0"/>
                  </a:lnTo>
                  <a:lnTo>
                    <a:pt x="0" y="1243814"/>
                  </a:lnTo>
                  <a:lnTo>
                    <a:pt x="0" y="257273"/>
                  </a:lnTo>
                  <a:close/>
                </a:path>
              </a:pathLst>
            </a:custGeom>
            <a:gradFill>
              <a:gsLst>
                <a:gs pos="45000">
                  <a:schemeClr val="accent1"/>
                </a:gs>
                <a:gs pos="100000">
                  <a:srgbClr val="EF4136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" name="Rectangle 1">
              <a:extLst>
                <a:ext uri="{FF2B5EF4-FFF2-40B4-BE49-F238E27FC236}">
                  <a16:creationId xmlns:a16="http://schemas.microsoft.com/office/drawing/2014/main" id="{775D67DB-CBF3-181D-0F68-C94113FC190E}"/>
                </a:ext>
              </a:extLst>
            </p:cNvPr>
            <p:cNvSpPr/>
            <p:nvPr userDrawn="1"/>
          </p:nvSpPr>
          <p:spPr>
            <a:xfrm>
              <a:off x="0" y="3928225"/>
              <a:ext cx="3638746" cy="2924695"/>
            </a:xfrm>
            <a:custGeom>
              <a:avLst/>
              <a:gdLst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3454400 w 3454400"/>
                <a:gd name="connsiteY2" fmla="*/ 736600 h 736600"/>
                <a:gd name="connsiteX3" fmla="*/ 0 w 3454400"/>
                <a:gd name="connsiteY3" fmla="*/ 736600 h 736600"/>
                <a:gd name="connsiteX4" fmla="*/ 0 w 3454400"/>
                <a:gd name="connsiteY4" fmla="*/ 0 h 736600"/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0 w 3454400"/>
                <a:gd name="connsiteY2" fmla="*/ 736600 h 736600"/>
                <a:gd name="connsiteX3" fmla="*/ 0 w 3454400"/>
                <a:gd name="connsiteY3" fmla="*/ 0 h 736600"/>
                <a:gd name="connsiteX0" fmla="*/ 0 w 3454400"/>
                <a:gd name="connsiteY0" fmla="*/ 0 h 901700"/>
                <a:gd name="connsiteX1" fmla="*/ 3454400 w 3454400"/>
                <a:gd name="connsiteY1" fmla="*/ 165100 h 901700"/>
                <a:gd name="connsiteX2" fmla="*/ 0 w 3454400"/>
                <a:gd name="connsiteY2" fmla="*/ 901700 h 901700"/>
                <a:gd name="connsiteX3" fmla="*/ 0 w 3454400"/>
                <a:gd name="connsiteY3" fmla="*/ 0 h 901700"/>
                <a:gd name="connsiteX0" fmla="*/ 0 w 3467100"/>
                <a:gd name="connsiteY0" fmla="*/ 266700 h 1168400"/>
                <a:gd name="connsiteX1" fmla="*/ 3467100 w 3467100"/>
                <a:gd name="connsiteY1" fmla="*/ 0 h 1168400"/>
                <a:gd name="connsiteX2" fmla="*/ 0 w 3467100"/>
                <a:gd name="connsiteY2" fmla="*/ 1168400 h 1168400"/>
                <a:gd name="connsiteX3" fmla="*/ 0 w 3467100"/>
                <a:gd name="connsiteY3" fmla="*/ 266700 h 1168400"/>
                <a:gd name="connsiteX0" fmla="*/ 0 w 3606800"/>
                <a:gd name="connsiteY0" fmla="*/ 1244600 h 2146300"/>
                <a:gd name="connsiteX1" fmla="*/ 3606800 w 3606800"/>
                <a:gd name="connsiteY1" fmla="*/ 0 h 2146300"/>
                <a:gd name="connsiteX2" fmla="*/ 0 w 3606800"/>
                <a:gd name="connsiteY2" fmla="*/ 2146300 h 2146300"/>
                <a:gd name="connsiteX3" fmla="*/ 0 w 3606800"/>
                <a:gd name="connsiteY3" fmla="*/ 1244600 h 2146300"/>
                <a:gd name="connsiteX0" fmla="*/ 0 w 3606800"/>
                <a:gd name="connsiteY0" fmla="*/ 1244600 h 2857500"/>
                <a:gd name="connsiteX1" fmla="*/ 3606800 w 3606800"/>
                <a:gd name="connsiteY1" fmla="*/ 0 h 2857500"/>
                <a:gd name="connsiteX2" fmla="*/ 1727200 w 3606800"/>
                <a:gd name="connsiteY2" fmla="*/ 2857500 h 2857500"/>
                <a:gd name="connsiteX3" fmla="*/ 0 w 3606800"/>
                <a:gd name="connsiteY3" fmla="*/ 1244600 h 2857500"/>
                <a:gd name="connsiteX0" fmla="*/ 0 w 3606800"/>
                <a:gd name="connsiteY0" fmla="*/ 1244600 h 2902271"/>
                <a:gd name="connsiteX1" fmla="*/ 3606800 w 3606800"/>
                <a:gd name="connsiteY1" fmla="*/ 0 h 2902271"/>
                <a:gd name="connsiteX2" fmla="*/ 1727200 w 3606800"/>
                <a:gd name="connsiteY2" fmla="*/ 2857500 h 2902271"/>
                <a:gd name="connsiteX3" fmla="*/ 12700 w 3606800"/>
                <a:gd name="connsiteY3" fmla="*/ 2819400 h 2902271"/>
                <a:gd name="connsiteX4" fmla="*/ 0 w 3606800"/>
                <a:gd name="connsiteY4" fmla="*/ 1244600 h 2902271"/>
                <a:gd name="connsiteX0" fmla="*/ 0 w 3606800"/>
                <a:gd name="connsiteY0" fmla="*/ 1244600 h 2857500"/>
                <a:gd name="connsiteX1" fmla="*/ 3606800 w 3606800"/>
                <a:gd name="connsiteY1" fmla="*/ 0 h 2857500"/>
                <a:gd name="connsiteX2" fmla="*/ 1727200 w 3606800"/>
                <a:gd name="connsiteY2" fmla="*/ 2857500 h 2857500"/>
                <a:gd name="connsiteX3" fmla="*/ 12700 w 3606800"/>
                <a:gd name="connsiteY3" fmla="*/ 2819400 h 2857500"/>
                <a:gd name="connsiteX4" fmla="*/ 0 w 3606800"/>
                <a:gd name="connsiteY4" fmla="*/ 1244600 h 2857500"/>
                <a:gd name="connsiteX0" fmla="*/ 0 w 3606800"/>
                <a:gd name="connsiteY0" fmla="*/ 1244600 h 2866612"/>
                <a:gd name="connsiteX1" fmla="*/ 3606800 w 3606800"/>
                <a:gd name="connsiteY1" fmla="*/ 0 h 2866612"/>
                <a:gd name="connsiteX2" fmla="*/ 1727200 w 3606800"/>
                <a:gd name="connsiteY2" fmla="*/ 2857500 h 2866612"/>
                <a:gd name="connsiteX3" fmla="*/ 12700 w 3606800"/>
                <a:gd name="connsiteY3" fmla="*/ 2819400 h 2866612"/>
                <a:gd name="connsiteX4" fmla="*/ 0 w 3606800"/>
                <a:gd name="connsiteY4" fmla="*/ 1244600 h 2866612"/>
                <a:gd name="connsiteX0" fmla="*/ 0 w 3606800"/>
                <a:gd name="connsiteY0" fmla="*/ 1244600 h 2857500"/>
                <a:gd name="connsiteX1" fmla="*/ 3606800 w 3606800"/>
                <a:gd name="connsiteY1" fmla="*/ 0 h 2857500"/>
                <a:gd name="connsiteX2" fmla="*/ 1727200 w 3606800"/>
                <a:gd name="connsiteY2" fmla="*/ 2857500 h 2857500"/>
                <a:gd name="connsiteX3" fmla="*/ 12700 w 3606800"/>
                <a:gd name="connsiteY3" fmla="*/ 2819400 h 2857500"/>
                <a:gd name="connsiteX4" fmla="*/ 0 w 3606800"/>
                <a:gd name="connsiteY4" fmla="*/ 1244600 h 2857500"/>
                <a:gd name="connsiteX0" fmla="*/ 0 w 3606800"/>
                <a:gd name="connsiteY0" fmla="*/ 1244600 h 2857500"/>
                <a:gd name="connsiteX1" fmla="*/ 3606800 w 3606800"/>
                <a:gd name="connsiteY1" fmla="*/ 0 h 2857500"/>
                <a:gd name="connsiteX2" fmla="*/ 1727200 w 3606800"/>
                <a:gd name="connsiteY2" fmla="*/ 2857500 h 2857500"/>
                <a:gd name="connsiteX3" fmla="*/ 12700 w 3606800"/>
                <a:gd name="connsiteY3" fmla="*/ 2819400 h 2857500"/>
                <a:gd name="connsiteX4" fmla="*/ 0 w 3606800"/>
                <a:gd name="connsiteY4" fmla="*/ 1244600 h 2857500"/>
                <a:gd name="connsiteX0" fmla="*/ 0 w 3606800"/>
                <a:gd name="connsiteY0" fmla="*/ 1244600 h 2881832"/>
                <a:gd name="connsiteX1" fmla="*/ 3606800 w 3606800"/>
                <a:gd name="connsiteY1" fmla="*/ 0 h 2881832"/>
                <a:gd name="connsiteX2" fmla="*/ 1727200 w 3606800"/>
                <a:gd name="connsiteY2" fmla="*/ 2857500 h 2881832"/>
                <a:gd name="connsiteX3" fmla="*/ 5080 w 3606800"/>
                <a:gd name="connsiteY3" fmla="*/ 2865120 h 2881832"/>
                <a:gd name="connsiteX4" fmla="*/ 0 w 3606800"/>
                <a:gd name="connsiteY4" fmla="*/ 1244600 h 2881832"/>
                <a:gd name="connsiteX0" fmla="*/ 0 w 3606800"/>
                <a:gd name="connsiteY0" fmla="*/ 1244600 h 2865120"/>
                <a:gd name="connsiteX1" fmla="*/ 3606800 w 3606800"/>
                <a:gd name="connsiteY1" fmla="*/ 0 h 2865120"/>
                <a:gd name="connsiteX2" fmla="*/ 1727200 w 3606800"/>
                <a:gd name="connsiteY2" fmla="*/ 2857500 h 2865120"/>
                <a:gd name="connsiteX3" fmla="*/ 5080 w 3606800"/>
                <a:gd name="connsiteY3" fmla="*/ 2865120 h 2865120"/>
                <a:gd name="connsiteX4" fmla="*/ 0 w 3606800"/>
                <a:gd name="connsiteY4" fmla="*/ 1244600 h 2865120"/>
                <a:gd name="connsiteX0" fmla="*/ 0 w 3606800"/>
                <a:gd name="connsiteY0" fmla="*/ 1244600 h 2865120"/>
                <a:gd name="connsiteX1" fmla="*/ 3606800 w 3606800"/>
                <a:gd name="connsiteY1" fmla="*/ 0 h 2865120"/>
                <a:gd name="connsiteX2" fmla="*/ 1727200 w 3606800"/>
                <a:gd name="connsiteY2" fmla="*/ 2857500 h 2865120"/>
                <a:gd name="connsiteX3" fmla="*/ 5080 w 3606800"/>
                <a:gd name="connsiteY3" fmla="*/ 2865120 h 2865120"/>
                <a:gd name="connsiteX4" fmla="*/ 0 w 3606800"/>
                <a:gd name="connsiteY4" fmla="*/ 1244600 h 2865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06800" h="2865120">
                  <a:moveTo>
                    <a:pt x="0" y="1244600"/>
                  </a:moveTo>
                  <a:lnTo>
                    <a:pt x="3606800" y="0"/>
                  </a:lnTo>
                  <a:lnTo>
                    <a:pt x="1727200" y="2857500"/>
                  </a:lnTo>
                  <a:lnTo>
                    <a:pt x="5080" y="2865120"/>
                  </a:lnTo>
                  <a:cubicBezTo>
                    <a:pt x="3387" y="2324947"/>
                    <a:pt x="1693" y="1784773"/>
                    <a:pt x="0" y="1244600"/>
                  </a:cubicBezTo>
                  <a:close/>
                </a:path>
              </a:pathLst>
            </a:custGeom>
            <a:gradFill>
              <a:gsLst>
                <a:gs pos="4500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1">
              <a:extLst>
                <a:ext uri="{FF2B5EF4-FFF2-40B4-BE49-F238E27FC236}">
                  <a16:creationId xmlns:a16="http://schemas.microsoft.com/office/drawing/2014/main" id="{E99D011B-5611-947A-E8D5-4848F44EE861}"/>
                </a:ext>
              </a:extLst>
            </p:cNvPr>
            <p:cNvSpPr/>
            <p:nvPr userDrawn="1"/>
          </p:nvSpPr>
          <p:spPr>
            <a:xfrm rot="16200000">
              <a:off x="1383972" y="4338949"/>
              <a:ext cx="2948633" cy="2127185"/>
            </a:xfrm>
            <a:custGeom>
              <a:avLst/>
              <a:gdLst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3454400 w 3454400"/>
                <a:gd name="connsiteY2" fmla="*/ 736600 h 736600"/>
                <a:gd name="connsiteX3" fmla="*/ 0 w 3454400"/>
                <a:gd name="connsiteY3" fmla="*/ 736600 h 736600"/>
                <a:gd name="connsiteX4" fmla="*/ 0 w 3454400"/>
                <a:gd name="connsiteY4" fmla="*/ 0 h 736600"/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0 w 3454400"/>
                <a:gd name="connsiteY2" fmla="*/ 736600 h 736600"/>
                <a:gd name="connsiteX3" fmla="*/ 0 w 3454400"/>
                <a:gd name="connsiteY3" fmla="*/ 0 h 736600"/>
                <a:gd name="connsiteX0" fmla="*/ 0 w 3454400"/>
                <a:gd name="connsiteY0" fmla="*/ 0 h 901700"/>
                <a:gd name="connsiteX1" fmla="*/ 3454400 w 3454400"/>
                <a:gd name="connsiteY1" fmla="*/ 165100 h 901700"/>
                <a:gd name="connsiteX2" fmla="*/ 0 w 3454400"/>
                <a:gd name="connsiteY2" fmla="*/ 901700 h 901700"/>
                <a:gd name="connsiteX3" fmla="*/ 0 w 3454400"/>
                <a:gd name="connsiteY3" fmla="*/ 0 h 901700"/>
                <a:gd name="connsiteX0" fmla="*/ 0 w 3467100"/>
                <a:gd name="connsiteY0" fmla="*/ 266700 h 1168400"/>
                <a:gd name="connsiteX1" fmla="*/ 3467100 w 3467100"/>
                <a:gd name="connsiteY1" fmla="*/ 0 h 1168400"/>
                <a:gd name="connsiteX2" fmla="*/ 0 w 3467100"/>
                <a:gd name="connsiteY2" fmla="*/ 1168400 h 1168400"/>
                <a:gd name="connsiteX3" fmla="*/ 0 w 3467100"/>
                <a:gd name="connsiteY3" fmla="*/ 266700 h 1168400"/>
                <a:gd name="connsiteX0" fmla="*/ 0 w 3570795"/>
                <a:gd name="connsiteY0" fmla="*/ 257273 h 1158973"/>
                <a:gd name="connsiteX1" fmla="*/ 3570795 w 3570795"/>
                <a:gd name="connsiteY1" fmla="*/ 0 h 1158973"/>
                <a:gd name="connsiteX2" fmla="*/ 0 w 3570795"/>
                <a:gd name="connsiteY2" fmla="*/ 1158973 h 1158973"/>
                <a:gd name="connsiteX3" fmla="*/ 0 w 3570795"/>
                <a:gd name="connsiteY3" fmla="*/ 257273 h 1158973"/>
                <a:gd name="connsiteX0" fmla="*/ 0 w 2835504"/>
                <a:gd name="connsiteY0" fmla="*/ 0 h 1750636"/>
                <a:gd name="connsiteX1" fmla="*/ 2835504 w 2835504"/>
                <a:gd name="connsiteY1" fmla="*/ 1750636 h 1750636"/>
                <a:gd name="connsiteX2" fmla="*/ 0 w 2835504"/>
                <a:gd name="connsiteY2" fmla="*/ 901700 h 1750636"/>
                <a:gd name="connsiteX3" fmla="*/ 0 w 2835504"/>
                <a:gd name="connsiteY3" fmla="*/ 0 h 1750636"/>
                <a:gd name="connsiteX0" fmla="*/ 0 w 2835504"/>
                <a:gd name="connsiteY0" fmla="*/ 0 h 1750636"/>
                <a:gd name="connsiteX1" fmla="*/ 2835504 w 2835504"/>
                <a:gd name="connsiteY1" fmla="*/ 1750636 h 1750636"/>
                <a:gd name="connsiteX2" fmla="*/ 0 w 2835504"/>
                <a:gd name="connsiteY2" fmla="*/ 1684125 h 1750636"/>
                <a:gd name="connsiteX3" fmla="*/ 0 w 2835504"/>
                <a:gd name="connsiteY3" fmla="*/ 0 h 1750636"/>
                <a:gd name="connsiteX0" fmla="*/ 0 w 2835504"/>
                <a:gd name="connsiteY0" fmla="*/ 0 h 1873184"/>
                <a:gd name="connsiteX1" fmla="*/ 2835504 w 2835504"/>
                <a:gd name="connsiteY1" fmla="*/ 1873184 h 1873184"/>
                <a:gd name="connsiteX2" fmla="*/ 0 w 2835504"/>
                <a:gd name="connsiteY2" fmla="*/ 1806673 h 1873184"/>
                <a:gd name="connsiteX3" fmla="*/ 0 w 2835504"/>
                <a:gd name="connsiteY3" fmla="*/ 0 h 1873184"/>
                <a:gd name="connsiteX0" fmla="*/ 0 w 2863785"/>
                <a:gd name="connsiteY0" fmla="*/ 0 h 1863758"/>
                <a:gd name="connsiteX1" fmla="*/ 2863785 w 2863785"/>
                <a:gd name="connsiteY1" fmla="*/ 1863758 h 1863758"/>
                <a:gd name="connsiteX2" fmla="*/ 0 w 2863785"/>
                <a:gd name="connsiteY2" fmla="*/ 1806673 h 1863758"/>
                <a:gd name="connsiteX3" fmla="*/ 0 w 2863785"/>
                <a:gd name="connsiteY3" fmla="*/ 0 h 1863758"/>
                <a:gd name="connsiteX0" fmla="*/ 0 w 2863787"/>
                <a:gd name="connsiteY0" fmla="*/ 0 h 1835480"/>
                <a:gd name="connsiteX1" fmla="*/ 2863787 w 2863787"/>
                <a:gd name="connsiteY1" fmla="*/ 1835480 h 1835480"/>
                <a:gd name="connsiteX2" fmla="*/ 0 w 2863787"/>
                <a:gd name="connsiteY2" fmla="*/ 1806673 h 1835480"/>
                <a:gd name="connsiteX3" fmla="*/ 0 w 2863787"/>
                <a:gd name="connsiteY3" fmla="*/ 0 h 1835480"/>
                <a:gd name="connsiteX0" fmla="*/ 18857 w 2882644"/>
                <a:gd name="connsiteY0" fmla="*/ 0 h 2051772"/>
                <a:gd name="connsiteX1" fmla="*/ 2882644 w 2882644"/>
                <a:gd name="connsiteY1" fmla="*/ 1835480 h 2051772"/>
                <a:gd name="connsiteX2" fmla="*/ 0 w 2882644"/>
                <a:gd name="connsiteY2" fmla="*/ 2051772 h 2051772"/>
                <a:gd name="connsiteX3" fmla="*/ 18857 w 2882644"/>
                <a:gd name="connsiteY3" fmla="*/ 0 h 2051772"/>
                <a:gd name="connsiteX0" fmla="*/ 18857 w 2882644"/>
                <a:gd name="connsiteY0" fmla="*/ 0 h 2127185"/>
                <a:gd name="connsiteX1" fmla="*/ 2882644 w 2882644"/>
                <a:gd name="connsiteY1" fmla="*/ 1910893 h 2127185"/>
                <a:gd name="connsiteX2" fmla="*/ 0 w 2882644"/>
                <a:gd name="connsiteY2" fmla="*/ 2127185 h 2127185"/>
                <a:gd name="connsiteX3" fmla="*/ 18857 w 2882644"/>
                <a:gd name="connsiteY3" fmla="*/ 0 h 2127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82644" h="2127185">
                  <a:moveTo>
                    <a:pt x="18857" y="0"/>
                  </a:moveTo>
                  <a:lnTo>
                    <a:pt x="2882644" y="1910893"/>
                  </a:lnTo>
                  <a:lnTo>
                    <a:pt x="0" y="2127185"/>
                  </a:lnTo>
                  <a:lnTo>
                    <a:pt x="18857" y="0"/>
                  </a:lnTo>
                  <a:close/>
                </a:path>
              </a:pathLst>
            </a:custGeom>
            <a:gradFill>
              <a:gsLst>
                <a:gs pos="45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" name="Rectangle 1">
              <a:extLst>
                <a:ext uri="{FF2B5EF4-FFF2-40B4-BE49-F238E27FC236}">
                  <a16:creationId xmlns:a16="http://schemas.microsoft.com/office/drawing/2014/main" id="{8BB1E48D-99B4-C3F1-96B8-3CFA4CE4F494}"/>
                </a:ext>
              </a:extLst>
            </p:cNvPr>
            <p:cNvSpPr/>
            <p:nvPr userDrawn="1"/>
          </p:nvSpPr>
          <p:spPr>
            <a:xfrm rot="16200000">
              <a:off x="4075788" y="3616875"/>
              <a:ext cx="2930683" cy="3572238"/>
            </a:xfrm>
            <a:custGeom>
              <a:avLst/>
              <a:gdLst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3454400 w 3454400"/>
                <a:gd name="connsiteY2" fmla="*/ 736600 h 736600"/>
                <a:gd name="connsiteX3" fmla="*/ 0 w 3454400"/>
                <a:gd name="connsiteY3" fmla="*/ 736600 h 736600"/>
                <a:gd name="connsiteX4" fmla="*/ 0 w 3454400"/>
                <a:gd name="connsiteY4" fmla="*/ 0 h 736600"/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0 w 3454400"/>
                <a:gd name="connsiteY2" fmla="*/ 736600 h 736600"/>
                <a:gd name="connsiteX3" fmla="*/ 0 w 3454400"/>
                <a:gd name="connsiteY3" fmla="*/ 0 h 736600"/>
                <a:gd name="connsiteX0" fmla="*/ 0 w 3454400"/>
                <a:gd name="connsiteY0" fmla="*/ 0 h 901700"/>
                <a:gd name="connsiteX1" fmla="*/ 3454400 w 3454400"/>
                <a:gd name="connsiteY1" fmla="*/ 165100 h 901700"/>
                <a:gd name="connsiteX2" fmla="*/ 0 w 3454400"/>
                <a:gd name="connsiteY2" fmla="*/ 901700 h 901700"/>
                <a:gd name="connsiteX3" fmla="*/ 0 w 3454400"/>
                <a:gd name="connsiteY3" fmla="*/ 0 h 901700"/>
                <a:gd name="connsiteX0" fmla="*/ 0 w 3467100"/>
                <a:gd name="connsiteY0" fmla="*/ 266700 h 1168400"/>
                <a:gd name="connsiteX1" fmla="*/ 3467100 w 3467100"/>
                <a:gd name="connsiteY1" fmla="*/ 0 h 1168400"/>
                <a:gd name="connsiteX2" fmla="*/ 0 w 3467100"/>
                <a:gd name="connsiteY2" fmla="*/ 1168400 h 1168400"/>
                <a:gd name="connsiteX3" fmla="*/ 0 w 3467100"/>
                <a:gd name="connsiteY3" fmla="*/ 266700 h 1168400"/>
                <a:gd name="connsiteX0" fmla="*/ 0 w 3570795"/>
                <a:gd name="connsiteY0" fmla="*/ 257273 h 1158973"/>
                <a:gd name="connsiteX1" fmla="*/ 3570795 w 3570795"/>
                <a:gd name="connsiteY1" fmla="*/ 0 h 1158973"/>
                <a:gd name="connsiteX2" fmla="*/ 0 w 3570795"/>
                <a:gd name="connsiteY2" fmla="*/ 1158973 h 1158973"/>
                <a:gd name="connsiteX3" fmla="*/ 0 w 3570795"/>
                <a:gd name="connsiteY3" fmla="*/ 257273 h 1158973"/>
                <a:gd name="connsiteX0" fmla="*/ 0 w 2835504"/>
                <a:gd name="connsiteY0" fmla="*/ 0 h 1750636"/>
                <a:gd name="connsiteX1" fmla="*/ 2835504 w 2835504"/>
                <a:gd name="connsiteY1" fmla="*/ 1750636 h 1750636"/>
                <a:gd name="connsiteX2" fmla="*/ 0 w 2835504"/>
                <a:gd name="connsiteY2" fmla="*/ 901700 h 1750636"/>
                <a:gd name="connsiteX3" fmla="*/ 0 w 2835504"/>
                <a:gd name="connsiteY3" fmla="*/ 0 h 1750636"/>
                <a:gd name="connsiteX0" fmla="*/ 0 w 2835504"/>
                <a:gd name="connsiteY0" fmla="*/ 0 h 1750636"/>
                <a:gd name="connsiteX1" fmla="*/ 2835504 w 2835504"/>
                <a:gd name="connsiteY1" fmla="*/ 1750636 h 1750636"/>
                <a:gd name="connsiteX2" fmla="*/ 0 w 2835504"/>
                <a:gd name="connsiteY2" fmla="*/ 1684125 h 1750636"/>
                <a:gd name="connsiteX3" fmla="*/ 0 w 2835504"/>
                <a:gd name="connsiteY3" fmla="*/ 0 h 1750636"/>
                <a:gd name="connsiteX0" fmla="*/ 0 w 2835504"/>
                <a:gd name="connsiteY0" fmla="*/ 0 h 1873184"/>
                <a:gd name="connsiteX1" fmla="*/ 2835504 w 2835504"/>
                <a:gd name="connsiteY1" fmla="*/ 1873184 h 1873184"/>
                <a:gd name="connsiteX2" fmla="*/ 0 w 2835504"/>
                <a:gd name="connsiteY2" fmla="*/ 1806673 h 1873184"/>
                <a:gd name="connsiteX3" fmla="*/ 0 w 2835504"/>
                <a:gd name="connsiteY3" fmla="*/ 0 h 1873184"/>
                <a:gd name="connsiteX0" fmla="*/ 0 w 2863785"/>
                <a:gd name="connsiteY0" fmla="*/ 0 h 1863758"/>
                <a:gd name="connsiteX1" fmla="*/ 2863785 w 2863785"/>
                <a:gd name="connsiteY1" fmla="*/ 1863758 h 1863758"/>
                <a:gd name="connsiteX2" fmla="*/ 0 w 2863785"/>
                <a:gd name="connsiteY2" fmla="*/ 1806673 h 1863758"/>
                <a:gd name="connsiteX3" fmla="*/ 0 w 2863785"/>
                <a:gd name="connsiteY3" fmla="*/ 0 h 1863758"/>
                <a:gd name="connsiteX0" fmla="*/ 0 w 2863787"/>
                <a:gd name="connsiteY0" fmla="*/ 0 h 1835480"/>
                <a:gd name="connsiteX1" fmla="*/ 2863787 w 2863787"/>
                <a:gd name="connsiteY1" fmla="*/ 1835480 h 1835480"/>
                <a:gd name="connsiteX2" fmla="*/ 0 w 2863787"/>
                <a:gd name="connsiteY2" fmla="*/ 1806673 h 1835480"/>
                <a:gd name="connsiteX3" fmla="*/ 0 w 2863787"/>
                <a:gd name="connsiteY3" fmla="*/ 0 h 1835480"/>
                <a:gd name="connsiteX0" fmla="*/ 18857 w 2882644"/>
                <a:gd name="connsiteY0" fmla="*/ 0 h 2051772"/>
                <a:gd name="connsiteX1" fmla="*/ 2882644 w 2882644"/>
                <a:gd name="connsiteY1" fmla="*/ 1835480 h 2051772"/>
                <a:gd name="connsiteX2" fmla="*/ 0 w 2882644"/>
                <a:gd name="connsiteY2" fmla="*/ 2051772 h 2051772"/>
                <a:gd name="connsiteX3" fmla="*/ 18857 w 2882644"/>
                <a:gd name="connsiteY3" fmla="*/ 0 h 2051772"/>
                <a:gd name="connsiteX0" fmla="*/ 18857 w 2948632"/>
                <a:gd name="connsiteY0" fmla="*/ 210137 h 2261909"/>
                <a:gd name="connsiteX1" fmla="*/ 2948632 w 2948632"/>
                <a:gd name="connsiteY1" fmla="*/ 0 h 2261909"/>
                <a:gd name="connsiteX2" fmla="*/ 0 w 2948632"/>
                <a:gd name="connsiteY2" fmla="*/ 2261909 h 2261909"/>
                <a:gd name="connsiteX3" fmla="*/ 18857 w 2948632"/>
                <a:gd name="connsiteY3" fmla="*/ 210137 h 2261909"/>
                <a:gd name="connsiteX0" fmla="*/ 9427 w 2939202"/>
                <a:gd name="connsiteY0" fmla="*/ 210137 h 3543958"/>
                <a:gd name="connsiteX1" fmla="*/ 2939202 w 2939202"/>
                <a:gd name="connsiteY1" fmla="*/ 0 h 3543958"/>
                <a:gd name="connsiteX2" fmla="*/ 0 w 2939202"/>
                <a:gd name="connsiteY2" fmla="*/ 3543958 h 3543958"/>
                <a:gd name="connsiteX3" fmla="*/ 9427 w 2939202"/>
                <a:gd name="connsiteY3" fmla="*/ 210137 h 3543958"/>
                <a:gd name="connsiteX0" fmla="*/ 9427 w 2929776"/>
                <a:gd name="connsiteY0" fmla="*/ 238417 h 3572238"/>
                <a:gd name="connsiteX1" fmla="*/ 2929776 w 2929776"/>
                <a:gd name="connsiteY1" fmla="*/ 0 h 3572238"/>
                <a:gd name="connsiteX2" fmla="*/ 0 w 2929776"/>
                <a:gd name="connsiteY2" fmla="*/ 3572238 h 3572238"/>
                <a:gd name="connsiteX3" fmla="*/ 9427 w 2929776"/>
                <a:gd name="connsiteY3" fmla="*/ 238417 h 3572238"/>
                <a:gd name="connsiteX0" fmla="*/ 907 w 2930683"/>
                <a:gd name="connsiteY0" fmla="*/ 219563 h 3572238"/>
                <a:gd name="connsiteX1" fmla="*/ 2930683 w 2930683"/>
                <a:gd name="connsiteY1" fmla="*/ 0 h 3572238"/>
                <a:gd name="connsiteX2" fmla="*/ 907 w 2930683"/>
                <a:gd name="connsiteY2" fmla="*/ 3572238 h 3572238"/>
                <a:gd name="connsiteX3" fmla="*/ 907 w 2930683"/>
                <a:gd name="connsiteY3" fmla="*/ 219563 h 3572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0683" h="3572238">
                  <a:moveTo>
                    <a:pt x="907" y="219563"/>
                  </a:moveTo>
                  <a:lnTo>
                    <a:pt x="2930683" y="0"/>
                  </a:lnTo>
                  <a:lnTo>
                    <a:pt x="907" y="3572238"/>
                  </a:lnTo>
                  <a:cubicBezTo>
                    <a:pt x="4049" y="2460964"/>
                    <a:pt x="-2235" y="1330837"/>
                    <a:pt x="907" y="219563"/>
                  </a:cubicBezTo>
                  <a:close/>
                </a:path>
              </a:pathLst>
            </a:custGeom>
            <a:gradFill>
              <a:gsLst>
                <a:gs pos="4500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8" name="Rectangle 1">
              <a:extLst>
                <a:ext uri="{FF2B5EF4-FFF2-40B4-BE49-F238E27FC236}">
                  <a16:creationId xmlns:a16="http://schemas.microsoft.com/office/drawing/2014/main" id="{1BB5BD68-F3EC-D698-4E47-D0C1874BB8CC}"/>
                </a:ext>
              </a:extLst>
            </p:cNvPr>
            <p:cNvSpPr/>
            <p:nvPr userDrawn="1"/>
          </p:nvSpPr>
          <p:spPr>
            <a:xfrm rot="16200000">
              <a:off x="7037377" y="3183243"/>
              <a:ext cx="1837173" cy="5533011"/>
            </a:xfrm>
            <a:custGeom>
              <a:avLst/>
              <a:gdLst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3454400 w 3454400"/>
                <a:gd name="connsiteY2" fmla="*/ 736600 h 736600"/>
                <a:gd name="connsiteX3" fmla="*/ 0 w 3454400"/>
                <a:gd name="connsiteY3" fmla="*/ 736600 h 736600"/>
                <a:gd name="connsiteX4" fmla="*/ 0 w 3454400"/>
                <a:gd name="connsiteY4" fmla="*/ 0 h 736600"/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0 w 3454400"/>
                <a:gd name="connsiteY2" fmla="*/ 736600 h 736600"/>
                <a:gd name="connsiteX3" fmla="*/ 0 w 3454400"/>
                <a:gd name="connsiteY3" fmla="*/ 0 h 736600"/>
                <a:gd name="connsiteX0" fmla="*/ 0 w 3454400"/>
                <a:gd name="connsiteY0" fmla="*/ 0 h 901700"/>
                <a:gd name="connsiteX1" fmla="*/ 3454400 w 3454400"/>
                <a:gd name="connsiteY1" fmla="*/ 165100 h 901700"/>
                <a:gd name="connsiteX2" fmla="*/ 0 w 3454400"/>
                <a:gd name="connsiteY2" fmla="*/ 901700 h 901700"/>
                <a:gd name="connsiteX3" fmla="*/ 0 w 3454400"/>
                <a:gd name="connsiteY3" fmla="*/ 0 h 901700"/>
                <a:gd name="connsiteX0" fmla="*/ 0 w 3467100"/>
                <a:gd name="connsiteY0" fmla="*/ 266700 h 1168400"/>
                <a:gd name="connsiteX1" fmla="*/ 3467100 w 3467100"/>
                <a:gd name="connsiteY1" fmla="*/ 0 h 1168400"/>
                <a:gd name="connsiteX2" fmla="*/ 0 w 3467100"/>
                <a:gd name="connsiteY2" fmla="*/ 1168400 h 1168400"/>
                <a:gd name="connsiteX3" fmla="*/ 0 w 3467100"/>
                <a:gd name="connsiteY3" fmla="*/ 266700 h 1168400"/>
                <a:gd name="connsiteX0" fmla="*/ 0 w 3570795"/>
                <a:gd name="connsiteY0" fmla="*/ 257273 h 1158973"/>
                <a:gd name="connsiteX1" fmla="*/ 3570795 w 3570795"/>
                <a:gd name="connsiteY1" fmla="*/ 0 h 1158973"/>
                <a:gd name="connsiteX2" fmla="*/ 0 w 3570795"/>
                <a:gd name="connsiteY2" fmla="*/ 1158973 h 1158973"/>
                <a:gd name="connsiteX3" fmla="*/ 0 w 3570795"/>
                <a:gd name="connsiteY3" fmla="*/ 257273 h 1158973"/>
                <a:gd name="connsiteX0" fmla="*/ 0 w 2835504"/>
                <a:gd name="connsiteY0" fmla="*/ 0 h 1750636"/>
                <a:gd name="connsiteX1" fmla="*/ 2835504 w 2835504"/>
                <a:gd name="connsiteY1" fmla="*/ 1750636 h 1750636"/>
                <a:gd name="connsiteX2" fmla="*/ 0 w 2835504"/>
                <a:gd name="connsiteY2" fmla="*/ 901700 h 1750636"/>
                <a:gd name="connsiteX3" fmla="*/ 0 w 2835504"/>
                <a:gd name="connsiteY3" fmla="*/ 0 h 1750636"/>
                <a:gd name="connsiteX0" fmla="*/ 0 w 2835504"/>
                <a:gd name="connsiteY0" fmla="*/ 0 h 1750636"/>
                <a:gd name="connsiteX1" fmla="*/ 2835504 w 2835504"/>
                <a:gd name="connsiteY1" fmla="*/ 1750636 h 1750636"/>
                <a:gd name="connsiteX2" fmla="*/ 0 w 2835504"/>
                <a:gd name="connsiteY2" fmla="*/ 1684125 h 1750636"/>
                <a:gd name="connsiteX3" fmla="*/ 0 w 2835504"/>
                <a:gd name="connsiteY3" fmla="*/ 0 h 1750636"/>
                <a:gd name="connsiteX0" fmla="*/ 0 w 2835504"/>
                <a:gd name="connsiteY0" fmla="*/ 0 h 1873184"/>
                <a:gd name="connsiteX1" fmla="*/ 2835504 w 2835504"/>
                <a:gd name="connsiteY1" fmla="*/ 1873184 h 1873184"/>
                <a:gd name="connsiteX2" fmla="*/ 0 w 2835504"/>
                <a:gd name="connsiteY2" fmla="*/ 1806673 h 1873184"/>
                <a:gd name="connsiteX3" fmla="*/ 0 w 2835504"/>
                <a:gd name="connsiteY3" fmla="*/ 0 h 1873184"/>
                <a:gd name="connsiteX0" fmla="*/ 0 w 2863785"/>
                <a:gd name="connsiteY0" fmla="*/ 0 h 1863758"/>
                <a:gd name="connsiteX1" fmla="*/ 2863785 w 2863785"/>
                <a:gd name="connsiteY1" fmla="*/ 1863758 h 1863758"/>
                <a:gd name="connsiteX2" fmla="*/ 0 w 2863785"/>
                <a:gd name="connsiteY2" fmla="*/ 1806673 h 1863758"/>
                <a:gd name="connsiteX3" fmla="*/ 0 w 2863785"/>
                <a:gd name="connsiteY3" fmla="*/ 0 h 1863758"/>
                <a:gd name="connsiteX0" fmla="*/ 0 w 2863787"/>
                <a:gd name="connsiteY0" fmla="*/ 0 h 1835480"/>
                <a:gd name="connsiteX1" fmla="*/ 2863787 w 2863787"/>
                <a:gd name="connsiteY1" fmla="*/ 1835480 h 1835480"/>
                <a:gd name="connsiteX2" fmla="*/ 0 w 2863787"/>
                <a:gd name="connsiteY2" fmla="*/ 1806673 h 1835480"/>
                <a:gd name="connsiteX3" fmla="*/ 0 w 2863787"/>
                <a:gd name="connsiteY3" fmla="*/ 0 h 1835480"/>
                <a:gd name="connsiteX0" fmla="*/ 18857 w 2882644"/>
                <a:gd name="connsiteY0" fmla="*/ 0 h 2051772"/>
                <a:gd name="connsiteX1" fmla="*/ 2882644 w 2882644"/>
                <a:gd name="connsiteY1" fmla="*/ 1835480 h 2051772"/>
                <a:gd name="connsiteX2" fmla="*/ 0 w 2882644"/>
                <a:gd name="connsiteY2" fmla="*/ 2051772 h 2051772"/>
                <a:gd name="connsiteX3" fmla="*/ 18857 w 2882644"/>
                <a:gd name="connsiteY3" fmla="*/ 0 h 2051772"/>
                <a:gd name="connsiteX0" fmla="*/ 18857 w 2948632"/>
                <a:gd name="connsiteY0" fmla="*/ 210137 h 2261909"/>
                <a:gd name="connsiteX1" fmla="*/ 2948632 w 2948632"/>
                <a:gd name="connsiteY1" fmla="*/ 0 h 2261909"/>
                <a:gd name="connsiteX2" fmla="*/ 0 w 2948632"/>
                <a:gd name="connsiteY2" fmla="*/ 2261909 h 2261909"/>
                <a:gd name="connsiteX3" fmla="*/ 18857 w 2948632"/>
                <a:gd name="connsiteY3" fmla="*/ 210137 h 2261909"/>
                <a:gd name="connsiteX0" fmla="*/ 9427 w 2939202"/>
                <a:gd name="connsiteY0" fmla="*/ 210137 h 3543958"/>
                <a:gd name="connsiteX1" fmla="*/ 2939202 w 2939202"/>
                <a:gd name="connsiteY1" fmla="*/ 0 h 3543958"/>
                <a:gd name="connsiteX2" fmla="*/ 0 w 2939202"/>
                <a:gd name="connsiteY2" fmla="*/ 3543958 h 3543958"/>
                <a:gd name="connsiteX3" fmla="*/ 9427 w 2939202"/>
                <a:gd name="connsiteY3" fmla="*/ 210137 h 3543958"/>
                <a:gd name="connsiteX0" fmla="*/ 9427 w 2929776"/>
                <a:gd name="connsiteY0" fmla="*/ 238417 h 3572238"/>
                <a:gd name="connsiteX1" fmla="*/ 2929776 w 2929776"/>
                <a:gd name="connsiteY1" fmla="*/ 0 h 3572238"/>
                <a:gd name="connsiteX2" fmla="*/ 0 w 2929776"/>
                <a:gd name="connsiteY2" fmla="*/ 3572238 h 3572238"/>
                <a:gd name="connsiteX3" fmla="*/ 9427 w 2929776"/>
                <a:gd name="connsiteY3" fmla="*/ 238417 h 3572238"/>
                <a:gd name="connsiteX0" fmla="*/ 907 w 2930683"/>
                <a:gd name="connsiteY0" fmla="*/ 219563 h 3572238"/>
                <a:gd name="connsiteX1" fmla="*/ 2930683 w 2930683"/>
                <a:gd name="connsiteY1" fmla="*/ 0 h 3572238"/>
                <a:gd name="connsiteX2" fmla="*/ 907 w 2930683"/>
                <a:gd name="connsiteY2" fmla="*/ 3572238 h 3572238"/>
                <a:gd name="connsiteX3" fmla="*/ 907 w 2930683"/>
                <a:gd name="connsiteY3" fmla="*/ 219563 h 3572238"/>
                <a:gd name="connsiteX0" fmla="*/ 907 w 1837173"/>
                <a:gd name="connsiteY0" fmla="*/ 2180336 h 5533011"/>
                <a:gd name="connsiteX1" fmla="*/ 1837173 w 1837173"/>
                <a:gd name="connsiteY1" fmla="*/ 0 h 5533011"/>
                <a:gd name="connsiteX2" fmla="*/ 907 w 1837173"/>
                <a:gd name="connsiteY2" fmla="*/ 5533011 h 5533011"/>
                <a:gd name="connsiteX3" fmla="*/ 907 w 1837173"/>
                <a:gd name="connsiteY3" fmla="*/ 2180336 h 5533011"/>
                <a:gd name="connsiteX0" fmla="*/ 907 w 1837173"/>
                <a:gd name="connsiteY0" fmla="*/ 2218043 h 5533011"/>
                <a:gd name="connsiteX1" fmla="*/ 1837173 w 1837173"/>
                <a:gd name="connsiteY1" fmla="*/ 0 h 5533011"/>
                <a:gd name="connsiteX2" fmla="*/ 907 w 1837173"/>
                <a:gd name="connsiteY2" fmla="*/ 5533011 h 5533011"/>
                <a:gd name="connsiteX3" fmla="*/ 907 w 1837173"/>
                <a:gd name="connsiteY3" fmla="*/ 2218043 h 5533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7173" h="5533011">
                  <a:moveTo>
                    <a:pt x="907" y="2218043"/>
                  </a:moveTo>
                  <a:lnTo>
                    <a:pt x="1837173" y="0"/>
                  </a:lnTo>
                  <a:lnTo>
                    <a:pt x="907" y="5533011"/>
                  </a:lnTo>
                  <a:cubicBezTo>
                    <a:pt x="4049" y="4421737"/>
                    <a:pt x="-2235" y="3329317"/>
                    <a:pt x="907" y="2218043"/>
                  </a:cubicBezTo>
                  <a:close/>
                </a:path>
              </a:pathLst>
            </a:custGeom>
            <a:gradFill>
              <a:gsLst>
                <a:gs pos="4500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7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AFB12B21-F03F-768B-78B3-E0856D6D2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368300"/>
            <a:ext cx="11160125" cy="900114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9B1A806-7E4B-7D96-7208-91EBEB909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8" y="1449388"/>
            <a:ext cx="11160113" cy="4239447"/>
          </a:xfrm>
        </p:spPr>
        <p:txBody>
          <a:bodyPr/>
          <a:lstStyle>
            <a:lvl1pPr>
              <a:defRPr sz="1800">
                <a:solidFill>
                  <a:schemeClr val="accent1">
                    <a:lumMod val="20000"/>
                    <a:lumOff val="8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500587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69FE0A4-E4BF-0B4D-9AAC-30724C2FC84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007EAB4-47B6-B94E-16B6-4925324A1E24}"/>
              </a:ext>
            </a:extLst>
          </p:cNvPr>
          <p:cNvGrpSpPr/>
          <p:nvPr userDrawn="1"/>
        </p:nvGrpSpPr>
        <p:grpSpPr>
          <a:xfrm>
            <a:off x="-14763" y="4808928"/>
            <a:ext cx="7482363" cy="2067930"/>
            <a:chOff x="-14763" y="3909367"/>
            <a:chExt cx="10737232" cy="2967491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3D2F8669-A071-F66A-0E1D-C0B73FB862C7}"/>
                </a:ext>
              </a:extLst>
            </p:cNvPr>
            <p:cNvSpPr/>
            <p:nvPr userDrawn="1"/>
          </p:nvSpPr>
          <p:spPr>
            <a:xfrm>
              <a:off x="-14763" y="3909367"/>
              <a:ext cx="3570795" cy="1243814"/>
            </a:xfrm>
            <a:custGeom>
              <a:avLst/>
              <a:gdLst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3454400 w 3454400"/>
                <a:gd name="connsiteY2" fmla="*/ 736600 h 736600"/>
                <a:gd name="connsiteX3" fmla="*/ 0 w 3454400"/>
                <a:gd name="connsiteY3" fmla="*/ 736600 h 736600"/>
                <a:gd name="connsiteX4" fmla="*/ 0 w 3454400"/>
                <a:gd name="connsiteY4" fmla="*/ 0 h 736600"/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0 w 3454400"/>
                <a:gd name="connsiteY2" fmla="*/ 736600 h 736600"/>
                <a:gd name="connsiteX3" fmla="*/ 0 w 3454400"/>
                <a:gd name="connsiteY3" fmla="*/ 0 h 736600"/>
                <a:gd name="connsiteX0" fmla="*/ 0 w 3454400"/>
                <a:gd name="connsiteY0" fmla="*/ 0 h 901700"/>
                <a:gd name="connsiteX1" fmla="*/ 3454400 w 3454400"/>
                <a:gd name="connsiteY1" fmla="*/ 165100 h 901700"/>
                <a:gd name="connsiteX2" fmla="*/ 0 w 3454400"/>
                <a:gd name="connsiteY2" fmla="*/ 901700 h 901700"/>
                <a:gd name="connsiteX3" fmla="*/ 0 w 3454400"/>
                <a:gd name="connsiteY3" fmla="*/ 0 h 901700"/>
                <a:gd name="connsiteX0" fmla="*/ 0 w 3467100"/>
                <a:gd name="connsiteY0" fmla="*/ 266700 h 1168400"/>
                <a:gd name="connsiteX1" fmla="*/ 3467100 w 3467100"/>
                <a:gd name="connsiteY1" fmla="*/ 0 h 1168400"/>
                <a:gd name="connsiteX2" fmla="*/ 0 w 3467100"/>
                <a:gd name="connsiteY2" fmla="*/ 1168400 h 1168400"/>
                <a:gd name="connsiteX3" fmla="*/ 0 w 3467100"/>
                <a:gd name="connsiteY3" fmla="*/ 266700 h 1168400"/>
                <a:gd name="connsiteX0" fmla="*/ 0 w 3570795"/>
                <a:gd name="connsiteY0" fmla="*/ 257273 h 1158973"/>
                <a:gd name="connsiteX1" fmla="*/ 3570795 w 3570795"/>
                <a:gd name="connsiteY1" fmla="*/ 0 h 1158973"/>
                <a:gd name="connsiteX2" fmla="*/ 0 w 3570795"/>
                <a:gd name="connsiteY2" fmla="*/ 1158973 h 1158973"/>
                <a:gd name="connsiteX3" fmla="*/ 0 w 3570795"/>
                <a:gd name="connsiteY3" fmla="*/ 257273 h 1158973"/>
                <a:gd name="connsiteX0" fmla="*/ 0 w 3570795"/>
                <a:gd name="connsiteY0" fmla="*/ 257273 h 1243814"/>
                <a:gd name="connsiteX1" fmla="*/ 3570795 w 3570795"/>
                <a:gd name="connsiteY1" fmla="*/ 0 h 1243814"/>
                <a:gd name="connsiteX2" fmla="*/ 0 w 3570795"/>
                <a:gd name="connsiteY2" fmla="*/ 1243814 h 1243814"/>
                <a:gd name="connsiteX3" fmla="*/ 0 w 3570795"/>
                <a:gd name="connsiteY3" fmla="*/ 257273 h 1243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70795" h="1243814">
                  <a:moveTo>
                    <a:pt x="0" y="257273"/>
                  </a:moveTo>
                  <a:lnTo>
                    <a:pt x="3570795" y="0"/>
                  </a:lnTo>
                  <a:lnTo>
                    <a:pt x="0" y="1243814"/>
                  </a:lnTo>
                  <a:lnTo>
                    <a:pt x="0" y="257273"/>
                  </a:lnTo>
                  <a:close/>
                </a:path>
              </a:pathLst>
            </a:custGeom>
            <a:gradFill>
              <a:gsLst>
                <a:gs pos="45000">
                  <a:schemeClr val="accent1"/>
                </a:gs>
                <a:gs pos="100000">
                  <a:srgbClr val="EF4136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" name="Rectangle 1">
              <a:extLst>
                <a:ext uri="{FF2B5EF4-FFF2-40B4-BE49-F238E27FC236}">
                  <a16:creationId xmlns:a16="http://schemas.microsoft.com/office/drawing/2014/main" id="{775D67DB-CBF3-181D-0F68-C94113FC190E}"/>
                </a:ext>
              </a:extLst>
            </p:cNvPr>
            <p:cNvSpPr/>
            <p:nvPr userDrawn="1"/>
          </p:nvSpPr>
          <p:spPr>
            <a:xfrm>
              <a:off x="0" y="3928225"/>
              <a:ext cx="3638746" cy="2924695"/>
            </a:xfrm>
            <a:custGeom>
              <a:avLst/>
              <a:gdLst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3454400 w 3454400"/>
                <a:gd name="connsiteY2" fmla="*/ 736600 h 736600"/>
                <a:gd name="connsiteX3" fmla="*/ 0 w 3454400"/>
                <a:gd name="connsiteY3" fmla="*/ 736600 h 736600"/>
                <a:gd name="connsiteX4" fmla="*/ 0 w 3454400"/>
                <a:gd name="connsiteY4" fmla="*/ 0 h 736600"/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0 w 3454400"/>
                <a:gd name="connsiteY2" fmla="*/ 736600 h 736600"/>
                <a:gd name="connsiteX3" fmla="*/ 0 w 3454400"/>
                <a:gd name="connsiteY3" fmla="*/ 0 h 736600"/>
                <a:gd name="connsiteX0" fmla="*/ 0 w 3454400"/>
                <a:gd name="connsiteY0" fmla="*/ 0 h 901700"/>
                <a:gd name="connsiteX1" fmla="*/ 3454400 w 3454400"/>
                <a:gd name="connsiteY1" fmla="*/ 165100 h 901700"/>
                <a:gd name="connsiteX2" fmla="*/ 0 w 3454400"/>
                <a:gd name="connsiteY2" fmla="*/ 901700 h 901700"/>
                <a:gd name="connsiteX3" fmla="*/ 0 w 3454400"/>
                <a:gd name="connsiteY3" fmla="*/ 0 h 901700"/>
                <a:gd name="connsiteX0" fmla="*/ 0 w 3467100"/>
                <a:gd name="connsiteY0" fmla="*/ 266700 h 1168400"/>
                <a:gd name="connsiteX1" fmla="*/ 3467100 w 3467100"/>
                <a:gd name="connsiteY1" fmla="*/ 0 h 1168400"/>
                <a:gd name="connsiteX2" fmla="*/ 0 w 3467100"/>
                <a:gd name="connsiteY2" fmla="*/ 1168400 h 1168400"/>
                <a:gd name="connsiteX3" fmla="*/ 0 w 3467100"/>
                <a:gd name="connsiteY3" fmla="*/ 266700 h 1168400"/>
                <a:gd name="connsiteX0" fmla="*/ 0 w 3606800"/>
                <a:gd name="connsiteY0" fmla="*/ 1244600 h 2146300"/>
                <a:gd name="connsiteX1" fmla="*/ 3606800 w 3606800"/>
                <a:gd name="connsiteY1" fmla="*/ 0 h 2146300"/>
                <a:gd name="connsiteX2" fmla="*/ 0 w 3606800"/>
                <a:gd name="connsiteY2" fmla="*/ 2146300 h 2146300"/>
                <a:gd name="connsiteX3" fmla="*/ 0 w 3606800"/>
                <a:gd name="connsiteY3" fmla="*/ 1244600 h 2146300"/>
                <a:gd name="connsiteX0" fmla="*/ 0 w 3606800"/>
                <a:gd name="connsiteY0" fmla="*/ 1244600 h 2857500"/>
                <a:gd name="connsiteX1" fmla="*/ 3606800 w 3606800"/>
                <a:gd name="connsiteY1" fmla="*/ 0 h 2857500"/>
                <a:gd name="connsiteX2" fmla="*/ 1727200 w 3606800"/>
                <a:gd name="connsiteY2" fmla="*/ 2857500 h 2857500"/>
                <a:gd name="connsiteX3" fmla="*/ 0 w 3606800"/>
                <a:gd name="connsiteY3" fmla="*/ 1244600 h 2857500"/>
                <a:gd name="connsiteX0" fmla="*/ 0 w 3606800"/>
                <a:gd name="connsiteY0" fmla="*/ 1244600 h 2902271"/>
                <a:gd name="connsiteX1" fmla="*/ 3606800 w 3606800"/>
                <a:gd name="connsiteY1" fmla="*/ 0 h 2902271"/>
                <a:gd name="connsiteX2" fmla="*/ 1727200 w 3606800"/>
                <a:gd name="connsiteY2" fmla="*/ 2857500 h 2902271"/>
                <a:gd name="connsiteX3" fmla="*/ 12700 w 3606800"/>
                <a:gd name="connsiteY3" fmla="*/ 2819400 h 2902271"/>
                <a:gd name="connsiteX4" fmla="*/ 0 w 3606800"/>
                <a:gd name="connsiteY4" fmla="*/ 1244600 h 2902271"/>
                <a:gd name="connsiteX0" fmla="*/ 0 w 3606800"/>
                <a:gd name="connsiteY0" fmla="*/ 1244600 h 2857500"/>
                <a:gd name="connsiteX1" fmla="*/ 3606800 w 3606800"/>
                <a:gd name="connsiteY1" fmla="*/ 0 h 2857500"/>
                <a:gd name="connsiteX2" fmla="*/ 1727200 w 3606800"/>
                <a:gd name="connsiteY2" fmla="*/ 2857500 h 2857500"/>
                <a:gd name="connsiteX3" fmla="*/ 12700 w 3606800"/>
                <a:gd name="connsiteY3" fmla="*/ 2819400 h 2857500"/>
                <a:gd name="connsiteX4" fmla="*/ 0 w 3606800"/>
                <a:gd name="connsiteY4" fmla="*/ 1244600 h 2857500"/>
                <a:gd name="connsiteX0" fmla="*/ 0 w 3606800"/>
                <a:gd name="connsiteY0" fmla="*/ 1244600 h 2866612"/>
                <a:gd name="connsiteX1" fmla="*/ 3606800 w 3606800"/>
                <a:gd name="connsiteY1" fmla="*/ 0 h 2866612"/>
                <a:gd name="connsiteX2" fmla="*/ 1727200 w 3606800"/>
                <a:gd name="connsiteY2" fmla="*/ 2857500 h 2866612"/>
                <a:gd name="connsiteX3" fmla="*/ 12700 w 3606800"/>
                <a:gd name="connsiteY3" fmla="*/ 2819400 h 2866612"/>
                <a:gd name="connsiteX4" fmla="*/ 0 w 3606800"/>
                <a:gd name="connsiteY4" fmla="*/ 1244600 h 2866612"/>
                <a:gd name="connsiteX0" fmla="*/ 0 w 3606800"/>
                <a:gd name="connsiteY0" fmla="*/ 1244600 h 2857500"/>
                <a:gd name="connsiteX1" fmla="*/ 3606800 w 3606800"/>
                <a:gd name="connsiteY1" fmla="*/ 0 h 2857500"/>
                <a:gd name="connsiteX2" fmla="*/ 1727200 w 3606800"/>
                <a:gd name="connsiteY2" fmla="*/ 2857500 h 2857500"/>
                <a:gd name="connsiteX3" fmla="*/ 12700 w 3606800"/>
                <a:gd name="connsiteY3" fmla="*/ 2819400 h 2857500"/>
                <a:gd name="connsiteX4" fmla="*/ 0 w 3606800"/>
                <a:gd name="connsiteY4" fmla="*/ 1244600 h 2857500"/>
                <a:gd name="connsiteX0" fmla="*/ 0 w 3606800"/>
                <a:gd name="connsiteY0" fmla="*/ 1244600 h 2857500"/>
                <a:gd name="connsiteX1" fmla="*/ 3606800 w 3606800"/>
                <a:gd name="connsiteY1" fmla="*/ 0 h 2857500"/>
                <a:gd name="connsiteX2" fmla="*/ 1727200 w 3606800"/>
                <a:gd name="connsiteY2" fmla="*/ 2857500 h 2857500"/>
                <a:gd name="connsiteX3" fmla="*/ 12700 w 3606800"/>
                <a:gd name="connsiteY3" fmla="*/ 2819400 h 2857500"/>
                <a:gd name="connsiteX4" fmla="*/ 0 w 3606800"/>
                <a:gd name="connsiteY4" fmla="*/ 1244600 h 2857500"/>
                <a:gd name="connsiteX0" fmla="*/ 0 w 3606800"/>
                <a:gd name="connsiteY0" fmla="*/ 1244600 h 2881832"/>
                <a:gd name="connsiteX1" fmla="*/ 3606800 w 3606800"/>
                <a:gd name="connsiteY1" fmla="*/ 0 h 2881832"/>
                <a:gd name="connsiteX2" fmla="*/ 1727200 w 3606800"/>
                <a:gd name="connsiteY2" fmla="*/ 2857500 h 2881832"/>
                <a:gd name="connsiteX3" fmla="*/ 5080 w 3606800"/>
                <a:gd name="connsiteY3" fmla="*/ 2865120 h 2881832"/>
                <a:gd name="connsiteX4" fmla="*/ 0 w 3606800"/>
                <a:gd name="connsiteY4" fmla="*/ 1244600 h 2881832"/>
                <a:gd name="connsiteX0" fmla="*/ 0 w 3606800"/>
                <a:gd name="connsiteY0" fmla="*/ 1244600 h 2865120"/>
                <a:gd name="connsiteX1" fmla="*/ 3606800 w 3606800"/>
                <a:gd name="connsiteY1" fmla="*/ 0 h 2865120"/>
                <a:gd name="connsiteX2" fmla="*/ 1727200 w 3606800"/>
                <a:gd name="connsiteY2" fmla="*/ 2857500 h 2865120"/>
                <a:gd name="connsiteX3" fmla="*/ 5080 w 3606800"/>
                <a:gd name="connsiteY3" fmla="*/ 2865120 h 2865120"/>
                <a:gd name="connsiteX4" fmla="*/ 0 w 3606800"/>
                <a:gd name="connsiteY4" fmla="*/ 1244600 h 2865120"/>
                <a:gd name="connsiteX0" fmla="*/ 0 w 3606800"/>
                <a:gd name="connsiteY0" fmla="*/ 1244600 h 2865120"/>
                <a:gd name="connsiteX1" fmla="*/ 3606800 w 3606800"/>
                <a:gd name="connsiteY1" fmla="*/ 0 h 2865120"/>
                <a:gd name="connsiteX2" fmla="*/ 1727200 w 3606800"/>
                <a:gd name="connsiteY2" fmla="*/ 2857500 h 2865120"/>
                <a:gd name="connsiteX3" fmla="*/ 5080 w 3606800"/>
                <a:gd name="connsiteY3" fmla="*/ 2865120 h 2865120"/>
                <a:gd name="connsiteX4" fmla="*/ 0 w 3606800"/>
                <a:gd name="connsiteY4" fmla="*/ 1244600 h 2865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06800" h="2865120">
                  <a:moveTo>
                    <a:pt x="0" y="1244600"/>
                  </a:moveTo>
                  <a:lnTo>
                    <a:pt x="3606800" y="0"/>
                  </a:lnTo>
                  <a:lnTo>
                    <a:pt x="1727200" y="2857500"/>
                  </a:lnTo>
                  <a:lnTo>
                    <a:pt x="5080" y="2865120"/>
                  </a:lnTo>
                  <a:cubicBezTo>
                    <a:pt x="3387" y="2324947"/>
                    <a:pt x="1693" y="1784773"/>
                    <a:pt x="0" y="1244600"/>
                  </a:cubicBezTo>
                  <a:close/>
                </a:path>
              </a:pathLst>
            </a:custGeom>
            <a:gradFill>
              <a:gsLst>
                <a:gs pos="4500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1">
              <a:extLst>
                <a:ext uri="{FF2B5EF4-FFF2-40B4-BE49-F238E27FC236}">
                  <a16:creationId xmlns:a16="http://schemas.microsoft.com/office/drawing/2014/main" id="{E99D011B-5611-947A-E8D5-4848F44EE861}"/>
                </a:ext>
              </a:extLst>
            </p:cNvPr>
            <p:cNvSpPr/>
            <p:nvPr userDrawn="1"/>
          </p:nvSpPr>
          <p:spPr>
            <a:xfrm rot="16200000">
              <a:off x="1383972" y="4338949"/>
              <a:ext cx="2948633" cy="2127185"/>
            </a:xfrm>
            <a:custGeom>
              <a:avLst/>
              <a:gdLst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3454400 w 3454400"/>
                <a:gd name="connsiteY2" fmla="*/ 736600 h 736600"/>
                <a:gd name="connsiteX3" fmla="*/ 0 w 3454400"/>
                <a:gd name="connsiteY3" fmla="*/ 736600 h 736600"/>
                <a:gd name="connsiteX4" fmla="*/ 0 w 3454400"/>
                <a:gd name="connsiteY4" fmla="*/ 0 h 736600"/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0 w 3454400"/>
                <a:gd name="connsiteY2" fmla="*/ 736600 h 736600"/>
                <a:gd name="connsiteX3" fmla="*/ 0 w 3454400"/>
                <a:gd name="connsiteY3" fmla="*/ 0 h 736600"/>
                <a:gd name="connsiteX0" fmla="*/ 0 w 3454400"/>
                <a:gd name="connsiteY0" fmla="*/ 0 h 901700"/>
                <a:gd name="connsiteX1" fmla="*/ 3454400 w 3454400"/>
                <a:gd name="connsiteY1" fmla="*/ 165100 h 901700"/>
                <a:gd name="connsiteX2" fmla="*/ 0 w 3454400"/>
                <a:gd name="connsiteY2" fmla="*/ 901700 h 901700"/>
                <a:gd name="connsiteX3" fmla="*/ 0 w 3454400"/>
                <a:gd name="connsiteY3" fmla="*/ 0 h 901700"/>
                <a:gd name="connsiteX0" fmla="*/ 0 w 3467100"/>
                <a:gd name="connsiteY0" fmla="*/ 266700 h 1168400"/>
                <a:gd name="connsiteX1" fmla="*/ 3467100 w 3467100"/>
                <a:gd name="connsiteY1" fmla="*/ 0 h 1168400"/>
                <a:gd name="connsiteX2" fmla="*/ 0 w 3467100"/>
                <a:gd name="connsiteY2" fmla="*/ 1168400 h 1168400"/>
                <a:gd name="connsiteX3" fmla="*/ 0 w 3467100"/>
                <a:gd name="connsiteY3" fmla="*/ 266700 h 1168400"/>
                <a:gd name="connsiteX0" fmla="*/ 0 w 3570795"/>
                <a:gd name="connsiteY0" fmla="*/ 257273 h 1158973"/>
                <a:gd name="connsiteX1" fmla="*/ 3570795 w 3570795"/>
                <a:gd name="connsiteY1" fmla="*/ 0 h 1158973"/>
                <a:gd name="connsiteX2" fmla="*/ 0 w 3570795"/>
                <a:gd name="connsiteY2" fmla="*/ 1158973 h 1158973"/>
                <a:gd name="connsiteX3" fmla="*/ 0 w 3570795"/>
                <a:gd name="connsiteY3" fmla="*/ 257273 h 1158973"/>
                <a:gd name="connsiteX0" fmla="*/ 0 w 2835504"/>
                <a:gd name="connsiteY0" fmla="*/ 0 h 1750636"/>
                <a:gd name="connsiteX1" fmla="*/ 2835504 w 2835504"/>
                <a:gd name="connsiteY1" fmla="*/ 1750636 h 1750636"/>
                <a:gd name="connsiteX2" fmla="*/ 0 w 2835504"/>
                <a:gd name="connsiteY2" fmla="*/ 901700 h 1750636"/>
                <a:gd name="connsiteX3" fmla="*/ 0 w 2835504"/>
                <a:gd name="connsiteY3" fmla="*/ 0 h 1750636"/>
                <a:gd name="connsiteX0" fmla="*/ 0 w 2835504"/>
                <a:gd name="connsiteY0" fmla="*/ 0 h 1750636"/>
                <a:gd name="connsiteX1" fmla="*/ 2835504 w 2835504"/>
                <a:gd name="connsiteY1" fmla="*/ 1750636 h 1750636"/>
                <a:gd name="connsiteX2" fmla="*/ 0 w 2835504"/>
                <a:gd name="connsiteY2" fmla="*/ 1684125 h 1750636"/>
                <a:gd name="connsiteX3" fmla="*/ 0 w 2835504"/>
                <a:gd name="connsiteY3" fmla="*/ 0 h 1750636"/>
                <a:gd name="connsiteX0" fmla="*/ 0 w 2835504"/>
                <a:gd name="connsiteY0" fmla="*/ 0 h 1873184"/>
                <a:gd name="connsiteX1" fmla="*/ 2835504 w 2835504"/>
                <a:gd name="connsiteY1" fmla="*/ 1873184 h 1873184"/>
                <a:gd name="connsiteX2" fmla="*/ 0 w 2835504"/>
                <a:gd name="connsiteY2" fmla="*/ 1806673 h 1873184"/>
                <a:gd name="connsiteX3" fmla="*/ 0 w 2835504"/>
                <a:gd name="connsiteY3" fmla="*/ 0 h 1873184"/>
                <a:gd name="connsiteX0" fmla="*/ 0 w 2863785"/>
                <a:gd name="connsiteY0" fmla="*/ 0 h 1863758"/>
                <a:gd name="connsiteX1" fmla="*/ 2863785 w 2863785"/>
                <a:gd name="connsiteY1" fmla="*/ 1863758 h 1863758"/>
                <a:gd name="connsiteX2" fmla="*/ 0 w 2863785"/>
                <a:gd name="connsiteY2" fmla="*/ 1806673 h 1863758"/>
                <a:gd name="connsiteX3" fmla="*/ 0 w 2863785"/>
                <a:gd name="connsiteY3" fmla="*/ 0 h 1863758"/>
                <a:gd name="connsiteX0" fmla="*/ 0 w 2863787"/>
                <a:gd name="connsiteY0" fmla="*/ 0 h 1835480"/>
                <a:gd name="connsiteX1" fmla="*/ 2863787 w 2863787"/>
                <a:gd name="connsiteY1" fmla="*/ 1835480 h 1835480"/>
                <a:gd name="connsiteX2" fmla="*/ 0 w 2863787"/>
                <a:gd name="connsiteY2" fmla="*/ 1806673 h 1835480"/>
                <a:gd name="connsiteX3" fmla="*/ 0 w 2863787"/>
                <a:gd name="connsiteY3" fmla="*/ 0 h 1835480"/>
                <a:gd name="connsiteX0" fmla="*/ 18857 w 2882644"/>
                <a:gd name="connsiteY0" fmla="*/ 0 h 2051772"/>
                <a:gd name="connsiteX1" fmla="*/ 2882644 w 2882644"/>
                <a:gd name="connsiteY1" fmla="*/ 1835480 h 2051772"/>
                <a:gd name="connsiteX2" fmla="*/ 0 w 2882644"/>
                <a:gd name="connsiteY2" fmla="*/ 2051772 h 2051772"/>
                <a:gd name="connsiteX3" fmla="*/ 18857 w 2882644"/>
                <a:gd name="connsiteY3" fmla="*/ 0 h 2051772"/>
                <a:gd name="connsiteX0" fmla="*/ 18857 w 2882644"/>
                <a:gd name="connsiteY0" fmla="*/ 0 h 2127185"/>
                <a:gd name="connsiteX1" fmla="*/ 2882644 w 2882644"/>
                <a:gd name="connsiteY1" fmla="*/ 1910893 h 2127185"/>
                <a:gd name="connsiteX2" fmla="*/ 0 w 2882644"/>
                <a:gd name="connsiteY2" fmla="*/ 2127185 h 2127185"/>
                <a:gd name="connsiteX3" fmla="*/ 18857 w 2882644"/>
                <a:gd name="connsiteY3" fmla="*/ 0 h 2127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82644" h="2127185">
                  <a:moveTo>
                    <a:pt x="18857" y="0"/>
                  </a:moveTo>
                  <a:lnTo>
                    <a:pt x="2882644" y="1910893"/>
                  </a:lnTo>
                  <a:lnTo>
                    <a:pt x="0" y="2127185"/>
                  </a:lnTo>
                  <a:lnTo>
                    <a:pt x="18857" y="0"/>
                  </a:lnTo>
                  <a:close/>
                </a:path>
              </a:pathLst>
            </a:custGeom>
            <a:gradFill>
              <a:gsLst>
                <a:gs pos="45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" name="Rectangle 1">
              <a:extLst>
                <a:ext uri="{FF2B5EF4-FFF2-40B4-BE49-F238E27FC236}">
                  <a16:creationId xmlns:a16="http://schemas.microsoft.com/office/drawing/2014/main" id="{8BB1E48D-99B4-C3F1-96B8-3CFA4CE4F494}"/>
                </a:ext>
              </a:extLst>
            </p:cNvPr>
            <p:cNvSpPr/>
            <p:nvPr userDrawn="1"/>
          </p:nvSpPr>
          <p:spPr>
            <a:xfrm rot="16200000">
              <a:off x="4075788" y="3616875"/>
              <a:ext cx="2930683" cy="3572238"/>
            </a:xfrm>
            <a:custGeom>
              <a:avLst/>
              <a:gdLst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3454400 w 3454400"/>
                <a:gd name="connsiteY2" fmla="*/ 736600 h 736600"/>
                <a:gd name="connsiteX3" fmla="*/ 0 w 3454400"/>
                <a:gd name="connsiteY3" fmla="*/ 736600 h 736600"/>
                <a:gd name="connsiteX4" fmla="*/ 0 w 3454400"/>
                <a:gd name="connsiteY4" fmla="*/ 0 h 736600"/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0 w 3454400"/>
                <a:gd name="connsiteY2" fmla="*/ 736600 h 736600"/>
                <a:gd name="connsiteX3" fmla="*/ 0 w 3454400"/>
                <a:gd name="connsiteY3" fmla="*/ 0 h 736600"/>
                <a:gd name="connsiteX0" fmla="*/ 0 w 3454400"/>
                <a:gd name="connsiteY0" fmla="*/ 0 h 901700"/>
                <a:gd name="connsiteX1" fmla="*/ 3454400 w 3454400"/>
                <a:gd name="connsiteY1" fmla="*/ 165100 h 901700"/>
                <a:gd name="connsiteX2" fmla="*/ 0 w 3454400"/>
                <a:gd name="connsiteY2" fmla="*/ 901700 h 901700"/>
                <a:gd name="connsiteX3" fmla="*/ 0 w 3454400"/>
                <a:gd name="connsiteY3" fmla="*/ 0 h 901700"/>
                <a:gd name="connsiteX0" fmla="*/ 0 w 3467100"/>
                <a:gd name="connsiteY0" fmla="*/ 266700 h 1168400"/>
                <a:gd name="connsiteX1" fmla="*/ 3467100 w 3467100"/>
                <a:gd name="connsiteY1" fmla="*/ 0 h 1168400"/>
                <a:gd name="connsiteX2" fmla="*/ 0 w 3467100"/>
                <a:gd name="connsiteY2" fmla="*/ 1168400 h 1168400"/>
                <a:gd name="connsiteX3" fmla="*/ 0 w 3467100"/>
                <a:gd name="connsiteY3" fmla="*/ 266700 h 1168400"/>
                <a:gd name="connsiteX0" fmla="*/ 0 w 3570795"/>
                <a:gd name="connsiteY0" fmla="*/ 257273 h 1158973"/>
                <a:gd name="connsiteX1" fmla="*/ 3570795 w 3570795"/>
                <a:gd name="connsiteY1" fmla="*/ 0 h 1158973"/>
                <a:gd name="connsiteX2" fmla="*/ 0 w 3570795"/>
                <a:gd name="connsiteY2" fmla="*/ 1158973 h 1158973"/>
                <a:gd name="connsiteX3" fmla="*/ 0 w 3570795"/>
                <a:gd name="connsiteY3" fmla="*/ 257273 h 1158973"/>
                <a:gd name="connsiteX0" fmla="*/ 0 w 2835504"/>
                <a:gd name="connsiteY0" fmla="*/ 0 h 1750636"/>
                <a:gd name="connsiteX1" fmla="*/ 2835504 w 2835504"/>
                <a:gd name="connsiteY1" fmla="*/ 1750636 h 1750636"/>
                <a:gd name="connsiteX2" fmla="*/ 0 w 2835504"/>
                <a:gd name="connsiteY2" fmla="*/ 901700 h 1750636"/>
                <a:gd name="connsiteX3" fmla="*/ 0 w 2835504"/>
                <a:gd name="connsiteY3" fmla="*/ 0 h 1750636"/>
                <a:gd name="connsiteX0" fmla="*/ 0 w 2835504"/>
                <a:gd name="connsiteY0" fmla="*/ 0 h 1750636"/>
                <a:gd name="connsiteX1" fmla="*/ 2835504 w 2835504"/>
                <a:gd name="connsiteY1" fmla="*/ 1750636 h 1750636"/>
                <a:gd name="connsiteX2" fmla="*/ 0 w 2835504"/>
                <a:gd name="connsiteY2" fmla="*/ 1684125 h 1750636"/>
                <a:gd name="connsiteX3" fmla="*/ 0 w 2835504"/>
                <a:gd name="connsiteY3" fmla="*/ 0 h 1750636"/>
                <a:gd name="connsiteX0" fmla="*/ 0 w 2835504"/>
                <a:gd name="connsiteY0" fmla="*/ 0 h 1873184"/>
                <a:gd name="connsiteX1" fmla="*/ 2835504 w 2835504"/>
                <a:gd name="connsiteY1" fmla="*/ 1873184 h 1873184"/>
                <a:gd name="connsiteX2" fmla="*/ 0 w 2835504"/>
                <a:gd name="connsiteY2" fmla="*/ 1806673 h 1873184"/>
                <a:gd name="connsiteX3" fmla="*/ 0 w 2835504"/>
                <a:gd name="connsiteY3" fmla="*/ 0 h 1873184"/>
                <a:gd name="connsiteX0" fmla="*/ 0 w 2863785"/>
                <a:gd name="connsiteY0" fmla="*/ 0 h 1863758"/>
                <a:gd name="connsiteX1" fmla="*/ 2863785 w 2863785"/>
                <a:gd name="connsiteY1" fmla="*/ 1863758 h 1863758"/>
                <a:gd name="connsiteX2" fmla="*/ 0 w 2863785"/>
                <a:gd name="connsiteY2" fmla="*/ 1806673 h 1863758"/>
                <a:gd name="connsiteX3" fmla="*/ 0 w 2863785"/>
                <a:gd name="connsiteY3" fmla="*/ 0 h 1863758"/>
                <a:gd name="connsiteX0" fmla="*/ 0 w 2863787"/>
                <a:gd name="connsiteY0" fmla="*/ 0 h 1835480"/>
                <a:gd name="connsiteX1" fmla="*/ 2863787 w 2863787"/>
                <a:gd name="connsiteY1" fmla="*/ 1835480 h 1835480"/>
                <a:gd name="connsiteX2" fmla="*/ 0 w 2863787"/>
                <a:gd name="connsiteY2" fmla="*/ 1806673 h 1835480"/>
                <a:gd name="connsiteX3" fmla="*/ 0 w 2863787"/>
                <a:gd name="connsiteY3" fmla="*/ 0 h 1835480"/>
                <a:gd name="connsiteX0" fmla="*/ 18857 w 2882644"/>
                <a:gd name="connsiteY0" fmla="*/ 0 h 2051772"/>
                <a:gd name="connsiteX1" fmla="*/ 2882644 w 2882644"/>
                <a:gd name="connsiteY1" fmla="*/ 1835480 h 2051772"/>
                <a:gd name="connsiteX2" fmla="*/ 0 w 2882644"/>
                <a:gd name="connsiteY2" fmla="*/ 2051772 h 2051772"/>
                <a:gd name="connsiteX3" fmla="*/ 18857 w 2882644"/>
                <a:gd name="connsiteY3" fmla="*/ 0 h 2051772"/>
                <a:gd name="connsiteX0" fmla="*/ 18857 w 2948632"/>
                <a:gd name="connsiteY0" fmla="*/ 210137 h 2261909"/>
                <a:gd name="connsiteX1" fmla="*/ 2948632 w 2948632"/>
                <a:gd name="connsiteY1" fmla="*/ 0 h 2261909"/>
                <a:gd name="connsiteX2" fmla="*/ 0 w 2948632"/>
                <a:gd name="connsiteY2" fmla="*/ 2261909 h 2261909"/>
                <a:gd name="connsiteX3" fmla="*/ 18857 w 2948632"/>
                <a:gd name="connsiteY3" fmla="*/ 210137 h 2261909"/>
                <a:gd name="connsiteX0" fmla="*/ 9427 w 2939202"/>
                <a:gd name="connsiteY0" fmla="*/ 210137 h 3543958"/>
                <a:gd name="connsiteX1" fmla="*/ 2939202 w 2939202"/>
                <a:gd name="connsiteY1" fmla="*/ 0 h 3543958"/>
                <a:gd name="connsiteX2" fmla="*/ 0 w 2939202"/>
                <a:gd name="connsiteY2" fmla="*/ 3543958 h 3543958"/>
                <a:gd name="connsiteX3" fmla="*/ 9427 w 2939202"/>
                <a:gd name="connsiteY3" fmla="*/ 210137 h 3543958"/>
                <a:gd name="connsiteX0" fmla="*/ 9427 w 2929776"/>
                <a:gd name="connsiteY0" fmla="*/ 238417 h 3572238"/>
                <a:gd name="connsiteX1" fmla="*/ 2929776 w 2929776"/>
                <a:gd name="connsiteY1" fmla="*/ 0 h 3572238"/>
                <a:gd name="connsiteX2" fmla="*/ 0 w 2929776"/>
                <a:gd name="connsiteY2" fmla="*/ 3572238 h 3572238"/>
                <a:gd name="connsiteX3" fmla="*/ 9427 w 2929776"/>
                <a:gd name="connsiteY3" fmla="*/ 238417 h 3572238"/>
                <a:gd name="connsiteX0" fmla="*/ 907 w 2930683"/>
                <a:gd name="connsiteY0" fmla="*/ 219563 h 3572238"/>
                <a:gd name="connsiteX1" fmla="*/ 2930683 w 2930683"/>
                <a:gd name="connsiteY1" fmla="*/ 0 h 3572238"/>
                <a:gd name="connsiteX2" fmla="*/ 907 w 2930683"/>
                <a:gd name="connsiteY2" fmla="*/ 3572238 h 3572238"/>
                <a:gd name="connsiteX3" fmla="*/ 907 w 2930683"/>
                <a:gd name="connsiteY3" fmla="*/ 219563 h 3572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0683" h="3572238">
                  <a:moveTo>
                    <a:pt x="907" y="219563"/>
                  </a:moveTo>
                  <a:lnTo>
                    <a:pt x="2930683" y="0"/>
                  </a:lnTo>
                  <a:lnTo>
                    <a:pt x="907" y="3572238"/>
                  </a:lnTo>
                  <a:cubicBezTo>
                    <a:pt x="4049" y="2460964"/>
                    <a:pt x="-2235" y="1330837"/>
                    <a:pt x="907" y="219563"/>
                  </a:cubicBezTo>
                  <a:close/>
                </a:path>
              </a:pathLst>
            </a:custGeom>
            <a:gradFill>
              <a:gsLst>
                <a:gs pos="4500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8" name="Rectangle 1">
              <a:extLst>
                <a:ext uri="{FF2B5EF4-FFF2-40B4-BE49-F238E27FC236}">
                  <a16:creationId xmlns:a16="http://schemas.microsoft.com/office/drawing/2014/main" id="{1BB5BD68-F3EC-D698-4E47-D0C1874BB8CC}"/>
                </a:ext>
              </a:extLst>
            </p:cNvPr>
            <p:cNvSpPr/>
            <p:nvPr userDrawn="1"/>
          </p:nvSpPr>
          <p:spPr>
            <a:xfrm rot="16200000">
              <a:off x="7037377" y="3183243"/>
              <a:ext cx="1837173" cy="5533011"/>
            </a:xfrm>
            <a:custGeom>
              <a:avLst/>
              <a:gdLst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3454400 w 3454400"/>
                <a:gd name="connsiteY2" fmla="*/ 736600 h 736600"/>
                <a:gd name="connsiteX3" fmla="*/ 0 w 3454400"/>
                <a:gd name="connsiteY3" fmla="*/ 736600 h 736600"/>
                <a:gd name="connsiteX4" fmla="*/ 0 w 3454400"/>
                <a:gd name="connsiteY4" fmla="*/ 0 h 736600"/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0 w 3454400"/>
                <a:gd name="connsiteY2" fmla="*/ 736600 h 736600"/>
                <a:gd name="connsiteX3" fmla="*/ 0 w 3454400"/>
                <a:gd name="connsiteY3" fmla="*/ 0 h 736600"/>
                <a:gd name="connsiteX0" fmla="*/ 0 w 3454400"/>
                <a:gd name="connsiteY0" fmla="*/ 0 h 901700"/>
                <a:gd name="connsiteX1" fmla="*/ 3454400 w 3454400"/>
                <a:gd name="connsiteY1" fmla="*/ 165100 h 901700"/>
                <a:gd name="connsiteX2" fmla="*/ 0 w 3454400"/>
                <a:gd name="connsiteY2" fmla="*/ 901700 h 901700"/>
                <a:gd name="connsiteX3" fmla="*/ 0 w 3454400"/>
                <a:gd name="connsiteY3" fmla="*/ 0 h 901700"/>
                <a:gd name="connsiteX0" fmla="*/ 0 w 3467100"/>
                <a:gd name="connsiteY0" fmla="*/ 266700 h 1168400"/>
                <a:gd name="connsiteX1" fmla="*/ 3467100 w 3467100"/>
                <a:gd name="connsiteY1" fmla="*/ 0 h 1168400"/>
                <a:gd name="connsiteX2" fmla="*/ 0 w 3467100"/>
                <a:gd name="connsiteY2" fmla="*/ 1168400 h 1168400"/>
                <a:gd name="connsiteX3" fmla="*/ 0 w 3467100"/>
                <a:gd name="connsiteY3" fmla="*/ 266700 h 1168400"/>
                <a:gd name="connsiteX0" fmla="*/ 0 w 3570795"/>
                <a:gd name="connsiteY0" fmla="*/ 257273 h 1158973"/>
                <a:gd name="connsiteX1" fmla="*/ 3570795 w 3570795"/>
                <a:gd name="connsiteY1" fmla="*/ 0 h 1158973"/>
                <a:gd name="connsiteX2" fmla="*/ 0 w 3570795"/>
                <a:gd name="connsiteY2" fmla="*/ 1158973 h 1158973"/>
                <a:gd name="connsiteX3" fmla="*/ 0 w 3570795"/>
                <a:gd name="connsiteY3" fmla="*/ 257273 h 1158973"/>
                <a:gd name="connsiteX0" fmla="*/ 0 w 2835504"/>
                <a:gd name="connsiteY0" fmla="*/ 0 h 1750636"/>
                <a:gd name="connsiteX1" fmla="*/ 2835504 w 2835504"/>
                <a:gd name="connsiteY1" fmla="*/ 1750636 h 1750636"/>
                <a:gd name="connsiteX2" fmla="*/ 0 w 2835504"/>
                <a:gd name="connsiteY2" fmla="*/ 901700 h 1750636"/>
                <a:gd name="connsiteX3" fmla="*/ 0 w 2835504"/>
                <a:gd name="connsiteY3" fmla="*/ 0 h 1750636"/>
                <a:gd name="connsiteX0" fmla="*/ 0 w 2835504"/>
                <a:gd name="connsiteY0" fmla="*/ 0 h 1750636"/>
                <a:gd name="connsiteX1" fmla="*/ 2835504 w 2835504"/>
                <a:gd name="connsiteY1" fmla="*/ 1750636 h 1750636"/>
                <a:gd name="connsiteX2" fmla="*/ 0 w 2835504"/>
                <a:gd name="connsiteY2" fmla="*/ 1684125 h 1750636"/>
                <a:gd name="connsiteX3" fmla="*/ 0 w 2835504"/>
                <a:gd name="connsiteY3" fmla="*/ 0 h 1750636"/>
                <a:gd name="connsiteX0" fmla="*/ 0 w 2835504"/>
                <a:gd name="connsiteY0" fmla="*/ 0 h 1873184"/>
                <a:gd name="connsiteX1" fmla="*/ 2835504 w 2835504"/>
                <a:gd name="connsiteY1" fmla="*/ 1873184 h 1873184"/>
                <a:gd name="connsiteX2" fmla="*/ 0 w 2835504"/>
                <a:gd name="connsiteY2" fmla="*/ 1806673 h 1873184"/>
                <a:gd name="connsiteX3" fmla="*/ 0 w 2835504"/>
                <a:gd name="connsiteY3" fmla="*/ 0 h 1873184"/>
                <a:gd name="connsiteX0" fmla="*/ 0 w 2863785"/>
                <a:gd name="connsiteY0" fmla="*/ 0 h 1863758"/>
                <a:gd name="connsiteX1" fmla="*/ 2863785 w 2863785"/>
                <a:gd name="connsiteY1" fmla="*/ 1863758 h 1863758"/>
                <a:gd name="connsiteX2" fmla="*/ 0 w 2863785"/>
                <a:gd name="connsiteY2" fmla="*/ 1806673 h 1863758"/>
                <a:gd name="connsiteX3" fmla="*/ 0 w 2863785"/>
                <a:gd name="connsiteY3" fmla="*/ 0 h 1863758"/>
                <a:gd name="connsiteX0" fmla="*/ 0 w 2863787"/>
                <a:gd name="connsiteY0" fmla="*/ 0 h 1835480"/>
                <a:gd name="connsiteX1" fmla="*/ 2863787 w 2863787"/>
                <a:gd name="connsiteY1" fmla="*/ 1835480 h 1835480"/>
                <a:gd name="connsiteX2" fmla="*/ 0 w 2863787"/>
                <a:gd name="connsiteY2" fmla="*/ 1806673 h 1835480"/>
                <a:gd name="connsiteX3" fmla="*/ 0 w 2863787"/>
                <a:gd name="connsiteY3" fmla="*/ 0 h 1835480"/>
                <a:gd name="connsiteX0" fmla="*/ 18857 w 2882644"/>
                <a:gd name="connsiteY0" fmla="*/ 0 h 2051772"/>
                <a:gd name="connsiteX1" fmla="*/ 2882644 w 2882644"/>
                <a:gd name="connsiteY1" fmla="*/ 1835480 h 2051772"/>
                <a:gd name="connsiteX2" fmla="*/ 0 w 2882644"/>
                <a:gd name="connsiteY2" fmla="*/ 2051772 h 2051772"/>
                <a:gd name="connsiteX3" fmla="*/ 18857 w 2882644"/>
                <a:gd name="connsiteY3" fmla="*/ 0 h 2051772"/>
                <a:gd name="connsiteX0" fmla="*/ 18857 w 2948632"/>
                <a:gd name="connsiteY0" fmla="*/ 210137 h 2261909"/>
                <a:gd name="connsiteX1" fmla="*/ 2948632 w 2948632"/>
                <a:gd name="connsiteY1" fmla="*/ 0 h 2261909"/>
                <a:gd name="connsiteX2" fmla="*/ 0 w 2948632"/>
                <a:gd name="connsiteY2" fmla="*/ 2261909 h 2261909"/>
                <a:gd name="connsiteX3" fmla="*/ 18857 w 2948632"/>
                <a:gd name="connsiteY3" fmla="*/ 210137 h 2261909"/>
                <a:gd name="connsiteX0" fmla="*/ 9427 w 2939202"/>
                <a:gd name="connsiteY0" fmla="*/ 210137 h 3543958"/>
                <a:gd name="connsiteX1" fmla="*/ 2939202 w 2939202"/>
                <a:gd name="connsiteY1" fmla="*/ 0 h 3543958"/>
                <a:gd name="connsiteX2" fmla="*/ 0 w 2939202"/>
                <a:gd name="connsiteY2" fmla="*/ 3543958 h 3543958"/>
                <a:gd name="connsiteX3" fmla="*/ 9427 w 2939202"/>
                <a:gd name="connsiteY3" fmla="*/ 210137 h 3543958"/>
                <a:gd name="connsiteX0" fmla="*/ 9427 w 2929776"/>
                <a:gd name="connsiteY0" fmla="*/ 238417 h 3572238"/>
                <a:gd name="connsiteX1" fmla="*/ 2929776 w 2929776"/>
                <a:gd name="connsiteY1" fmla="*/ 0 h 3572238"/>
                <a:gd name="connsiteX2" fmla="*/ 0 w 2929776"/>
                <a:gd name="connsiteY2" fmla="*/ 3572238 h 3572238"/>
                <a:gd name="connsiteX3" fmla="*/ 9427 w 2929776"/>
                <a:gd name="connsiteY3" fmla="*/ 238417 h 3572238"/>
                <a:gd name="connsiteX0" fmla="*/ 907 w 2930683"/>
                <a:gd name="connsiteY0" fmla="*/ 219563 h 3572238"/>
                <a:gd name="connsiteX1" fmla="*/ 2930683 w 2930683"/>
                <a:gd name="connsiteY1" fmla="*/ 0 h 3572238"/>
                <a:gd name="connsiteX2" fmla="*/ 907 w 2930683"/>
                <a:gd name="connsiteY2" fmla="*/ 3572238 h 3572238"/>
                <a:gd name="connsiteX3" fmla="*/ 907 w 2930683"/>
                <a:gd name="connsiteY3" fmla="*/ 219563 h 3572238"/>
                <a:gd name="connsiteX0" fmla="*/ 907 w 1837173"/>
                <a:gd name="connsiteY0" fmla="*/ 2180336 h 5533011"/>
                <a:gd name="connsiteX1" fmla="*/ 1837173 w 1837173"/>
                <a:gd name="connsiteY1" fmla="*/ 0 h 5533011"/>
                <a:gd name="connsiteX2" fmla="*/ 907 w 1837173"/>
                <a:gd name="connsiteY2" fmla="*/ 5533011 h 5533011"/>
                <a:gd name="connsiteX3" fmla="*/ 907 w 1837173"/>
                <a:gd name="connsiteY3" fmla="*/ 2180336 h 5533011"/>
                <a:gd name="connsiteX0" fmla="*/ 907 w 1837173"/>
                <a:gd name="connsiteY0" fmla="*/ 2218043 h 5533011"/>
                <a:gd name="connsiteX1" fmla="*/ 1837173 w 1837173"/>
                <a:gd name="connsiteY1" fmla="*/ 0 h 5533011"/>
                <a:gd name="connsiteX2" fmla="*/ 907 w 1837173"/>
                <a:gd name="connsiteY2" fmla="*/ 5533011 h 5533011"/>
                <a:gd name="connsiteX3" fmla="*/ 907 w 1837173"/>
                <a:gd name="connsiteY3" fmla="*/ 2218043 h 5533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7173" h="5533011">
                  <a:moveTo>
                    <a:pt x="907" y="2218043"/>
                  </a:moveTo>
                  <a:lnTo>
                    <a:pt x="1837173" y="0"/>
                  </a:lnTo>
                  <a:lnTo>
                    <a:pt x="907" y="5533011"/>
                  </a:lnTo>
                  <a:cubicBezTo>
                    <a:pt x="4049" y="4421737"/>
                    <a:pt x="-2235" y="3329317"/>
                    <a:pt x="907" y="2218043"/>
                  </a:cubicBezTo>
                  <a:close/>
                </a:path>
              </a:pathLst>
            </a:custGeom>
            <a:gradFill>
              <a:gsLst>
                <a:gs pos="4500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7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26B861B8-6461-3BD8-C6E6-DA70B2B2E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368300"/>
            <a:ext cx="11160125" cy="900114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6EF2579-4395-43A2-13FC-857B670C35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8" y="1449388"/>
            <a:ext cx="11160113" cy="4239447"/>
          </a:xfrm>
        </p:spPr>
        <p:txBody>
          <a:bodyPr/>
          <a:lstStyle>
            <a:lvl1pPr>
              <a:defRPr sz="1800">
                <a:solidFill>
                  <a:schemeClr val="accent1">
                    <a:lumMod val="20000"/>
                    <a:lumOff val="8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6408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69FE0A4-E4BF-0B4D-9AAC-30724C2FC84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AEEF"/>
              </a:gs>
              <a:gs pos="100000">
                <a:srgbClr val="1B75BC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5A6D41D4-8055-A24D-80E7-090637EBB6C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1481" t="-1" r="30512" b="20969"/>
          <a:stretch/>
        </p:blipFill>
        <p:spPr>
          <a:xfrm>
            <a:off x="6393461" y="-1718316"/>
            <a:ext cx="5798540" cy="7900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8749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C3839F8-3364-3C4E-810A-2FC99C244E3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9000">
                <a:srgbClr val="F8952F"/>
              </a:gs>
              <a:gs pos="100000">
                <a:srgbClr val="EF4136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	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DDDEA3E2-E5AD-D14C-B1EB-E632CA3CDBB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42" r="35284" b="18720"/>
          <a:stretch/>
        </p:blipFill>
        <p:spPr>
          <a:xfrm>
            <a:off x="5545394" y="-1638142"/>
            <a:ext cx="6646606" cy="8342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1517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1E03BB5-73A0-9740-A5A5-D1CE3064E40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E2B7B"/>
              </a:gs>
              <a:gs pos="100000">
                <a:srgbClr val="9E1F63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4DCF62D6-5D07-004E-99E2-0014E921AD2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6134" t="10221" r="1" b="18731"/>
          <a:stretch/>
        </p:blipFill>
        <p:spPr>
          <a:xfrm rot="10800000">
            <a:off x="5607255" y="0"/>
            <a:ext cx="6584745" cy="7325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7080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2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row: Pentagon 6">
            <a:extLst>
              <a:ext uri="{FF2B5EF4-FFF2-40B4-BE49-F238E27FC236}">
                <a16:creationId xmlns:a16="http://schemas.microsoft.com/office/drawing/2014/main" id="{981B40DD-4CB3-499A-674B-EC5B3D14F8C2}"/>
              </a:ext>
            </a:extLst>
          </p:cNvPr>
          <p:cNvSpPr/>
          <p:nvPr userDrawn="1"/>
        </p:nvSpPr>
        <p:spPr>
          <a:xfrm>
            <a:off x="-2" y="-1"/>
            <a:ext cx="5112776" cy="6858000"/>
          </a:xfrm>
          <a:prstGeom prst="homePlate">
            <a:avLst>
              <a:gd name="adj" fmla="val 32151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Arrow: Pentagon 7">
            <a:extLst>
              <a:ext uri="{FF2B5EF4-FFF2-40B4-BE49-F238E27FC236}">
                <a16:creationId xmlns:a16="http://schemas.microsoft.com/office/drawing/2014/main" id="{B77F37F6-697C-4F0B-9B07-E50867F217DA}"/>
              </a:ext>
            </a:extLst>
          </p:cNvPr>
          <p:cNvSpPr/>
          <p:nvPr userDrawn="1"/>
        </p:nvSpPr>
        <p:spPr>
          <a:xfrm>
            <a:off x="0" y="0"/>
            <a:ext cx="5014452" cy="6858000"/>
          </a:xfrm>
          <a:prstGeom prst="homePlate">
            <a:avLst>
              <a:gd name="adj" fmla="val 32151"/>
            </a:avLst>
          </a:prstGeom>
          <a:gradFill>
            <a:gsLst>
              <a:gs pos="40000">
                <a:schemeClr val="accent1"/>
              </a:gs>
              <a:gs pos="100000">
                <a:srgbClr val="E85A3C"/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8412388-ED79-C9E4-19F6-A88EF37F8AA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190" b="33857"/>
          <a:stretch/>
        </p:blipFill>
        <p:spPr>
          <a:xfrm rot="10800000" flipH="1">
            <a:off x="0" y="0"/>
            <a:ext cx="6959831" cy="562698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983BA3F-B8C5-8046-A4E4-565E3761D642}"/>
              </a:ext>
            </a:extLst>
          </p:cNvPr>
          <p:cNvSpPr/>
          <p:nvPr userDrawn="1"/>
        </p:nvSpPr>
        <p:spPr>
          <a:xfrm>
            <a:off x="8412480" y="6126480"/>
            <a:ext cx="3127248" cy="5120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291179-6902-E446-8B91-02FCFB894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9665" y="368300"/>
            <a:ext cx="5956398" cy="900114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103F3-BB36-094B-8F56-34F5177C7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9653" y="1449388"/>
            <a:ext cx="5956398" cy="5040311"/>
          </a:xfrm>
        </p:spPr>
        <p:txBody>
          <a:bodyPr/>
          <a:lstStyle>
            <a:lvl1pPr>
              <a:defRPr sz="18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>
              <a:defRPr sz="1600"/>
            </a:lvl2pPr>
            <a:lvl3pPr>
              <a:defRPr sz="1400"/>
            </a:lvl3pPr>
            <a:lvl4pPr>
              <a:defRPr sz="11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1635924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3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row: Pentagon 6">
            <a:extLst>
              <a:ext uri="{FF2B5EF4-FFF2-40B4-BE49-F238E27FC236}">
                <a16:creationId xmlns:a16="http://schemas.microsoft.com/office/drawing/2014/main" id="{981B40DD-4CB3-499A-674B-EC5B3D14F8C2}"/>
              </a:ext>
            </a:extLst>
          </p:cNvPr>
          <p:cNvSpPr/>
          <p:nvPr userDrawn="1"/>
        </p:nvSpPr>
        <p:spPr>
          <a:xfrm>
            <a:off x="-2" y="-1"/>
            <a:ext cx="5112776" cy="6858000"/>
          </a:xfrm>
          <a:prstGeom prst="homePlate">
            <a:avLst>
              <a:gd name="adj" fmla="val 32151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Arrow: Pentagon 7">
            <a:extLst>
              <a:ext uri="{FF2B5EF4-FFF2-40B4-BE49-F238E27FC236}">
                <a16:creationId xmlns:a16="http://schemas.microsoft.com/office/drawing/2014/main" id="{B77F37F6-697C-4F0B-9B07-E50867F217DA}"/>
              </a:ext>
            </a:extLst>
          </p:cNvPr>
          <p:cNvSpPr/>
          <p:nvPr userDrawn="1"/>
        </p:nvSpPr>
        <p:spPr>
          <a:xfrm>
            <a:off x="0" y="0"/>
            <a:ext cx="5014452" cy="6858000"/>
          </a:xfrm>
          <a:prstGeom prst="homePlate">
            <a:avLst>
              <a:gd name="adj" fmla="val 32151"/>
            </a:avLst>
          </a:prstGeom>
          <a:gradFill>
            <a:gsLst>
              <a:gs pos="40000">
                <a:schemeClr val="accent3"/>
              </a:gs>
              <a:gs pos="100000">
                <a:srgbClr val="1B75BC"/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8412388-ED79-C9E4-19F6-A88EF37F8AA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190" b="33857"/>
          <a:stretch/>
        </p:blipFill>
        <p:spPr>
          <a:xfrm rot="10800000" flipH="1">
            <a:off x="0" y="0"/>
            <a:ext cx="6959831" cy="562698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983BA3F-B8C5-8046-A4E4-565E3761D642}"/>
              </a:ext>
            </a:extLst>
          </p:cNvPr>
          <p:cNvSpPr/>
          <p:nvPr userDrawn="1"/>
        </p:nvSpPr>
        <p:spPr>
          <a:xfrm>
            <a:off x="8412480" y="6126480"/>
            <a:ext cx="3127248" cy="5120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291179-6902-E446-8B91-02FCFB894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9665" y="368300"/>
            <a:ext cx="5956398" cy="900114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103F3-BB36-094B-8F56-34F5177C7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9653" y="1449388"/>
            <a:ext cx="5956398" cy="5040311"/>
          </a:xfrm>
        </p:spPr>
        <p:txBody>
          <a:bodyPr/>
          <a:lstStyle>
            <a:lvl1pPr>
              <a:defRPr sz="18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>
              <a:defRPr sz="1600"/>
            </a:lvl2pPr>
            <a:lvl3pPr>
              <a:defRPr sz="1400"/>
            </a:lvl3pPr>
            <a:lvl4pPr>
              <a:defRPr sz="11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97945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3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row: Pentagon 6">
            <a:extLst>
              <a:ext uri="{FF2B5EF4-FFF2-40B4-BE49-F238E27FC236}">
                <a16:creationId xmlns:a16="http://schemas.microsoft.com/office/drawing/2014/main" id="{981B40DD-4CB3-499A-674B-EC5B3D14F8C2}"/>
              </a:ext>
            </a:extLst>
          </p:cNvPr>
          <p:cNvSpPr/>
          <p:nvPr userDrawn="1"/>
        </p:nvSpPr>
        <p:spPr>
          <a:xfrm>
            <a:off x="-2" y="-1"/>
            <a:ext cx="5112776" cy="6858000"/>
          </a:xfrm>
          <a:prstGeom prst="homePlate">
            <a:avLst>
              <a:gd name="adj" fmla="val 32151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Arrow: Pentagon 7">
            <a:extLst>
              <a:ext uri="{FF2B5EF4-FFF2-40B4-BE49-F238E27FC236}">
                <a16:creationId xmlns:a16="http://schemas.microsoft.com/office/drawing/2014/main" id="{B77F37F6-697C-4F0B-9B07-E50867F217DA}"/>
              </a:ext>
            </a:extLst>
          </p:cNvPr>
          <p:cNvSpPr/>
          <p:nvPr userDrawn="1"/>
        </p:nvSpPr>
        <p:spPr>
          <a:xfrm>
            <a:off x="0" y="0"/>
            <a:ext cx="5014452" cy="6858000"/>
          </a:xfrm>
          <a:prstGeom prst="homePlate">
            <a:avLst>
              <a:gd name="adj" fmla="val 32151"/>
            </a:avLst>
          </a:prstGeom>
          <a:gradFill>
            <a:gsLst>
              <a:gs pos="4000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8412388-ED79-C9E4-19F6-A88EF37F8AA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190" b="33857"/>
          <a:stretch/>
        </p:blipFill>
        <p:spPr>
          <a:xfrm rot="10800000" flipH="1">
            <a:off x="0" y="0"/>
            <a:ext cx="6959831" cy="562698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983BA3F-B8C5-8046-A4E4-565E3761D642}"/>
              </a:ext>
            </a:extLst>
          </p:cNvPr>
          <p:cNvSpPr/>
          <p:nvPr userDrawn="1"/>
        </p:nvSpPr>
        <p:spPr>
          <a:xfrm>
            <a:off x="8412480" y="6126480"/>
            <a:ext cx="3127248" cy="5120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291179-6902-E446-8B91-02FCFB894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9665" y="368300"/>
            <a:ext cx="5956398" cy="900114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103F3-BB36-094B-8F56-34F5177C7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9653" y="1449388"/>
            <a:ext cx="5956398" cy="5040311"/>
          </a:xfrm>
        </p:spPr>
        <p:txBody>
          <a:bodyPr/>
          <a:lstStyle>
            <a:lvl1pPr>
              <a:defRPr sz="18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>
              <a:defRPr sz="1600"/>
            </a:lvl2pPr>
            <a:lvl3pPr>
              <a:defRPr sz="1400"/>
            </a:lvl3pPr>
            <a:lvl4pPr>
              <a:defRPr sz="11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700901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2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93187DA-91A8-9543-9044-A3EDC175753C}"/>
              </a:ext>
            </a:extLst>
          </p:cNvPr>
          <p:cNvSpPr/>
          <p:nvPr userDrawn="1"/>
        </p:nvSpPr>
        <p:spPr>
          <a:xfrm>
            <a:off x="8241475" y="6000547"/>
            <a:ext cx="2648198" cy="5190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291179-6902-E446-8B91-02FCFB894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103F3-BB36-094B-8F56-34F5177C7F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29">
            <a:extLst>
              <a:ext uri="{FF2B5EF4-FFF2-40B4-BE49-F238E27FC236}">
                <a16:creationId xmlns:a16="http://schemas.microsoft.com/office/drawing/2014/main" id="{A31108C3-F34C-8C45-A897-FE6DA9684A4F}"/>
              </a:ext>
            </a:extLst>
          </p:cNvPr>
          <p:cNvSpPr/>
          <p:nvPr userDrawn="1"/>
        </p:nvSpPr>
        <p:spPr>
          <a:xfrm rot="16200000">
            <a:off x="7645400" y="2320583"/>
            <a:ext cx="6857999" cy="2235200"/>
          </a:xfrm>
          <a:custGeom>
            <a:avLst/>
            <a:gdLst>
              <a:gd name="connsiteX0" fmla="*/ 0 w 4411579"/>
              <a:gd name="connsiteY0" fmla="*/ 0 h 9601200"/>
              <a:gd name="connsiteX1" fmla="*/ 4411579 w 4411579"/>
              <a:gd name="connsiteY1" fmla="*/ 0 h 9601200"/>
              <a:gd name="connsiteX2" fmla="*/ 4411579 w 4411579"/>
              <a:gd name="connsiteY2" fmla="*/ 9601200 h 9601200"/>
              <a:gd name="connsiteX3" fmla="*/ 0 w 4411579"/>
              <a:gd name="connsiteY3" fmla="*/ 9601200 h 9601200"/>
              <a:gd name="connsiteX4" fmla="*/ 0 w 4411579"/>
              <a:gd name="connsiteY4" fmla="*/ 0 h 9601200"/>
              <a:gd name="connsiteX0" fmla="*/ 0 w 4411579"/>
              <a:gd name="connsiteY0" fmla="*/ 0 h 9601200"/>
              <a:gd name="connsiteX1" fmla="*/ 1909010 w 4411579"/>
              <a:gd name="connsiteY1" fmla="*/ 4475747 h 9601200"/>
              <a:gd name="connsiteX2" fmla="*/ 4411579 w 4411579"/>
              <a:gd name="connsiteY2" fmla="*/ 9601200 h 9601200"/>
              <a:gd name="connsiteX3" fmla="*/ 0 w 4411579"/>
              <a:gd name="connsiteY3" fmla="*/ 9601200 h 9601200"/>
              <a:gd name="connsiteX4" fmla="*/ 0 w 4411579"/>
              <a:gd name="connsiteY4" fmla="*/ 0 h 960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11579" h="9601200">
                <a:moveTo>
                  <a:pt x="0" y="0"/>
                </a:moveTo>
                <a:lnTo>
                  <a:pt x="1909010" y="4475747"/>
                </a:lnTo>
                <a:lnTo>
                  <a:pt x="4411579" y="9601200"/>
                </a:lnTo>
                <a:lnTo>
                  <a:pt x="0" y="96012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>
              <a:solidFill>
                <a:prstClr val="white"/>
              </a:solidFill>
              <a:latin typeface="Roboto"/>
            </a:endParaRPr>
          </a:p>
        </p:txBody>
      </p:sp>
      <p:sp>
        <p:nvSpPr>
          <p:cNvPr id="8" name="Rectangle 29">
            <a:extLst>
              <a:ext uri="{FF2B5EF4-FFF2-40B4-BE49-F238E27FC236}">
                <a16:creationId xmlns:a16="http://schemas.microsoft.com/office/drawing/2014/main" id="{5ABDBB91-4825-3149-B88C-7BEECA042FB7}"/>
              </a:ext>
            </a:extLst>
          </p:cNvPr>
          <p:cNvSpPr/>
          <p:nvPr userDrawn="1"/>
        </p:nvSpPr>
        <p:spPr>
          <a:xfrm rot="16200000">
            <a:off x="7731228" y="2397225"/>
            <a:ext cx="6858001" cy="2063551"/>
          </a:xfrm>
          <a:custGeom>
            <a:avLst/>
            <a:gdLst>
              <a:gd name="connsiteX0" fmla="*/ 0 w 4411579"/>
              <a:gd name="connsiteY0" fmla="*/ 0 h 9601200"/>
              <a:gd name="connsiteX1" fmla="*/ 4411579 w 4411579"/>
              <a:gd name="connsiteY1" fmla="*/ 0 h 9601200"/>
              <a:gd name="connsiteX2" fmla="*/ 4411579 w 4411579"/>
              <a:gd name="connsiteY2" fmla="*/ 9601200 h 9601200"/>
              <a:gd name="connsiteX3" fmla="*/ 0 w 4411579"/>
              <a:gd name="connsiteY3" fmla="*/ 9601200 h 9601200"/>
              <a:gd name="connsiteX4" fmla="*/ 0 w 4411579"/>
              <a:gd name="connsiteY4" fmla="*/ 0 h 9601200"/>
              <a:gd name="connsiteX0" fmla="*/ 0 w 4411579"/>
              <a:gd name="connsiteY0" fmla="*/ 0 h 9601200"/>
              <a:gd name="connsiteX1" fmla="*/ 1909010 w 4411579"/>
              <a:gd name="connsiteY1" fmla="*/ 4475747 h 9601200"/>
              <a:gd name="connsiteX2" fmla="*/ 4411579 w 4411579"/>
              <a:gd name="connsiteY2" fmla="*/ 9601200 h 9601200"/>
              <a:gd name="connsiteX3" fmla="*/ 0 w 4411579"/>
              <a:gd name="connsiteY3" fmla="*/ 9601200 h 9601200"/>
              <a:gd name="connsiteX4" fmla="*/ 0 w 4411579"/>
              <a:gd name="connsiteY4" fmla="*/ 0 h 960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11579" h="9601200">
                <a:moveTo>
                  <a:pt x="0" y="0"/>
                </a:moveTo>
                <a:lnTo>
                  <a:pt x="1909010" y="4475747"/>
                </a:lnTo>
                <a:lnTo>
                  <a:pt x="4411579" y="9601200"/>
                </a:lnTo>
                <a:lnTo>
                  <a:pt x="0" y="96012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EEF"/>
              </a:gs>
              <a:gs pos="100000">
                <a:srgbClr val="1B75BC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>
              <a:solidFill>
                <a:prstClr val="white"/>
              </a:solidFill>
              <a:latin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423201024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93187DA-91A8-9543-9044-A3EDC175753C}"/>
              </a:ext>
            </a:extLst>
          </p:cNvPr>
          <p:cNvSpPr/>
          <p:nvPr userDrawn="1"/>
        </p:nvSpPr>
        <p:spPr>
          <a:xfrm>
            <a:off x="8241475" y="6000547"/>
            <a:ext cx="2648198" cy="5190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29">
            <a:extLst>
              <a:ext uri="{FF2B5EF4-FFF2-40B4-BE49-F238E27FC236}">
                <a16:creationId xmlns:a16="http://schemas.microsoft.com/office/drawing/2014/main" id="{01C706FE-8F3E-CE27-4809-462B78AE473B}"/>
              </a:ext>
            </a:extLst>
          </p:cNvPr>
          <p:cNvSpPr/>
          <p:nvPr userDrawn="1"/>
        </p:nvSpPr>
        <p:spPr>
          <a:xfrm rot="16200000">
            <a:off x="7645400" y="2320583"/>
            <a:ext cx="6857999" cy="2235200"/>
          </a:xfrm>
          <a:custGeom>
            <a:avLst/>
            <a:gdLst>
              <a:gd name="connsiteX0" fmla="*/ 0 w 4411579"/>
              <a:gd name="connsiteY0" fmla="*/ 0 h 9601200"/>
              <a:gd name="connsiteX1" fmla="*/ 4411579 w 4411579"/>
              <a:gd name="connsiteY1" fmla="*/ 0 h 9601200"/>
              <a:gd name="connsiteX2" fmla="*/ 4411579 w 4411579"/>
              <a:gd name="connsiteY2" fmla="*/ 9601200 h 9601200"/>
              <a:gd name="connsiteX3" fmla="*/ 0 w 4411579"/>
              <a:gd name="connsiteY3" fmla="*/ 9601200 h 9601200"/>
              <a:gd name="connsiteX4" fmla="*/ 0 w 4411579"/>
              <a:gd name="connsiteY4" fmla="*/ 0 h 9601200"/>
              <a:gd name="connsiteX0" fmla="*/ 0 w 4411579"/>
              <a:gd name="connsiteY0" fmla="*/ 0 h 9601200"/>
              <a:gd name="connsiteX1" fmla="*/ 1909010 w 4411579"/>
              <a:gd name="connsiteY1" fmla="*/ 4475747 h 9601200"/>
              <a:gd name="connsiteX2" fmla="*/ 4411579 w 4411579"/>
              <a:gd name="connsiteY2" fmla="*/ 9601200 h 9601200"/>
              <a:gd name="connsiteX3" fmla="*/ 0 w 4411579"/>
              <a:gd name="connsiteY3" fmla="*/ 9601200 h 9601200"/>
              <a:gd name="connsiteX4" fmla="*/ 0 w 4411579"/>
              <a:gd name="connsiteY4" fmla="*/ 0 h 960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11579" h="9601200">
                <a:moveTo>
                  <a:pt x="0" y="0"/>
                </a:moveTo>
                <a:lnTo>
                  <a:pt x="1909010" y="4475747"/>
                </a:lnTo>
                <a:lnTo>
                  <a:pt x="4411579" y="9601200"/>
                </a:lnTo>
                <a:lnTo>
                  <a:pt x="0" y="96012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>
              <a:solidFill>
                <a:prstClr val="white"/>
              </a:solidFill>
              <a:latin typeface="Roboto"/>
            </a:endParaRPr>
          </a:p>
        </p:txBody>
      </p:sp>
      <p:sp>
        <p:nvSpPr>
          <p:cNvPr id="8" name="Rectangle 29">
            <a:extLst>
              <a:ext uri="{FF2B5EF4-FFF2-40B4-BE49-F238E27FC236}">
                <a16:creationId xmlns:a16="http://schemas.microsoft.com/office/drawing/2014/main" id="{5ABDBB91-4825-3149-B88C-7BEECA042FB7}"/>
              </a:ext>
            </a:extLst>
          </p:cNvPr>
          <p:cNvSpPr/>
          <p:nvPr userDrawn="1"/>
        </p:nvSpPr>
        <p:spPr>
          <a:xfrm rot="16200000">
            <a:off x="7731228" y="2397225"/>
            <a:ext cx="6858001" cy="2063551"/>
          </a:xfrm>
          <a:custGeom>
            <a:avLst/>
            <a:gdLst>
              <a:gd name="connsiteX0" fmla="*/ 0 w 4411579"/>
              <a:gd name="connsiteY0" fmla="*/ 0 h 9601200"/>
              <a:gd name="connsiteX1" fmla="*/ 4411579 w 4411579"/>
              <a:gd name="connsiteY1" fmla="*/ 0 h 9601200"/>
              <a:gd name="connsiteX2" fmla="*/ 4411579 w 4411579"/>
              <a:gd name="connsiteY2" fmla="*/ 9601200 h 9601200"/>
              <a:gd name="connsiteX3" fmla="*/ 0 w 4411579"/>
              <a:gd name="connsiteY3" fmla="*/ 9601200 h 9601200"/>
              <a:gd name="connsiteX4" fmla="*/ 0 w 4411579"/>
              <a:gd name="connsiteY4" fmla="*/ 0 h 9601200"/>
              <a:gd name="connsiteX0" fmla="*/ 0 w 4411579"/>
              <a:gd name="connsiteY0" fmla="*/ 0 h 9601200"/>
              <a:gd name="connsiteX1" fmla="*/ 1909010 w 4411579"/>
              <a:gd name="connsiteY1" fmla="*/ 4475747 h 9601200"/>
              <a:gd name="connsiteX2" fmla="*/ 4411579 w 4411579"/>
              <a:gd name="connsiteY2" fmla="*/ 9601200 h 9601200"/>
              <a:gd name="connsiteX3" fmla="*/ 0 w 4411579"/>
              <a:gd name="connsiteY3" fmla="*/ 9601200 h 9601200"/>
              <a:gd name="connsiteX4" fmla="*/ 0 w 4411579"/>
              <a:gd name="connsiteY4" fmla="*/ 0 h 960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11579" h="9601200">
                <a:moveTo>
                  <a:pt x="0" y="0"/>
                </a:moveTo>
                <a:lnTo>
                  <a:pt x="1909010" y="4475747"/>
                </a:lnTo>
                <a:lnTo>
                  <a:pt x="4411579" y="9601200"/>
                </a:lnTo>
                <a:lnTo>
                  <a:pt x="0" y="96012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>
              <a:solidFill>
                <a:prstClr val="white"/>
              </a:solidFill>
              <a:latin typeface="Roboto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D41C234-8CDF-C44A-2B85-C29AF0F0E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019" y="368300"/>
            <a:ext cx="11151044" cy="900114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F4F5225-44BA-2429-E778-C8E938E7E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8" y="1449389"/>
            <a:ext cx="11151033" cy="4500562"/>
          </a:xfrm>
        </p:spPr>
        <p:txBody>
          <a:bodyPr/>
          <a:lstStyle>
            <a:lvl1pPr>
              <a:defRPr sz="18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829685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93187DA-91A8-9543-9044-A3EDC175753C}"/>
              </a:ext>
            </a:extLst>
          </p:cNvPr>
          <p:cNvSpPr/>
          <p:nvPr userDrawn="1"/>
        </p:nvSpPr>
        <p:spPr>
          <a:xfrm>
            <a:off x="8241475" y="6000547"/>
            <a:ext cx="2648198" cy="5190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29">
            <a:extLst>
              <a:ext uri="{FF2B5EF4-FFF2-40B4-BE49-F238E27FC236}">
                <a16:creationId xmlns:a16="http://schemas.microsoft.com/office/drawing/2014/main" id="{01C706FE-8F3E-CE27-4809-462B78AE473B}"/>
              </a:ext>
            </a:extLst>
          </p:cNvPr>
          <p:cNvSpPr/>
          <p:nvPr userDrawn="1"/>
        </p:nvSpPr>
        <p:spPr>
          <a:xfrm rot="16200000">
            <a:off x="7645400" y="2320583"/>
            <a:ext cx="6857999" cy="2235200"/>
          </a:xfrm>
          <a:custGeom>
            <a:avLst/>
            <a:gdLst>
              <a:gd name="connsiteX0" fmla="*/ 0 w 4411579"/>
              <a:gd name="connsiteY0" fmla="*/ 0 h 9601200"/>
              <a:gd name="connsiteX1" fmla="*/ 4411579 w 4411579"/>
              <a:gd name="connsiteY1" fmla="*/ 0 h 9601200"/>
              <a:gd name="connsiteX2" fmla="*/ 4411579 w 4411579"/>
              <a:gd name="connsiteY2" fmla="*/ 9601200 h 9601200"/>
              <a:gd name="connsiteX3" fmla="*/ 0 w 4411579"/>
              <a:gd name="connsiteY3" fmla="*/ 9601200 h 9601200"/>
              <a:gd name="connsiteX4" fmla="*/ 0 w 4411579"/>
              <a:gd name="connsiteY4" fmla="*/ 0 h 9601200"/>
              <a:gd name="connsiteX0" fmla="*/ 0 w 4411579"/>
              <a:gd name="connsiteY0" fmla="*/ 0 h 9601200"/>
              <a:gd name="connsiteX1" fmla="*/ 1909010 w 4411579"/>
              <a:gd name="connsiteY1" fmla="*/ 4475747 h 9601200"/>
              <a:gd name="connsiteX2" fmla="*/ 4411579 w 4411579"/>
              <a:gd name="connsiteY2" fmla="*/ 9601200 h 9601200"/>
              <a:gd name="connsiteX3" fmla="*/ 0 w 4411579"/>
              <a:gd name="connsiteY3" fmla="*/ 9601200 h 9601200"/>
              <a:gd name="connsiteX4" fmla="*/ 0 w 4411579"/>
              <a:gd name="connsiteY4" fmla="*/ 0 h 960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11579" h="9601200">
                <a:moveTo>
                  <a:pt x="0" y="0"/>
                </a:moveTo>
                <a:lnTo>
                  <a:pt x="1909010" y="4475747"/>
                </a:lnTo>
                <a:lnTo>
                  <a:pt x="4411579" y="9601200"/>
                </a:lnTo>
                <a:lnTo>
                  <a:pt x="0" y="96012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>
              <a:solidFill>
                <a:prstClr val="white"/>
              </a:solidFill>
              <a:latin typeface="Roboto"/>
            </a:endParaRPr>
          </a:p>
        </p:txBody>
      </p:sp>
      <p:sp>
        <p:nvSpPr>
          <p:cNvPr id="8" name="Rectangle 29">
            <a:extLst>
              <a:ext uri="{FF2B5EF4-FFF2-40B4-BE49-F238E27FC236}">
                <a16:creationId xmlns:a16="http://schemas.microsoft.com/office/drawing/2014/main" id="{5ABDBB91-4825-3149-B88C-7BEECA042FB7}"/>
              </a:ext>
            </a:extLst>
          </p:cNvPr>
          <p:cNvSpPr/>
          <p:nvPr userDrawn="1"/>
        </p:nvSpPr>
        <p:spPr>
          <a:xfrm rot="16200000">
            <a:off x="7731228" y="2397225"/>
            <a:ext cx="6858001" cy="2063551"/>
          </a:xfrm>
          <a:custGeom>
            <a:avLst/>
            <a:gdLst>
              <a:gd name="connsiteX0" fmla="*/ 0 w 4411579"/>
              <a:gd name="connsiteY0" fmla="*/ 0 h 9601200"/>
              <a:gd name="connsiteX1" fmla="*/ 4411579 w 4411579"/>
              <a:gd name="connsiteY1" fmla="*/ 0 h 9601200"/>
              <a:gd name="connsiteX2" fmla="*/ 4411579 w 4411579"/>
              <a:gd name="connsiteY2" fmla="*/ 9601200 h 9601200"/>
              <a:gd name="connsiteX3" fmla="*/ 0 w 4411579"/>
              <a:gd name="connsiteY3" fmla="*/ 9601200 h 9601200"/>
              <a:gd name="connsiteX4" fmla="*/ 0 w 4411579"/>
              <a:gd name="connsiteY4" fmla="*/ 0 h 9601200"/>
              <a:gd name="connsiteX0" fmla="*/ 0 w 4411579"/>
              <a:gd name="connsiteY0" fmla="*/ 0 h 9601200"/>
              <a:gd name="connsiteX1" fmla="*/ 1909010 w 4411579"/>
              <a:gd name="connsiteY1" fmla="*/ 4475747 h 9601200"/>
              <a:gd name="connsiteX2" fmla="*/ 4411579 w 4411579"/>
              <a:gd name="connsiteY2" fmla="*/ 9601200 h 9601200"/>
              <a:gd name="connsiteX3" fmla="*/ 0 w 4411579"/>
              <a:gd name="connsiteY3" fmla="*/ 9601200 h 9601200"/>
              <a:gd name="connsiteX4" fmla="*/ 0 w 4411579"/>
              <a:gd name="connsiteY4" fmla="*/ 0 h 960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11579" h="9601200">
                <a:moveTo>
                  <a:pt x="0" y="0"/>
                </a:moveTo>
                <a:lnTo>
                  <a:pt x="1909010" y="4475747"/>
                </a:lnTo>
                <a:lnTo>
                  <a:pt x="4411579" y="9601200"/>
                </a:lnTo>
                <a:lnTo>
                  <a:pt x="0" y="96012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EF4136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>
              <a:solidFill>
                <a:prstClr val="white"/>
              </a:solidFill>
              <a:latin typeface="Roboto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85E208D-C5D8-6524-F56F-4BD117424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019" y="368300"/>
            <a:ext cx="11151044" cy="900114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D480F6A-BCEC-25F3-0016-FD136C852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8" y="1449389"/>
            <a:ext cx="11151033" cy="4500562"/>
          </a:xfrm>
        </p:spPr>
        <p:txBody>
          <a:bodyPr/>
          <a:lstStyle>
            <a:lvl1pPr>
              <a:defRPr sz="18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7764937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93187DA-91A8-9543-9044-A3EDC175753C}"/>
              </a:ext>
            </a:extLst>
          </p:cNvPr>
          <p:cNvSpPr/>
          <p:nvPr userDrawn="1"/>
        </p:nvSpPr>
        <p:spPr>
          <a:xfrm>
            <a:off x="8241475" y="6000547"/>
            <a:ext cx="2648198" cy="5190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3483602A-2DCA-F446-B0E9-1DEB2FE3B53A}"/>
              </a:ext>
            </a:extLst>
          </p:cNvPr>
          <p:cNvSpPr/>
          <p:nvPr userDrawn="1"/>
        </p:nvSpPr>
        <p:spPr>
          <a:xfrm rot="16200000">
            <a:off x="7310433" y="1985612"/>
            <a:ext cx="6857999" cy="2905143"/>
          </a:xfrm>
          <a:custGeom>
            <a:avLst/>
            <a:gdLst>
              <a:gd name="connsiteX0" fmla="*/ 0 w 4411579"/>
              <a:gd name="connsiteY0" fmla="*/ 0 h 9601200"/>
              <a:gd name="connsiteX1" fmla="*/ 4411579 w 4411579"/>
              <a:gd name="connsiteY1" fmla="*/ 0 h 9601200"/>
              <a:gd name="connsiteX2" fmla="*/ 4411579 w 4411579"/>
              <a:gd name="connsiteY2" fmla="*/ 9601200 h 9601200"/>
              <a:gd name="connsiteX3" fmla="*/ 0 w 4411579"/>
              <a:gd name="connsiteY3" fmla="*/ 9601200 h 9601200"/>
              <a:gd name="connsiteX4" fmla="*/ 0 w 4411579"/>
              <a:gd name="connsiteY4" fmla="*/ 0 h 9601200"/>
              <a:gd name="connsiteX0" fmla="*/ 0 w 4411579"/>
              <a:gd name="connsiteY0" fmla="*/ 0 h 9601200"/>
              <a:gd name="connsiteX1" fmla="*/ 1909010 w 4411579"/>
              <a:gd name="connsiteY1" fmla="*/ 4475747 h 9601200"/>
              <a:gd name="connsiteX2" fmla="*/ 4411579 w 4411579"/>
              <a:gd name="connsiteY2" fmla="*/ 9601200 h 9601200"/>
              <a:gd name="connsiteX3" fmla="*/ 0 w 4411579"/>
              <a:gd name="connsiteY3" fmla="*/ 9601200 h 9601200"/>
              <a:gd name="connsiteX4" fmla="*/ 0 w 4411579"/>
              <a:gd name="connsiteY4" fmla="*/ 0 h 960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11579" h="9601200">
                <a:moveTo>
                  <a:pt x="0" y="0"/>
                </a:moveTo>
                <a:lnTo>
                  <a:pt x="1909010" y="4475747"/>
                </a:lnTo>
                <a:lnTo>
                  <a:pt x="4411579" y="9601200"/>
                </a:lnTo>
                <a:lnTo>
                  <a:pt x="0" y="96012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>
              <a:solidFill>
                <a:prstClr val="white"/>
              </a:solidFill>
              <a:latin typeface="Roboto"/>
            </a:endParaRPr>
          </a:p>
        </p:txBody>
      </p:sp>
      <p:sp>
        <p:nvSpPr>
          <p:cNvPr id="6" name="Rectangle 29">
            <a:extLst>
              <a:ext uri="{FF2B5EF4-FFF2-40B4-BE49-F238E27FC236}">
                <a16:creationId xmlns:a16="http://schemas.microsoft.com/office/drawing/2014/main" id="{A31108C3-F34C-8C45-A897-FE6DA9684A4F}"/>
              </a:ext>
            </a:extLst>
          </p:cNvPr>
          <p:cNvSpPr/>
          <p:nvPr userDrawn="1"/>
        </p:nvSpPr>
        <p:spPr>
          <a:xfrm rot="16200000">
            <a:off x="7520913" y="2191499"/>
            <a:ext cx="6857999" cy="2484185"/>
          </a:xfrm>
          <a:custGeom>
            <a:avLst/>
            <a:gdLst>
              <a:gd name="connsiteX0" fmla="*/ 0 w 4411579"/>
              <a:gd name="connsiteY0" fmla="*/ 0 h 9601200"/>
              <a:gd name="connsiteX1" fmla="*/ 4411579 w 4411579"/>
              <a:gd name="connsiteY1" fmla="*/ 0 h 9601200"/>
              <a:gd name="connsiteX2" fmla="*/ 4411579 w 4411579"/>
              <a:gd name="connsiteY2" fmla="*/ 9601200 h 9601200"/>
              <a:gd name="connsiteX3" fmla="*/ 0 w 4411579"/>
              <a:gd name="connsiteY3" fmla="*/ 9601200 h 9601200"/>
              <a:gd name="connsiteX4" fmla="*/ 0 w 4411579"/>
              <a:gd name="connsiteY4" fmla="*/ 0 h 9601200"/>
              <a:gd name="connsiteX0" fmla="*/ 0 w 4411579"/>
              <a:gd name="connsiteY0" fmla="*/ 0 h 9601200"/>
              <a:gd name="connsiteX1" fmla="*/ 1909010 w 4411579"/>
              <a:gd name="connsiteY1" fmla="*/ 4475747 h 9601200"/>
              <a:gd name="connsiteX2" fmla="*/ 4411579 w 4411579"/>
              <a:gd name="connsiteY2" fmla="*/ 9601200 h 9601200"/>
              <a:gd name="connsiteX3" fmla="*/ 0 w 4411579"/>
              <a:gd name="connsiteY3" fmla="*/ 9601200 h 9601200"/>
              <a:gd name="connsiteX4" fmla="*/ 0 w 4411579"/>
              <a:gd name="connsiteY4" fmla="*/ 0 h 960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11579" h="9601200">
                <a:moveTo>
                  <a:pt x="0" y="0"/>
                </a:moveTo>
                <a:lnTo>
                  <a:pt x="1909010" y="4475747"/>
                </a:lnTo>
                <a:lnTo>
                  <a:pt x="4411579" y="9601200"/>
                </a:lnTo>
                <a:lnTo>
                  <a:pt x="0" y="96012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>
              <a:solidFill>
                <a:prstClr val="white"/>
              </a:solidFill>
              <a:latin typeface="Roboto"/>
            </a:endParaRPr>
          </a:p>
        </p:txBody>
      </p:sp>
      <p:sp>
        <p:nvSpPr>
          <p:cNvPr id="8" name="Rectangle 29">
            <a:extLst>
              <a:ext uri="{FF2B5EF4-FFF2-40B4-BE49-F238E27FC236}">
                <a16:creationId xmlns:a16="http://schemas.microsoft.com/office/drawing/2014/main" id="{5ABDBB91-4825-3149-B88C-7BEECA042FB7}"/>
              </a:ext>
            </a:extLst>
          </p:cNvPr>
          <p:cNvSpPr/>
          <p:nvPr userDrawn="1"/>
        </p:nvSpPr>
        <p:spPr>
          <a:xfrm rot="16200000">
            <a:off x="7731228" y="2397225"/>
            <a:ext cx="6858001" cy="2063551"/>
          </a:xfrm>
          <a:custGeom>
            <a:avLst/>
            <a:gdLst>
              <a:gd name="connsiteX0" fmla="*/ 0 w 4411579"/>
              <a:gd name="connsiteY0" fmla="*/ 0 h 9601200"/>
              <a:gd name="connsiteX1" fmla="*/ 4411579 w 4411579"/>
              <a:gd name="connsiteY1" fmla="*/ 0 h 9601200"/>
              <a:gd name="connsiteX2" fmla="*/ 4411579 w 4411579"/>
              <a:gd name="connsiteY2" fmla="*/ 9601200 h 9601200"/>
              <a:gd name="connsiteX3" fmla="*/ 0 w 4411579"/>
              <a:gd name="connsiteY3" fmla="*/ 9601200 h 9601200"/>
              <a:gd name="connsiteX4" fmla="*/ 0 w 4411579"/>
              <a:gd name="connsiteY4" fmla="*/ 0 h 9601200"/>
              <a:gd name="connsiteX0" fmla="*/ 0 w 4411579"/>
              <a:gd name="connsiteY0" fmla="*/ 0 h 9601200"/>
              <a:gd name="connsiteX1" fmla="*/ 1909010 w 4411579"/>
              <a:gd name="connsiteY1" fmla="*/ 4475747 h 9601200"/>
              <a:gd name="connsiteX2" fmla="*/ 4411579 w 4411579"/>
              <a:gd name="connsiteY2" fmla="*/ 9601200 h 9601200"/>
              <a:gd name="connsiteX3" fmla="*/ 0 w 4411579"/>
              <a:gd name="connsiteY3" fmla="*/ 9601200 h 9601200"/>
              <a:gd name="connsiteX4" fmla="*/ 0 w 4411579"/>
              <a:gd name="connsiteY4" fmla="*/ 0 h 960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11579" h="9601200">
                <a:moveTo>
                  <a:pt x="0" y="0"/>
                </a:moveTo>
                <a:lnTo>
                  <a:pt x="1909010" y="4475747"/>
                </a:lnTo>
                <a:lnTo>
                  <a:pt x="4411579" y="9601200"/>
                </a:lnTo>
                <a:lnTo>
                  <a:pt x="0" y="96012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>
              <a:solidFill>
                <a:prstClr val="white"/>
              </a:solidFill>
              <a:latin typeface="Roboto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40AC590-A1D0-F2A3-1F1F-FA23ADC0F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019" y="368300"/>
            <a:ext cx="11151044" cy="900114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DAFB4C4-7DC0-9548-E4FD-02E7BF7EA4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8" y="1449389"/>
            <a:ext cx="11151033" cy="4500562"/>
          </a:xfrm>
        </p:spPr>
        <p:txBody>
          <a:bodyPr/>
          <a:lstStyle>
            <a:lvl1pPr>
              <a:defRPr sz="18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3196190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2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>
            <a:extLst>
              <a:ext uri="{FF2B5EF4-FFF2-40B4-BE49-F238E27FC236}">
                <a16:creationId xmlns:a16="http://schemas.microsoft.com/office/drawing/2014/main" id="{6E2B82B2-7313-CACC-3F46-AF2D3AD1FAC3}"/>
              </a:ext>
            </a:extLst>
          </p:cNvPr>
          <p:cNvSpPr/>
          <p:nvPr userDrawn="1"/>
        </p:nvSpPr>
        <p:spPr>
          <a:xfrm>
            <a:off x="10261600" y="-1"/>
            <a:ext cx="1930400" cy="1984375"/>
          </a:xfrm>
          <a:custGeom>
            <a:avLst/>
            <a:gdLst>
              <a:gd name="connsiteX0" fmla="*/ 0 w 1803400"/>
              <a:gd name="connsiteY0" fmla="*/ 0 h 1803400"/>
              <a:gd name="connsiteX1" fmla="*/ 1803400 w 1803400"/>
              <a:gd name="connsiteY1" fmla="*/ 0 h 1803400"/>
              <a:gd name="connsiteX2" fmla="*/ 1803400 w 1803400"/>
              <a:gd name="connsiteY2" fmla="*/ 1803400 h 1803400"/>
              <a:gd name="connsiteX3" fmla="*/ 0 w 1803400"/>
              <a:gd name="connsiteY3" fmla="*/ 1803400 h 1803400"/>
              <a:gd name="connsiteX4" fmla="*/ 0 w 1803400"/>
              <a:gd name="connsiteY4" fmla="*/ 0 h 1803400"/>
              <a:gd name="connsiteX0" fmla="*/ 0 w 1803400"/>
              <a:gd name="connsiteY0" fmla="*/ 0 h 1803400"/>
              <a:gd name="connsiteX1" fmla="*/ 1803400 w 1803400"/>
              <a:gd name="connsiteY1" fmla="*/ 0 h 1803400"/>
              <a:gd name="connsiteX2" fmla="*/ 1803400 w 1803400"/>
              <a:gd name="connsiteY2" fmla="*/ 1803400 h 1803400"/>
              <a:gd name="connsiteX3" fmla="*/ 0 w 1803400"/>
              <a:gd name="connsiteY3" fmla="*/ 0 h 180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03400" h="1803400">
                <a:moveTo>
                  <a:pt x="0" y="0"/>
                </a:moveTo>
                <a:lnTo>
                  <a:pt x="1803400" y="0"/>
                </a:lnTo>
                <a:lnTo>
                  <a:pt x="1803400" y="18034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291179-6902-E446-8B91-02FCFB894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019" y="368300"/>
            <a:ext cx="9863581" cy="900114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103F3-BB36-094B-8F56-34F5177C7F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C1160CB-3EDC-5A4B-9028-588350DCAC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0440" y="624142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8BD019-05FF-F145-A6E1-6EE5A88665E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E380DB-5D7C-D077-1CD7-69080BB74ADA}"/>
              </a:ext>
            </a:extLst>
          </p:cNvPr>
          <p:cNvSpPr/>
          <p:nvPr userDrawn="1"/>
        </p:nvSpPr>
        <p:spPr>
          <a:xfrm>
            <a:off x="10388600" y="0"/>
            <a:ext cx="1803400" cy="1803400"/>
          </a:xfrm>
          <a:custGeom>
            <a:avLst/>
            <a:gdLst>
              <a:gd name="connsiteX0" fmla="*/ 0 w 1803400"/>
              <a:gd name="connsiteY0" fmla="*/ 0 h 1803400"/>
              <a:gd name="connsiteX1" fmla="*/ 1803400 w 1803400"/>
              <a:gd name="connsiteY1" fmla="*/ 0 h 1803400"/>
              <a:gd name="connsiteX2" fmla="*/ 1803400 w 1803400"/>
              <a:gd name="connsiteY2" fmla="*/ 1803400 h 1803400"/>
              <a:gd name="connsiteX3" fmla="*/ 0 w 1803400"/>
              <a:gd name="connsiteY3" fmla="*/ 1803400 h 1803400"/>
              <a:gd name="connsiteX4" fmla="*/ 0 w 1803400"/>
              <a:gd name="connsiteY4" fmla="*/ 0 h 1803400"/>
              <a:gd name="connsiteX0" fmla="*/ 0 w 1803400"/>
              <a:gd name="connsiteY0" fmla="*/ 0 h 1803400"/>
              <a:gd name="connsiteX1" fmla="*/ 1803400 w 1803400"/>
              <a:gd name="connsiteY1" fmla="*/ 0 h 1803400"/>
              <a:gd name="connsiteX2" fmla="*/ 1803400 w 1803400"/>
              <a:gd name="connsiteY2" fmla="*/ 1803400 h 1803400"/>
              <a:gd name="connsiteX3" fmla="*/ 0 w 1803400"/>
              <a:gd name="connsiteY3" fmla="*/ 0 h 180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03400" h="1803400">
                <a:moveTo>
                  <a:pt x="0" y="0"/>
                </a:moveTo>
                <a:lnTo>
                  <a:pt x="1803400" y="0"/>
                </a:lnTo>
                <a:lnTo>
                  <a:pt x="1803400" y="18034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0000">
                <a:schemeClr val="accent1"/>
              </a:gs>
              <a:gs pos="100000">
                <a:srgbClr val="EF4136"/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7439847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>
            <a:extLst>
              <a:ext uri="{FF2B5EF4-FFF2-40B4-BE49-F238E27FC236}">
                <a16:creationId xmlns:a16="http://schemas.microsoft.com/office/drawing/2014/main" id="{6E2B82B2-7313-CACC-3F46-AF2D3AD1FAC3}"/>
              </a:ext>
            </a:extLst>
          </p:cNvPr>
          <p:cNvSpPr/>
          <p:nvPr userDrawn="1"/>
        </p:nvSpPr>
        <p:spPr>
          <a:xfrm>
            <a:off x="10261600" y="-1"/>
            <a:ext cx="1930400" cy="1984375"/>
          </a:xfrm>
          <a:custGeom>
            <a:avLst/>
            <a:gdLst>
              <a:gd name="connsiteX0" fmla="*/ 0 w 1803400"/>
              <a:gd name="connsiteY0" fmla="*/ 0 h 1803400"/>
              <a:gd name="connsiteX1" fmla="*/ 1803400 w 1803400"/>
              <a:gd name="connsiteY1" fmla="*/ 0 h 1803400"/>
              <a:gd name="connsiteX2" fmla="*/ 1803400 w 1803400"/>
              <a:gd name="connsiteY2" fmla="*/ 1803400 h 1803400"/>
              <a:gd name="connsiteX3" fmla="*/ 0 w 1803400"/>
              <a:gd name="connsiteY3" fmla="*/ 1803400 h 1803400"/>
              <a:gd name="connsiteX4" fmla="*/ 0 w 1803400"/>
              <a:gd name="connsiteY4" fmla="*/ 0 h 1803400"/>
              <a:gd name="connsiteX0" fmla="*/ 0 w 1803400"/>
              <a:gd name="connsiteY0" fmla="*/ 0 h 1803400"/>
              <a:gd name="connsiteX1" fmla="*/ 1803400 w 1803400"/>
              <a:gd name="connsiteY1" fmla="*/ 0 h 1803400"/>
              <a:gd name="connsiteX2" fmla="*/ 1803400 w 1803400"/>
              <a:gd name="connsiteY2" fmla="*/ 1803400 h 1803400"/>
              <a:gd name="connsiteX3" fmla="*/ 0 w 1803400"/>
              <a:gd name="connsiteY3" fmla="*/ 0 h 180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03400" h="1803400">
                <a:moveTo>
                  <a:pt x="0" y="0"/>
                </a:moveTo>
                <a:lnTo>
                  <a:pt x="1803400" y="0"/>
                </a:lnTo>
                <a:lnTo>
                  <a:pt x="1803400" y="18034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291179-6902-E446-8B91-02FCFB894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019" y="368300"/>
            <a:ext cx="9863581" cy="900114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103F3-BB36-094B-8F56-34F5177C7F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C1160CB-3EDC-5A4B-9028-588350DCAC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0440" y="624142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8BD019-05FF-F145-A6E1-6EE5A88665E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E380DB-5D7C-D077-1CD7-69080BB74ADA}"/>
              </a:ext>
            </a:extLst>
          </p:cNvPr>
          <p:cNvSpPr/>
          <p:nvPr userDrawn="1"/>
        </p:nvSpPr>
        <p:spPr>
          <a:xfrm>
            <a:off x="10388600" y="0"/>
            <a:ext cx="1803400" cy="1803400"/>
          </a:xfrm>
          <a:custGeom>
            <a:avLst/>
            <a:gdLst>
              <a:gd name="connsiteX0" fmla="*/ 0 w 1803400"/>
              <a:gd name="connsiteY0" fmla="*/ 0 h 1803400"/>
              <a:gd name="connsiteX1" fmla="*/ 1803400 w 1803400"/>
              <a:gd name="connsiteY1" fmla="*/ 0 h 1803400"/>
              <a:gd name="connsiteX2" fmla="*/ 1803400 w 1803400"/>
              <a:gd name="connsiteY2" fmla="*/ 1803400 h 1803400"/>
              <a:gd name="connsiteX3" fmla="*/ 0 w 1803400"/>
              <a:gd name="connsiteY3" fmla="*/ 1803400 h 1803400"/>
              <a:gd name="connsiteX4" fmla="*/ 0 w 1803400"/>
              <a:gd name="connsiteY4" fmla="*/ 0 h 1803400"/>
              <a:gd name="connsiteX0" fmla="*/ 0 w 1803400"/>
              <a:gd name="connsiteY0" fmla="*/ 0 h 1803400"/>
              <a:gd name="connsiteX1" fmla="*/ 1803400 w 1803400"/>
              <a:gd name="connsiteY1" fmla="*/ 0 h 1803400"/>
              <a:gd name="connsiteX2" fmla="*/ 1803400 w 1803400"/>
              <a:gd name="connsiteY2" fmla="*/ 1803400 h 1803400"/>
              <a:gd name="connsiteX3" fmla="*/ 0 w 1803400"/>
              <a:gd name="connsiteY3" fmla="*/ 0 h 180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03400" h="1803400">
                <a:moveTo>
                  <a:pt x="0" y="0"/>
                </a:moveTo>
                <a:lnTo>
                  <a:pt x="1803400" y="0"/>
                </a:lnTo>
                <a:lnTo>
                  <a:pt x="1803400" y="18034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000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8893151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2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>
            <a:extLst>
              <a:ext uri="{FF2B5EF4-FFF2-40B4-BE49-F238E27FC236}">
                <a16:creationId xmlns:a16="http://schemas.microsoft.com/office/drawing/2014/main" id="{6E2B82B2-7313-CACC-3F46-AF2D3AD1FAC3}"/>
              </a:ext>
            </a:extLst>
          </p:cNvPr>
          <p:cNvSpPr/>
          <p:nvPr userDrawn="1"/>
        </p:nvSpPr>
        <p:spPr>
          <a:xfrm>
            <a:off x="10261600" y="-1"/>
            <a:ext cx="1930400" cy="1984375"/>
          </a:xfrm>
          <a:custGeom>
            <a:avLst/>
            <a:gdLst>
              <a:gd name="connsiteX0" fmla="*/ 0 w 1803400"/>
              <a:gd name="connsiteY0" fmla="*/ 0 h 1803400"/>
              <a:gd name="connsiteX1" fmla="*/ 1803400 w 1803400"/>
              <a:gd name="connsiteY1" fmla="*/ 0 h 1803400"/>
              <a:gd name="connsiteX2" fmla="*/ 1803400 w 1803400"/>
              <a:gd name="connsiteY2" fmla="*/ 1803400 h 1803400"/>
              <a:gd name="connsiteX3" fmla="*/ 0 w 1803400"/>
              <a:gd name="connsiteY3" fmla="*/ 1803400 h 1803400"/>
              <a:gd name="connsiteX4" fmla="*/ 0 w 1803400"/>
              <a:gd name="connsiteY4" fmla="*/ 0 h 1803400"/>
              <a:gd name="connsiteX0" fmla="*/ 0 w 1803400"/>
              <a:gd name="connsiteY0" fmla="*/ 0 h 1803400"/>
              <a:gd name="connsiteX1" fmla="*/ 1803400 w 1803400"/>
              <a:gd name="connsiteY1" fmla="*/ 0 h 1803400"/>
              <a:gd name="connsiteX2" fmla="*/ 1803400 w 1803400"/>
              <a:gd name="connsiteY2" fmla="*/ 1803400 h 1803400"/>
              <a:gd name="connsiteX3" fmla="*/ 0 w 1803400"/>
              <a:gd name="connsiteY3" fmla="*/ 0 h 180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03400" h="1803400">
                <a:moveTo>
                  <a:pt x="0" y="0"/>
                </a:moveTo>
                <a:lnTo>
                  <a:pt x="1803400" y="0"/>
                </a:lnTo>
                <a:lnTo>
                  <a:pt x="1803400" y="18034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291179-6902-E446-8B91-02FCFB894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019" y="368300"/>
            <a:ext cx="9863581" cy="900114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103F3-BB36-094B-8F56-34F5177C7F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C1160CB-3EDC-5A4B-9028-588350DCAC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0440" y="624142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8BD019-05FF-F145-A6E1-6EE5A88665E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E380DB-5D7C-D077-1CD7-69080BB74ADA}"/>
              </a:ext>
            </a:extLst>
          </p:cNvPr>
          <p:cNvSpPr/>
          <p:nvPr userDrawn="1"/>
        </p:nvSpPr>
        <p:spPr>
          <a:xfrm>
            <a:off x="10388600" y="0"/>
            <a:ext cx="1803400" cy="1803400"/>
          </a:xfrm>
          <a:custGeom>
            <a:avLst/>
            <a:gdLst>
              <a:gd name="connsiteX0" fmla="*/ 0 w 1803400"/>
              <a:gd name="connsiteY0" fmla="*/ 0 h 1803400"/>
              <a:gd name="connsiteX1" fmla="*/ 1803400 w 1803400"/>
              <a:gd name="connsiteY1" fmla="*/ 0 h 1803400"/>
              <a:gd name="connsiteX2" fmla="*/ 1803400 w 1803400"/>
              <a:gd name="connsiteY2" fmla="*/ 1803400 h 1803400"/>
              <a:gd name="connsiteX3" fmla="*/ 0 w 1803400"/>
              <a:gd name="connsiteY3" fmla="*/ 1803400 h 1803400"/>
              <a:gd name="connsiteX4" fmla="*/ 0 w 1803400"/>
              <a:gd name="connsiteY4" fmla="*/ 0 h 1803400"/>
              <a:gd name="connsiteX0" fmla="*/ 0 w 1803400"/>
              <a:gd name="connsiteY0" fmla="*/ 0 h 1803400"/>
              <a:gd name="connsiteX1" fmla="*/ 1803400 w 1803400"/>
              <a:gd name="connsiteY1" fmla="*/ 0 h 1803400"/>
              <a:gd name="connsiteX2" fmla="*/ 1803400 w 1803400"/>
              <a:gd name="connsiteY2" fmla="*/ 1803400 h 1803400"/>
              <a:gd name="connsiteX3" fmla="*/ 0 w 1803400"/>
              <a:gd name="connsiteY3" fmla="*/ 0 h 180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03400" h="1803400">
                <a:moveTo>
                  <a:pt x="0" y="0"/>
                </a:moveTo>
                <a:lnTo>
                  <a:pt x="1803400" y="0"/>
                </a:lnTo>
                <a:lnTo>
                  <a:pt x="1803400" y="18034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0000">
                <a:schemeClr val="accent3"/>
              </a:gs>
              <a:gs pos="100000">
                <a:srgbClr val="1B75BC"/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081487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91179-6902-E446-8B91-02FCFB894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3460EAF-4649-FF95-874E-A0109DF57C9B}"/>
              </a:ext>
            </a:extLst>
          </p:cNvPr>
          <p:cNvGrpSpPr/>
          <p:nvPr userDrawn="1"/>
        </p:nvGrpSpPr>
        <p:grpSpPr>
          <a:xfrm>
            <a:off x="-14763" y="4808928"/>
            <a:ext cx="7482363" cy="2067930"/>
            <a:chOff x="-14763" y="3909367"/>
            <a:chExt cx="10737232" cy="2967491"/>
          </a:xfrm>
        </p:grpSpPr>
        <p:sp>
          <p:nvSpPr>
            <p:cNvPr id="16" name="Rectangle 1">
              <a:extLst>
                <a:ext uri="{FF2B5EF4-FFF2-40B4-BE49-F238E27FC236}">
                  <a16:creationId xmlns:a16="http://schemas.microsoft.com/office/drawing/2014/main" id="{F10C9F18-66F6-E79A-6E06-65FA6FBC8669}"/>
                </a:ext>
              </a:extLst>
            </p:cNvPr>
            <p:cNvSpPr/>
            <p:nvPr userDrawn="1"/>
          </p:nvSpPr>
          <p:spPr>
            <a:xfrm>
              <a:off x="-14763" y="3909367"/>
              <a:ext cx="3570795" cy="1243814"/>
            </a:xfrm>
            <a:custGeom>
              <a:avLst/>
              <a:gdLst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3454400 w 3454400"/>
                <a:gd name="connsiteY2" fmla="*/ 736600 h 736600"/>
                <a:gd name="connsiteX3" fmla="*/ 0 w 3454400"/>
                <a:gd name="connsiteY3" fmla="*/ 736600 h 736600"/>
                <a:gd name="connsiteX4" fmla="*/ 0 w 3454400"/>
                <a:gd name="connsiteY4" fmla="*/ 0 h 736600"/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0 w 3454400"/>
                <a:gd name="connsiteY2" fmla="*/ 736600 h 736600"/>
                <a:gd name="connsiteX3" fmla="*/ 0 w 3454400"/>
                <a:gd name="connsiteY3" fmla="*/ 0 h 736600"/>
                <a:gd name="connsiteX0" fmla="*/ 0 w 3454400"/>
                <a:gd name="connsiteY0" fmla="*/ 0 h 901700"/>
                <a:gd name="connsiteX1" fmla="*/ 3454400 w 3454400"/>
                <a:gd name="connsiteY1" fmla="*/ 165100 h 901700"/>
                <a:gd name="connsiteX2" fmla="*/ 0 w 3454400"/>
                <a:gd name="connsiteY2" fmla="*/ 901700 h 901700"/>
                <a:gd name="connsiteX3" fmla="*/ 0 w 3454400"/>
                <a:gd name="connsiteY3" fmla="*/ 0 h 901700"/>
                <a:gd name="connsiteX0" fmla="*/ 0 w 3467100"/>
                <a:gd name="connsiteY0" fmla="*/ 266700 h 1168400"/>
                <a:gd name="connsiteX1" fmla="*/ 3467100 w 3467100"/>
                <a:gd name="connsiteY1" fmla="*/ 0 h 1168400"/>
                <a:gd name="connsiteX2" fmla="*/ 0 w 3467100"/>
                <a:gd name="connsiteY2" fmla="*/ 1168400 h 1168400"/>
                <a:gd name="connsiteX3" fmla="*/ 0 w 3467100"/>
                <a:gd name="connsiteY3" fmla="*/ 266700 h 1168400"/>
                <a:gd name="connsiteX0" fmla="*/ 0 w 3570795"/>
                <a:gd name="connsiteY0" fmla="*/ 257273 h 1158973"/>
                <a:gd name="connsiteX1" fmla="*/ 3570795 w 3570795"/>
                <a:gd name="connsiteY1" fmla="*/ 0 h 1158973"/>
                <a:gd name="connsiteX2" fmla="*/ 0 w 3570795"/>
                <a:gd name="connsiteY2" fmla="*/ 1158973 h 1158973"/>
                <a:gd name="connsiteX3" fmla="*/ 0 w 3570795"/>
                <a:gd name="connsiteY3" fmla="*/ 257273 h 1158973"/>
                <a:gd name="connsiteX0" fmla="*/ 0 w 3570795"/>
                <a:gd name="connsiteY0" fmla="*/ 257273 h 1243814"/>
                <a:gd name="connsiteX1" fmla="*/ 3570795 w 3570795"/>
                <a:gd name="connsiteY1" fmla="*/ 0 h 1243814"/>
                <a:gd name="connsiteX2" fmla="*/ 0 w 3570795"/>
                <a:gd name="connsiteY2" fmla="*/ 1243814 h 1243814"/>
                <a:gd name="connsiteX3" fmla="*/ 0 w 3570795"/>
                <a:gd name="connsiteY3" fmla="*/ 257273 h 1243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70795" h="1243814">
                  <a:moveTo>
                    <a:pt x="0" y="257273"/>
                  </a:moveTo>
                  <a:lnTo>
                    <a:pt x="3570795" y="0"/>
                  </a:lnTo>
                  <a:lnTo>
                    <a:pt x="0" y="1243814"/>
                  </a:lnTo>
                  <a:lnTo>
                    <a:pt x="0" y="257273"/>
                  </a:lnTo>
                  <a:close/>
                </a:path>
              </a:pathLst>
            </a:custGeom>
            <a:gradFill>
              <a:gsLst>
                <a:gs pos="45000">
                  <a:schemeClr val="accent1"/>
                </a:gs>
                <a:gs pos="100000">
                  <a:srgbClr val="EF4136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7" name="Rectangle 1">
              <a:extLst>
                <a:ext uri="{FF2B5EF4-FFF2-40B4-BE49-F238E27FC236}">
                  <a16:creationId xmlns:a16="http://schemas.microsoft.com/office/drawing/2014/main" id="{03C9B154-C639-CDB7-2E12-E66ED22D2081}"/>
                </a:ext>
              </a:extLst>
            </p:cNvPr>
            <p:cNvSpPr/>
            <p:nvPr userDrawn="1"/>
          </p:nvSpPr>
          <p:spPr>
            <a:xfrm>
              <a:off x="0" y="3928225"/>
              <a:ext cx="3638746" cy="2924695"/>
            </a:xfrm>
            <a:custGeom>
              <a:avLst/>
              <a:gdLst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3454400 w 3454400"/>
                <a:gd name="connsiteY2" fmla="*/ 736600 h 736600"/>
                <a:gd name="connsiteX3" fmla="*/ 0 w 3454400"/>
                <a:gd name="connsiteY3" fmla="*/ 736600 h 736600"/>
                <a:gd name="connsiteX4" fmla="*/ 0 w 3454400"/>
                <a:gd name="connsiteY4" fmla="*/ 0 h 736600"/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0 w 3454400"/>
                <a:gd name="connsiteY2" fmla="*/ 736600 h 736600"/>
                <a:gd name="connsiteX3" fmla="*/ 0 w 3454400"/>
                <a:gd name="connsiteY3" fmla="*/ 0 h 736600"/>
                <a:gd name="connsiteX0" fmla="*/ 0 w 3454400"/>
                <a:gd name="connsiteY0" fmla="*/ 0 h 901700"/>
                <a:gd name="connsiteX1" fmla="*/ 3454400 w 3454400"/>
                <a:gd name="connsiteY1" fmla="*/ 165100 h 901700"/>
                <a:gd name="connsiteX2" fmla="*/ 0 w 3454400"/>
                <a:gd name="connsiteY2" fmla="*/ 901700 h 901700"/>
                <a:gd name="connsiteX3" fmla="*/ 0 w 3454400"/>
                <a:gd name="connsiteY3" fmla="*/ 0 h 901700"/>
                <a:gd name="connsiteX0" fmla="*/ 0 w 3467100"/>
                <a:gd name="connsiteY0" fmla="*/ 266700 h 1168400"/>
                <a:gd name="connsiteX1" fmla="*/ 3467100 w 3467100"/>
                <a:gd name="connsiteY1" fmla="*/ 0 h 1168400"/>
                <a:gd name="connsiteX2" fmla="*/ 0 w 3467100"/>
                <a:gd name="connsiteY2" fmla="*/ 1168400 h 1168400"/>
                <a:gd name="connsiteX3" fmla="*/ 0 w 3467100"/>
                <a:gd name="connsiteY3" fmla="*/ 266700 h 1168400"/>
                <a:gd name="connsiteX0" fmla="*/ 0 w 3606800"/>
                <a:gd name="connsiteY0" fmla="*/ 1244600 h 2146300"/>
                <a:gd name="connsiteX1" fmla="*/ 3606800 w 3606800"/>
                <a:gd name="connsiteY1" fmla="*/ 0 h 2146300"/>
                <a:gd name="connsiteX2" fmla="*/ 0 w 3606800"/>
                <a:gd name="connsiteY2" fmla="*/ 2146300 h 2146300"/>
                <a:gd name="connsiteX3" fmla="*/ 0 w 3606800"/>
                <a:gd name="connsiteY3" fmla="*/ 1244600 h 2146300"/>
                <a:gd name="connsiteX0" fmla="*/ 0 w 3606800"/>
                <a:gd name="connsiteY0" fmla="*/ 1244600 h 2857500"/>
                <a:gd name="connsiteX1" fmla="*/ 3606800 w 3606800"/>
                <a:gd name="connsiteY1" fmla="*/ 0 h 2857500"/>
                <a:gd name="connsiteX2" fmla="*/ 1727200 w 3606800"/>
                <a:gd name="connsiteY2" fmla="*/ 2857500 h 2857500"/>
                <a:gd name="connsiteX3" fmla="*/ 0 w 3606800"/>
                <a:gd name="connsiteY3" fmla="*/ 1244600 h 2857500"/>
                <a:gd name="connsiteX0" fmla="*/ 0 w 3606800"/>
                <a:gd name="connsiteY0" fmla="*/ 1244600 h 2902271"/>
                <a:gd name="connsiteX1" fmla="*/ 3606800 w 3606800"/>
                <a:gd name="connsiteY1" fmla="*/ 0 h 2902271"/>
                <a:gd name="connsiteX2" fmla="*/ 1727200 w 3606800"/>
                <a:gd name="connsiteY2" fmla="*/ 2857500 h 2902271"/>
                <a:gd name="connsiteX3" fmla="*/ 12700 w 3606800"/>
                <a:gd name="connsiteY3" fmla="*/ 2819400 h 2902271"/>
                <a:gd name="connsiteX4" fmla="*/ 0 w 3606800"/>
                <a:gd name="connsiteY4" fmla="*/ 1244600 h 2902271"/>
                <a:gd name="connsiteX0" fmla="*/ 0 w 3606800"/>
                <a:gd name="connsiteY0" fmla="*/ 1244600 h 2857500"/>
                <a:gd name="connsiteX1" fmla="*/ 3606800 w 3606800"/>
                <a:gd name="connsiteY1" fmla="*/ 0 h 2857500"/>
                <a:gd name="connsiteX2" fmla="*/ 1727200 w 3606800"/>
                <a:gd name="connsiteY2" fmla="*/ 2857500 h 2857500"/>
                <a:gd name="connsiteX3" fmla="*/ 12700 w 3606800"/>
                <a:gd name="connsiteY3" fmla="*/ 2819400 h 2857500"/>
                <a:gd name="connsiteX4" fmla="*/ 0 w 3606800"/>
                <a:gd name="connsiteY4" fmla="*/ 1244600 h 2857500"/>
                <a:gd name="connsiteX0" fmla="*/ 0 w 3606800"/>
                <a:gd name="connsiteY0" fmla="*/ 1244600 h 2866612"/>
                <a:gd name="connsiteX1" fmla="*/ 3606800 w 3606800"/>
                <a:gd name="connsiteY1" fmla="*/ 0 h 2866612"/>
                <a:gd name="connsiteX2" fmla="*/ 1727200 w 3606800"/>
                <a:gd name="connsiteY2" fmla="*/ 2857500 h 2866612"/>
                <a:gd name="connsiteX3" fmla="*/ 12700 w 3606800"/>
                <a:gd name="connsiteY3" fmla="*/ 2819400 h 2866612"/>
                <a:gd name="connsiteX4" fmla="*/ 0 w 3606800"/>
                <a:gd name="connsiteY4" fmla="*/ 1244600 h 2866612"/>
                <a:gd name="connsiteX0" fmla="*/ 0 w 3606800"/>
                <a:gd name="connsiteY0" fmla="*/ 1244600 h 2857500"/>
                <a:gd name="connsiteX1" fmla="*/ 3606800 w 3606800"/>
                <a:gd name="connsiteY1" fmla="*/ 0 h 2857500"/>
                <a:gd name="connsiteX2" fmla="*/ 1727200 w 3606800"/>
                <a:gd name="connsiteY2" fmla="*/ 2857500 h 2857500"/>
                <a:gd name="connsiteX3" fmla="*/ 12700 w 3606800"/>
                <a:gd name="connsiteY3" fmla="*/ 2819400 h 2857500"/>
                <a:gd name="connsiteX4" fmla="*/ 0 w 3606800"/>
                <a:gd name="connsiteY4" fmla="*/ 1244600 h 2857500"/>
                <a:gd name="connsiteX0" fmla="*/ 0 w 3606800"/>
                <a:gd name="connsiteY0" fmla="*/ 1244600 h 2857500"/>
                <a:gd name="connsiteX1" fmla="*/ 3606800 w 3606800"/>
                <a:gd name="connsiteY1" fmla="*/ 0 h 2857500"/>
                <a:gd name="connsiteX2" fmla="*/ 1727200 w 3606800"/>
                <a:gd name="connsiteY2" fmla="*/ 2857500 h 2857500"/>
                <a:gd name="connsiteX3" fmla="*/ 12700 w 3606800"/>
                <a:gd name="connsiteY3" fmla="*/ 2819400 h 2857500"/>
                <a:gd name="connsiteX4" fmla="*/ 0 w 3606800"/>
                <a:gd name="connsiteY4" fmla="*/ 1244600 h 2857500"/>
                <a:gd name="connsiteX0" fmla="*/ 0 w 3606800"/>
                <a:gd name="connsiteY0" fmla="*/ 1244600 h 2881832"/>
                <a:gd name="connsiteX1" fmla="*/ 3606800 w 3606800"/>
                <a:gd name="connsiteY1" fmla="*/ 0 h 2881832"/>
                <a:gd name="connsiteX2" fmla="*/ 1727200 w 3606800"/>
                <a:gd name="connsiteY2" fmla="*/ 2857500 h 2881832"/>
                <a:gd name="connsiteX3" fmla="*/ 5080 w 3606800"/>
                <a:gd name="connsiteY3" fmla="*/ 2865120 h 2881832"/>
                <a:gd name="connsiteX4" fmla="*/ 0 w 3606800"/>
                <a:gd name="connsiteY4" fmla="*/ 1244600 h 2881832"/>
                <a:gd name="connsiteX0" fmla="*/ 0 w 3606800"/>
                <a:gd name="connsiteY0" fmla="*/ 1244600 h 2865120"/>
                <a:gd name="connsiteX1" fmla="*/ 3606800 w 3606800"/>
                <a:gd name="connsiteY1" fmla="*/ 0 h 2865120"/>
                <a:gd name="connsiteX2" fmla="*/ 1727200 w 3606800"/>
                <a:gd name="connsiteY2" fmla="*/ 2857500 h 2865120"/>
                <a:gd name="connsiteX3" fmla="*/ 5080 w 3606800"/>
                <a:gd name="connsiteY3" fmla="*/ 2865120 h 2865120"/>
                <a:gd name="connsiteX4" fmla="*/ 0 w 3606800"/>
                <a:gd name="connsiteY4" fmla="*/ 1244600 h 2865120"/>
                <a:gd name="connsiteX0" fmla="*/ 0 w 3606800"/>
                <a:gd name="connsiteY0" fmla="*/ 1244600 h 2865120"/>
                <a:gd name="connsiteX1" fmla="*/ 3606800 w 3606800"/>
                <a:gd name="connsiteY1" fmla="*/ 0 h 2865120"/>
                <a:gd name="connsiteX2" fmla="*/ 1727200 w 3606800"/>
                <a:gd name="connsiteY2" fmla="*/ 2857500 h 2865120"/>
                <a:gd name="connsiteX3" fmla="*/ 5080 w 3606800"/>
                <a:gd name="connsiteY3" fmla="*/ 2865120 h 2865120"/>
                <a:gd name="connsiteX4" fmla="*/ 0 w 3606800"/>
                <a:gd name="connsiteY4" fmla="*/ 1244600 h 2865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06800" h="2865120">
                  <a:moveTo>
                    <a:pt x="0" y="1244600"/>
                  </a:moveTo>
                  <a:lnTo>
                    <a:pt x="3606800" y="0"/>
                  </a:lnTo>
                  <a:lnTo>
                    <a:pt x="1727200" y="2857500"/>
                  </a:lnTo>
                  <a:lnTo>
                    <a:pt x="5080" y="2865120"/>
                  </a:lnTo>
                  <a:cubicBezTo>
                    <a:pt x="3387" y="2324947"/>
                    <a:pt x="1693" y="1784773"/>
                    <a:pt x="0" y="1244600"/>
                  </a:cubicBezTo>
                  <a:close/>
                </a:path>
              </a:pathLst>
            </a:custGeom>
            <a:gradFill>
              <a:gsLst>
                <a:gs pos="4500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8" name="Rectangle 1">
              <a:extLst>
                <a:ext uri="{FF2B5EF4-FFF2-40B4-BE49-F238E27FC236}">
                  <a16:creationId xmlns:a16="http://schemas.microsoft.com/office/drawing/2014/main" id="{000905DE-A103-D404-B98D-ABB24F02A543}"/>
                </a:ext>
              </a:extLst>
            </p:cNvPr>
            <p:cNvSpPr/>
            <p:nvPr userDrawn="1"/>
          </p:nvSpPr>
          <p:spPr>
            <a:xfrm rot="16200000">
              <a:off x="1383972" y="4338949"/>
              <a:ext cx="2948633" cy="2127185"/>
            </a:xfrm>
            <a:custGeom>
              <a:avLst/>
              <a:gdLst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3454400 w 3454400"/>
                <a:gd name="connsiteY2" fmla="*/ 736600 h 736600"/>
                <a:gd name="connsiteX3" fmla="*/ 0 w 3454400"/>
                <a:gd name="connsiteY3" fmla="*/ 736600 h 736600"/>
                <a:gd name="connsiteX4" fmla="*/ 0 w 3454400"/>
                <a:gd name="connsiteY4" fmla="*/ 0 h 736600"/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0 w 3454400"/>
                <a:gd name="connsiteY2" fmla="*/ 736600 h 736600"/>
                <a:gd name="connsiteX3" fmla="*/ 0 w 3454400"/>
                <a:gd name="connsiteY3" fmla="*/ 0 h 736600"/>
                <a:gd name="connsiteX0" fmla="*/ 0 w 3454400"/>
                <a:gd name="connsiteY0" fmla="*/ 0 h 901700"/>
                <a:gd name="connsiteX1" fmla="*/ 3454400 w 3454400"/>
                <a:gd name="connsiteY1" fmla="*/ 165100 h 901700"/>
                <a:gd name="connsiteX2" fmla="*/ 0 w 3454400"/>
                <a:gd name="connsiteY2" fmla="*/ 901700 h 901700"/>
                <a:gd name="connsiteX3" fmla="*/ 0 w 3454400"/>
                <a:gd name="connsiteY3" fmla="*/ 0 h 901700"/>
                <a:gd name="connsiteX0" fmla="*/ 0 w 3467100"/>
                <a:gd name="connsiteY0" fmla="*/ 266700 h 1168400"/>
                <a:gd name="connsiteX1" fmla="*/ 3467100 w 3467100"/>
                <a:gd name="connsiteY1" fmla="*/ 0 h 1168400"/>
                <a:gd name="connsiteX2" fmla="*/ 0 w 3467100"/>
                <a:gd name="connsiteY2" fmla="*/ 1168400 h 1168400"/>
                <a:gd name="connsiteX3" fmla="*/ 0 w 3467100"/>
                <a:gd name="connsiteY3" fmla="*/ 266700 h 1168400"/>
                <a:gd name="connsiteX0" fmla="*/ 0 w 3570795"/>
                <a:gd name="connsiteY0" fmla="*/ 257273 h 1158973"/>
                <a:gd name="connsiteX1" fmla="*/ 3570795 w 3570795"/>
                <a:gd name="connsiteY1" fmla="*/ 0 h 1158973"/>
                <a:gd name="connsiteX2" fmla="*/ 0 w 3570795"/>
                <a:gd name="connsiteY2" fmla="*/ 1158973 h 1158973"/>
                <a:gd name="connsiteX3" fmla="*/ 0 w 3570795"/>
                <a:gd name="connsiteY3" fmla="*/ 257273 h 1158973"/>
                <a:gd name="connsiteX0" fmla="*/ 0 w 2835504"/>
                <a:gd name="connsiteY0" fmla="*/ 0 h 1750636"/>
                <a:gd name="connsiteX1" fmla="*/ 2835504 w 2835504"/>
                <a:gd name="connsiteY1" fmla="*/ 1750636 h 1750636"/>
                <a:gd name="connsiteX2" fmla="*/ 0 w 2835504"/>
                <a:gd name="connsiteY2" fmla="*/ 901700 h 1750636"/>
                <a:gd name="connsiteX3" fmla="*/ 0 w 2835504"/>
                <a:gd name="connsiteY3" fmla="*/ 0 h 1750636"/>
                <a:gd name="connsiteX0" fmla="*/ 0 w 2835504"/>
                <a:gd name="connsiteY0" fmla="*/ 0 h 1750636"/>
                <a:gd name="connsiteX1" fmla="*/ 2835504 w 2835504"/>
                <a:gd name="connsiteY1" fmla="*/ 1750636 h 1750636"/>
                <a:gd name="connsiteX2" fmla="*/ 0 w 2835504"/>
                <a:gd name="connsiteY2" fmla="*/ 1684125 h 1750636"/>
                <a:gd name="connsiteX3" fmla="*/ 0 w 2835504"/>
                <a:gd name="connsiteY3" fmla="*/ 0 h 1750636"/>
                <a:gd name="connsiteX0" fmla="*/ 0 w 2835504"/>
                <a:gd name="connsiteY0" fmla="*/ 0 h 1873184"/>
                <a:gd name="connsiteX1" fmla="*/ 2835504 w 2835504"/>
                <a:gd name="connsiteY1" fmla="*/ 1873184 h 1873184"/>
                <a:gd name="connsiteX2" fmla="*/ 0 w 2835504"/>
                <a:gd name="connsiteY2" fmla="*/ 1806673 h 1873184"/>
                <a:gd name="connsiteX3" fmla="*/ 0 w 2835504"/>
                <a:gd name="connsiteY3" fmla="*/ 0 h 1873184"/>
                <a:gd name="connsiteX0" fmla="*/ 0 w 2863785"/>
                <a:gd name="connsiteY0" fmla="*/ 0 h 1863758"/>
                <a:gd name="connsiteX1" fmla="*/ 2863785 w 2863785"/>
                <a:gd name="connsiteY1" fmla="*/ 1863758 h 1863758"/>
                <a:gd name="connsiteX2" fmla="*/ 0 w 2863785"/>
                <a:gd name="connsiteY2" fmla="*/ 1806673 h 1863758"/>
                <a:gd name="connsiteX3" fmla="*/ 0 w 2863785"/>
                <a:gd name="connsiteY3" fmla="*/ 0 h 1863758"/>
                <a:gd name="connsiteX0" fmla="*/ 0 w 2863787"/>
                <a:gd name="connsiteY0" fmla="*/ 0 h 1835480"/>
                <a:gd name="connsiteX1" fmla="*/ 2863787 w 2863787"/>
                <a:gd name="connsiteY1" fmla="*/ 1835480 h 1835480"/>
                <a:gd name="connsiteX2" fmla="*/ 0 w 2863787"/>
                <a:gd name="connsiteY2" fmla="*/ 1806673 h 1835480"/>
                <a:gd name="connsiteX3" fmla="*/ 0 w 2863787"/>
                <a:gd name="connsiteY3" fmla="*/ 0 h 1835480"/>
                <a:gd name="connsiteX0" fmla="*/ 18857 w 2882644"/>
                <a:gd name="connsiteY0" fmla="*/ 0 h 2051772"/>
                <a:gd name="connsiteX1" fmla="*/ 2882644 w 2882644"/>
                <a:gd name="connsiteY1" fmla="*/ 1835480 h 2051772"/>
                <a:gd name="connsiteX2" fmla="*/ 0 w 2882644"/>
                <a:gd name="connsiteY2" fmla="*/ 2051772 h 2051772"/>
                <a:gd name="connsiteX3" fmla="*/ 18857 w 2882644"/>
                <a:gd name="connsiteY3" fmla="*/ 0 h 2051772"/>
                <a:gd name="connsiteX0" fmla="*/ 18857 w 2882644"/>
                <a:gd name="connsiteY0" fmla="*/ 0 h 2127185"/>
                <a:gd name="connsiteX1" fmla="*/ 2882644 w 2882644"/>
                <a:gd name="connsiteY1" fmla="*/ 1910893 h 2127185"/>
                <a:gd name="connsiteX2" fmla="*/ 0 w 2882644"/>
                <a:gd name="connsiteY2" fmla="*/ 2127185 h 2127185"/>
                <a:gd name="connsiteX3" fmla="*/ 18857 w 2882644"/>
                <a:gd name="connsiteY3" fmla="*/ 0 h 2127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82644" h="2127185">
                  <a:moveTo>
                    <a:pt x="18857" y="0"/>
                  </a:moveTo>
                  <a:lnTo>
                    <a:pt x="2882644" y="1910893"/>
                  </a:lnTo>
                  <a:lnTo>
                    <a:pt x="0" y="2127185"/>
                  </a:lnTo>
                  <a:lnTo>
                    <a:pt x="18857" y="0"/>
                  </a:lnTo>
                  <a:close/>
                </a:path>
              </a:pathLst>
            </a:custGeom>
            <a:gradFill>
              <a:gsLst>
                <a:gs pos="45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9" name="Rectangle 1">
              <a:extLst>
                <a:ext uri="{FF2B5EF4-FFF2-40B4-BE49-F238E27FC236}">
                  <a16:creationId xmlns:a16="http://schemas.microsoft.com/office/drawing/2014/main" id="{04B3BAE2-1CF0-CD26-7ADD-CD6A1BB9F72B}"/>
                </a:ext>
              </a:extLst>
            </p:cNvPr>
            <p:cNvSpPr/>
            <p:nvPr userDrawn="1"/>
          </p:nvSpPr>
          <p:spPr>
            <a:xfrm rot="16200000">
              <a:off x="4075788" y="3616875"/>
              <a:ext cx="2930683" cy="3572238"/>
            </a:xfrm>
            <a:custGeom>
              <a:avLst/>
              <a:gdLst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3454400 w 3454400"/>
                <a:gd name="connsiteY2" fmla="*/ 736600 h 736600"/>
                <a:gd name="connsiteX3" fmla="*/ 0 w 3454400"/>
                <a:gd name="connsiteY3" fmla="*/ 736600 h 736600"/>
                <a:gd name="connsiteX4" fmla="*/ 0 w 3454400"/>
                <a:gd name="connsiteY4" fmla="*/ 0 h 736600"/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0 w 3454400"/>
                <a:gd name="connsiteY2" fmla="*/ 736600 h 736600"/>
                <a:gd name="connsiteX3" fmla="*/ 0 w 3454400"/>
                <a:gd name="connsiteY3" fmla="*/ 0 h 736600"/>
                <a:gd name="connsiteX0" fmla="*/ 0 w 3454400"/>
                <a:gd name="connsiteY0" fmla="*/ 0 h 901700"/>
                <a:gd name="connsiteX1" fmla="*/ 3454400 w 3454400"/>
                <a:gd name="connsiteY1" fmla="*/ 165100 h 901700"/>
                <a:gd name="connsiteX2" fmla="*/ 0 w 3454400"/>
                <a:gd name="connsiteY2" fmla="*/ 901700 h 901700"/>
                <a:gd name="connsiteX3" fmla="*/ 0 w 3454400"/>
                <a:gd name="connsiteY3" fmla="*/ 0 h 901700"/>
                <a:gd name="connsiteX0" fmla="*/ 0 w 3467100"/>
                <a:gd name="connsiteY0" fmla="*/ 266700 h 1168400"/>
                <a:gd name="connsiteX1" fmla="*/ 3467100 w 3467100"/>
                <a:gd name="connsiteY1" fmla="*/ 0 h 1168400"/>
                <a:gd name="connsiteX2" fmla="*/ 0 w 3467100"/>
                <a:gd name="connsiteY2" fmla="*/ 1168400 h 1168400"/>
                <a:gd name="connsiteX3" fmla="*/ 0 w 3467100"/>
                <a:gd name="connsiteY3" fmla="*/ 266700 h 1168400"/>
                <a:gd name="connsiteX0" fmla="*/ 0 w 3570795"/>
                <a:gd name="connsiteY0" fmla="*/ 257273 h 1158973"/>
                <a:gd name="connsiteX1" fmla="*/ 3570795 w 3570795"/>
                <a:gd name="connsiteY1" fmla="*/ 0 h 1158973"/>
                <a:gd name="connsiteX2" fmla="*/ 0 w 3570795"/>
                <a:gd name="connsiteY2" fmla="*/ 1158973 h 1158973"/>
                <a:gd name="connsiteX3" fmla="*/ 0 w 3570795"/>
                <a:gd name="connsiteY3" fmla="*/ 257273 h 1158973"/>
                <a:gd name="connsiteX0" fmla="*/ 0 w 2835504"/>
                <a:gd name="connsiteY0" fmla="*/ 0 h 1750636"/>
                <a:gd name="connsiteX1" fmla="*/ 2835504 w 2835504"/>
                <a:gd name="connsiteY1" fmla="*/ 1750636 h 1750636"/>
                <a:gd name="connsiteX2" fmla="*/ 0 w 2835504"/>
                <a:gd name="connsiteY2" fmla="*/ 901700 h 1750636"/>
                <a:gd name="connsiteX3" fmla="*/ 0 w 2835504"/>
                <a:gd name="connsiteY3" fmla="*/ 0 h 1750636"/>
                <a:gd name="connsiteX0" fmla="*/ 0 w 2835504"/>
                <a:gd name="connsiteY0" fmla="*/ 0 h 1750636"/>
                <a:gd name="connsiteX1" fmla="*/ 2835504 w 2835504"/>
                <a:gd name="connsiteY1" fmla="*/ 1750636 h 1750636"/>
                <a:gd name="connsiteX2" fmla="*/ 0 w 2835504"/>
                <a:gd name="connsiteY2" fmla="*/ 1684125 h 1750636"/>
                <a:gd name="connsiteX3" fmla="*/ 0 w 2835504"/>
                <a:gd name="connsiteY3" fmla="*/ 0 h 1750636"/>
                <a:gd name="connsiteX0" fmla="*/ 0 w 2835504"/>
                <a:gd name="connsiteY0" fmla="*/ 0 h 1873184"/>
                <a:gd name="connsiteX1" fmla="*/ 2835504 w 2835504"/>
                <a:gd name="connsiteY1" fmla="*/ 1873184 h 1873184"/>
                <a:gd name="connsiteX2" fmla="*/ 0 w 2835504"/>
                <a:gd name="connsiteY2" fmla="*/ 1806673 h 1873184"/>
                <a:gd name="connsiteX3" fmla="*/ 0 w 2835504"/>
                <a:gd name="connsiteY3" fmla="*/ 0 h 1873184"/>
                <a:gd name="connsiteX0" fmla="*/ 0 w 2863785"/>
                <a:gd name="connsiteY0" fmla="*/ 0 h 1863758"/>
                <a:gd name="connsiteX1" fmla="*/ 2863785 w 2863785"/>
                <a:gd name="connsiteY1" fmla="*/ 1863758 h 1863758"/>
                <a:gd name="connsiteX2" fmla="*/ 0 w 2863785"/>
                <a:gd name="connsiteY2" fmla="*/ 1806673 h 1863758"/>
                <a:gd name="connsiteX3" fmla="*/ 0 w 2863785"/>
                <a:gd name="connsiteY3" fmla="*/ 0 h 1863758"/>
                <a:gd name="connsiteX0" fmla="*/ 0 w 2863787"/>
                <a:gd name="connsiteY0" fmla="*/ 0 h 1835480"/>
                <a:gd name="connsiteX1" fmla="*/ 2863787 w 2863787"/>
                <a:gd name="connsiteY1" fmla="*/ 1835480 h 1835480"/>
                <a:gd name="connsiteX2" fmla="*/ 0 w 2863787"/>
                <a:gd name="connsiteY2" fmla="*/ 1806673 h 1835480"/>
                <a:gd name="connsiteX3" fmla="*/ 0 w 2863787"/>
                <a:gd name="connsiteY3" fmla="*/ 0 h 1835480"/>
                <a:gd name="connsiteX0" fmla="*/ 18857 w 2882644"/>
                <a:gd name="connsiteY0" fmla="*/ 0 h 2051772"/>
                <a:gd name="connsiteX1" fmla="*/ 2882644 w 2882644"/>
                <a:gd name="connsiteY1" fmla="*/ 1835480 h 2051772"/>
                <a:gd name="connsiteX2" fmla="*/ 0 w 2882644"/>
                <a:gd name="connsiteY2" fmla="*/ 2051772 h 2051772"/>
                <a:gd name="connsiteX3" fmla="*/ 18857 w 2882644"/>
                <a:gd name="connsiteY3" fmla="*/ 0 h 2051772"/>
                <a:gd name="connsiteX0" fmla="*/ 18857 w 2948632"/>
                <a:gd name="connsiteY0" fmla="*/ 210137 h 2261909"/>
                <a:gd name="connsiteX1" fmla="*/ 2948632 w 2948632"/>
                <a:gd name="connsiteY1" fmla="*/ 0 h 2261909"/>
                <a:gd name="connsiteX2" fmla="*/ 0 w 2948632"/>
                <a:gd name="connsiteY2" fmla="*/ 2261909 h 2261909"/>
                <a:gd name="connsiteX3" fmla="*/ 18857 w 2948632"/>
                <a:gd name="connsiteY3" fmla="*/ 210137 h 2261909"/>
                <a:gd name="connsiteX0" fmla="*/ 9427 w 2939202"/>
                <a:gd name="connsiteY0" fmla="*/ 210137 h 3543958"/>
                <a:gd name="connsiteX1" fmla="*/ 2939202 w 2939202"/>
                <a:gd name="connsiteY1" fmla="*/ 0 h 3543958"/>
                <a:gd name="connsiteX2" fmla="*/ 0 w 2939202"/>
                <a:gd name="connsiteY2" fmla="*/ 3543958 h 3543958"/>
                <a:gd name="connsiteX3" fmla="*/ 9427 w 2939202"/>
                <a:gd name="connsiteY3" fmla="*/ 210137 h 3543958"/>
                <a:gd name="connsiteX0" fmla="*/ 9427 w 2929776"/>
                <a:gd name="connsiteY0" fmla="*/ 238417 h 3572238"/>
                <a:gd name="connsiteX1" fmla="*/ 2929776 w 2929776"/>
                <a:gd name="connsiteY1" fmla="*/ 0 h 3572238"/>
                <a:gd name="connsiteX2" fmla="*/ 0 w 2929776"/>
                <a:gd name="connsiteY2" fmla="*/ 3572238 h 3572238"/>
                <a:gd name="connsiteX3" fmla="*/ 9427 w 2929776"/>
                <a:gd name="connsiteY3" fmla="*/ 238417 h 3572238"/>
                <a:gd name="connsiteX0" fmla="*/ 907 w 2930683"/>
                <a:gd name="connsiteY0" fmla="*/ 219563 h 3572238"/>
                <a:gd name="connsiteX1" fmla="*/ 2930683 w 2930683"/>
                <a:gd name="connsiteY1" fmla="*/ 0 h 3572238"/>
                <a:gd name="connsiteX2" fmla="*/ 907 w 2930683"/>
                <a:gd name="connsiteY2" fmla="*/ 3572238 h 3572238"/>
                <a:gd name="connsiteX3" fmla="*/ 907 w 2930683"/>
                <a:gd name="connsiteY3" fmla="*/ 219563 h 3572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0683" h="3572238">
                  <a:moveTo>
                    <a:pt x="907" y="219563"/>
                  </a:moveTo>
                  <a:lnTo>
                    <a:pt x="2930683" y="0"/>
                  </a:lnTo>
                  <a:lnTo>
                    <a:pt x="907" y="3572238"/>
                  </a:lnTo>
                  <a:cubicBezTo>
                    <a:pt x="4049" y="2460964"/>
                    <a:pt x="-2235" y="1330837"/>
                    <a:pt x="907" y="219563"/>
                  </a:cubicBezTo>
                  <a:close/>
                </a:path>
              </a:pathLst>
            </a:custGeom>
            <a:gradFill>
              <a:gsLst>
                <a:gs pos="4500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0" name="Rectangle 1">
              <a:extLst>
                <a:ext uri="{FF2B5EF4-FFF2-40B4-BE49-F238E27FC236}">
                  <a16:creationId xmlns:a16="http://schemas.microsoft.com/office/drawing/2014/main" id="{686DEDC8-C71C-E1F8-0601-D93F92F46FB7}"/>
                </a:ext>
              </a:extLst>
            </p:cNvPr>
            <p:cNvSpPr/>
            <p:nvPr userDrawn="1"/>
          </p:nvSpPr>
          <p:spPr>
            <a:xfrm rot="16200000">
              <a:off x="7037377" y="3183243"/>
              <a:ext cx="1837173" cy="5533011"/>
            </a:xfrm>
            <a:custGeom>
              <a:avLst/>
              <a:gdLst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3454400 w 3454400"/>
                <a:gd name="connsiteY2" fmla="*/ 736600 h 736600"/>
                <a:gd name="connsiteX3" fmla="*/ 0 w 3454400"/>
                <a:gd name="connsiteY3" fmla="*/ 736600 h 736600"/>
                <a:gd name="connsiteX4" fmla="*/ 0 w 3454400"/>
                <a:gd name="connsiteY4" fmla="*/ 0 h 736600"/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0 w 3454400"/>
                <a:gd name="connsiteY2" fmla="*/ 736600 h 736600"/>
                <a:gd name="connsiteX3" fmla="*/ 0 w 3454400"/>
                <a:gd name="connsiteY3" fmla="*/ 0 h 736600"/>
                <a:gd name="connsiteX0" fmla="*/ 0 w 3454400"/>
                <a:gd name="connsiteY0" fmla="*/ 0 h 901700"/>
                <a:gd name="connsiteX1" fmla="*/ 3454400 w 3454400"/>
                <a:gd name="connsiteY1" fmla="*/ 165100 h 901700"/>
                <a:gd name="connsiteX2" fmla="*/ 0 w 3454400"/>
                <a:gd name="connsiteY2" fmla="*/ 901700 h 901700"/>
                <a:gd name="connsiteX3" fmla="*/ 0 w 3454400"/>
                <a:gd name="connsiteY3" fmla="*/ 0 h 901700"/>
                <a:gd name="connsiteX0" fmla="*/ 0 w 3467100"/>
                <a:gd name="connsiteY0" fmla="*/ 266700 h 1168400"/>
                <a:gd name="connsiteX1" fmla="*/ 3467100 w 3467100"/>
                <a:gd name="connsiteY1" fmla="*/ 0 h 1168400"/>
                <a:gd name="connsiteX2" fmla="*/ 0 w 3467100"/>
                <a:gd name="connsiteY2" fmla="*/ 1168400 h 1168400"/>
                <a:gd name="connsiteX3" fmla="*/ 0 w 3467100"/>
                <a:gd name="connsiteY3" fmla="*/ 266700 h 1168400"/>
                <a:gd name="connsiteX0" fmla="*/ 0 w 3570795"/>
                <a:gd name="connsiteY0" fmla="*/ 257273 h 1158973"/>
                <a:gd name="connsiteX1" fmla="*/ 3570795 w 3570795"/>
                <a:gd name="connsiteY1" fmla="*/ 0 h 1158973"/>
                <a:gd name="connsiteX2" fmla="*/ 0 w 3570795"/>
                <a:gd name="connsiteY2" fmla="*/ 1158973 h 1158973"/>
                <a:gd name="connsiteX3" fmla="*/ 0 w 3570795"/>
                <a:gd name="connsiteY3" fmla="*/ 257273 h 1158973"/>
                <a:gd name="connsiteX0" fmla="*/ 0 w 2835504"/>
                <a:gd name="connsiteY0" fmla="*/ 0 h 1750636"/>
                <a:gd name="connsiteX1" fmla="*/ 2835504 w 2835504"/>
                <a:gd name="connsiteY1" fmla="*/ 1750636 h 1750636"/>
                <a:gd name="connsiteX2" fmla="*/ 0 w 2835504"/>
                <a:gd name="connsiteY2" fmla="*/ 901700 h 1750636"/>
                <a:gd name="connsiteX3" fmla="*/ 0 w 2835504"/>
                <a:gd name="connsiteY3" fmla="*/ 0 h 1750636"/>
                <a:gd name="connsiteX0" fmla="*/ 0 w 2835504"/>
                <a:gd name="connsiteY0" fmla="*/ 0 h 1750636"/>
                <a:gd name="connsiteX1" fmla="*/ 2835504 w 2835504"/>
                <a:gd name="connsiteY1" fmla="*/ 1750636 h 1750636"/>
                <a:gd name="connsiteX2" fmla="*/ 0 w 2835504"/>
                <a:gd name="connsiteY2" fmla="*/ 1684125 h 1750636"/>
                <a:gd name="connsiteX3" fmla="*/ 0 w 2835504"/>
                <a:gd name="connsiteY3" fmla="*/ 0 h 1750636"/>
                <a:gd name="connsiteX0" fmla="*/ 0 w 2835504"/>
                <a:gd name="connsiteY0" fmla="*/ 0 h 1873184"/>
                <a:gd name="connsiteX1" fmla="*/ 2835504 w 2835504"/>
                <a:gd name="connsiteY1" fmla="*/ 1873184 h 1873184"/>
                <a:gd name="connsiteX2" fmla="*/ 0 w 2835504"/>
                <a:gd name="connsiteY2" fmla="*/ 1806673 h 1873184"/>
                <a:gd name="connsiteX3" fmla="*/ 0 w 2835504"/>
                <a:gd name="connsiteY3" fmla="*/ 0 h 1873184"/>
                <a:gd name="connsiteX0" fmla="*/ 0 w 2863785"/>
                <a:gd name="connsiteY0" fmla="*/ 0 h 1863758"/>
                <a:gd name="connsiteX1" fmla="*/ 2863785 w 2863785"/>
                <a:gd name="connsiteY1" fmla="*/ 1863758 h 1863758"/>
                <a:gd name="connsiteX2" fmla="*/ 0 w 2863785"/>
                <a:gd name="connsiteY2" fmla="*/ 1806673 h 1863758"/>
                <a:gd name="connsiteX3" fmla="*/ 0 w 2863785"/>
                <a:gd name="connsiteY3" fmla="*/ 0 h 1863758"/>
                <a:gd name="connsiteX0" fmla="*/ 0 w 2863787"/>
                <a:gd name="connsiteY0" fmla="*/ 0 h 1835480"/>
                <a:gd name="connsiteX1" fmla="*/ 2863787 w 2863787"/>
                <a:gd name="connsiteY1" fmla="*/ 1835480 h 1835480"/>
                <a:gd name="connsiteX2" fmla="*/ 0 w 2863787"/>
                <a:gd name="connsiteY2" fmla="*/ 1806673 h 1835480"/>
                <a:gd name="connsiteX3" fmla="*/ 0 w 2863787"/>
                <a:gd name="connsiteY3" fmla="*/ 0 h 1835480"/>
                <a:gd name="connsiteX0" fmla="*/ 18857 w 2882644"/>
                <a:gd name="connsiteY0" fmla="*/ 0 h 2051772"/>
                <a:gd name="connsiteX1" fmla="*/ 2882644 w 2882644"/>
                <a:gd name="connsiteY1" fmla="*/ 1835480 h 2051772"/>
                <a:gd name="connsiteX2" fmla="*/ 0 w 2882644"/>
                <a:gd name="connsiteY2" fmla="*/ 2051772 h 2051772"/>
                <a:gd name="connsiteX3" fmla="*/ 18857 w 2882644"/>
                <a:gd name="connsiteY3" fmla="*/ 0 h 2051772"/>
                <a:gd name="connsiteX0" fmla="*/ 18857 w 2948632"/>
                <a:gd name="connsiteY0" fmla="*/ 210137 h 2261909"/>
                <a:gd name="connsiteX1" fmla="*/ 2948632 w 2948632"/>
                <a:gd name="connsiteY1" fmla="*/ 0 h 2261909"/>
                <a:gd name="connsiteX2" fmla="*/ 0 w 2948632"/>
                <a:gd name="connsiteY2" fmla="*/ 2261909 h 2261909"/>
                <a:gd name="connsiteX3" fmla="*/ 18857 w 2948632"/>
                <a:gd name="connsiteY3" fmla="*/ 210137 h 2261909"/>
                <a:gd name="connsiteX0" fmla="*/ 9427 w 2939202"/>
                <a:gd name="connsiteY0" fmla="*/ 210137 h 3543958"/>
                <a:gd name="connsiteX1" fmla="*/ 2939202 w 2939202"/>
                <a:gd name="connsiteY1" fmla="*/ 0 h 3543958"/>
                <a:gd name="connsiteX2" fmla="*/ 0 w 2939202"/>
                <a:gd name="connsiteY2" fmla="*/ 3543958 h 3543958"/>
                <a:gd name="connsiteX3" fmla="*/ 9427 w 2939202"/>
                <a:gd name="connsiteY3" fmla="*/ 210137 h 3543958"/>
                <a:gd name="connsiteX0" fmla="*/ 9427 w 2929776"/>
                <a:gd name="connsiteY0" fmla="*/ 238417 h 3572238"/>
                <a:gd name="connsiteX1" fmla="*/ 2929776 w 2929776"/>
                <a:gd name="connsiteY1" fmla="*/ 0 h 3572238"/>
                <a:gd name="connsiteX2" fmla="*/ 0 w 2929776"/>
                <a:gd name="connsiteY2" fmla="*/ 3572238 h 3572238"/>
                <a:gd name="connsiteX3" fmla="*/ 9427 w 2929776"/>
                <a:gd name="connsiteY3" fmla="*/ 238417 h 3572238"/>
                <a:gd name="connsiteX0" fmla="*/ 907 w 2930683"/>
                <a:gd name="connsiteY0" fmla="*/ 219563 h 3572238"/>
                <a:gd name="connsiteX1" fmla="*/ 2930683 w 2930683"/>
                <a:gd name="connsiteY1" fmla="*/ 0 h 3572238"/>
                <a:gd name="connsiteX2" fmla="*/ 907 w 2930683"/>
                <a:gd name="connsiteY2" fmla="*/ 3572238 h 3572238"/>
                <a:gd name="connsiteX3" fmla="*/ 907 w 2930683"/>
                <a:gd name="connsiteY3" fmla="*/ 219563 h 3572238"/>
                <a:gd name="connsiteX0" fmla="*/ 907 w 1837173"/>
                <a:gd name="connsiteY0" fmla="*/ 2180336 h 5533011"/>
                <a:gd name="connsiteX1" fmla="*/ 1837173 w 1837173"/>
                <a:gd name="connsiteY1" fmla="*/ 0 h 5533011"/>
                <a:gd name="connsiteX2" fmla="*/ 907 w 1837173"/>
                <a:gd name="connsiteY2" fmla="*/ 5533011 h 5533011"/>
                <a:gd name="connsiteX3" fmla="*/ 907 w 1837173"/>
                <a:gd name="connsiteY3" fmla="*/ 2180336 h 5533011"/>
                <a:gd name="connsiteX0" fmla="*/ 907 w 1837173"/>
                <a:gd name="connsiteY0" fmla="*/ 2218043 h 5533011"/>
                <a:gd name="connsiteX1" fmla="*/ 1837173 w 1837173"/>
                <a:gd name="connsiteY1" fmla="*/ 0 h 5533011"/>
                <a:gd name="connsiteX2" fmla="*/ 907 w 1837173"/>
                <a:gd name="connsiteY2" fmla="*/ 5533011 h 5533011"/>
                <a:gd name="connsiteX3" fmla="*/ 907 w 1837173"/>
                <a:gd name="connsiteY3" fmla="*/ 2218043 h 5533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7173" h="5533011">
                  <a:moveTo>
                    <a:pt x="907" y="2218043"/>
                  </a:moveTo>
                  <a:lnTo>
                    <a:pt x="1837173" y="0"/>
                  </a:lnTo>
                  <a:lnTo>
                    <a:pt x="907" y="5533011"/>
                  </a:lnTo>
                  <a:cubicBezTo>
                    <a:pt x="4049" y="4421737"/>
                    <a:pt x="-2235" y="3329317"/>
                    <a:pt x="907" y="2218043"/>
                  </a:cubicBezTo>
                  <a:close/>
                </a:path>
              </a:pathLst>
            </a:custGeom>
            <a:gradFill>
              <a:gsLst>
                <a:gs pos="4500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7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564882EA-3D9E-4877-5961-B18BC092EF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8" y="1449389"/>
            <a:ext cx="11151033" cy="4500562"/>
          </a:xfrm>
        </p:spPr>
        <p:txBody>
          <a:bodyPr/>
          <a:lstStyle>
            <a:lvl1pPr>
              <a:defRPr sz="18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7457735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91179-6902-E446-8B91-02FCFB894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3460EAF-4649-FF95-874E-A0109DF57C9B}"/>
              </a:ext>
            </a:extLst>
          </p:cNvPr>
          <p:cNvGrpSpPr/>
          <p:nvPr userDrawn="1"/>
        </p:nvGrpSpPr>
        <p:grpSpPr>
          <a:xfrm>
            <a:off x="-14763" y="4808928"/>
            <a:ext cx="7482363" cy="2067930"/>
            <a:chOff x="-14763" y="3909367"/>
            <a:chExt cx="10737232" cy="2967491"/>
          </a:xfrm>
        </p:grpSpPr>
        <p:sp>
          <p:nvSpPr>
            <p:cNvPr id="16" name="Rectangle 1">
              <a:extLst>
                <a:ext uri="{FF2B5EF4-FFF2-40B4-BE49-F238E27FC236}">
                  <a16:creationId xmlns:a16="http://schemas.microsoft.com/office/drawing/2014/main" id="{F10C9F18-66F6-E79A-6E06-65FA6FBC8669}"/>
                </a:ext>
              </a:extLst>
            </p:cNvPr>
            <p:cNvSpPr/>
            <p:nvPr userDrawn="1"/>
          </p:nvSpPr>
          <p:spPr>
            <a:xfrm>
              <a:off x="-14763" y="3909367"/>
              <a:ext cx="3570795" cy="1243814"/>
            </a:xfrm>
            <a:custGeom>
              <a:avLst/>
              <a:gdLst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3454400 w 3454400"/>
                <a:gd name="connsiteY2" fmla="*/ 736600 h 736600"/>
                <a:gd name="connsiteX3" fmla="*/ 0 w 3454400"/>
                <a:gd name="connsiteY3" fmla="*/ 736600 h 736600"/>
                <a:gd name="connsiteX4" fmla="*/ 0 w 3454400"/>
                <a:gd name="connsiteY4" fmla="*/ 0 h 736600"/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0 w 3454400"/>
                <a:gd name="connsiteY2" fmla="*/ 736600 h 736600"/>
                <a:gd name="connsiteX3" fmla="*/ 0 w 3454400"/>
                <a:gd name="connsiteY3" fmla="*/ 0 h 736600"/>
                <a:gd name="connsiteX0" fmla="*/ 0 w 3454400"/>
                <a:gd name="connsiteY0" fmla="*/ 0 h 901700"/>
                <a:gd name="connsiteX1" fmla="*/ 3454400 w 3454400"/>
                <a:gd name="connsiteY1" fmla="*/ 165100 h 901700"/>
                <a:gd name="connsiteX2" fmla="*/ 0 w 3454400"/>
                <a:gd name="connsiteY2" fmla="*/ 901700 h 901700"/>
                <a:gd name="connsiteX3" fmla="*/ 0 w 3454400"/>
                <a:gd name="connsiteY3" fmla="*/ 0 h 901700"/>
                <a:gd name="connsiteX0" fmla="*/ 0 w 3467100"/>
                <a:gd name="connsiteY0" fmla="*/ 266700 h 1168400"/>
                <a:gd name="connsiteX1" fmla="*/ 3467100 w 3467100"/>
                <a:gd name="connsiteY1" fmla="*/ 0 h 1168400"/>
                <a:gd name="connsiteX2" fmla="*/ 0 w 3467100"/>
                <a:gd name="connsiteY2" fmla="*/ 1168400 h 1168400"/>
                <a:gd name="connsiteX3" fmla="*/ 0 w 3467100"/>
                <a:gd name="connsiteY3" fmla="*/ 266700 h 1168400"/>
                <a:gd name="connsiteX0" fmla="*/ 0 w 3570795"/>
                <a:gd name="connsiteY0" fmla="*/ 257273 h 1158973"/>
                <a:gd name="connsiteX1" fmla="*/ 3570795 w 3570795"/>
                <a:gd name="connsiteY1" fmla="*/ 0 h 1158973"/>
                <a:gd name="connsiteX2" fmla="*/ 0 w 3570795"/>
                <a:gd name="connsiteY2" fmla="*/ 1158973 h 1158973"/>
                <a:gd name="connsiteX3" fmla="*/ 0 w 3570795"/>
                <a:gd name="connsiteY3" fmla="*/ 257273 h 1158973"/>
                <a:gd name="connsiteX0" fmla="*/ 0 w 3570795"/>
                <a:gd name="connsiteY0" fmla="*/ 257273 h 1243814"/>
                <a:gd name="connsiteX1" fmla="*/ 3570795 w 3570795"/>
                <a:gd name="connsiteY1" fmla="*/ 0 h 1243814"/>
                <a:gd name="connsiteX2" fmla="*/ 0 w 3570795"/>
                <a:gd name="connsiteY2" fmla="*/ 1243814 h 1243814"/>
                <a:gd name="connsiteX3" fmla="*/ 0 w 3570795"/>
                <a:gd name="connsiteY3" fmla="*/ 257273 h 1243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70795" h="1243814">
                  <a:moveTo>
                    <a:pt x="0" y="257273"/>
                  </a:moveTo>
                  <a:lnTo>
                    <a:pt x="3570795" y="0"/>
                  </a:lnTo>
                  <a:lnTo>
                    <a:pt x="0" y="1243814"/>
                  </a:lnTo>
                  <a:lnTo>
                    <a:pt x="0" y="257273"/>
                  </a:lnTo>
                  <a:close/>
                </a:path>
              </a:pathLst>
            </a:custGeom>
            <a:gradFill>
              <a:gsLst>
                <a:gs pos="45000">
                  <a:schemeClr val="accent2"/>
                </a:gs>
                <a:gs pos="100000">
                  <a:schemeClr val="accent2">
                    <a:lumMod val="75000"/>
                  </a:schemeClr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7" name="Rectangle 1">
              <a:extLst>
                <a:ext uri="{FF2B5EF4-FFF2-40B4-BE49-F238E27FC236}">
                  <a16:creationId xmlns:a16="http://schemas.microsoft.com/office/drawing/2014/main" id="{03C9B154-C639-CDB7-2E12-E66ED22D2081}"/>
                </a:ext>
              </a:extLst>
            </p:cNvPr>
            <p:cNvSpPr/>
            <p:nvPr userDrawn="1"/>
          </p:nvSpPr>
          <p:spPr>
            <a:xfrm>
              <a:off x="0" y="3928225"/>
              <a:ext cx="3638746" cy="2924695"/>
            </a:xfrm>
            <a:custGeom>
              <a:avLst/>
              <a:gdLst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3454400 w 3454400"/>
                <a:gd name="connsiteY2" fmla="*/ 736600 h 736600"/>
                <a:gd name="connsiteX3" fmla="*/ 0 w 3454400"/>
                <a:gd name="connsiteY3" fmla="*/ 736600 h 736600"/>
                <a:gd name="connsiteX4" fmla="*/ 0 w 3454400"/>
                <a:gd name="connsiteY4" fmla="*/ 0 h 736600"/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0 w 3454400"/>
                <a:gd name="connsiteY2" fmla="*/ 736600 h 736600"/>
                <a:gd name="connsiteX3" fmla="*/ 0 w 3454400"/>
                <a:gd name="connsiteY3" fmla="*/ 0 h 736600"/>
                <a:gd name="connsiteX0" fmla="*/ 0 w 3454400"/>
                <a:gd name="connsiteY0" fmla="*/ 0 h 901700"/>
                <a:gd name="connsiteX1" fmla="*/ 3454400 w 3454400"/>
                <a:gd name="connsiteY1" fmla="*/ 165100 h 901700"/>
                <a:gd name="connsiteX2" fmla="*/ 0 w 3454400"/>
                <a:gd name="connsiteY2" fmla="*/ 901700 h 901700"/>
                <a:gd name="connsiteX3" fmla="*/ 0 w 3454400"/>
                <a:gd name="connsiteY3" fmla="*/ 0 h 901700"/>
                <a:gd name="connsiteX0" fmla="*/ 0 w 3467100"/>
                <a:gd name="connsiteY0" fmla="*/ 266700 h 1168400"/>
                <a:gd name="connsiteX1" fmla="*/ 3467100 w 3467100"/>
                <a:gd name="connsiteY1" fmla="*/ 0 h 1168400"/>
                <a:gd name="connsiteX2" fmla="*/ 0 w 3467100"/>
                <a:gd name="connsiteY2" fmla="*/ 1168400 h 1168400"/>
                <a:gd name="connsiteX3" fmla="*/ 0 w 3467100"/>
                <a:gd name="connsiteY3" fmla="*/ 266700 h 1168400"/>
                <a:gd name="connsiteX0" fmla="*/ 0 w 3606800"/>
                <a:gd name="connsiteY0" fmla="*/ 1244600 h 2146300"/>
                <a:gd name="connsiteX1" fmla="*/ 3606800 w 3606800"/>
                <a:gd name="connsiteY1" fmla="*/ 0 h 2146300"/>
                <a:gd name="connsiteX2" fmla="*/ 0 w 3606800"/>
                <a:gd name="connsiteY2" fmla="*/ 2146300 h 2146300"/>
                <a:gd name="connsiteX3" fmla="*/ 0 w 3606800"/>
                <a:gd name="connsiteY3" fmla="*/ 1244600 h 2146300"/>
                <a:gd name="connsiteX0" fmla="*/ 0 w 3606800"/>
                <a:gd name="connsiteY0" fmla="*/ 1244600 h 2857500"/>
                <a:gd name="connsiteX1" fmla="*/ 3606800 w 3606800"/>
                <a:gd name="connsiteY1" fmla="*/ 0 h 2857500"/>
                <a:gd name="connsiteX2" fmla="*/ 1727200 w 3606800"/>
                <a:gd name="connsiteY2" fmla="*/ 2857500 h 2857500"/>
                <a:gd name="connsiteX3" fmla="*/ 0 w 3606800"/>
                <a:gd name="connsiteY3" fmla="*/ 1244600 h 2857500"/>
                <a:gd name="connsiteX0" fmla="*/ 0 w 3606800"/>
                <a:gd name="connsiteY0" fmla="*/ 1244600 h 2902271"/>
                <a:gd name="connsiteX1" fmla="*/ 3606800 w 3606800"/>
                <a:gd name="connsiteY1" fmla="*/ 0 h 2902271"/>
                <a:gd name="connsiteX2" fmla="*/ 1727200 w 3606800"/>
                <a:gd name="connsiteY2" fmla="*/ 2857500 h 2902271"/>
                <a:gd name="connsiteX3" fmla="*/ 12700 w 3606800"/>
                <a:gd name="connsiteY3" fmla="*/ 2819400 h 2902271"/>
                <a:gd name="connsiteX4" fmla="*/ 0 w 3606800"/>
                <a:gd name="connsiteY4" fmla="*/ 1244600 h 2902271"/>
                <a:gd name="connsiteX0" fmla="*/ 0 w 3606800"/>
                <a:gd name="connsiteY0" fmla="*/ 1244600 h 2857500"/>
                <a:gd name="connsiteX1" fmla="*/ 3606800 w 3606800"/>
                <a:gd name="connsiteY1" fmla="*/ 0 h 2857500"/>
                <a:gd name="connsiteX2" fmla="*/ 1727200 w 3606800"/>
                <a:gd name="connsiteY2" fmla="*/ 2857500 h 2857500"/>
                <a:gd name="connsiteX3" fmla="*/ 12700 w 3606800"/>
                <a:gd name="connsiteY3" fmla="*/ 2819400 h 2857500"/>
                <a:gd name="connsiteX4" fmla="*/ 0 w 3606800"/>
                <a:gd name="connsiteY4" fmla="*/ 1244600 h 2857500"/>
                <a:gd name="connsiteX0" fmla="*/ 0 w 3606800"/>
                <a:gd name="connsiteY0" fmla="*/ 1244600 h 2866612"/>
                <a:gd name="connsiteX1" fmla="*/ 3606800 w 3606800"/>
                <a:gd name="connsiteY1" fmla="*/ 0 h 2866612"/>
                <a:gd name="connsiteX2" fmla="*/ 1727200 w 3606800"/>
                <a:gd name="connsiteY2" fmla="*/ 2857500 h 2866612"/>
                <a:gd name="connsiteX3" fmla="*/ 12700 w 3606800"/>
                <a:gd name="connsiteY3" fmla="*/ 2819400 h 2866612"/>
                <a:gd name="connsiteX4" fmla="*/ 0 w 3606800"/>
                <a:gd name="connsiteY4" fmla="*/ 1244600 h 2866612"/>
                <a:gd name="connsiteX0" fmla="*/ 0 w 3606800"/>
                <a:gd name="connsiteY0" fmla="*/ 1244600 h 2857500"/>
                <a:gd name="connsiteX1" fmla="*/ 3606800 w 3606800"/>
                <a:gd name="connsiteY1" fmla="*/ 0 h 2857500"/>
                <a:gd name="connsiteX2" fmla="*/ 1727200 w 3606800"/>
                <a:gd name="connsiteY2" fmla="*/ 2857500 h 2857500"/>
                <a:gd name="connsiteX3" fmla="*/ 12700 w 3606800"/>
                <a:gd name="connsiteY3" fmla="*/ 2819400 h 2857500"/>
                <a:gd name="connsiteX4" fmla="*/ 0 w 3606800"/>
                <a:gd name="connsiteY4" fmla="*/ 1244600 h 2857500"/>
                <a:gd name="connsiteX0" fmla="*/ 0 w 3606800"/>
                <a:gd name="connsiteY0" fmla="*/ 1244600 h 2857500"/>
                <a:gd name="connsiteX1" fmla="*/ 3606800 w 3606800"/>
                <a:gd name="connsiteY1" fmla="*/ 0 h 2857500"/>
                <a:gd name="connsiteX2" fmla="*/ 1727200 w 3606800"/>
                <a:gd name="connsiteY2" fmla="*/ 2857500 h 2857500"/>
                <a:gd name="connsiteX3" fmla="*/ 12700 w 3606800"/>
                <a:gd name="connsiteY3" fmla="*/ 2819400 h 2857500"/>
                <a:gd name="connsiteX4" fmla="*/ 0 w 3606800"/>
                <a:gd name="connsiteY4" fmla="*/ 1244600 h 2857500"/>
                <a:gd name="connsiteX0" fmla="*/ 0 w 3606800"/>
                <a:gd name="connsiteY0" fmla="*/ 1244600 h 2881832"/>
                <a:gd name="connsiteX1" fmla="*/ 3606800 w 3606800"/>
                <a:gd name="connsiteY1" fmla="*/ 0 h 2881832"/>
                <a:gd name="connsiteX2" fmla="*/ 1727200 w 3606800"/>
                <a:gd name="connsiteY2" fmla="*/ 2857500 h 2881832"/>
                <a:gd name="connsiteX3" fmla="*/ 5080 w 3606800"/>
                <a:gd name="connsiteY3" fmla="*/ 2865120 h 2881832"/>
                <a:gd name="connsiteX4" fmla="*/ 0 w 3606800"/>
                <a:gd name="connsiteY4" fmla="*/ 1244600 h 2881832"/>
                <a:gd name="connsiteX0" fmla="*/ 0 w 3606800"/>
                <a:gd name="connsiteY0" fmla="*/ 1244600 h 2865120"/>
                <a:gd name="connsiteX1" fmla="*/ 3606800 w 3606800"/>
                <a:gd name="connsiteY1" fmla="*/ 0 h 2865120"/>
                <a:gd name="connsiteX2" fmla="*/ 1727200 w 3606800"/>
                <a:gd name="connsiteY2" fmla="*/ 2857500 h 2865120"/>
                <a:gd name="connsiteX3" fmla="*/ 5080 w 3606800"/>
                <a:gd name="connsiteY3" fmla="*/ 2865120 h 2865120"/>
                <a:gd name="connsiteX4" fmla="*/ 0 w 3606800"/>
                <a:gd name="connsiteY4" fmla="*/ 1244600 h 2865120"/>
                <a:gd name="connsiteX0" fmla="*/ 0 w 3606800"/>
                <a:gd name="connsiteY0" fmla="*/ 1244600 h 2865120"/>
                <a:gd name="connsiteX1" fmla="*/ 3606800 w 3606800"/>
                <a:gd name="connsiteY1" fmla="*/ 0 h 2865120"/>
                <a:gd name="connsiteX2" fmla="*/ 1727200 w 3606800"/>
                <a:gd name="connsiteY2" fmla="*/ 2857500 h 2865120"/>
                <a:gd name="connsiteX3" fmla="*/ 5080 w 3606800"/>
                <a:gd name="connsiteY3" fmla="*/ 2865120 h 2865120"/>
                <a:gd name="connsiteX4" fmla="*/ 0 w 3606800"/>
                <a:gd name="connsiteY4" fmla="*/ 1244600 h 2865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06800" h="2865120">
                  <a:moveTo>
                    <a:pt x="0" y="1244600"/>
                  </a:moveTo>
                  <a:lnTo>
                    <a:pt x="3606800" y="0"/>
                  </a:lnTo>
                  <a:lnTo>
                    <a:pt x="1727200" y="2857500"/>
                  </a:lnTo>
                  <a:lnTo>
                    <a:pt x="5080" y="2865120"/>
                  </a:lnTo>
                  <a:cubicBezTo>
                    <a:pt x="3387" y="2324947"/>
                    <a:pt x="1693" y="1784773"/>
                    <a:pt x="0" y="1244600"/>
                  </a:cubicBezTo>
                  <a:close/>
                </a:path>
              </a:pathLst>
            </a:custGeom>
            <a:gradFill>
              <a:gsLst>
                <a:gs pos="45000">
                  <a:schemeClr val="accent2"/>
                </a:gs>
                <a:gs pos="100000">
                  <a:schemeClr val="accent2">
                    <a:lumMod val="75000"/>
                  </a:schemeClr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8" name="Rectangle 1">
              <a:extLst>
                <a:ext uri="{FF2B5EF4-FFF2-40B4-BE49-F238E27FC236}">
                  <a16:creationId xmlns:a16="http://schemas.microsoft.com/office/drawing/2014/main" id="{000905DE-A103-D404-B98D-ABB24F02A543}"/>
                </a:ext>
              </a:extLst>
            </p:cNvPr>
            <p:cNvSpPr/>
            <p:nvPr userDrawn="1"/>
          </p:nvSpPr>
          <p:spPr>
            <a:xfrm rot="16200000">
              <a:off x="1383972" y="4338949"/>
              <a:ext cx="2948633" cy="2127185"/>
            </a:xfrm>
            <a:custGeom>
              <a:avLst/>
              <a:gdLst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3454400 w 3454400"/>
                <a:gd name="connsiteY2" fmla="*/ 736600 h 736600"/>
                <a:gd name="connsiteX3" fmla="*/ 0 w 3454400"/>
                <a:gd name="connsiteY3" fmla="*/ 736600 h 736600"/>
                <a:gd name="connsiteX4" fmla="*/ 0 w 3454400"/>
                <a:gd name="connsiteY4" fmla="*/ 0 h 736600"/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0 w 3454400"/>
                <a:gd name="connsiteY2" fmla="*/ 736600 h 736600"/>
                <a:gd name="connsiteX3" fmla="*/ 0 w 3454400"/>
                <a:gd name="connsiteY3" fmla="*/ 0 h 736600"/>
                <a:gd name="connsiteX0" fmla="*/ 0 w 3454400"/>
                <a:gd name="connsiteY0" fmla="*/ 0 h 901700"/>
                <a:gd name="connsiteX1" fmla="*/ 3454400 w 3454400"/>
                <a:gd name="connsiteY1" fmla="*/ 165100 h 901700"/>
                <a:gd name="connsiteX2" fmla="*/ 0 w 3454400"/>
                <a:gd name="connsiteY2" fmla="*/ 901700 h 901700"/>
                <a:gd name="connsiteX3" fmla="*/ 0 w 3454400"/>
                <a:gd name="connsiteY3" fmla="*/ 0 h 901700"/>
                <a:gd name="connsiteX0" fmla="*/ 0 w 3467100"/>
                <a:gd name="connsiteY0" fmla="*/ 266700 h 1168400"/>
                <a:gd name="connsiteX1" fmla="*/ 3467100 w 3467100"/>
                <a:gd name="connsiteY1" fmla="*/ 0 h 1168400"/>
                <a:gd name="connsiteX2" fmla="*/ 0 w 3467100"/>
                <a:gd name="connsiteY2" fmla="*/ 1168400 h 1168400"/>
                <a:gd name="connsiteX3" fmla="*/ 0 w 3467100"/>
                <a:gd name="connsiteY3" fmla="*/ 266700 h 1168400"/>
                <a:gd name="connsiteX0" fmla="*/ 0 w 3570795"/>
                <a:gd name="connsiteY0" fmla="*/ 257273 h 1158973"/>
                <a:gd name="connsiteX1" fmla="*/ 3570795 w 3570795"/>
                <a:gd name="connsiteY1" fmla="*/ 0 h 1158973"/>
                <a:gd name="connsiteX2" fmla="*/ 0 w 3570795"/>
                <a:gd name="connsiteY2" fmla="*/ 1158973 h 1158973"/>
                <a:gd name="connsiteX3" fmla="*/ 0 w 3570795"/>
                <a:gd name="connsiteY3" fmla="*/ 257273 h 1158973"/>
                <a:gd name="connsiteX0" fmla="*/ 0 w 2835504"/>
                <a:gd name="connsiteY0" fmla="*/ 0 h 1750636"/>
                <a:gd name="connsiteX1" fmla="*/ 2835504 w 2835504"/>
                <a:gd name="connsiteY1" fmla="*/ 1750636 h 1750636"/>
                <a:gd name="connsiteX2" fmla="*/ 0 w 2835504"/>
                <a:gd name="connsiteY2" fmla="*/ 901700 h 1750636"/>
                <a:gd name="connsiteX3" fmla="*/ 0 w 2835504"/>
                <a:gd name="connsiteY3" fmla="*/ 0 h 1750636"/>
                <a:gd name="connsiteX0" fmla="*/ 0 w 2835504"/>
                <a:gd name="connsiteY0" fmla="*/ 0 h 1750636"/>
                <a:gd name="connsiteX1" fmla="*/ 2835504 w 2835504"/>
                <a:gd name="connsiteY1" fmla="*/ 1750636 h 1750636"/>
                <a:gd name="connsiteX2" fmla="*/ 0 w 2835504"/>
                <a:gd name="connsiteY2" fmla="*/ 1684125 h 1750636"/>
                <a:gd name="connsiteX3" fmla="*/ 0 w 2835504"/>
                <a:gd name="connsiteY3" fmla="*/ 0 h 1750636"/>
                <a:gd name="connsiteX0" fmla="*/ 0 w 2835504"/>
                <a:gd name="connsiteY0" fmla="*/ 0 h 1873184"/>
                <a:gd name="connsiteX1" fmla="*/ 2835504 w 2835504"/>
                <a:gd name="connsiteY1" fmla="*/ 1873184 h 1873184"/>
                <a:gd name="connsiteX2" fmla="*/ 0 w 2835504"/>
                <a:gd name="connsiteY2" fmla="*/ 1806673 h 1873184"/>
                <a:gd name="connsiteX3" fmla="*/ 0 w 2835504"/>
                <a:gd name="connsiteY3" fmla="*/ 0 h 1873184"/>
                <a:gd name="connsiteX0" fmla="*/ 0 w 2863785"/>
                <a:gd name="connsiteY0" fmla="*/ 0 h 1863758"/>
                <a:gd name="connsiteX1" fmla="*/ 2863785 w 2863785"/>
                <a:gd name="connsiteY1" fmla="*/ 1863758 h 1863758"/>
                <a:gd name="connsiteX2" fmla="*/ 0 w 2863785"/>
                <a:gd name="connsiteY2" fmla="*/ 1806673 h 1863758"/>
                <a:gd name="connsiteX3" fmla="*/ 0 w 2863785"/>
                <a:gd name="connsiteY3" fmla="*/ 0 h 1863758"/>
                <a:gd name="connsiteX0" fmla="*/ 0 w 2863787"/>
                <a:gd name="connsiteY0" fmla="*/ 0 h 1835480"/>
                <a:gd name="connsiteX1" fmla="*/ 2863787 w 2863787"/>
                <a:gd name="connsiteY1" fmla="*/ 1835480 h 1835480"/>
                <a:gd name="connsiteX2" fmla="*/ 0 w 2863787"/>
                <a:gd name="connsiteY2" fmla="*/ 1806673 h 1835480"/>
                <a:gd name="connsiteX3" fmla="*/ 0 w 2863787"/>
                <a:gd name="connsiteY3" fmla="*/ 0 h 1835480"/>
                <a:gd name="connsiteX0" fmla="*/ 18857 w 2882644"/>
                <a:gd name="connsiteY0" fmla="*/ 0 h 2051772"/>
                <a:gd name="connsiteX1" fmla="*/ 2882644 w 2882644"/>
                <a:gd name="connsiteY1" fmla="*/ 1835480 h 2051772"/>
                <a:gd name="connsiteX2" fmla="*/ 0 w 2882644"/>
                <a:gd name="connsiteY2" fmla="*/ 2051772 h 2051772"/>
                <a:gd name="connsiteX3" fmla="*/ 18857 w 2882644"/>
                <a:gd name="connsiteY3" fmla="*/ 0 h 2051772"/>
                <a:gd name="connsiteX0" fmla="*/ 18857 w 2882644"/>
                <a:gd name="connsiteY0" fmla="*/ 0 h 2127185"/>
                <a:gd name="connsiteX1" fmla="*/ 2882644 w 2882644"/>
                <a:gd name="connsiteY1" fmla="*/ 1910893 h 2127185"/>
                <a:gd name="connsiteX2" fmla="*/ 0 w 2882644"/>
                <a:gd name="connsiteY2" fmla="*/ 2127185 h 2127185"/>
                <a:gd name="connsiteX3" fmla="*/ 18857 w 2882644"/>
                <a:gd name="connsiteY3" fmla="*/ 0 h 2127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82644" h="2127185">
                  <a:moveTo>
                    <a:pt x="18857" y="0"/>
                  </a:moveTo>
                  <a:lnTo>
                    <a:pt x="2882644" y="1910893"/>
                  </a:lnTo>
                  <a:lnTo>
                    <a:pt x="0" y="2127185"/>
                  </a:lnTo>
                  <a:lnTo>
                    <a:pt x="18857" y="0"/>
                  </a:lnTo>
                  <a:close/>
                </a:path>
              </a:pathLst>
            </a:custGeom>
            <a:gradFill>
              <a:gsLst>
                <a:gs pos="45000">
                  <a:schemeClr val="accent2"/>
                </a:gs>
                <a:gs pos="0">
                  <a:schemeClr val="accent2">
                    <a:lumMod val="75000"/>
                  </a:schemeClr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9" name="Rectangle 1">
              <a:extLst>
                <a:ext uri="{FF2B5EF4-FFF2-40B4-BE49-F238E27FC236}">
                  <a16:creationId xmlns:a16="http://schemas.microsoft.com/office/drawing/2014/main" id="{04B3BAE2-1CF0-CD26-7ADD-CD6A1BB9F72B}"/>
                </a:ext>
              </a:extLst>
            </p:cNvPr>
            <p:cNvSpPr/>
            <p:nvPr userDrawn="1"/>
          </p:nvSpPr>
          <p:spPr>
            <a:xfrm rot="16200000">
              <a:off x="4075788" y="3616875"/>
              <a:ext cx="2930683" cy="3572238"/>
            </a:xfrm>
            <a:custGeom>
              <a:avLst/>
              <a:gdLst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3454400 w 3454400"/>
                <a:gd name="connsiteY2" fmla="*/ 736600 h 736600"/>
                <a:gd name="connsiteX3" fmla="*/ 0 w 3454400"/>
                <a:gd name="connsiteY3" fmla="*/ 736600 h 736600"/>
                <a:gd name="connsiteX4" fmla="*/ 0 w 3454400"/>
                <a:gd name="connsiteY4" fmla="*/ 0 h 736600"/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0 w 3454400"/>
                <a:gd name="connsiteY2" fmla="*/ 736600 h 736600"/>
                <a:gd name="connsiteX3" fmla="*/ 0 w 3454400"/>
                <a:gd name="connsiteY3" fmla="*/ 0 h 736600"/>
                <a:gd name="connsiteX0" fmla="*/ 0 w 3454400"/>
                <a:gd name="connsiteY0" fmla="*/ 0 h 901700"/>
                <a:gd name="connsiteX1" fmla="*/ 3454400 w 3454400"/>
                <a:gd name="connsiteY1" fmla="*/ 165100 h 901700"/>
                <a:gd name="connsiteX2" fmla="*/ 0 w 3454400"/>
                <a:gd name="connsiteY2" fmla="*/ 901700 h 901700"/>
                <a:gd name="connsiteX3" fmla="*/ 0 w 3454400"/>
                <a:gd name="connsiteY3" fmla="*/ 0 h 901700"/>
                <a:gd name="connsiteX0" fmla="*/ 0 w 3467100"/>
                <a:gd name="connsiteY0" fmla="*/ 266700 h 1168400"/>
                <a:gd name="connsiteX1" fmla="*/ 3467100 w 3467100"/>
                <a:gd name="connsiteY1" fmla="*/ 0 h 1168400"/>
                <a:gd name="connsiteX2" fmla="*/ 0 w 3467100"/>
                <a:gd name="connsiteY2" fmla="*/ 1168400 h 1168400"/>
                <a:gd name="connsiteX3" fmla="*/ 0 w 3467100"/>
                <a:gd name="connsiteY3" fmla="*/ 266700 h 1168400"/>
                <a:gd name="connsiteX0" fmla="*/ 0 w 3570795"/>
                <a:gd name="connsiteY0" fmla="*/ 257273 h 1158973"/>
                <a:gd name="connsiteX1" fmla="*/ 3570795 w 3570795"/>
                <a:gd name="connsiteY1" fmla="*/ 0 h 1158973"/>
                <a:gd name="connsiteX2" fmla="*/ 0 w 3570795"/>
                <a:gd name="connsiteY2" fmla="*/ 1158973 h 1158973"/>
                <a:gd name="connsiteX3" fmla="*/ 0 w 3570795"/>
                <a:gd name="connsiteY3" fmla="*/ 257273 h 1158973"/>
                <a:gd name="connsiteX0" fmla="*/ 0 w 2835504"/>
                <a:gd name="connsiteY0" fmla="*/ 0 h 1750636"/>
                <a:gd name="connsiteX1" fmla="*/ 2835504 w 2835504"/>
                <a:gd name="connsiteY1" fmla="*/ 1750636 h 1750636"/>
                <a:gd name="connsiteX2" fmla="*/ 0 w 2835504"/>
                <a:gd name="connsiteY2" fmla="*/ 901700 h 1750636"/>
                <a:gd name="connsiteX3" fmla="*/ 0 w 2835504"/>
                <a:gd name="connsiteY3" fmla="*/ 0 h 1750636"/>
                <a:gd name="connsiteX0" fmla="*/ 0 w 2835504"/>
                <a:gd name="connsiteY0" fmla="*/ 0 h 1750636"/>
                <a:gd name="connsiteX1" fmla="*/ 2835504 w 2835504"/>
                <a:gd name="connsiteY1" fmla="*/ 1750636 h 1750636"/>
                <a:gd name="connsiteX2" fmla="*/ 0 w 2835504"/>
                <a:gd name="connsiteY2" fmla="*/ 1684125 h 1750636"/>
                <a:gd name="connsiteX3" fmla="*/ 0 w 2835504"/>
                <a:gd name="connsiteY3" fmla="*/ 0 h 1750636"/>
                <a:gd name="connsiteX0" fmla="*/ 0 w 2835504"/>
                <a:gd name="connsiteY0" fmla="*/ 0 h 1873184"/>
                <a:gd name="connsiteX1" fmla="*/ 2835504 w 2835504"/>
                <a:gd name="connsiteY1" fmla="*/ 1873184 h 1873184"/>
                <a:gd name="connsiteX2" fmla="*/ 0 w 2835504"/>
                <a:gd name="connsiteY2" fmla="*/ 1806673 h 1873184"/>
                <a:gd name="connsiteX3" fmla="*/ 0 w 2835504"/>
                <a:gd name="connsiteY3" fmla="*/ 0 h 1873184"/>
                <a:gd name="connsiteX0" fmla="*/ 0 w 2863785"/>
                <a:gd name="connsiteY0" fmla="*/ 0 h 1863758"/>
                <a:gd name="connsiteX1" fmla="*/ 2863785 w 2863785"/>
                <a:gd name="connsiteY1" fmla="*/ 1863758 h 1863758"/>
                <a:gd name="connsiteX2" fmla="*/ 0 w 2863785"/>
                <a:gd name="connsiteY2" fmla="*/ 1806673 h 1863758"/>
                <a:gd name="connsiteX3" fmla="*/ 0 w 2863785"/>
                <a:gd name="connsiteY3" fmla="*/ 0 h 1863758"/>
                <a:gd name="connsiteX0" fmla="*/ 0 w 2863787"/>
                <a:gd name="connsiteY0" fmla="*/ 0 h 1835480"/>
                <a:gd name="connsiteX1" fmla="*/ 2863787 w 2863787"/>
                <a:gd name="connsiteY1" fmla="*/ 1835480 h 1835480"/>
                <a:gd name="connsiteX2" fmla="*/ 0 w 2863787"/>
                <a:gd name="connsiteY2" fmla="*/ 1806673 h 1835480"/>
                <a:gd name="connsiteX3" fmla="*/ 0 w 2863787"/>
                <a:gd name="connsiteY3" fmla="*/ 0 h 1835480"/>
                <a:gd name="connsiteX0" fmla="*/ 18857 w 2882644"/>
                <a:gd name="connsiteY0" fmla="*/ 0 h 2051772"/>
                <a:gd name="connsiteX1" fmla="*/ 2882644 w 2882644"/>
                <a:gd name="connsiteY1" fmla="*/ 1835480 h 2051772"/>
                <a:gd name="connsiteX2" fmla="*/ 0 w 2882644"/>
                <a:gd name="connsiteY2" fmla="*/ 2051772 h 2051772"/>
                <a:gd name="connsiteX3" fmla="*/ 18857 w 2882644"/>
                <a:gd name="connsiteY3" fmla="*/ 0 h 2051772"/>
                <a:gd name="connsiteX0" fmla="*/ 18857 w 2948632"/>
                <a:gd name="connsiteY0" fmla="*/ 210137 h 2261909"/>
                <a:gd name="connsiteX1" fmla="*/ 2948632 w 2948632"/>
                <a:gd name="connsiteY1" fmla="*/ 0 h 2261909"/>
                <a:gd name="connsiteX2" fmla="*/ 0 w 2948632"/>
                <a:gd name="connsiteY2" fmla="*/ 2261909 h 2261909"/>
                <a:gd name="connsiteX3" fmla="*/ 18857 w 2948632"/>
                <a:gd name="connsiteY3" fmla="*/ 210137 h 2261909"/>
                <a:gd name="connsiteX0" fmla="*/ 9427 w 2939202"/>
                <a:gd name="connsiteY0" fmla="*/ 210137 h 3543958"/>
                <a:gd name="connsiteX1" fmla="*/ 2939202 w 2939202"/>
                <a:gd name="connsiteY1" fmla="*/ 0 h 3543958"/>
                <a:gd name="connsiteX2" fmla="*/ 0 w 2939202"/>
                <a:gd name="connsiteY2" fmla="*/ 3543958 h 3543958"/>
                <a:gd name="connsiteX3" fmla="*/ 9427 w 2939202"/>
                <a:gd name="connsiteY3" fmla="*/ 210137 h 3543958"/>
                <a:gd name="connsiteX0" fmla="*/ 9427 w 2929776"/>
                <a:gd name="connsiteY0" fmla="*/ 238417 h 3572238"/>
                <a:gd name="connsiteX1" fmla="*/ 2929776 w 2929776"/>
                <a:gd name="connsiteY1" fmla="*/ 0 h 3572238"/>
                <a:gd name="connsiteX2" fmla="*/ 0 w 2929776"/>
                <a:gd name="connsiteY2" fmla="*/ 3572238 h 3572238"/>
                <a:gd name="connsiteX3" fmla="*/ 9427 w 2929776"/>
                <a:gd name="connsiteY3" fmla="*/ 238417 h 3572238"/>
                <a:gd name="connsiteX0" fmla="*/ 907 w 2930683"/>
                <a:gd name="connsiteY0" fmla="*/ 219563 h 3572238"/>
                <a:gd name="connsiteX1" fmla="*/ 2930683 w 2930683"/>
                <a:gd name="connsiteY1" fmla="*/ 0 h 3572238"/>
                <a:gd name="connsiteX2" fmla="*/ 907 w 2930683"/>
                <a:gd name="connsiteY2" fmla="*/ 3572238 h 3572238"/>
                <a:gd name="connsiteX3" fmla="*/ 907 w 2930683"/>
                <a:gd name="connsiteY3" fmla="*/ 219563 h 3572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0683" h="3572238">
                  <a:moveTo>
                    <a:pt x="907" y="219563"/>
                  </a:moveTo>
                  <a:lnTo>
                    <a:pt x="2930683" y="0"/>
                  </a:lnTo>
                  <a:lnTo>
                    <a:pt x="907" y="3572238"/>
                  </a:lnTo>
                  <a:cubicBezTo>
                    <a:pt x="4049" y="2460964"/>
                    <a:pt x="-2235" y="1330837"/>
                    <a:pt x="907" y="219563"/>
                  </a:cubicBezTo>
                  <a:close/>
                </a:path>
              </a:pathLst>
            </a:custGeom>
            <a:gradFill>
              <a:gsLst>
                <a:gs pos="45000">
                  <a:schemeClr val="accent2"/>
                </a:gs>
                <a:gs pos="100000">
                  <a:schemeClr val="accent2">
                    <a:lumMod val="75000"/>
                  </a:schemeClr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0" name="Rectangle 1">
              <a:extLst>
                <a:ext uri="{FF2B5EF4-FFF2-40B4-BE49-F238E27FC236}">
                  <a16:creationId xmlns:a16="http://schemas.microsoft.com/office/drawing/2014/main" id="{686DEDC8-C71C-E1F8-0601-D93F92F46FB7}"/>
                </a:ext>
              </a:extLst>
            </p:cNvPr>
            <p:cNvSpPr/>
            <p:nvPr userDrawn="1"/>
          </p:nvSpPr>
          <p:spPr>
            <a:xfrm rot="16200000">
              <a:off x="7037377" y="3183243"/>
              <a:ext cx="1837173" cy="5533011"/>
            </a:xfrm>
            <a:custGeom>
              <a:avLst/>
              <a:gdLst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3454400 w 3454400"/>
                <a:gd name="connsiteY2" fmla="*/ 736600 h 736600"/>
                <a:gd name="connsiteX3" fmla="*/ 0 w 3454400"/>
                <a:gd name="connsiteY3" fmla="*/ 736600 h 736600"/>
                <a:gd name="connsiteX4" fmla="*/ 0 w 3454400"/>
                <a:gd name="connsiteY4" fmla="*/ 0 h 736600"/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0 w 3454400"/>
                <a:gd name="connsiteY2" fmla="*/ 736600 h 736600"/>
                <a:gd name="connsiteX3" fmla="*/ 0 w 3454400"/>
                <a:gd name="connsiteY3" fmla="*/ 0 h 736600"/>
                <a:gd name="connsiteX0" fmla="*/ 0 w 3454400"/>
                <a:gd name="connsiteY0" fmla="*/ 0 h 901700"/>
                <a:gd name="connsiteX1" fmla="*/ 3454400 w 3454400"/>
                <a:gd name="connsiteY1" fmla="*/ 165100 h 901700"/>
                <a:gd name="connsiteX2" fmla="*/ 0 w 3454400"/>
                <a:gd name="connsiteY2" fmla="*/ 901700 h 901700"/>
                <a:gd name="connsiteX3" fmla="*/ 0 w 3454400"/>
                <a:gd name="connsiteY3" fmla="*/ 0 h 901700"/>
                <a:gd name="connsiteX0" fmla="*/ 0 w 3467100"/>
                <a:gd name="connsiteY0" fmla="*/ 266700 h 1168400"/>
                <a:gd name="connsiteX1" fmla="*/ 3467100 w 3467100"/>
                <a:gd name="connsiteY1" fmla="*/ 0 h 1168400"/>
                <a:gd name="connsiteX2" fmla="*/ 0 w 3467100"/>
                <a:gd name="connsiteY2" fmla="*/ 1168400 h 1168400"/>
                <a:gd name="connsiteX3" fmla="*/ 0 w 3467100"/>
                <a:gd name="connsiteY3" fmla="*/ 266700 h 1168400"/>
                <a:gd name="connsiteX0" fmla="*/ 0 w 3570795"/>
                <a:gd name="connsiteY0" fmla="*/ 257273 h 1158973"/>
                <a:gd name="connsiteX1" fmla="*/ 3570795 w 3570795"/>
                <a:gd name="connsiteY1" fmla="*/ 0 h 1158973"/>
                <a:gd name="connsiteX2" fmla="*/ 0 w 3570795"/>
                <a:gd name="connsiteY2" fmla="*/ 1158973 h 1158973"/>
                <a:gd name="connsiteX3" fmla="*/ 0 w 3570795"/>
                <a:gd name="connsiteY3" fmla="*/ 257273 h 1158973"/>
                <a:gd name="connsiteX0" fmla="*/ 0 w 2835504"/>
                <a:gd name="connsiteY0" fmla="*/ 0 h 1750636"/>
                <a:gd name="connsiteX1" fmla="*/ 2835504 w 2835504"/>
                <a:gd name="connsiteY1" fmla="*/ 1750636 h 1750636"/>
                <a:gd name="connsiteX2" fmla="*/ 0 w 2835504"/>
                <a:gd name="connsiteY2" fmla="*/ 901700 h 1750636"/>
                <a:gd name="connsiteX3" fmla="*/ 0 w 2835504"/>
                <a:gd name="connsiteY3" fmla="*/ 0 h 1750636"/>
                <a:gd name="connsiteX0" fmla="*/ 0 w 2835504"/>
                <a:gd name="connsiteY0" fmla="*/ 0 h 1750636"/>
                <a:gd name="connsiteX1" fmla="*/ 2835504 w 2835504"/>
                <a:gd name="connsiteY1" fmla="*/ 1750636 h 1750636"/>
                <a:gd name="connsiteX2" fmla="*/ 0 w 2835504"/>
                <a:gd name="connsiteY2" fmla="*/ 1684125 h 1750636"/>
                <a:gd name="connsiteX3" fmla="*/ 0 w 2835504"/>
                <a:gd name="connsiteY3" fmla="*/ 0 h 1750636"/>
                <a:gd name="connsiteX0" fmla="*/ 0 w 2835504"/>
                <a:gd name="connsiteY0" fmla="*/ 0 h 1873184"/>
                <a:gd name="connsiteX1" fmla="*/ 2835504 w 2835504"/>
                <a:gd name="connsiteY1" fmla="*/ 1873184 h 1873184"/>
                <a:gd name="connsiteX2" fmla="*/ 0 w 2835504"/>
                <a:gd name="connsiteY2" fmla="*/ 1806673 h 1873184"/>
                <a:gd name="connsiteX3" fmla="*/ 0 w 2835504"/>
                <a:gd name="connsiteY3" fmla="*/ 0 h 1873184"/>
                <a:gd name="connsiteX0" fmla="*/ 0 w 2863785"/>
                <a:gd name="connsiteY0" fmla="*/ 0 h 1863758"/>
                <a:gd name="connsiteX1" fmla="*/ 2863785 w 2863785"/>
                <a:gd name="connsiteY1" fmla="*/ 1863758 h 1863758"/>
                <a:gd name="connsiteX2" fmla="*/ 0 w 2863785"/>
                <a:gd name="connsiteY2" fmla="*/ 1806673 h 1863758"/>
                <a:gd name="connsiteX3" fmla="*/ 0 w 2863785"/>
                <a:gd name="connsiteY3" fmla="*/ 0 h 1863758"/>
                <a:gd name="connsiteX0" fmla="*/ 0 w 2863787"/>
                <a:gd name="connsiteY0" fmla="*/ 0 h 1835480"/>
                <a:gd name="connsiteX1" fmla="*/ 2863787 w 2863787"/>
                <a:gd name="connsiteY1" fmla="*/ 1835480 h 1835480"/>
                <a:gd name="connsiteX2" fmla="*/ 0 w 2863787"/>
                <a:gd name="connsiteY2" fmla="*/ 1806673 h 1835480"/>
                <a:gd name="connsiteX3" fmla="*/ 0 w 2863787"/>
                <a:gd name="connsiteY3" fmla="*/ 0 h 1835480"/>
                <a:gd name="connsiteX0" fmla="*/ 18857 w 2882644"/>
                <a:gd name="connsiteY0" fmla="*/ 0 h 2051772"/>
                <a:gd name="connsiteX1" fmla="*/ 2882644 w 2882644"/>
                <a:gd name="connsiteY1" fmla="*/ 1835480 h 2051772"/>
                <a:gd name="connsiteX2" fmla="*/ 0 w 2882644"/>
                <a:gd name="connsiteY2" fmla="*/ 2051772 h 2051772"/>
                <a:gd name="connsiteX3" fmla="*/ 18857 w 2882644"/>
                <a:gd name="connsiteY3" fmla="*/ 0 h 2051772"/>
                <a:gd name="connsiteX0" fmla="*/ 18857 w 2948632"/>
                <a:gd name="connsiteY0" fmla="*/ 210137 h 2261909"/>
                <a:gd name="connsiteX1" fmla="*/ 2948632 w 2948632"/>
                <a:gd name="connsiteY1" fmla="*/ 0 h 2261909"/>
                <a:gd name="connsiteX2" fmla="*/ 0 w 2948632"/>
                <a:gd name="connsiteY2" fmla="*/ 2261909 h 2261909"/>
                <a:gd name="connsiteX3" fmla="*/ 18857 w 2948632"/>
                <a:gd name="connsiteY3" fmla="*/ 210137 h 2261909"/>
                <a:gd name="connsiteX0" fmla="*/ 9427 w 2939202"/>
                <a:gd name="connsiteY0" fmla="*/ 210137 h 3543958"/>
                <a:gd name="connsiteX1" fmla="*/ 2939202 w 2939202"/>
                <a:gd name="connsiteY1" fmla="*/ 0 h 3543958"/>
                <a:gd name="connsiteX2" fmla="*/ 0 w 2939202"/>
                <a:gd name="connsiteY2" fmla="*/ 3543958 h 3543958"/>
                <a:gd name="connsiteX3" fmla="*/ 9427 w 2939202"/>
                <a:gd name="connsiteY3" fmla="*/ 210137 h 3543958"/>
                <a:gd name="connsiteX0" fmla="*/ 9427 w 2929776"/>
                <a:gd name="connsiteY0" fmla="*/ 238417 h 3572238"/>
                <a:gd name="connsiteX1" fmla="*/ 2929776 w 2929776"/>
                <a:gd name="connsiteY1" fmla="*/ 0 h 3572238"/>
                <a:gd name="connsiteX2" fmla="*/ 0 w 2929776"/>
                <a:gd name="connsiteY2" fmla="*/ 3572238 h 3572238"/>
                <a:gd name="connsiteX3" fmla="*/ 9427 w 2929776"/>
                <a:gd name="connsiteY3" fmla="*/ 238417 h 3572238"/>
                <a:gd name="connsiteX0" fmla="*/ 907 w 2930683"/>
                <a:gd name="connsiteY0" fmla="*/ 219563 h 3572238"/>
                <a:gd name="connsiteX1" fmla="*/ 2930683 w 2930683"/>
                <a:gd name="connsiteY1" fmla="*/ 0 h 3572238"/>
                <a:gd name="connsiteX2" fmla="*/ 907 w 2930683"/>
                <a:gd name="connsiteY2" fmla="*/ 3572238 h 3572238"/>
                <a:gd name="connsiteX3" fmla="*/ 907 w 2930683"/>
                <a:gd name="connsiteY3" fmla="*/ 219563 h 3572238"/>
                <a:gd name="connsiteX0" fmla="*/ 907 w 1837173"/>
                <a:gd name="connsiteY0" fmla="*/ 2180336 h 5533011"/>
                <a:gd name="connsiteX1" fmla="*/ 1837173 w 1837173"/>
                <a:gd name="connsiteY1" fmla="*/ 0 h 5533011"/>
                <a:gd name="connsiteX2" fmla="*/ 907 w 1837173"/>
                <a:gd name="connsiteY2" fmla="*/ 5533011 h 5533011"/>
                <a:gd name="connsiteX3" fmla="*/ 907 w 1837173"/>
                <a:gd name="connsiteY3" fmla="*/ 2180336 h 5533011"/>
                <a:gd name="connsiteX0" fmla="*/ 907 w 1837173"/>
                <a:gd name="connsiteY0" fmla="*/ 2218043 h 5533011"/>
                <a:gd name="connsiteX1" fmla="*/ 1837173 w 1837173"/>
                <a:gd name="connsiteY1" fmla="*/ 0 h 5533011"/>
                <a:gd name="connsiteX2" fmla="*/ 907 w 1837173"/>
                <a:gd name="connsiteY2" fmla="*/ 5533011 h 5533011"/>
                <a:gd name="connsiteX3" fmla="*/ 907 w 1837173"/>
                <a:gd name="connsiteY3" fmla="*/ 2218043 h 5533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7173" h="5533011">
                  <a:moveTo>
                    <a:pt x="907" y="2218043"/>
                  </a:moveTo>
                  <a:lnTo>
                    <a:pt x="1837173" y="0"/>
                  </a:lnTo>
                  <a:lnTo>
                    <a:pt x="907" y="5533011"/>
                  </a:lnTo>
                  <a:cubicBezTo>
                    <a:pt x="4049" y="4421737"/>
                    <a:pt x="-2235" y="3329317"/>
                    <a:pt x="907" y="2218043"/>
                  </a:cubicBezTo>
                  <a:close/>
                </a:path>
              </a:pathLst>
            </a:custGeom>
            <a:gradFill>
              <a:gsLst>
                <a:gs pos="45000">
                  <a:schemeClr val="accent2"/>
                </a:gs>
                <a:gs pos="100000">
                  <a:schemeClr val="accent2">
                    <a:lumMod val="75000"/>
                  </a:schemeClr>
                </a:gs>
              </a:gsLst>
              <a:lin ang="7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564882EA-3D9E-4877-5961-B18BC092EF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8" y="1449389"/>
            <a:ext cx="11151033" cy="3224211"/>
          </a:xfrm>
        </p:spPr>
        <p:txBody>
          <a:bodyPr/>
          <a:lstStyle>
            <a:lvl1pPr>
              <a:defRPr sz="18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029806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91179-6902-E446-8B91-02FCFB894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3460EAF-4649-FF95-874E-A0109DF57C9B}"/>
              </a:ext>
            </a:extLst>
          </p:cNvPr>
          <p:cNvGrpSpPr/>
          <p:nvPr userDrawn="1"/>
        </p:nvGrpSpPr>
        <p:grpSpPr>
          <a:xfrm>
            <a:off x="-14763" y="4808928"/>
            <a:ext cx="7482363" cy="2067930"/>
            <a:chOff x="-14763" y="3909367"/>
            <a:chExt cx="10737232" cy="2967491"/>
          </a:xfrm>
        </p:grpSpPr>
        <p:sp>
          <p:nvSpPr>
            <p:cNvPr id="16" name="Rectangle 1">
              <a:extLst>
                <a:ext uri="{FF2B5EF4-FFF2-40B4-BE49-F238E27FC236}">
                  <a16:creationId xmlns:a16="http://schemas.microsoft.com/office/drawing/2014/main" id="{F10C9F18-66F6-E79A-6E06-65FA6FBC8669}"/>
                </a:ext>
              </a:extLst>
            </p:cNvPr>
            <p:cNvSpPr/>
            <p:nvPr userDrawn="1"/>
          </p:nvSpPr>
          <p:spPr>
            <a:xfrm>
              <a:off x="-14763" y="3909367"/>
              <a:ext cx="3570795" cy="1243814"/>
            </a:xfrm>
            <a:custGeom>
              <a:avLst/>
              <a:gdLst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3454400 w 3454400"/>
                <a:gd name="connsiteY2" fmla="*/ 736600 h 736600"/>
                <a:gd name="connsiteX3" fmla="*/ 0 w 3454400"/>
                <a:gd name="connsiteY3" fmla="*/ 736600 h 736600"/>
                <a:gd name="connsiteX4" fmla="*/ 0 w 3454400"/>
                <a:gd name="connsiteY4" fmla="*/ 0 h 736600"/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0 w 3454400"/>
                <a:gd name="connsiteY2" fmla="*/ 736600 h 736600"/>
                <a:gd name="connsiteX3" fmla="*/ 0 w 3454400"/>
                <a:gd name="connsiteY3" fmla="*/ 0 h 736600"/>
                <a:gd name="connsiteX0" fmla="*/ 0 w 3454400"/>
                <a:gd name="connsiteY0" fmla="*/ 0 h 901700"/>
                <a:gd name="connsiteX1" fmla="*/ 3454400 w 3454400"/>
                <a:gd name="connsiteY1" fmla="*/ 165100 h 901700"/>
                <a:gd name="connsiteX2" fmla="*/ 0 w 3454400"/>
                <a:gd name="connsiteY2" fmla="*/ 901700 h 901700"/>
                <a:gd name="connsiteX3" fmla="*/ 0 w 3454400"/>
                <a:gd name="connsiteY3" fmla="*/ 0 h 901700"/>
                <a:gd name="connsiteX0" fmla="*/ 0 w 3467100"/>
                <a:gd name="connsiteY0" fmla="*/ 266700 h 1168400"/>
                <a:gd name="connsiteX1" fmla="*/ 3467100 w 3467100"/>
                <a:gd name="connsiteY1" fmla="*/ 0 h 1168400"/>
                <a:gd name="connsiteX2" fmla="*/ 0 w 3467100"/>
                <a:gd name="connsiteY2" fmla="*/ 1168400 h 1168400"/>
                <a:gd name="connsiteX3" fmla="*/ 0 w 3467100"/>
                <a:gd name="connsiteY3" fmla="*/ 266700 h 1168400"/>
                <a:gd name="connsiteX0" fmla="*/ 0 w 3570795"/>
                <a:gd name="connsiteY0" fmla="*/ 257273 h 1158973"/>
                <a:gd name="connsiteX1" fmla="*/ 3570795 w 3570795"/>
                <a:gd name="connsiteY1" fmla="*/ 0 h 1158973"/>
                <a:gd name="connsiteX2" fmla="*/ 0 w 3570795"/>
                <a:gd name="connsiteY2" fmla="*/ 1158973 h 1158973"/>
                <a:gd name="connsiteX3" fmla="*/ 0 w 3570795"/>
                <a:gd name="connsiteY3" fmla="*/ 257273 h 1158973"/>
                <a:gd name="connsiteX0" fmla="*/ 0 w 3570795"/>
                <a:gd name="connsiteY0" fmla="*/ 257273 h 1243814"/>
                <a:gd name="connsiteX1" fmla="*/ 3570795 w 3570795"/>
                <a:gd name="connsiteY1" fmla="*/ 0 h 1243814"/>
                <a:gd name="connsiteX2" fmla="*/ 0 w 3570795"/>
                <a:gd name="connsiteY2" fmla="*/ 1243814 h 1243814"/>
                <a:gd name="connsiteX3" fmla="*/ 0 w 3570795"/>
                <a:gd name="connsiteY3" fmla="*/ 257273 h 1243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70795" h="1243814">
                  <a:moveTo>
                    <a:pt x="0" y="257273"/>
                  </a:moveTo>
                  <a:lnTo>
                    <a:pt x="3570795" y="0"/>
                  </a:lnTo>
                  <a:lnTo>
                    <a:pt x="0" y="1243814"/>
                  </a:lnTo>
                  <a:lnTo>
                    <a:pt x="0" y="257273"/>
                  </a:lnTo>
                  <a:close/>
                </a:path>
              </a:pathLst>
            </a:custGeom>
            <a:gradFill>
              <a:gsLst>
                <a:gs pos="45000">
                  <a:schemeClr val="accent3"/>
                </a:gs>
                <a:gs pos="100000">
                  <a:schemeClr val="accent3">
                    <a:lumMod val="75000"/>
                  </a:schemeClr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7" name="Rectangle 1">
              <a:extLst>
                <a:ext uri="{FF2B5EF4-FFF2-40B4-BE49-F238E27FC236}">
                  <a16:creationId xmlns:a16="http://schemas.microsoft.com/office/drawing/2014/main" id="{03C9B154-C639-CDB7-2E12-E66ED22D2081}"/>
                </a:ext>
              </a:extLst>
            </p:cNvPr>
            <p:cNvSpPr/>
            <p:nvPr userDrawn="1"/>
          </p:nvSpPr>
          <p:spPr>
            <a:xfrm>
              <a:off x="0" y="3928225"/>
              <a:ext cx="3638746" cy="2924695"/>
            </a:xfrm>
            <a:custGeom>
              <a:avLst/>
              <a:gdLst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3454400 w 3454400"/>
                <a:gd name="connsiteY2" fmla="*/ 736600 h 736600"/>
                <a:gd name="connsiteX3" fmla="*/ 0 w 3454400"/>
                <a:gd name="connsiteY3" fmla="*/ 736600 h 736600"/>
                <a:gd name="connsiteX4" fmla="*/ 0 w 3454400"/>
                <a:gd name="connsiteY4" fmla="*/ 0 h 736600"/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0 w 3454400"/>
                <a:gd name="connsiteY2" fmla="*/ 736600 h 736600"/>
                <a:gd name="connsiteX3" fmla="*/ 0 w 3454400"/>
                <a:gd name="connsiteY3" fmla="*/ 0 h 736600"/>
                <a:gd name="connsiteX0" fmla="*/ 0 w 3454400"/>
                <a:gd name="connsiteY0" fmla="*/ 0 h 901700"/>
                <a:gd name="connsiteX1" fmla="*/ 3454400 w 3454400"/>
                <a:gd name="connsiteY1" fmla="*/ 165100 h 901700"/>
                <a:gd name="connsiteX2" fmla="*/ 0 w 3454400"/>
                <a:gd name="connsiteY2" fmla="*/ 901700 h 901700"/>
                <a:gd name="connsiteX3" fmla="*/ 0 w 3454400"/>
                <a:gd name="connsiteY3" fmla="*/ 0 h 901700"/>
                <a:gd name="connsiteX0" fmla="*/ 0 w 3467100"/>
                <a:gd name="connsiteY0" fmla="*/ 266700 h 1168400"/>
                <a:gd name="connsiteX1" fmla="*/ 3467100 w 3467100"/>
                <a:gd name="connsiteY1" fmla="*/ 0 h 1168400"/>
                <a:gd name="connsiteX2" fmla="*/ 0 w 3467100"/>
                <a:gd name="connsiteY2" fmla="*/ 1168400 h 1168400"/>
                <a:gd name="connsiteX3" fmla="*/ 0 w 3467100"/>
                <a:gd name="connsiteY3" fmla="*/ 266700 h 1168400"/>
                <a:gd name="connsiteX0" fmla="*/ 0 w 3606800"/>
                <a:gd name="connsiteY0" fmla="*/ 1244600 h 2146300"/>
                <a:gd name="connsiteX1" fmla="*/ 3606800 w 3606800"/>
                <a:gd name="connsiteY1" fmla="*/ 0 h 2146300"/>
                <a:gd name="connsiteX2" fmla="*/ 0 w 3606800"/>
                <a:gd name="connsiteY2" fmla="*/ 2146300 h 2146300"/>
                <a:gd name="connsiteX3" fmla="*/ 0 w 3606800"/>
                <a:gd name="connsiteY3" fmla="*/ 1244600 h 2146300"/>
                <a:gd name="connsiteX0" fmla="*/ 0 w 3606800"/>
                <a:gd name="connsiteY0" fmla="*/ 1244600 h 2857500"/>
                <a:gd name="connsiteX1" fmla="*/ 3606800 w 3606800"/>
                <a:gd name="connsiteY1" fmla="*/ 0 h 2857500"/>
                <a:gd name="connsiteX2" fmla="*/ 1727200 w 3606800"/>
                <a:gd name="connsiteY2" fmla="*/ 2857500 h 2857500"/>
                <a:gd name="connsiteX3" fmla="*/ 0 w 3606800"/>
                <a:gd name="connsiteY3" fmla="*/ 1244600 h 2857500"/>
                <a:gd name="connsiteX0" fmla="*/ 0 w 3606800"/>
                <a:gd name="connsiteY0" fmla="*/ 1244600 h 2902271"/>
                <a:gd name="connsiteX1" fmla="*/ 3606800 w 3606800"/>
                <a:gd name="connsiteY1" fmla="*/ 0 h 2902271"/>
                <a:gd name="connsiteX2" fmla="*/ 1727200 w 3606800"/>
                <a:gd name="connsiteY2" fmla="*/ 2857500 h 2902271"/>
                <a:gd name="connsiteX3" fmla="*/ 12700 w 3606800"/>
                <a:gd name="connsiteY3" fmla="*/ 2819400 h 2902271"/>
                <a:gd name="connsiteX4" fmla="*/ 0 w 3606800"/>
                <a:gd name="connsiteY4" fmla="*/ 1244600 h 2902271"/>
                <a:gd name="connsiteX0" fmla="*/ 0 w 3606800"/>
                <a:gd name="connsiteY0" fmla="*/ 1244600 h 2857500"/>
                <a:gd name="connsiteX1" fmla="*/ 3606800 w 3606800"/>
                <a:gd name="connsiteY1" fmla="*/ 0 h 2857500"/>
                <a:gd name="connsiteX2" fmla="*/ 1727200 w 3606800"/>
                <a:gd name="connsiteY2" fmla="*/ 2857500 h 2857500"/>
                <a:gd name="connsiteX3" fmla="*/ 12700 w 3606800"/>
                <a:gd name="connsiteY3" fmla="*/ 2819400 h 2857500"/>
                <a:gd name="connsiteX4" fmla="*/ 0 w 3606800"/>
                <a:gd name="connsiteY4" fmla="*/ 1244600 h 2857500"/>
                <a:gd name="connsiteX0" fmla="*/ 0 w 3606800"/>
                <a:gd name="connsiteY0" fmla="*/ 1244600 h 2866612"/>
                <a:gd name="connsiteX1" fmla="*/ 3606800 w 3606800"/>
                <a:gd name="connsiteY1" fmla="*/ 0 h 2866612"/>
                <a:gd name="connsiteX2" fmla="*/ 1727200 w 3606800"/>
                <a:gd name="connsiteY2" fmla="*/ 2857500 h 2866612"/>
                <a:gd name="connsiteX3" fmla="*/ 12700 w 3606800"/>
                <a:gd name="connsiteY3" fmla="*/ 2819400 h 2866612"/>
                <a:gd name="connsiteX4" fmla="*/ 0 w 3606800"/>
                <a:gd name="connsiteY4" fmla="*/ 1244600 h 2866612"/>
                <a:gd name="connsiteX0" fmla="*/ 0 w 3606800"/>
                <a:gd name="connsiteY0" fmla="*/ 1244600 h 2857500"/>
                <a:gd name="connsiteX1" fmla="*/ 3606800 w 3606800"/>
                <a:gd name="connsiteY1" fmla="*/ 0 h 2857500"/>
                <a:gd name="connsiteX2" fmla="*/ 1727200 w 3606800"/>
                <a:gd name="connsiteY2" fmla="*/ 2857500 h 2857500"/>
                <a:gd name="connsiteX3" fmla="*/ 12700 w 3606800"/>
                <a:gd name="connsiteY3" fmla="*/ 2819400 h 2857500"/>
                <a:gd name="connsiteX4" fmla="*/ 0 w 3606800"/>
                <a:gd name="connsiteY4" fmla="*/ 1244600 h 2857500"/>
                <a:gd name="connsiteX0" fmla="*/ 0 w 3606800"/>
                <a:gd name="connsiteY0" fmla="*/ 1244600 h 2857500"/>
                <a:gd name="connsiteX1" fmla="*/ 3606800 w 3606800"/>
                <a:gd name="connsiteY1" fmla="*/ 0 h 2857500"/>
                <a:gd name="connsiteX2" fmla="*/ 1727200 w 3606800"/>
                <a:gd name="connsiteY2" fmla="*/ 2857500 h 2857500"/>
                <a:gd name="connsiteX3" fmla="*/ 12700 w 3606800"/>
                <a:gd name="connsiteY3" fmla="*/ 2819400 h 2857500"/>
                <a:gd name="connsiteX4" fmla="*/ 0 w 3606800"/>
                <a:gd name="connsiteY4" fmla="*/ 1244600 h 2857500"/>
                <a:gd name="connsiteX0" fmla="*/ 0 w 3606800"/>
                <a:gd name="connsiteY0" fmla="*/ 1244600 h 2881832"/>
                <a:gd name="connsiteX1" fmla="*/ 3606800 w 3606800"/>
                <a:gd name="connsiteY1" fmla="*/ 0 h 2881832"/>
                <a:gd name="connsiteX2" fmla="*/ 1727200 w 3606800"/>
                <a:gd name="connsiteY2" fmla="*/ 2857500 h 2881832"/>
                <a:gd name="connsiteX3" fmla="*/ 5080 w 3606800"/>
                <a:gd name="connsiteY3" fmla="*/ 2865120 h 2881832"/>
                <a:gd name="connsiteX4" fmla="*/ 0 w 3606800"/>
                <a:gd name="connsiteY4" fmla="*/ 1244600 h 2881832"/>
                <a:gd name="connsiteX0" fmla="*/ 0 w 3606800"/>
                <a:gd name="connsiteY0" fmla="*/ 1244600 h 2865120"/>
                <a:gd name="connsiteX1" fmla="*/ 3606800 w 3606800"/>
                <a:gd name="connsiteY1" fmla="*/ 0 h 2865120"/>
                <a:gd name="connsiteX2" fmla="*/ 1727200 w 3606800"/>
                <a:gd name="connsiteY2" fmla="*/ 2857500 h 2865120"/>
                <a:gd name="connsiteX3" fmla="*/ 5080 w 3606800"/>
                <a:gd name="connsiteY3" fmla="*/ 2865120 h 2865120"/>
                <a:gd name="connsiteX4" fmla="*/ 0 w 3606800"/>
                <a:gd name="connsiteY4" fmla="*/ 1244600 h 2865120"/>
                <a:gd name="connsiteX0" fmla="*/ 0 w 3606800"/>
                <a:gd name="connsiteY0" fmla="*/ 1244600 h 2865120"/>
                <a:gd name="connsiteX1" fmla="*/ 3606800 w 3606800"/>
                <a:gd name="connsiteY1" fmla="*/ 0 h 2865120"/>
                <a:gd name="connsiteX2" fmla="*/ 1727200 w 3606800"/>
                <a:gd name="connsiteY2" fmla="*/ 2857500 h 2865120"/>
                <a:gd name="connsiteX3" fmla="*/ 5080 w 3606800"/>
                <a:gd name="connsiteY3" fmla="*/ 2865120 h 2865120"/>
                <a:gd name="connsiteX4" fmla="*/ 0 w 3606800"/>
                <a:gd name="connsiteY4" fmla="*/ 1244600 h 2865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06800" h="2865120">
                  <a:moveTo>
                    <a:pt x="0" y="1244600"/>
                  </a:moveTo>
                  <a:lnTo>
                    <a:pt x="3606800" y="0"/>
                  </a:lnTo>
                  <a:lnTo>
                    <a:pt x="1727200" y="2857500"/>
                  </a:lnTo>
                  <a:lnTo>
                    <a:pt x="5080" y="2865120"/>
                  </a:lnTo>
                  <a:cubicBezTo>
                    <a:pt x="3387" y="2324947"/>
                    <a:pt x="1693" y="1784773"/>
                    <a:pt x="0" y="124460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1B75BC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8" name="Rectangle 1">
              <a:extLst>
                <a:ext uri="{FF2B5EF4-FFF2-40B4-BE49-F238E27FC236}">
                  <a16:creationId xmlns:a16="http://schemas.microsoft.com/office/drawing/2014/main" id="{000905DE-A103-D404-B98D-ABB24F02A543}"/>
                </a:ext>
              </a:extLst>
            </p:cNvPr>
            <p:cNvSpPr/>
            <p:nvPr userDrawn="1"/>
          </p:nvSpPr>
          <p:spPr>
            <a:xfrm rot="16200000">
              <a:off x="1383972" y="4338949"/>
              <a:ext cx="2948633" cy="2127185"/>
            </a:xfrm>
            <a:custGeom>
              <a:avLst/>
              <a:gdLst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3454400 w 3454400"/>
                <a:gd name="connsiteY2" fmla="*/ 736600 h 736600"/>
                <a:gd name="connsiteX3" fmla="*/ 0 w 3454400"/>
                <a:gd name="connsiteY3" fmla="*/ 736600 h 736600"/>
                <a:gd name="connsiteX4" fmla="*/ 0 w 3454400"/>
                <a:gd name="connsiteY4" fmla="*/ 0 h 736600"/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0 w 3454400"/>
                <a:gd name="connsiteY2" fmla="*/ 736600 h 736600"/>
                <a:gd name="connsiteX3" fmla="*/ 0 w 3454400"/>
                <a:gd name="connsiteY3" fmla="*/ 0 h 736600"/>
                <a:gd name="connsiteX0" fmla="*/ 0 w 3454400"/>
                <a:gd name="connsiteY0" fmla="*/ 0 h 901700"/>
                <a:gd name="connsiteX1" fmla="*/ 3454400 w 3454400"/>
                <a:gd name="connsiteY1" fmla="*/ 165100 h 901700"/>
                <a:gd name="connsiteX2" fmla="*/ 0 w 3454400"/>
                <a:gd name="connsiteY2" fmla="*/ 901700 h 901700"/>
                <a:gd name="connsiteX3" fmla="*/ 0 w 3454400"/>
                <a:gd name="connsiteY3" fmla="*/ 0 h 901700"/>
                <a:gd name="connsiteX0" fmla="*/ 0 w 3467100"/>
                <a:gd name="connsiteY0" fmla="*/ 266700 h 1168400"/>
                <a:gd name="connsiteX1" fmla="*/ 3467100 w 3467100"/>
                <a:gd name="connsiteY1" fmla="*/ 0 h 1168400"/>
                <a:gd name="connsiteX2" fmla="*/ 0 w 3467100"/>
                <a:gd name="connsiteY2" fmla="*/ 1168400 h 1168400"/>
                <a:gd name="connsiteX3" fmla="*/ 0 w 3467100"/>
                <a:gd name="connsiteY3" fmla="*/ 266700 h 1168400"/>
                <a:gd name="connsiteX0" fmla="*/ 0 w 3570795"/>
                <a:gd name="connsiteY0" fmla="*/ 257273 h 1158973"/>
                <a:gd name="connsiteX1" fmla="*/ 3570795 w 3570795"/>
                <a:gd name="connsiteY1" fmla="*/ 0 h 1158973"/>
                <a:gd name="connsiteX2" fmla="*/ 0 w 3570795"/>
                <a:gd name="connsiteY2" fmla="*/ 1158973 h 1158973"/>
                <a:gd name="connsiteX3" fmla="*/ 0 w 3570795"/>
                <a:gd name="connsiteY3" fmla="*/ 257273 h 1158973"/>
                <a:gd name="connsiteX0" fmla="*/ 0 w 2835504"/>
                <a:gd name="connsiteY0" fmla="*/ 0 h 1750636"/>
                <a:gd name="connsiteX1" fmla="*/ 2835504 w 2835504"/>
                <a:gd name="connsiteY1" fmla="*/ 1750636 h 1750636"/>
                <a:gd name="connsiteX2" fmla="*/ 0 w 2835504"/>
                <a:gd name="connsiteY2" fmla="*/ 901700 h 1750636"/>
                <a:gd name="connsiteX3" fmla="*/ 0 w 2835504"/>
                <a:gd name="connsiteY3" fmla="*/ 0 h 1750636"/>
                <a:gd name="connsiteX0" fmla="*/ 0 w 2835504"/>
                <a:gd name="connsiteY0" fmla="*/ 0 h 1750636"/>
                <a:gd name="connsiteX1" fmla="*/ 2835504 w 2835504"/>
                <a:gd name="connsiteY1" fmla="*/ 1750636 h 1750636"/>
                <a:gd name="connsiteX2" fmla="*/ 0 w 2835504"/>
                <a:gd name="connsiteY2" fmla="*/ 1684125 h 1750636"/>
                <a:gd name="connsiteX3" fmla="*/ 0 w 2835504"/>
                <a:gd name="connsiteY3" fmla="*/ 0 h 1750636"/>
                <a:gd name="connsiteX0" fmla="*/ 0 w 2835504"/>
                <a:gd name="connsiteY0" fmla="*/ 0 h 1873184"/>
                <a:gd name="connsiteX1" fmla="*/ 2835504 w 2835504"/>
                <a:gd name="connsiteY1" fmla="*/ 1873184 h 1873184"/>
                <a:gd name="connsiteX2" fmla="*/ 0 w 2835504"/>
                <a:gd name="connsiteY2" fmla="*/ 1806673 h 1873184"/>
                <a:gd name="connsiteX3" fmla="*/ 0 w 2835504"/>
                <a:gd name="connsiteY3" fmla="*/ 0 h 1873184"/>
                <a:gd name="connsiteX0" fmla="*/ 0 w 2863785"/>
                <a:gd name="connsiteY0" fmla="*/ 0 h 1863758"/>
                <a:gd name="connsiteX1" fmla="*/ 2863785 w 2863785"/>
                <a:gd name="connsiteY1" fmla="*/ 1863758 h 1863758"/>
                <a:gd name="connsiteX2" fmla="*/ 0 w 2863785"/>
                <a:gd name="connsiteY2" fmla="*/ 1806673 h 1863758"/>
                <a:gd name="connsiteX3" fmla="*/ 0 w 2863785"/>
                <a:gd name="connsiteY3" fmla="*/ 0 h 1863758"/>
                <a:gd name="connsiteX0" fmla="*/ 0 w 2863787"/>
                <a:gd name="connsiteY0" fmla="*/ 0 h 1835480"/>
                <a:gd name="connsiteX1" fmla="*/ 2863787 w 2863787"/>
                <a:gd name="connsiteY1" fmla="*/ 1835480 h 1835480"/>
                <a:gd name="connsiteX2" fmla="*/ 0 w 2863787"/>
                <a:gd name="connsiteY2" fmla="*/ 1806673 h 1835480"/>
                <a:gd name="connsiteX3" fmla="*/ 0 w 2863787"/>
                <a:gd name="connsiteY3" fmla="*/ 0 h 1835480"/>
                <a:gd name="connsiteX0" fmla="*/ 18857 w 2882644"/>
                <a:gd name="connsiteY0" fmla="*/ 0 h 2051772"/>
                <a:gd name="connsiteX1" fmla="*/ 2882644 w 2882644"/>
                <a:gd name="connsiteY1" fmla="*/ 1835480 h 2051772"/>
                <a:gd name="connsiteX2" fmla="*/ 0 w 2882644"/>
                <a:gd name="connsiteY2" fmla="*/ 2051772 h 2051772"/>
                <a:gd name="connsiteX3" fmla="*/ 18857 w 2882644"/>
                <a:gd name="connsiteY3" fmla="*/ 0 h 2051772"/>
                <a:gd name="connsiteX0" fmla="*/ 18857 w 2882644"/>
                <a:gd name="connsiteY0" fmla="*/ 0 h 2127185"/>
                <a:gd name="connsiteX1" fmla="*/ 2882644 w 2882644"/>
                <a:gd name="connsiteY1" fmla="*/ 1910893 h 2127185"/>
                <a:gd name="connsiteX2" fmla="*/ 0 w 2882644"/>
                <a:gd name="connsiteY2" fmla="*/ 2127185 h 2127185"/>
                <a:gd name="connsiteX3" fmla="*/ 18857 w 2882644"/>
                <a:gd name="connsiteY3" fmla="*/ 0 h 2127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82644" h="2127185">
                  <a:moveTo>
                    <a:pt x="18857" y="0"/>
                  </a:moveTo>
                  <a:lnTo>
                    <a:pt x="2882644" y="1910893"/>
                  </a:lnTo>
                  <a:lnTo>
                    <a:pt x="0" y="2127185"/>
                  </a:lnTo>
                  <a:lnTo>
                    <a:pt x="18857" y="0"/>
                  </a:lnTo>
                  <a:close/>
                </a:path>
              </a:pathLst>
            </a:custGeom>
            <a:gradFill>
              <a:gsLst>
                <a:gs pos="100000">
                  <a:schemeClr val="accent3"/>
                </a:gs>
                <a:gs pos="0">
                  <a:srgbClr val="1B75BC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9" name="Rectangle 1">
              <a:extLst>
                <a:ext uri="{FF2B5EF4-FFF2-40B4-BE49-F238E27FC236}">
                  <a16:creationId xmlns:a16="http://schemas.microsoft.com/office/drawing/2014/main" id="{04B3BAE2-1CF0-CD26-7ADD-CD6A1BB9F72B}"/>
                </a:ext>
              </a:extLst>
            </p:cNvPr>
            <p:cNvSpPr/>
            <p:nvPr userDrawn="1"/>
          </p:nvSpPr>
          <p:spPr>
            <a:xfrm rot="16200000">
              <a:off x="4075788" y="3616875"/>
              <a:ext cx="2930683" cy="3572238"/>
            </a:xfrm>
            <a:custGeom>
              <a:avLst/>
              <a:gdLst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3454400 w 3454400"/>
                <a:gd name="connsiteY2" fmla="*/ 736600 h 736600"/>
                <a:gd name="connsiteX3" fmla="*/ 0 w 3454400"/>
                <a:gd name="connsiteY3" fmla="*/ 736600 h 736600"/>
                <a:gd name="connsiteX4" fmla="*/ 0 w 3454400"/>
                <a:gd name="connsiteY4" fmla="*/ 0 h 736600"/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0 w 3454400"/>
                <a:gd name="connsiteY2" fmla="*/ 736600 h 736600"/>
                <a:gd name="connsiteX3" fmla="*/ 0 w 3454400"/>
                <a:gd name="connsiteY3" fmla="*/ 0 h 736600"/>
                <a:gd name="connsiteX0" fmla="*/ 0 w 3454400"/>
                <a:gd name="connsiteY0" fmla="*/ 0 h 901700"/>
                <a:gd name="connsiteX1" fmla="*/ 3454400 w 3454400"/>
                <a:gd name="connsiteY1" fmla="*/ 165100 h 901700"/>
                <a:gd name="connsiteX2" fmla="*/ 0 w 3454400"/>
                <a:gd name="connsiteY2" fmla="*/ 901700 h 901700"/>
                <a:gd name="connsiteX3" fmla="*/ 0 w 3454400"/>
                <a:gd name="connsiteY3" fmla="*/ 0 h 901700"/>
                <a:gd name="connsiteX0" fmla="*/ 0 w 3467100"/>
                <a:gd name="connsiteY0" fmla="*/ 266700 h 1168400"/>
                <a:gd name="connsiteX1" fmla="*/ 3467100 w 3467100"/>
                <a:gd name="connsiteY1" fmla="*/ 0 h 1168400"/>
                <a:gd name="connsiteX2" fmla="*/ 0 w 3467100"/>
                <a:gd name="connsiteY2" fmla="*/ 1168400 h 1168400"/>
                <a:gd name="connsiteX3" fmla="*/ 0 w 3467100"/>
                <a:gd name="connsiteY3" fmla="*/ 266700 h 1168400"/>
                <a:gd name="connsiteX0" fmla="*/ 0 w 3570795"/>
                <a:gd name="connsiteY0" fmla="*/ 257273 h 1158973"/>
                <a:gd name="connsiteX1" fmla="*/ 3570795 w 3570795"/>
                <a:gd name="connsiteY1" fmla="*/ 0 h 1158973"/>
                <a:gd name="connsiteX2" fmla="*/ 0 w 3570795"/>
                <a:gd name="connsiteY2" fmla="*/ 1158973 h 1158973"/>
                <a:gd name="connsiteX3" fmla="*/ 0 w 3570795"/>
                <a:gd name="connsiteY3" fmla="*/ 257273 h 1158973"/>
                <a:gd name="connsiteX0" fmla="*/ 0 w 2835504"/>
                <a:gd name="connsiteY0" fmla="*/ 0 h 1750636"/>
                <a:gd name="connsiteX1" fmla="*/ 2835504 w 2835504"/>
                <a:gd name="connsiteY1" fmla="*/ 1750636 h 1750636"/>
                <a:gd name="connsiteX2" fmla="*/ 0 w 2835504"/>
                <a:gd name="connsiteY2" fmla="*/ 901700 h 1750636"/>
                <a:gd name="connsiteX3" fmla="*/ 0 w 2835504"/>
                <a:gd name="connsiteY3" fmla="*/ 0 h 1750636"/>
                <a:gd name="connsiteX0" fmla="*/ 0 w 2835504"/>
                <a:gd name="connsiteY0" fmla="*/ 0 h 1750636"/>
                <a:gd name="connsiteX1" fmla="*/ 2835504 w 2835504"/>
                <a:gd name="connsiteY1" fmla="*/ 1750636 h 1750636"/>
                <a:gd name="connsiteX2" fmla="*/ 0 w 2835504"/>
                <a:gd name="connsiteY2" fmla="*/ 1684125 h 1750636"/>
                <a:gd name="connsiteX3" fmla="*/ 0 w 2835504"/>
                <a:gd name="connsiteY3" fmla="*/ 0 h 1750636"/>
                <a:gd name="connsiteX0" fmla="*/ 0 w 2835504"/>
                <a:gd name="connsiteY0" fmla="*/ 0 h 1873184"/>
                <a:gd name="connsiteX1" fmla="*/ 2835504 w 2835504"/>
                <a:gd name="connsiteY1" fmla="*/ 1873184 h 1873184"/>
                <a:gd name="connsiteX2" fmla="*/ 0 w 2835504"/>
                <a:gd name="connsiteY2" fmla="*/ 1806673 h 1873184"/>
                <a:gd name="connsiteX3" fmla="*/ 0 w 2835504"/>
                <a:gd name="connsiteY3" fmla="*/ 0 h 1873184"/>
                <a:gd name="connsiteX0" fmla="*/ 0 w 2863785"/>
                <a:gd name="connsiteY0" fmla="*/ 0 h 1863758"/>
                <a:gd name="connsiteX1" fmla="*/ 2863785 w 2863785"/>
                <a:gd name="connsiteY1" fmla="*/ 1863758 h 1863758"/>
                <a:gd name="connsiteX2" fmla="*/ 0 w 2863785"/>
                <a:gd name="connsiteY2" fmla="*/ 1806673 h 1863758"/>
                <a:gd name="connsiteX3" fmla="*/ 0 w 2863785"/>
                <a:gd name="connsiteY3" fmla="*/ 0 h 1863758"/>
                <a:gd name="connsiteX0" fmla="*/ 0 w 2863787"/>
                <a:gd name="connsiteY0" fmla="*/ 0 h 1835480"/>
                <a:gd name="connsiteX1" fmla="*/ 2863787 w 2863787"/>
                <a:gd name="connsiteY1" fmla="*/ 1835480 h 1835480"/>
                <a:gd name="connsiteX2" fmla="*/ 0 w 2863787"/>
                <a:gd name="connsiteY2" fmla="*/ 1806673 h 1835480"/>
                <a:gd name="connsiteX3" fmla="*/ 0 w 2863787"/>
                <a:gd name="connsiteY3" fmla="*/ 0 h 1835480"/>
                <a:gd name="connsiteX0" fmla="*/ 18857 w 2882644"/>
                <a:gd name="connsiteY0" fmla="*/ 0 h 2051772"/>
                <a:gd name="connsiteX1" fmla="*/ 2882644 w 2882644"/>
                <a:gd name="connsiteY1" fmla="*/ 1835480 h 2051772"/>
                <a:gd name="connsiteX2" fmla="*/ 0 w 2882644"/>
                <a:gd name="connsiteY2" fmla="*/ 2051772 h 2051772"/>
                <a:gd name="connsiteX3" fmla="*/ 18857 w 2882644"/>
                <a:gd name="connsiteY3" fmla="*/ 0 h 2051772"/>
                <a:gd name="connsiteX0" fmla="*/ 18857 w 2948632"/>
                <a:gd name="connsiteY0" fmla="*/ 210137 h 2261909"/>
                <a:gd name="connsiteX1" fmla="*/ 2948632 w 2948632"/>
                <a:gd name="connsiteY1" fmla="*/ 0 h 2261909"/>
                <a:gd name="connsiteX2" fmla="*/ 0 w 2948632"/>
                <a:gd name="connsiteY2" fmla="*/ 2261909 h 2261909"/>
                <a:gd name="connsiteX3" fmla="*/ 18857 w 2948632"/>
                <a:gd name="connsiteY3" fmla="*/ 210137 h 2261909"/>
                <a:gd name="connsiteX0" fmla="*/ 9427 w 2939202"/>
                <a:gd name="connsiteY0" fmla="*/ 210137 h 3543958"/>
                <a:gd name="connsiteX1" fmla="*/ 2939202 w 2939202"/>
                <a:gd name="connsiteY1" fmla="*/ 0 h 3543958"/>
                <a:gd name="connsiteX2" fmla="*/ 0 w 2939202"/>
                <a:gd name="connsiteY2" fmla="*/ 3543958 h 3543958"/>
                <a:gd name="connsiteX3" fmla="*/ 9427 w 2939202"/>
                <a:gd name="connsiteY3" fmla="*/ 210137 h 3543958"/>
                <a:gd name="connsiteX0" fmla="*/ 9427 w 2929776"/>
                <a:gd name="connsiteY0" fmla="*/ 238417 h 3572238"/>
                <a:gd name="connsiteX1" fmla="*/ 2929776 w 2929776"/>
                <a:gd name="connsiteY1" fmla="*/ 0 h 3572238"/>
                <a:gd name="connsiteX2" fmla="*/ 0 w 2929776"/>
                <a:gd name="connsiteY2" fmla="*/ 3572238 h 3572238"/>
                <a:gd name="connsiteX3" fmla="*/ 9427 w 2929776"/>
                <a:gd name="connsiteY3" fmla="*/ 238417 h 3572238"/>
                <a:gd name="connsiteX0" fmla="*/ 907 w 2930683"/>
                <a:gd name="connsiteY0" fmla="*/ 219563 h 3572238"/>
                <a:gd name="connsiteX1" fmla="*/ 2930683 w 2930683"/>
                <a:gd name="connsiteY1" fmla="*/ 0 h 3572238"/>
                <a:gd name="connsiteX2" fmla="*/ 907 w 2930683"/>
                <a:gd name="connsiteY2" fmla="*/ 3572238 h 3572238"/>
                <a:gd name="connsiteX3" fmla="*/ 907 w 2930683"/>
                <a:gd name="connsiteY3" fmla="*/ 219563 h 3572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0683" h="3572238">
                  <a:moveTo>
                    <a:pt x="907" y="219563"/>
                  </a:moveTo>
                  <a:lnTo>
                    <a:pt x="2930683" y="0"/>
                  </a:lnTo>
                  <a:lnTo>
                    <a:pt x="907" y="3572238"/>
                  </a:lnTo>
                  <a:cubicBezTo>
                    <a:pt x="4049" y="2460964"/>
                    <a:pt x="-2235" y="1330837"/>
                    <a:pt x="907" y="219563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3">
                    <a:lumMod val="75000"/>
                  </a:schemeClr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0" name="Rectangle 1">
              <a:extLst>
                <a:ext uri="{FF2B5EF4-FFF2-40B4-BE49-F238E27FC236}">
                  <a16:creationId xmlns:a16="http://schemas.microsoft.com/office/drawing/2014/main" id="{686DEDC8-C71C-E1F8-0601-D93F92F46FB7}"/>
                </a:ext>
              </a:extLst>
            </p:cNvPr>
            <p:cNvSpPr/>
            <p:nvPr userDrawn="1"/>
          </p:nvSpPr>
          <p:spPr>
            <a:xfrm rot="16200000">
              <a:off x="7037377" y="3183243"/>
              <a:ext cx="1837173" cy="5533011"/>
            </a:xfrm>
            <a:custGeom>
              <a:avLst/>
              <a:gdLst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3454400 w 3454400"/>
                <a:gd name="connsiteY2" fmla="*/ 736600 h 736600"/>
                <a:gd name="connsiteX3" fmla="*/ 0 w 3454400"/>
                <a:gd name="connsiteY3" fmla="*/ 736600 h 736600"/>
                <a:gd name="connsiteX4" fmla="*/ 0 w 3454400"/>
                <a:gd name="connsiteY4" fmla="*/ 0 h 736600"/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0 w 3454400"/>
                <a:gd name="connsiteY2" fmla="*/ 736600 h 736600"/>
                <a:gd name="connsiteX3" fmla="*/ 0 w 3454400"/>
                <a:gd name="connsiteY3" fmla="*/ 0 h 736600"/>
                <a:gd name="connsiteX0" fmla="*/ 0 w 3454400"/>
                <a:gd name="connsiteY0" fmla="*/ 0 h 901700"/>
                <a:gd name="connsiteX1" fmla="*/ 3454400 w 3454400"/>
                <a:gd name="connsiteY1" fmla="*/ 165100 h 901700"/>
                <a:gd name="connsiteX2" fmla="*/ 0 w 3454400"/>
                <a:gd name="connsiteY2" fmla="*/ 901700 h 901700"/>
                <a:gd name="connsiteX3" fmla="*/ 0 w 3454400"/>
                <a:gd name="connsiteY3" fmla="*/ 0 h 901700"/>
                <a:gd name="connsiteX0" fmla="*/ 0 w 3467100"/>
                <a:gd name="connsiteY0" fmla="*/ 266700 h 1168400"/>
                <a:gd name="connsiteX1" fmla="*/ 3467100 w 3467100"/>
                <a:gd name="connsiteY1" fmla="*/ 0 h 1168400"/>
                <a:gd name="connsiteX2" fmla="*/ 0 w 3467100"/>
                <a:gd name="connsiteY2" fmla="*/ 1168400 h 1168400"/>
                <a:gd name="connsiteX3" fmla="*/ 0 w 3467100"/>
                <a:gd name="connsiteY3" fmla="*/ 266700 h 1168400"/>
                <a:gd name="connsiteX0" fmla="*/ 0 w 3570795"/>
                <a:gd name="connsiteY0" fmla="*/ 257273 h 1158973"/>
                <a:gd name="connsiteX1" fmla="*/ 3570795 w 3570795"/>
                <a:gd name="connsiteY1" fmla="*/ 0 h 1158973"/>
                <a:gd name="connsiteX2" fmla="*/ 0 w 3570795"/>
                <a:gd name="connsiteY2" fmla="*/ 1158973 h 1158973"/>
                <a:gd name="connsiteX3" fmla="*/ 0 w 3570795"/>
                <a:gd name="connsiteY3" fmla="*/ 257273 h 1158973"/>
                <a:gd name="connsiteX0" fmla="*/ 0 w 2835504"/>
                <a:gd name="connsiteY0" fmla="*/ 0 h 1750636"/>
                <a:gd name="connsiteX1" fmla="*/ 2835504 w 2835504"/>
                <a:gd name="connsiteY1" fmla="*/ 1750636 h 1750636"/>
                <a:gd name="connsiteX2" fmla="*/ 0 w 2835504"/>
                <a:gd name="connsiteY2" fmla="*/ 901700 h 1750636"/>
                <a:gd name="connsiteX3" fmla="*/ 0 w 2835504"/>
                <a:gd name="connsiteY3" fmla="*/ 0 h 1750636"/>
                <a:gd name="connsiteX0" fmla="*/ 0 w 2835504"/>
                <a:gd name="connsiteY0" fmla="*/ 0 h 1750636"/>
                <a:gd name="connsiteX1" fmla="*/ 2835504 w 2835504"/>
                <a:gd name="connsiteY1" fmla="*/ 1750636 h 1750636"/>
                <a:gd name="connsiteX2" fmla="*/ 0 w 2835504"/>
                <a:gd name="connsiteY2" fmla="*/ 1684125 h 1750636"/>
                <a:gd name="connsiteX3" fmla="*/ 0 w 2835504"/>
                <a:gd name="connsiteY3" fmla="*/ 0 h 1750636"/>
                <a:gd name="connsiteX0" fmla="*/ 0 w 2835504"/>
                <a:gd name="connsiteY0" fmla="*/ 0 h 1873184"/>
                <a:gd name="connsiteX1" fmla="*/ 2835504 w 2835504"/>
                <a:gd name="connsiteY1" fmla="*/ 1873184 h 1873184"/>
                <a:gd name="connsiteX2" fmla="*/ 0 w 2835504"/>
                <a:gd name="connsiteY2" fmla="*/ 1806673 h 1873184"/>
                <a:gd name="connsiteX3" fmla="*/ 0 w 2835504"/>
                <a:gd name="connsiteY3" fmla="*/ 0 h 1873184"/>
                <a:gd name="connsiteX0" fmla="*/ 0 w 2863785"/>
                <a:gd name="connsiteY0" fmla="*/ 0 h 1863758"/>
                <a:gd name="connsiteX1" fmla="*/ 2863785 w 2863785"/>
                <a:gd name="connsiteY1" fmla="*/ 1863758 h 1863758"/>
                <a:gd name="connsiteX2" fmla="*/ 0 w 2863785"/>
                <a:gd name="connsiteY2" fmla="*/ 1806673 h 1863758"/>
                <a:gd name="connsiteX3" fmla="*/ 0 w 2863785"/>
                <a:gd name="connsiteY3" fmla="*/ 0 h 1863758"/>
                <a:gd name="connsiteX0" fmla="*/ 0 w 2863787"/>
                <a:gd name="connsiteY0" fmla="*/ 0 h 1835480"/>
                <a:gd name="connsiteX1" fmla="*/ 2863787 w 2863787"/>
                <a:gd name="connsiteY1" fmla="*/ 1835480 h 1835480"/>
                <a:gd name="connsiteX2" fmla="*/ 0 w 2863787"/>
                <a:gd name="connsiteY2" fmla="*/ 1806673 h 1835480"/>
                <a:gd name="connsiteX3" fmla="*/ 0 w 2863787"/>
                <a:gd name="connsiteY3" fmla="*/ 0 h 1835480"/>
                <a:gd name="connsiteX0" fmla="*/ 18857 w 2882644"/>
                <a:gd name="connsiteY0" fmla="*/ 0 h 2051772"/>
                <a:gd name="connsiteX1" fmla="*/ 2882644 w 2882644"/>
                <a:gd name="connsiteY1" fmla="*/ 1835480 h 2051772"/>
                <a:gd name="connsiteX2" fmla="*/ 0 w 2882644"/>
                <a:gd name="connsiteY2" fmla="*/ 2051772 h 2051772"/>
                <a:gd name="connsiteX3" fmla="*/ 18857 w 2882644"/>
                <a:gd name="connsiteY3" fmla="*/ 0 h 2051772"/>
                <a:gd name="connsiteX0" fmla="*/ 18857 w 2948632"/>
                <a:gd name="connsiteY0" fmla="*/ 210137 h 2261909"/>
                <a:gd name="connsiteX1" fmla="*/ 2948632 w 2948632"/>
                <a:gd name="connsiteY1" fmla="*/ 0 h 2261909"/>
                <a:gd name="connsiteX2" fmla="*/ 0 w 2948632"/>
                <a:gd name="connsiteY2" fmla="*/ 2261909 h 2261909"/>
                <a:gd name="connsiteX3" fmla="*/ 18857 w 2948632"/>
                <a:gd name="connsiteY3" fmla="*/ 210137 h 2261909"/>
                <a:gd name="connsiteX0" fmla="*/ 9427 w 2939202"/>
                <a:gd name="connsiteY0" fmla="*/ 210137 h 3543958"/>
                <a:gd name="connsiteX1" fmla="*/ 2939202 w 2939202"/>
                <a:gd name="connsiteY1" fmla="*/ 0 h 3543958"/>
                <a:gd name="connsiteX2" fmla="*/ 0 w 2939202"/>
                <a:gd name="connsiteY2" fmla="*/ 3543958 h 3543958"/>
                <a:gd name="connsiteX3" fmla="*/ 9427 w 2939202"/>
                <a:gd name="connsiteY3" fmla="*/ 210137 h 3543958"/>
                <a:gd name="connsiteX0" fmla="*/ 9427 w 2929776"/>
                <a:gd name="connsiteY0" fmla="*/ 238417 h 3572238"/>
                <a:gd name="connsiteX1" fmla="*/ 2929776 w 2929776"/>
                <a:gd name="connsiteY1" fmla="*/ 0 h 3572238"/>
                <a:gd name="connsiteX2" fmla="*/ 0 w 2929776"/>
                <a:gd name="connsiteY2" fmla="*/ 3572238 h 3572238"/>
                <a:gd name="connsiteX3" fmla="*/ 9427 w 2929776"/>
                <a:gd name="connsiteY3" fmla="*/ 238417 h 3572238"/>
                <a:gd name="connsiteX0" fmla="*/ 907 w 2930683"/>
                <a:gd name="connsiteY0" fmla="*/ 219563 h 3572238"/>
                <a:gd name="connsiteX1" fmla="*/ 2930683 w 2930683"/>
                <a:gd name="connsiteY1" fmla="*/ 0 h 3572238"/>
                <a:gd name="connsiteX2" fmla="*/ 907 w 2930683"/>
                <a:gd name="connsiteY2" fmla="*/ 3572238 h 3572238"/>
                <a:gd name="connsiteX3" fmla="*/ 907 w 2930683"/>
                <a:gd name="connsiteY3" fmla="*/ 219563 h 3572238"/>
                <a:gd name="connsiteX0" fmla="*/ 907 w 1837173"/>
                <a:gd name="connsiteY0" fmla="*/ 2180336 h 5533011"/>
                <a:gd name="connsiteX1" fmla="*/ 1837173 w 1837173"/>
                <a:gd name="connsiteY1" fmla="*/ 0 h 5533011"/>
                <a:gd name="connsiteX2" fmla="*/ 907 w 1837173"/>
                <a:gd name="connsiteY2" fmla="*/ 5533011 h 5533011"/>
                <a:gd name="connsiteX3" fmla="*/ 907 w 1837173"/>
                <a:gd name="connsiteY3" fmla="*/ 2180336 h 5533011"/>
                <a:gd name="connsiteX0" fmla="*/ 907 w 1837173"/>
                <a:gd name="connsiteY0" fmla="*/ 2218043 h 5533011"/>
                <a:gd name="connsiteX1" fmla="*/ 1837173 w 1837173"/>
                <a:gd name="connsiteY1" fmla="*/ 0 h 5533011"/>
                <a:gd name="connsiteX2" fmla="*/ 907 w 1837173"/>
                <a:gd name="connsiteY2" fmla="*/ 5533011 h 5533011"/>
                <a:gd name="connsiteX3" fmla="*/ 907 w 1837173"/>
                <a:gd name="connsiteY3" fmla="*/ 2218043 h 5533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7173" h="5533011">
                  <a:moveTo>
                    <a:pt x="907" y="2218043"/>
                  </a:moveTo>
                  <a:lnTo>
                    <a:pt x="1837173" y="0"/>
                  </a:lnTo>
                  <a:lnTo>
                    <a:pt x="907" y="5533011"/>
                  </a:lnTo>
                  <a:cubicBezTo>
                    <a:pt x="4049" y="4421737"/>
                    <a:pt x="-2235" y="3329317"/>
                    <a:pt x="907" y="2218043"/>
                  </a:cubicBezTo>
                  <a:close/>
                </a:path>
              </a:pathLst>
            </a:custGeom>
            <a:gradFill>
              <a:gsLst>
                <a:gs pos="45000">
                  <a:schemeClr val="accent3"/>
                </a:gs>
                <a:gs pos="100000">
                  <a:srgbClr val="1B75BC"/>
                </a:gs>
              </a:gsLst>
              <a:lin ang="7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564882EA-3D9E-4877-5961-B18BC092EF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8" y="1449389"/>
            <a:ext cx="11151033" cy="3224211"/>
          </a:xfrm>
        </p:spPr>
        <p:txBody>
          <a:bodyPr/>
          <a:lstStyle>
            <a:lvl1pPr>
              <a:defRPr sz="18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842253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19B4F-E032-7842-81B5-F7DAEF0BD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7A7A84D-8766-D045-8B74-31B5E18E51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0440" y="624142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8BD019-05FF-F145-A6E1-6EE5A88665E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42201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F30FBA-829C-6D43-A610-2ACFFB4565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0440" y="624142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8BD019-05FF-F145-A6E1-6EE5A88665E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747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51D45D-9934-604D-99B4-7F9FD259C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019" y="368300"/>
            <a:ext cx="11151044" cy="9001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73DDE4-94D2-5D4A-8196-76F06726BE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018" y="1449389"/>
            <a:ext cx="11151033" cy="45005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662BF66-4F9E-8D30-103D-C44E14CD1BAC}"/>
              </a:ext>
            </a:extLst>
          </p:cNvPr>
          <p:cNvGrpSpPr/>
          <p:nvPr userDrawn="1"/>
        </p:nvGrpSpPr>
        <p:grpSpPr>
          <a:xfrm>
            <a:off x="337362" y="6000547"/>
            <a:ext cx="1633336" cy="719658"/>
            <a:chOff x="160202" y="5758079"/>
            <a:chExt cx="2310184" cy="101788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7C626DE-394C-4914-C5B2-59BAC8AFA5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60202" y="5758079"/>
              <a:ext cx="2198685" cy="1017881"/>
            </a:xfrm>
            <a:prstGeom prst="rect">
              <a:avLst/>
            </a:prstGeom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D9B1BCF9-28F7-5132-DF0D-EBA2DF39BA52}"/>
                </a:ext>
              </a:extLst>
            </p:cNvPr>
            <p:cNvCxnSpPr>
              <a:cxnSpLocks/>
            </p:cNvCxnSpPr>
            <p:nvPr/>
          </p:nvCxnSpPr>
          <p:spPr>
            <a:xfrm>
              <a:off x="2470386" y="5980428"/>
              <a:ext cx="0" cy="57318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7" name="Picture 2" descr="Coal Mining Health &amp; Safety Services | Coal Services">
            <a:extLst>
              <a:ext uri="{FF2B5EF4-FFF2-40B4-BE49-F238E27FC236}">
                <a16:creationId xmlns:a16="http://schemas.microsoft.com/office/drawing/2014/main" id="{4E5A161A-9D63-DE93-630B-CC3C952E716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42624" y="6130926"/>
            <a:ext cx="971104" cy="471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F960E2-91A0-CB6A-A7C3-C045C270FF0D}"/>
              </a:ext>
            </a:extLst>
          </p:cNvPr>
          <p:cNvSpPr txBox="1"/>
          <p:nvPr userDrawn="1"/>
        </p:nvSpPr>
        <p:spPr>
          <a:xfrm>
            <a:off x="7927089" y="6308575"/>
            <a:ext cx="3011070" cy="230832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900">
                <a:latin typeface="Roboto" panose="02000000000000000000" pitchFamily="2" charset="0"/>
                <a:ea typeface="Roboto" panose="02000000000000000000" pitchFamily="2" charset="0"/>
              </a:rPr>
              <a:t>© The Strategy Group 2026. All rights reserved</a:t>
            </a:r>
            <a:r>
              <a:rPr lang="en-AU" sz="800">
                <a:latin typeface="Roboto" panose="02000000000000000000" pitchFamily="2" charset="0"/>
                <a:ea typeface="Roboto" panose="02000000000000000000" pitchFamily="2" charset="0"/>
              </a:rPr>
              <a:t>. </a:t>
            </a:r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7621E0AC-692E-D20F-992A-AF88F018E6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0440" y="624142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8BD019-05FF-F145-A6E1-6EE5A88665E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684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6" r:id="rId1"/>
    <p:sldLayoutId id="2147483918" r:id="rId2"/>
    <p:sldLayoutId id="2147483919" r:id="rId3"/>
    <p:sldLayoutId id="2147483920" r:id="rId4"/>
    <p:sldLayoutId id="2147483891" r:id="rId5"/>
    <p:sldLayoutId id="2147483926" r:id="rId6"/>
    <p:sldLayoutId id="2147483927" r:id="rId7"/>
    <p:sldLayoutId id="2147483916" r:id="rId8"/>
    <p:sldLayoutId id="2147483917" r:id="rId9"/>
    <p:sldLayoutId id="2147484027" r:id="rId10"/>
    <p:sldLayoutId id="2147484030" r:id="rId11"/>
    <p:sldLayoutId id="2147484046" r:id="rId12"/>
    <p:sldLayoutId id="2147484047" r:id="rId13"/>
    <p:sldLayoutId id="2147484039" r:id="rId14"/>
    <p:sldLayoutId id="2147484043" r:id="rId15"/>
    <p:sldLayoutId id="2147483922" r:id="rId16"/>
    <p:sldLayoutId id="2147483928" r:id="rId17"/>
    <p:sldLayoutId id="2147483929" r:id="rId18"/>
    <p:sldLayoutId id="2147483930" r:id="rId19"/>
    <p:sldLayoutId id="2147483915" r:id="rId20"/>
    <p:sldLayoutId id="2147483912" r:id="rId21"/>
    <p:sldLayoutId id="2147483931" r:id="rId22"/>
    <p:sldLayoutId id="2147483932" r:id="rId23"/>
    <p:sldLayoutId id="2147483933" r:id="rId24"/>
    <p:sldLayoutId id="2147483934" r:id="rId25"/>
    <p:sldLayoutId id="2147483935" r:id="rId26"/>
    <p:sldLayoutId id="2147483936" r:id="rId27"/>
    <p:sldLayoutId id="2147483881" r:id="rId28"/>
    <p:sldLayoutId id="2147483877" r:id="rId29"/>
    <p:sldLayoutId id="2147483910" r:id="rId30"/>
    <p:sldLayoutId id="2147483880" r:id="rId31"/>
    <p:sldLayoutId id="2147483907" r:id="rId32"/>
    <p:sldLayoutId id="2147483874" r:id="rId33"/>
    <p:sldLayoutId id="2147483908" r:id="rId34"/>
    <p:sldLayoutId id="2147483911" r:id="rId35"/>
    <p:sldLayoutId id="2147483913" r:id="rId36"/>
    <p:sldLayoutId id="2147483914" r:id="rId37"/>
    <p:sldLayoutId id="2147483850" r:id="rId38"/>
    <p:sldLayoutId id="2147483851" r:id="rId3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Poppins" pitchFamily="2" charset="77"/>
          <a:ea typeface="+mj-ea"/>
          <a:cs typeface="Poppins" pitchFamily="2" charset="77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oppins Light" panose="00000400000000000000" pitchFamily="2" charset="0"/>
          <a:ea typeface="Lato" panose="020F0502020204030203" pitchFamily="34" charset="0"/>
          <a:cs typeface="Poppins Light" panose="000004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Open Sans Light" panose="020B0306030504020204" pitchFamily="34" charset="0"/>
          <a:ea typeface="Open Sans Light" panose="020B0306030504020204" pitchFamily="34" charset="0"/>
          <a:cs typeface="Open Sans Light" panose="020B0306030504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Lato" panose="020F0502020204030203" pitchFamily="34" charset="0"/>
          <a:cs typeface="Lato" panose="020F050202020403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Lato" panose="020F0502020204030203" pitchFamily="34" charset="0"/>
          <a:cs typeface="Lato" panose="020F050202020403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Lato" panose="020F0502020204030203" pitchFamily="34" charset="0"/>
          <a:cs typeface="Lato" panose="020F050202020403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7355" userDrawn="1">
          <p15:clr>
            <a:srgbClr val="F26B43"/>
          </p15:clr>
        </p15:guide>
        <p15:guide id="5" pos="7129" userDrawn="1">
          <p15:clr>
            <a:srgbClr val="F26B43"/>
          </p15:clr>
        </p15:guide>
      </p15:sldGuideLst>
    </p:ext>
  </p:extLst>
</p:sldMaster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04E26-E604-813E-86D3-014AA1D9C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608ACD3-B5DF-52A8-4DE1-4D5D28F05B17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609641" y="277669"/>
            <a:ext cx="9582359" cy="0"/>
          </a:xfrm>
          <a:prstGeom prst="line">
            <a:avLst/>
          </a:prstGeom>
          <a:ln w="31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55E4999-7C88-D24F-75F2-28872F004E5D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0" y="277669"/>
            <a:ext cx="548641" cy="0"/>
          </a:xfrm>
          <a:prstGeom prst="line">
            <a:avLst/>
          </a:prstGeom>
          <a:ln w="31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0">
            <a:extLst>
              <a:ext uri="{FF2B5EF4-FFF2-40B4-BE49-F238E27FC236}">
                <a16:creationId xmlns:a16="http://schemas.microsoft.com/office/drawing/2014/main" id="{93F24A76-699F-A050-BCAC-71BD08B264A2}"/>
              </a:ext>
            </a:extLst>
          </p:cNvPr>
          <p:cNvSpPr/>
          <p:nvPr/>
        </p:nvSpPr>
        <p:spPr>
          <a:xfrm>
            <a:off x="548641" y="165782"/>
            <a:ext cx="2061000" cy="223773"/>
          </a:xfrm>
          <a:prstGeom prst="roundRect">
            <a:avLst>
              <a:gd name="adj" fmla="val 50000"/>
            </a:avLst>
          </a:prstGeom>
          <a:noFill/>
          <a:ln w="3175">
            <a:noFill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0" cap="none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Poppins" pitchFamily="34" charset="0"/>
                <a:ea typeface="Poppins" pitchFamily="34" charset="-122"/>
                <a:cs typeface="Poppins" pitchFamily="34" charset="-120"/>
              </a:rPr>
              <a:t>What’s already underway</a:t>
            </a:r>
          </a:p>
        </p:txBody>
      </p:sp>
      <p:sp>
        <p:nvSpPr>
          <p:cNvPr id="14" name="Title 4">
            <a:extLst>
              <a:ext uri="{FF2B5EF4-FFF2-40B4-BE49-F238E27FC236}">
                <a16:creationId xmlns:a16="http://schemas.microsoft.com/office/drawing/2014/main" id="{15B0D0C6-2A12-4A64-5CA6-AFD820857D29}"/>
              </a:ext>
            </a:extLst>
          </p:cNvPr>
          <p:cNvSpPr txBox="1">
            <a:spLocks/>
          </p:cNvSpPr>
          <p:nvPr/>
        </p:nvSpPr>
        <p:spPr>
          <a:xfrm>
            <a:off x="525018" y="573082"/>
            <a:ext cx="10808267" cy="7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>
              <a:lnSpc>
                <a:spcPct val="114000"/>
              </a:lnSpc>
              <a:spcBef>
                <a:spcPct val="0"/>
              </a:spcBef>
              <a:buNone/>
              <a:defRPr sz="2200">
                <a:solidFill>
                  <a:schemeClr val="accent6">
                    <a:lumMod val="75000"/>
                  </a:schemeClr>
                </a:solidFill>
                <a:latin typeface="Poppins SemiBold" panose="00000700000000000000" pitchFamily="2" charset="0"/>
                <a:ea typeface="+mj-ea"/>
                <a:cs typeface="Poppins SemiBold" panose="00000700000000000000" pitchFamily="2" charset="0"/>
              </a:defRPr>
            </a:lvl1pPr>
          </a:lstStyle>
          <a:p>
            <a:r>
              <a:rPr lang="en-AU" dirty="0"/>
              <a:t>52 initiatives in train, </a:t>
            </a:r>
            <a:r>
              <a:rPr lang="en-AU" dirty="0">
                <a:solidFill>
                  <a:schemeClr val="accent3"/>
                </a:solidFill>
              </a:rPr>
              <a:t>28 that industry will feel</a:t>
            </a:r>
            <a:endParaRPr lang="en-AU" dirty="0"/>
          </a:p>
        </p:txBody>
      </p:sp>
      <p:sp>
        <p:nvSpPr>
          <p:cNvPr id="101" name="Band label 101"/>
          <p:cNvSpPr txBox="1"/>
          <p:nvPr/>
        </p:nvSpPr>
        <p:spPr>
          <a:xfrm>
            <a:off x="566928" y="124358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dirty="0">
                <a:solidFill>
                  <a:schemeClr val="accent3"/>
                </a:solidFill>
                <a:latin typeface="Poppins SemiBold" pitchFamily="2" charset="0"/>
                <a:cs typeface="Poppins SemiBold" pitchFamily="2" charset="0"/>
              </a:rPr>
              <a:t>WHAT INDUSTRY WILL FEEL</a:t>
            </a:r>
            <a:r>
              <a:rPr lang="en-AU" sz="1050" dirty="0">
                <a:solidFill>
                  <a:schemeClr val="accent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 28 initiatives that change the service, the engagement or the value industry sees</a:t>
            </a:r>
          </a:p>
        </p:txBody>
      </p:sp>
      <p:sp>
        <p:nvSpPr>
          <p:cNvPr id="102" name="Group card 102"/>
          <p:cNvSpPr/>
          <p:nvPr/>
        </p:nvSpPr>
        <p:spPr>
          <a:xfrm>
            <a:off x="566928" y="1554480"/>
            <a:ext cx="2628900" cy="224028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  <a:alpha val="68823"/>
                </a:schemeClr>
              </a:gs>
            </a:gsLst>
            <a:lin ang="5400000" scaled="1"/>
            <a:tileRect/>
          </a:gra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AU" sz="1000"/>
          </a:p>
        </p:txBody>
      </p:sp>
      <p:sp>
        <p:nvSpPr>
          <p:cNvPr id="103" name="Group chip 103"/>
          <p:cNvSpPr/>
          <p:nvPr/>
        </p:nvSpPr>
        <p:spPr>
          <a:xfrm>
            <a:off x="749808" y="1682496"/>
            <a:ext cx="2263140" cy="347472"/>
          </a:xfrm>
          <a:prstGeom prst="roundRect">
            <a:avLst>
              <a:gd name="adj" fmla="val 50000"/>
            </a:avLst>
          </a:prstGeom>
          <a:solidFill>
            <a:srgbClr val="3CA0FF"/>
          </a:solidFill>
          <a:ln>
            <a:noFill/>
          </a:ln>
        </p:spPr>
        <p:txBody>
          <a:bodyPr wrap="square" lIns="137160" tIns="0" rIns="9144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50" b="1" dirty="0">
                <a:solidFill>
                  <a:schemeClr val="bg1"/>
                </a:solidFill>
                <a:latin typeface="Poppins SemiBold" pitchFamily="2" charset="0"/>
                <a:cs typeface="Poppins SemiBold" pitchFamily="2" charset="0"/>
              </a:rPr>
              <a:t>Coal Mines Insurance</a:t>
            </a:r>
            <a:r>
              <a:rPr lang="en-AU" sz="1150" b="1" dirty="0">
                <a:solidFill>
                  <a:schemeClr val="bg1"/>
                </a:solidFill>
                <a:latin typeface="Poppins SemiBold" pitchFamily="2" charset="0"/>
                <a:cs typeface="Poppins SemiBold" pitchFamily="2" charset="0"/>
              </a:rPr>
              <a:t>   9</a:t>
            </a:r>
          </a:p>
        </p:txBody>
      </p:sp>
      <p:sp>
        <p:nvSpPr>
          <p:cNvPr id="104" name="Initiatives 104"/>
          <p:cNvSpPr txBox="1"/>
          <p:nvPr/>
        </p:nvSpPr>
        <p:spPr>
          <a:xfrm>
            <a:off x="768096" y="2121408"/>
            <a:ext cx="2263140" cy="160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37160" indent="-137160">
              <a:lnSpc>
                <a:spcPct val="100000"/>
              </a:lnSpc>
              <a:spcAft>
                <a:spcPts val="200"/>
              </a:spcAft>
              <a:buClr>
                <a:schemeClr val="accent3"/>
              </a:buClr>
              <a:buFont typeface="Arial"/>
              <a:buChar char="•"/>
            </a:pPr>
            <a:r>
              <a:rPr lang="en-AU" sz="1000" dirty="0">
                <a:solidFill>
                  <a:schemeClr val="accent6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 to Green</a:t>
            </a:r>
          </a:p>
          <a:p>
            <a:pPr marL="137160" indent="-137160">
              <a:lnSpc>
                <a:spcPct val="100000"/>
              </a:lnSpc>
              <a:spcAft>
                <a:spcPts val="200"/>
              </a:spcAft>
              <a:buClr>
                <a:schemeClr val="accent3"/>
              </a:buClr>
              <a:buFont typeface="Arial"/>
              <a:buChar char="•"/>
            </a:pPr>
            <a:r>
              <a:rPr lang="en-AU" sz="1000" dirty="0">
                <a:solidFill>
                  <a:schemeClr val="accent6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CMI Transformation</a:t>
            </a:r>
          </a:p>
          <a:p>
            <a:pPr marL="137160" indent="-137160">
              <a:lnSpc>
                <a:spcPct val="100000"/>
              </a:lnSpc>
              <a:spcAft>
                <a:spcPts val="200"/>
              </a:spcAft>
              <a:buClr>
                <a:schemeClr val="accent3"/>
              </a:buClr>
              <a:buFont typeface="Arial"/>
              <a:buChar char="•"/>
            </a:pPr>
            <a:r>
              <a:rPr lang="en-AU" sz="1000" dirty="0">
                <a:solidFill>
                  <a:schemeClr val="accent6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Capability uplift</a:t>
            </a:r>
          </a:p>
          <a:p>
            <a:pPr marL="137160" indent="-137160">
              <a:lnSpc>
                <a:spcPct val="100000"/>
              </a:lnSpc>
              <a:spcAft>
                <a:spcPts val="200"/>
              </a:spcAft>
              <a:buClr>
                <a:schemeClr val="accent3"/>
              </a:buClr>
              <a:buFont typeface="Arial"/>
              <a:buChar char="•"/>
            </a:pPr>
            <a:r>
              <a:rPr lang="en-AU" sz="1000" dirty="0">
                <a:solidFill>
                  <a:schemeClr val="accent6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CMI Leadership</a:t>
            </a:r>
          </a:p>
          <a:p>
            <a:pPr marL="137160" indent="-137160">
              <a:lnSpc>
                <a:spcPct val="100000"/>
              </a:lnSpc>
              <a:spcAft>
                <a:spcPts val="200"/>
              </a:spcAft>
              <a:buClr>
                <a:schemeClr val="accent3"/>
              </a:buClr>
              <a:buFont typeface="Arial"/>
              <a:buChar char="•"/>
            </a:pPr>
            <a:r>
              <a:rPr lang="en-AU" sz="1000" dirty="0">
                <a:solidFill>
                  <a:schemeClr val="accent6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Tech Optimisation</a:t>
            </a:r>
          </a:p>
          <a:p>
            <a:pPr marL="137160" indent="-137160">
              <a:lnSpc>
                <a:spcPct val="100000"/>
              </a:lnSpc>
              <a:spcAft>
                <a:spcPts val="200"/>
              </a:spcAft>
              <a:buClr>
                <a:schemeClr val="accent3"/>
              </a:buClr>
              <a:buFont typeface="Arial"/>
              <a:buChar char="•"/>
            </a:pPr>
            <a:r>
              <a:rPr lang="en-AU" sz="1000" dirty="0">
                <a:solidFill>
                  <a:schemeClr val="accent6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System Review</a:t>
            </a:r>
          </a:p>
          <a:p>
            <a:pPr marL="137160" indent="-137160">
              <a:lnSpc>
                <a:spcPct val="100000"/>
              </a:lnSpc>
              <a:spcAft>
                <a:spcPts val="200"/>
              </a:spcAft>
              <a:buClr>
                <a:schemeClr val="accent3"/>
              </a:buClr>
              <a:buFont typeface="Arial"/>
              <a:buChar char="•"/>
            </a:pPr>
            <a:r>
              <a:rPr lang="en-AU" sz="1000" dirty="0">
                <a:solidFill>
                  <a:schemeClr val="accent6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System Modernisation</a:t>
            </a:r>
          </a:p>
          <a:p>
            <a:pPr marL="137160" indent="-137160">
              <a:lnSpc>
                <a:spcPct val="100000"/>
              </a:lnSpc>
              <a:spcAft>
                <a:spcPts val="200"/>
              </a:spcAft>
              <a:buClr>
                <a:schemeClr val="accent3"/>
              </a:buClr>
              <a:buFont typeface="Arial"/>
              <a:buChar char="•"/>
            </a:pPr>
            <a:r>
              <a:rPr lang="en-AU" sz="1000" dirty="0">
                <a:solidFill>
                  <a:schemeClr val="accent6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CLCC (scope to confirm)</a:t>
            </a:r>
          </a:p>
          <a:p>
            <a:pPr marL="137160" indent="-137160">
              <a:lnSpc>
                <a:spcPct val="100000"/>
              </a:lnSpc>
              <a:spcAft>
                <a:spcPts val="200"/>
              </a:spcAft>
              <a:buClr>
                <a:schemeClr val="accent3"/>
              </a:buClr>
              <a:buFont typeface="Arial"/>
              <a:buChar char="•"/>
            </a:pPr>
            <a:r>
              <a:rPr lang="en-AU" sz="1000" dirty="0">
                <a:solidFill>
                  <a:schemeClr val="accent6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Project Bedrock (scope to confirm)</a:t>
            </a:r>
          </a:p>
        </p:txBody>
      </p:sp>
      <p:sp>
        <p:nvSpPr>
          <p:cNvPr id="105" name="Group card 105"/>
          <p:cNvSpPr/>
          <p:nvPr/>
        </p:nvSpPr>
        <p:spPr>
          <a:xfrm>
            <a:off x="3378708" y="1554480"/>
            <a:ext cx="2628900" cy="224028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  <a:alpha val="68823"/>
                </a:schemeClr>
              </a:gs>
            </a:gsLst>
            <a:lin ang="5400000" scaled="1"/>
            <a:tileRect/>
          </a:gra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AU" sz="1000"/>
          </a:p>
        </p:txBody>
      </p:sp>
      <p:sp>
        <p:nvSpPr>
          <p:cNvPr id="106" name="Group chip 106"/>
          <p:cNvSpPr/>
          <p:nvPr/>
        </p:nvSpPr>
        <p:spPr>
          <a:xfrm>
            <a:off x="3561588" y="1682496"/>
            <a:ext cx="2263140" cy="347472"/>
          </a:xfrm>
          <a:prstGeom prst="roundRect">
            <a:avLst>
              <a:gd name="adj" fmla="val 50000"/>
            </a:avLst>
          </a:prstGeom>
          <a:solidFill>
            <a:srgbClr val="D6001B"/>
          </a:solidFill>
          <a:ln>
            <a:noFill/>
          </a:ln>
        </p:spPr>
        <p:txBody>
          <a:bodyPr wrap="square" lIns="137160" tIns="0" rIns="9144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50" b="1" dirty="0">
                <a:solidFill>
                  <a:schemeClr val="bg1"/>
                </a:solidFill>
                <a:latin typeface="Poppins SemiBold" pitchFamily="2" charset="0"/>
                <a:cs typeface="Poppins SemiBold" pitchFamily="2" charset="0"/>
              </a:rPr>
              <a:t>Coal Services Health</a:t>
            </a:r>
            <a:r>
              <a:rPr lang="en-AU" sz="1150" b="1" dirty="0">
                <a:solidFill>
                  <a:schemeClr val="bg1"/>
                </a:solidFill>
                <a:latin typeface="Poppins SemiBold" pitchFamily="2" charset="0"/>
                <a:cs typeface="Poppins SemiBold" pitchFamily="2" charset="0"/>
              </a:rPr>
              <a:t>   6</a:t>
            </a:r>
          </a:p>
        </p:txBody>
      </p:sp>
      <p:sp>
        <p:nvSpPr>
          <p:cNvPr id="107" name="Initiatives 107"/>
          <p:cNvSpPr txBox="1"/>
          <p:nvPr/>
        </p:nvSpPr>
        <p:spPr>
          <a:xfrm>
            <a:off x="3579876" y="2121408"/>
            <a:ext cx="2263140" cy="160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37160" indent="-137160">
              <a:lnSpc>
                <a:spcPct val="100000"/>
              </a:lnSpc>
              <a:spcAft>
                <a:spcPts val="200"/>
              </a:spcAft>
              <a:buClr>
                <a:schemeClr val="accent3"/>
              </a:buClr>
              <a:buFont typeface="Arial"/>
              <a:buChar char="•"/>
            </a:pPr>
            <a:r>
              <a:rPr lang="en-AU" sz="1000" dirty="0">
                <a:solidFill>
                  <a:schemeClr val="accent6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Service value and delivery model</a:t>
            </a:r>
          </a:p>
          <a:p>
            <a:pPr marL="137160" indent="-137160">
              <a:lnSpc>
                <a:spcPct val="100000"/>
              </a:lnSpc>
              <a:spcAft>
                <a:spcPts val="200"/>
              </a:spcAft>
              <a:buClr>
                <a:schemeClr val="accent3"/>
              </a:buClr>
              <a:buFont typeface="Arial"/>
              <a:buChar char="•"/>
            </a:pPr>
            <a:r>
              <a:rPr lang="en-AU" sz="1000" dirty="0">
                <a:solidFill>
                  <a:schemeClr val="accent6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Maturity assessment</a:t>
            </a:r>
          </a:p>
          <a:p>
            <a:pPr marL="137160" indent="-137160">
              <a:lnSpc>
                <a:spcPct val="100000"/>
              </a:lnSpc>
              <a:spcAft>
                <a:spcPts val="200"/>
              </a:spcAft>
              <a:buClr>
                <a:schemeClr val="accent3"/>
              </a:buClr>
              <a:buFont typeface="Arial"/>
              <a:buChar char="•"/>
            </a:pPr>
            <a:r>
              <a:rPr lang="en-AU" sz="1000" dirty="0">
                <a:solidFill>
                  <a:schemeClr val="accent6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CSH Transformation (to 2029)</a:t>
            </a:r>
          </a:p>
          <a:p>
            <a:pPr marL="137160" indent="-137160">
              <a:lnSpc>
                <a:spcPct val="100000"/>
              </a:lnSpc>
              <a:spcAft>
                <a:spcPts val="200"/>
              </a:spcAft>
              <a:buClr>
                <a:schemeClr val="accent3"/>
              </a:buClr>
              <a:buFont typeface="Arial"/>
              <a:buChar char="•"/>
            </a:pPr>
            <a:r>
              <a:rPr lang="en-AU" sz="1000" dirty="0">
                <a:solidFill>
                  <a:schemeClr val="accent6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Tech Assessment</a:t>
            </a:r>
          </a:p>
          <a:p>
            <a:pPr marL="137160" indent="-137160">
              <a:lnSpc>
                <a:spcPct val="100000"/>
              </a:lnSpc>
              <a:spcAft>
                <a:spcPts val="200"/>
              </a:spcAft>
              <a:buClr>
                <a:schemeClr val="accent3"/>
              </a:buClr>
              <a:buFont typeface="Arial"/>
              <a:buChar char="•"/>
            </a:pPr>
            <a:r>
              <a:rPr lang="en-AU" sz="1000" dirty="0">
                <a:solidFill>
                  <a:schemeClr val="accent6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Tech Modernisation</a:t>
            </a:r>
          </a:p>
          <a:p>
            <a:pPr marL="137160" indent="-137160">
              <a:lnSpc>
                <a:spcPct val="100000"/>
              </a:lnSpc>
              <a:spcAft>
                <a:spcPts val="200"/>
              </a:spcAft>
              <a:buClr>
                <a:schemeClr val="accent3"/>
              </a:buClr>
              <a:buFont typeface="Arial"/>
              <a:buChar char="•"/>
            </a:pPr>
            <a:r>
              <a:rPr lang="en-AU" sz="1000" dirty="0">
                <a:solidFill>
                  <a:schemeClr val="accent6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Mobile Health Units</a:t>
            </a:r>
          </a:p>
        </p:txBody>
      </p:sp>
      <p:sp>
        <p:nvSpPr>
          <p:cNvPr id="108" name="Group card 108"/>
          <p:cNvSpPr/>
          <p:nvPr/>
        </p:nvSpPr>
        <p:spPr>
          <a:xfrm>
            <a:off x="6190488" y="1554480"/>
            <a:ext cx="2628900" cy="224028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  <a:alpha val="68823"/>
                </a:schemeClr>
              </a:gs>
            </a:gsLst>
            <a:lin ang="5400000" scaled="1"/>
            <a:tileRect/>
          </a:gra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AU" sz="1000"/>
          </a:p>
        </p:txBody>
      </p:sp>
      <p:sp>
        <p:nvSpPr>
          <p:cNvPr id="109" name="Group chip 109"/>
          <p:cNvSpPr/>
          <p:nvPr/>
        </p:nvSpPr>
        <p:spPr>
          <a:xfrm>
            <a:off x="6373368" y="1682496"/>
            <a:ext cx="2263140" cy="347472"/>
          </a:xfrm>
          <a:prstGeom prst="roundRect">
            <a:avLst>
              <a:gd name="adj" fmla="val 50000"/>
            </a:avLst>
          </a:prstGeom>
          <a:solidFill>
            <a:srgbClr val="8A8F2E"/>
          </a:solidFill>
          <a:ln>
            <a:noFill/>
          </a:ln>
        </p:spPr>
        <p:txBody>
          <a:bodyPr wrap="square" lIns="137160" tIns="0" rIns="9144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50" b="1" dirty="0">
                <a:solidFill>
                  <a:schemeClr val="bg1"/>
                </a:solidFill>
                <a:latin typeface="Poppins SemiBold" pitchFamily="2" charset="0"/>
                <a:cs typeface="Poppins SemiBold" pitchFamily="2" charset="0"/>
              </a:rPr>
              <a:t>Mines Rescue (MRRC)</a:t>
            </a:r>
            <a:r>
              <a:rPr lang="en-AU" sz="1150" b="1" dirty="0">
                <a:solidFill>
                  <a:schemeClr val="bg1"/>
                </a:solidFill>
                <a:latin typeface="Poppins SemiBold" pitchFamily="2" charset="0"/>
                <a:cs typeface="Poppins SemiBold" pitchFamily="2" charset="0"/>
              </a:rPr>
              <a:t>   6</a:t>
            </a:r>
          </a:p>
        </p:txBody>
      </p:sp>
      <p:sp>
        <p:nvSpPr>
          <p:cNvPr id="110" name="Initiatives 110"/>
          <p:cNvSpPr txBox="1"/>
          <p:nvPr/>
        </p:nvSpPr>
        <p:spPr>
          <a:xfrm>
            <a:off x="6391656" y="2121408"/>
            <a:ext cx="2263140" cy="160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37160" indent="-137160">
              <a:lnSpc>
                <a:spcPct val="100000"/>
              </a:lnSpc>
              <a:spcAft>
                <a:spcPts val="200"/>
              </a:spcAft>
              <a:buClr>
                <a:schemeClr val="accent3"/>
              </a:buClr>
              <a:buFont typeface="Arial"/>
              <a:buChar char="•"/>
            </a:pPr>
            <a:r>
              <a:rPr lang="en-AU" sz="1000" dirty="0">
                <a:solidFill>
                  <a:schemeClr val="accent6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Industry engagement and value</a:t>
            </a:r>
          </a:p>
          <a:p>
            <a:pPr marL="137160" indent="-137160">
              <a:lnSpc>
                <a:spcPct val="100000"/>
              </a:lnSpc>
              <a:spcAft>
                <a:spcPts val="200"/>
              </a:spcAft>
              <a:buClr>
                <a:schemeClr val="accent3"/>
              </a:buClr>
              <a:buFont typeface="Arial"/>
              <a:buChar char="•"/>
            </a:pPr>
            <a:r>
              <a:rPr lang="en-AU" sz="1000" dirty="0">
                <a:solidFill>
                  <a:schemeClr val="accent6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Customer service experience uplift</a:t>
            </a:r>
          </a:p>
          <a:p>
            <a:pPr marL="137160" indent="-137160">
              <a:lnSpc>
                <a:spcPct val="100000"/>
              </a:lnSpc>
              <a:spcAft>
                <a:spcPts val="200"/>
              </a:spcAft>
              <a:buClr>
                <a:schemeClr val="accent3"/>
              </a:buClr>
              <a:buFont typeface="Arial"/>
              <a:buChar char="•"/>
            </a:pPr>
            <a:r>
              <a:rPr lang="en-AU" sz="1000" dirty="0">
                <a:solidFill>
                  <a:schemeClr val="accent6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Levy, pricing and regulatory reform</a:t>
            </a:r>
          </a:p>
          <a:p>
            <a:pPr marL="137160" indent="-137160">
              <a:lnSpc>
                <a:spcPct val="100000"/>
              </a:lnSpc>
              <a:spcAft>
                <a:spcPts val="200"/>
              </a:spcAft>
              <a:buClr>
                <a:schemeClr val="accent3"/>
              </a:buClr>
              <a:buFont typeface="Arial"/>
              <a:buChar char="•"/>
            </a:pPr>
            <a:r>
              <a:rPr lang="en-AU" sz="1000" dirty="0">
                <a:solidFill>
                  <a:schemeClr val="accent6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Order 34 review and update</a:t>
            </a:r>
          </a:p>
          <a:p>
            <a:pPr marL="137160" indent="-137160">
              <a:lnSpc>
                <a:spcPct val="100000"/>
              </a:lnSpc>
              <a:spcAft>
                <a:spcPts val="200"/>
              </a:spcAft>
              <a:buClr>
                <a:schemeClr val="accent3"/>
              </a:buClr>
              <a:buFont typeface="Arial"/>
              <a:buChar char="•"/>
            </a:pPr>
            <a:r>
              <a:rPr lang="en-AU" sz="1000" dirty="0">
                <a:solidFill>
                  <a:schemeClr val="accent6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MSOH IsoMetrix system</a:t>
            </a:r>
          </a:p>
          <a:p>
            <a:pPr marL="137160" indent="-137160">
              <a:lnSpc>
                <a:spcPct val="100000"/>
              </a:lnSpc>
              <a:spcAft>
                <a:spcPts val="200"/>
              </a:spcAft>
              <a:buClr>
                <a:schemeClr val="accent3"/>
              </a:buClr>
              <a:buFont typeface="Arial"/>
              <a:buChar char="•"/>
            </a:pPr>
            <a:r>
              <a:rPr lang="en-AU" sz="1000" dirty="0">
                <a:solidFill>
                  <a:schemeClr val="accent6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MSOH customer reporting portal</a:t>
            </a:r>
          </a:p>
        </p:txBody>
      </p:sp>
      <p:sp>
        <p:nvSpPr>
          <p:cNvPr id="111" name="Group card 111"/>
          <p:cNvSpPr/>
          <p:nvPr/>
        </p:nvSpPr>
        <p:spPr>
          <a:xfrm>
            <a:off x="9002268" y="1554480"/>
            <a:ext cx="2628900" cy="224028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  <a:alpha val="68823"/>
                </a:schemeClr>
              </a:gs>
            </a:gsLst>
            <a:lin ang="5400000" scaled="1"/>
            <a:tileRect/>
          </a:gra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AU" sz="1000"/>
          </a:p>
        </p:txBody>
      </p:sp>
      <p:sp>
        <p:nvSpPr>
          <p:cNvPr id="112" name="Group chip 112"/>
          <p:cNvSpPr/>
          <p:nvPr/>
        </p:nvSpPr>
        <p:spPr>
          <a:xfrm>
            <a:off x="9185148" y="1682496"/>
            <a:ext cx="2263140" cy="347472"/>
          </a:xfrm>
          <a:prstGeom prst="roundRect">
            <a:avLst>
              <a:gd name="adj" fmla="val 50000"/>
            </a:avLst>
          </a:prstGeom>
          <a:solidFill>
            <a:srgbClr val="445469"/>
          </a:solidFill>
          <a:ln>
            <a:noFill/>
          </a:ln>
        </p:spPr>
        <p:txBody>
          <a:bodyPr wrap="square" lIns="137160" tIns="0" rIns="9144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50" b="1" dirty="0">
                <a:solidFill>
                  <a:schemeClr val="bg1"/>
                </a:solidFill>
                <a:latin typeface="Poppins SemiBold" pitchFamily="2" charset="0"/>
                <a:cs typeface="Poppins SemiBold" pitchFamily="2" charset="0"/>
              </a:rPr>
              <a:t>Coal Services-wide</a:t>
            </a:r>
            <a:r>
              <a:rPr lang="en-AU" sz="1150" b="1" dirty="0">
                <a:solidFill>
                  <a:schemeClr val="bg1"/>
                </a:solidFill>
                <a:latin typeface="Poppins SemiBold" pitchFamily="2" charset="0"/>
                <a:cs typeface="Poppins SemiBold" pitchFamily="2" charset="0"/>
              </a:rPr>
              <a:t>   7</a:t>
            </a:r>
          </a:p>
        </p:txBody>
      </p:sp>
      <p:sp>
        <p:nvSpPr>
          <p:cNvPr id="113" name="Initiatives 113"/>
          <p:cNvSpPr txBox="1"/>
          <p:nvPr/>
        </p:nvSpPr>
        <p:spPr>
          <a:xfrm>
            <a:off x="9203436" y="2121408"/>
            <a:ext cx="2263140" cy="160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37160" indent="-137160">
              <a:lnSpc>
                <a:spcPct val="100000"/>
              </a:lnSpc>
              <a:spcAft>
                <a:spcPts val="200"/>
              </a:spcAft>
              <a:buClr>
                <a:schemeClr val="accent3"/>
              </a:buClr>
              <a:buFont typeface="Arial"/>
              <a:buChar char="•"/>
            </a:pPr>
            <a:r>
              <a:rPr lang="en-AU" sz="1000" dirty="0">
                <a:solidFill>
                  <a:schemeClr val="accent6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CX maturity uplift, incl. the ISS</a:t>
            </a:r>
          </a:p>
          <a:p>
            <a:pPr marL="137160" indent="-137160">
              <a:lnSpc>
                <a:spcPct val="100000"/>
              </a:lnSpc>
              <a:spcAft>
                <a:spcPts val="200"/>
              </a:spcAft>
              <a:buClr>
                <a:schemeClr val="accent3"/>
              </a:buClr>
              <a:buFont typeface="Arial"/>
              <a:buChar char="•"/>
            </a:pPr>
            <a:r>
              <a:rPr lang="en-AU" sz="1000" dirty="0">
                <a:solidFill>
                  <a:schemeClr val="accent6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Engagement Strategy (B1.1)</a:t>
            </a:r>
          </a:p>
          <a:p>
            <a:pPr marL="137160" indent="-137160">
              <a:lnSpc>
                <a:spcPct val="100000"/>
              </a:lnSpc>
              <a:spcAft>
                <a:spcPts val="200"/>
              </a:spcAft>
              <a:buClr>
                <a:schemeClr val="accent3"/>
              </a:buClr>
              <a:buFont typeface="Arial"/>
              <a:buChar char="•"/>
            </a:pPr>
            <a:r>
              <a:rPr lang="en-AU" sz="1000" dirty="0">
                <a:solidFill>
                  <a:schemeClr val="accent6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Complaints and feedback uplift</a:t>
            </a:r>
          </a:p>
          <a:p>
            <a:pPr marL="137160" indent="-137160">
              <a:lnSpc>
                <a:spcPct val="100000"/>
              </a:lnSpc>
              <a:spcAft>
                <a:spcPts val="200"/>
              </a:spcAft>
              <a:buClr>
                <a:schemeClr val="accent3"/>
              </a:buClr>
              <a:buFont typeface="Arial"/>
              <a:buChar char="•"/>
            </a:pPr>
            <a:r>
              <a:rPr lang="en-AU" sz="1000" dirty="0">
                <a:solidFill>
                  <a:schemeClr val="accent6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 Excellence uplift</a:t>
            </a:r>
          </a:p>
          <a:p>
            <a:pPr marL="137160" indent="-137160">
              <a:lnSpc>
                <a:spcPct val="100000"/>
              </a:lnSpc>
              <a:spcAft>
                <a:spcPts val="200"/>
              </a:spcAft>
              <a:buClr>
                <a:schemeClr val="accent3"/>
              </a:buClr>
              <a:buFont typeface="Arial"/>
              <a:buChar char="•"/>
            </a:pPr>
            <a:r>
              <a:rPr lang="en-AU" sz="1000" dirty="0">
                <a:solidFill>
                  <a:schemeClr val="accent6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Optimise site and service models</a:t>
            </a:r>
          </a:p>
          <a:p>
            <a:pPr marL="137160" indent="-137160">
              <a:lnSpc>
                <a:spcPct val="100000"/>
              </a:lnSpc>
              <a:spcAft>
                <a:spcPts val="200"/>
              </a:spcAft>
              <a:buClr>
                <a:schemeClr val="accent3"/>
              </a:buClr>
              <a:buFont typeface="Arial"/>
              <a:buChar char="•"/>
            </a:pPr>
            <a:r>
              <a:rPr lang="en-AU" sz="1000" dirty="0">
                <a:solidFill>
                  <a:schemeClr val="accent6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Industry Outlook (CSS)</a:t>
            </a:r>
          </a:p>
          <a:p>
            <a:pPr marL="137160" indent="-137160">
              <a:lnSpc>
                <a:spcPct val="100000"/>
              </a:lnSpc>
              <a:spcAft>
                <a:spcPts val="200"/>
              </a:spcAft>
              <a:buClr>
                <a:schemeClr val="accent3"/>
              </a:buClr>
              <a:buFont typeface="Arial"/>
              <a:buChar char="•"/>
            </a:pPr>
            <a:r>
              <a:rPr lang="en-AU" sz="1000" dirty="0">
                <a:solidFill>
                  <a:schemeClr val="accent6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Statistics process efficiency (CSS)</a:t>
            </a:r>
          </a:p>
        </p:txBody>
      </p:sp>
      <p:sp>
        <p:nvSpPr>
          <p:cNvPr id="114" name="Band label 114"/>
          <p:cNvSpPr txBox="1"/>
          <p:nvPr/>
        </p:nvSpPr>
        <p:spPr>
          <a:xfrm>
            <a:off x="566928" y="390448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dirty="0">
                <a:solidFill>
                  <a:schemeClr val="accent3"/>
                </a:solidFill>
                <a:latin typeface="Poppins SemiBold" pitchFamily="2" charset="0"/>
                <a:cs typeface="Poppins SemiBold" pitchFamily="2" charset="0"/>
              </a:rPr>
              <a:t>FOUNDATIONS THAT MAKE IT POSSIBLE</a:t>
            </a:r>
            <a:r>
              <a:rPr lang="en-AU" sz="1050" dirty="0">
                <a:solidFill>
                  <a:schemeClr val="accent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 24 internal initiatives industry won’t feel directly</a:t>
            </a:r>
          </a:p>
        </p:txBody>
      </p:sp>
      <p:sp>
        <p:nvSpPr>
          <p:cNvPr id="115" name="Enabler card 115"/>
          <p:cNvSpPr/>
          <p:nvPr/>
        </p:nvSpPr>
        <p:spPr>
          <a:xfrm>
            <a:off x="566928" y="4215384"/>
            <a:ext cx="2066544" cy="1709928"/>
          </a:xfrm>
          <a:prstGeom prst="rect">
            <a:avLst/>
          </a:prstGeom>
          <a:solidFill>
            <a:schemeClr val="accent5">
              <a:lumMod val="5000"/>
              <a:lumOff val="95000"/>
            </a:schemeClr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AU" sz="1000"/>
          </a:p>
        </p:txBody>
      </p:sp>
      <p:sp>
        <p:nvSpPr>
          <p:cNvPr id="116" name="Enabler head 116"/>
          <p:cNvSpPr txBox="1"/>
          <p:nvPr/>
        </p:nvSpPr>
        <p:spPr>
          <a:xfrm>
            <a:off x="749808" y="4325112"/>
            <a:ext cx="170078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dirty="0">
                <a:solidFill>
                  <a:schemeClr val="accent6">
                    <a:lumMod val="75000"/>
                  </a:schemeClr>
                </a:solidFill>
                <a:latin typeface="Poppins SemiBold" pitchFamily="2" charset="0"/>
                <a:cs typeface="Poppins SemiBold" pitchFamily="2" charset="0"/>
              </a:rPr>
              <a:t>Technology and data</a:t>
            </a:r>
            <a:r>
              <a:rPr lang="en-AU" sz="1100" b="1" dirty="0">
                <a:solidFill>
                  <a:schemeClr val="accent3"/>
                </a:solidFill>
                <a:latin typeface="Poppins SemiBold" pitchFamily="2" charset="0"/>
                <a:cs typeface="Poppins SemiBold" pitchFamily="2" charset="0"/>
              </a:rPr>
              <a:t>   7</a:t>
            </a:r>
          </a:p>
        </p:txBody>
      </p:sp>
      <p:sp>
        <p:nvSpPr>
          <p:cNvPr id="117" name="Initiatives 117"/>
          <p:cNvSpPr txBox="1"/>
          <p:nvPr/>
        </p:nvSpPr>
        <p:spPr>
          <a:xfrm>
            <a:off x="768096" y="4690872"/>
            <a:ext cx="1700784" cy="11612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37160" indent="-137160">
              <a:lnSpc>
                <a:spcPct val="100000"/>
              </a:lnSpc>
              <a:spcAft>
                <a:spcPts val="200"/>
              </a:spcAft>
              <a:buClr>
                <a:schemeClr val="accent3"/>
              </a:buClr>
              <a:buFont typeface="Arial"/>
              <a:buChar char="•"/>
            </a:pPr>
            <a:r>
              <a:rPr lang="en-AU" sz="1000" dirty="0">
                <a:solidFill>
                  <a:schemeClr val="accent6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Sensitive data</a:t>
            </a:r>
          </a:p>
          <a:p>
            <a:pPr marL="137160" indent="-137160">
              <a:lnSpc>
                <a:spcPct val="100000"/>
              </a:lnSpc>
              <a:spcAft>
                <a:spcPts val="200"/>
              </a:spcAft>
              <a:buClr>
                <a:schemeClr val="accent3"/>
              </a:buClr>
              <a:buFont typeface="Arial"/>
              <a:buChar char="•"/>
            </a:pPr>
            <a:r>
              <a:rPr lang="en-AU" sz="1000" dirty="0">
                <a:solidFill>
                  <a:schemeClr val="accent6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Records management</a:t>
            </a:r>
          </a:p>
          <a:p>
            <a:pPr marL="137160" indent="-137160">
              <a:lnSpc>
                <a:spcPct val="100000"/>
              </a:lnSpc>
              <a:spcAft>
                <a:spcPts val="200"/>
              </a:spcAft>
              <a:buClr>
                <a:schemeClr val="accent3"/>
              </a:buClr>
              <a:buFont typeface="Arial"/>
              <a:buChar char="•"/>
            </a:pPr>
            <a:r>
              <a:rPr lang="en-AU" sz="1000" dirty="0">
                <a:solidFill>
                  <a:schemeClr val="accent6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Security, MDM, access</a:t>
            </a:r>
          </a:p>
          <a:p>
            <a:pPr marL="137160" indent="-137160">
              <a:lnSpc>
                <a:spcPct val="100000"/>
              </a:lnSpc>
              <a:spcAft>
                <a:spcPts val="200"/>
              </a:spcAft>
              <a:buClr>
                <a:schemeClr val="accent3"/>
              </a:buClr>
              <a:buFont typeface="Arial"/>
              <a:buChar char="•"/>
            </a:pPr>
            <a:r>
              <a:rPr lang="en-AU" sz="1000" dirty="0">
                <a:solidFill>
                  <a:schemeClr val="accent6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Infrastructure, comms</a:t>
            </a:r>
          </a:p>
          <a:p>
            <a:pPr marL="137160" indent="-137160">
              <a:lnSpc>
                <a:spcPct val="100000"/>
              </a:lnSpc>
              <a:spcAft>
                <a:spcPts val="200"/>
              </a:spcAft>
              <a:buClr>
                <a:schemeClr val="accent3"/>
              </a:buClr>
              <a:buFont typeface="Arial"/>
              <a:buChar char="•"/>
            </a:pPr>
            <a:r>
              <a:rPr lang="en-AU" sz="1000" dirty="0">
                <a:solidFill>
                  <a:schemeClr val="accent6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Strategy</a:t>
            </a:r>
          </a:p>
          <a:p>
            <a:pPr marL="137160" indent="-137160">
              <a:lnSpc>
                <a:spcPct val="100000"/>
              </a:lnSpc>
              <a:spcAft>
                <a:spcPts val="200"/>
              </a:spcAft>
              <a:buClr>
                <a:schemeClr val="accent3"/>
              </a:buClr>
              <a:buFont typeface="Arial"/>
              <a:buChar char="•"/>
            </a:pPr>
            <a:r>
              <a:rPr lang="en-AU" sz="1000" dirty="0">
                <a:solidFill>
                  <a:schemeClr val="accent6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Fit for future IT (x2)</a:t>
            </a:r>
          </a:p>
        </p:txBody>
      </p:sp>
      <p:sp>
        <p:nvSpPr>
          <p:cNvPr id="118" name="Enabler card 118"/>
          <p:cNvSpPr/>
          <p:nvPr/>
        </p:nvSpPr>
        <p:spPr>
          <a:xfrm>
            <a:off x="2816352" y="4215384"/>
            <a:ext cx="2066544" cy="1709928"/>
          </a:xfrm>
          <a:prstGeom prst="rect">
            <a:avLst/>
          </a:prstGeom>
          <a:solidFill>
            <a:schemeClr val="accent5">
              <a:lumMod val="5000"/>
              <a:lumOff val="95000"/>
            </a:schemeClr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AU" sz="1000"/>
          </a:p>
        </p:txBody>
      </p:sp>
      <p:sp>
        <p:nvSpPr>
          <p:cNvPr id="119" name="Enabler head 119"/>
          <p:cNvSpPr txBox="1"/>
          <p:nvPr/>
        </p:nvSpPr>
        <p:spPr>
          <a:xfrm>
            <a:off x="2999232" y="4325112"/>
            <a:ext cx="170078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dirty="0">
                <a:solidFill>
                  <a:schemeClr val="accent6">
                    <a:lumMod val="75000"/>
                  </a:schemeClr>
                </a:solidFill>
                <a:latin typeface="Poppins SemiBold" pitchFamily="2" charset="0"/>
                <a:cs typeface="Poppins SemiBold" pitchFamily="2" charset="0"/>
              </a:rPr>
              <a:t>Risk and assurance</a:t>
            </a:r>
            <a:r>
              <a:rPr lang="en-AU" sz="1100" b="1" dirty="0">
                <a:solidFill>
                  <a:schemeClr val="accent3"/>
                </a:solidFill>
                <a:latin typeface="Poppins SemiBold" pitchFamily="2" charset="0"/>
                <a:cs typeface="Poppins SemiBold" pitchFamily="2" charset="0"/>
              </a:rPr>
              <a:t>   5</a:t>
            </a:r>
          </a:p>
        </p:txBody>
      </p:sp>
      <p:sp>
        <p:nvSpPr>
          <p:cNvPr id="120" name="Initiatives 120"/>
          <p:cNvSpPr txBox="1"/>
          <p:nvPr/>
        </p:nvSpPr>
        <p:spPr>
          <a:xfrm>
            <a:off x="3017520" y="4690872"/>
            <a:ext cx="1700784" cy="11612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37160" indent="-137160">
              <a:lnSpc>
                <a:spcPct val="100000"/>
              </a:lnSpc>
              <a:spcAft>
                <a:spcPts val="200"/>
              </a:spcAft>
              <a:buClr>
                <a:schemeClr val="accent3"/>
              </a:buClr>
              <a:buFont typeface="Arial"/>
              <a:buChar char="•"/>
            </a:pPr>
            <a:r>
              <a:rPr lang="en-AU" sz="1000" dirty="0">
                <a:solidFill>
                  <a:schemeClr val="accent6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Align with ERMF</a:t>
            </a:r>
          </a:p>
          <a:p>
            <a:pPr marL="137160" indent="-137160">
              <a:lnSpc>
                <a:spcPct val="100000"/>
              </a:lnSpc>
              <a:spcAft>
                <a:spcPts val="200"/>
              </a:spcAft>
              <a:buClr>
                <a:schemeClr val="accent3"/>
              </a:buClr>
              <a:buFont typeface="Arial"/>
              <a:buChar char="•"/>
            </a:pPr>
            <a:r>
              <a:rPr lang="en-AU" sz="1000" dirty="0">
                <a:solidFill>
                  <a:schemeClr val="accent6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Second line assurance</a:t>
            </a:r>
          </a:p>
          <a:p>
            <a:pPr marL="137160" indent="-137160">
              <a:lnSpc>
                <a:spcPct val="100000"/>
              </a:lnSpc>
              <a:spcAft>
                <a:spcPts val="200"/>
              </a:spcAft>
              <a:buClr>
                <a:schemeClr val="accent3"/>
              </a:buClr>
              <a:buFont typeface="Arial"/>
              <a:buChar char="•"/>
            </a:pPr>
            <a:r>
              <a:rPr lang="en-AU" sz="1000" dirty="0">
                <a:solidFill>
                  <a:schemeClr val="accent6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WHS R&amp;C uplift</a:t>
            </a:r>
          </a:p>
          <a:p>
            <a:pPr marL="137160" indent="-137160">
              <a:lnSpc>
                <a:spcPct val="100000"/>
              </a:lnSpc>
              <a:spcAft>
                <a:spcPts val="200"/>
              </a:spcAft>
              <a:buClr>
                <a:schemeClr val="accent3"/>
              </a:buClr>
              <a:buFont typeface="Arial"/>
              <a:buChar char="•"/>
            </a:pPr>
            <a:r>
              <a:rPr lang="en-AU" sz="1000" dirty="0">
                <a:solidFill>
                  <a:schemeClr val="accent6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WHS site audits</a:t>
            </a:r>
          </a:p>
          <a:p>
            <a:pPr marL="137160" indent="-137160">
              <a:lnSpc>
                <a:spcPct val="100000"/>
              </a:lnSpc>
              <a:spcAft>
                <a:spcPts val="200"/>
              </a:spcAft>
              <a:buClr>
                <a:schemeClr val="accent3"/>
              </a:buClr>
              <a:buFont typeface="Arial"/>
              <a:buChar char="•"/>
            </a:pPr>
            <a:r>
              <a:rPr lang="en-AU" sz="1000" dirty="0">
                <a:solidFill>
                  <a:schemeClr val="accent6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Critical controls</a:t>
            </a:r>
          </a:p>
        </p:txBody>
      </p:sp>
      <p:sp>
        <p:nvSpPr>
          <p:cNvPr id="121" name="Enabler card 121"/>
          <p:cNvSpPr/>
          <p:nvPr/>
        </p:nvSpPr>
        <p:spPr>
          <a:xfrm>
            <a:off x="5065776" y="4215384"/>
            <a:ext cx="2066544" cy="1709928"/>
          </a:xfrm>
          <a:prstGeom prst="rect">
            <a:avLst/>
          </a:prstGeom>
          <a:solidFill>
            <a:schemeClr val="accent5">
              <a:lumMod val="5000"/>
              <a:lumOff val="95000"/>
            </a:schemeClr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AU" sz="1000"/>
          </a:p>
        </p:txBody>
      </p:sp>
      <p:sp>
        <p:nvSpPr>
          <p:cNvPr id="122" name="Enabler head 122"/>
          <p:cNvSpPr txBox="1"/>
          <p:nvPr/>
        </p:nvSpPr>
        <p:spPr>
          <a:xfrm>
            <a:off x="5248656" y="4325112"/>
            <a:ext cx="170078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dirty="0">
                <a:solidFill>
                  <a:schemeClr val="accent6">
                    <a:lumMod val="75000"/>
                  </a:schemeClr>
                </a:solidFill>
                <a:latin typeface="Poppins SemiBold" pitchFamily="2" charset="0"/>
                <a:cs typeface="Poppins SemiBold" pitchFamily="2" charset="0"/>
              </a:rPr>
              <a:t>People</a:t>
            </a:r>
            <a:r>
              <a:rPr lang="en-AU" sz="1100" b="1" dirty="0">
                <a:solidFill>
                  <a:schemeClr val="accent3"/>
                </a:solidFill>
                <a:latin typeface="Poppins SemiBold" pitchFamily="2" charset="0"/>
                <a:cs typeface="Poppins SemiBold" pitchFamily="2" charset="0"/>
              </a:rPr>
              <a:t>   3</a:t>
            </a:r>
          </a:p>
        </p:txBody>
      </p:sp>
      <p:sp>
        <p:nvSpPr>
          <p:cNvPr id="123" name="Initiatives 123"/>
          <p:cNvSpPr txBox="1"/>
          <p:nvPr/>
        </p:nvSpPr>
        <p:spPr>
          <a:xfrm>
            <a:off x="5266944" y="4690872"/>
            <a:ext cx="1700784" cy="11612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37160" indent="-137160">
              <a:lnSpc>
                <a:spcPct val="100000"/>
              </a:lnSpc>
              <a:spcAft>
                <a:spcPts val="200"/>
              </a:spcAft>
              <a:buClr>
                <a:schemeClr val="accent3"/>
              </a:buClr>
              <a:buFont typeface="Arial"/>
              <a:buChar char="•"/>
            </a:pPr>
            <a:r>
              <a:rPr lang="en-AU" sz="1000" dirty="0">
                <a:solidFill>
                  <a:schemeClr val="accent6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Leadership assessment</a:t>
            </a:r>
          </a:p>
          <a:p>
            <a:pPr marL="137160" indent="-137160">
              <a:lnSpc>
                <a:spcPct val="100000"/>
              </a:lnSpc>
              <a:spcAft>
                <a:spcPts val="200"/>
              </a:spcAft>
              <a:buClr>
                <a:schemeClr val="accent3"/>
              </a:buClr>
              <a:buFont typeface="Arial"/>
              <a:buChar char="•"/>
            </a:pPr>
            <a:r>
              <a:rPr lang="en-AU" sz="1000" dirty="0">
                <a:solidFill>
                  <a:schemeClr val="accent6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HR uplift, incl. EVP</a:t>
            </a:r>
          </a:p>
          <a:p>
            <a:pPr marL="137160" indent="-137160">
              <a:lnSpc>
                <a:spcPct val="100000"/>
              </a:lnSpc>
              <a:spcAft>
                <a:spcPts val="200"/>
              </a:spcAft>
              <a:buClr>
                <a:schemeClr val="accent3"/>
              </a:buClr>
              <a:buFont typeface="Arial"/>
              <a:buChar char="•"/>
            </a:pPr>
            <a:r>
              <a:rPr lang="en-AU" sz="1000" dirty="0">
                <a:solidFill>
                  <a:schemeClr val="accent6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Interim CPO</a:t>
            </a:r>
          </a:p>
        </p:txBody>
      </p:sp>
      <p:sp>
        <p:nvSpPr>
          <p:cNvPr id="124" name="Enabler card 124"/>
          <p:cNvSpPr/>
          <p:nvPr/>
        </p:nvSpPr>
        <p:spPr>
          <a:xfrm>
            <a:off x="7315200" y="4215384"/>
            <a:ext cx="2066544" cy="1709928"/>
          </a:xfrm>
          <a:prstGeom prst="rect">
            <a:avLst/>
          </a:prstGeom>
          <a:solidFill>
            <a:schemeClr val="accent5">
              <a:lumMod val="5000"/>
              <a:lumOff val="95000"/>
            </a:schemeClr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AU" sz="1000"/>
          </a:p>
        </p:txBody>
      </p:sp>
      <p:sp>
        <p:nvSpPr>
          <p:cNvPr id="125" name="Enabler head 125"/>
          <p:cNvSpPr txBox="1"/>
          <p:nvPr/>
        </p:nvSpPr>
        <p:spPr>
          <a:xfrm>
            <a:off x="7498080" y="4325112"/>
            <a:ext cx="170078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dirty="0">
                <a:solidFill>
                  <a:schemeClr val="accent6">
                    <a:lumMod val="75000"/>
                  </a:schemeClr>
                </a:solidFill>
                <a:latin typeface="Poppins SemiBold" pitchFamily="2" charset="0"/>
                <a:cs typeface="Poppins SemiBold" pitchFamily="2" charset="0"/>
              </a:rPr>
              <a:t>Delivery capability</a:t>
            </a:r>
            <a:r>
              <a:rPr lang="en-AU" sz="1100" b="1" dirty="0">
                <a:solidFill>
                  <a:schemeClr val="accent3"/>
                </a:solidFill>
                <a:latin typeface="Poppins SemiBold" pitchFamily="2" charset="0"/>
                <a:cs typeface="Poppins SemiBold" pitchFamily="2" charset="0"/>
              </a:rPr>
              <a:t>   5</a:t>
            </a:r>
          </a:p>
        </p:txBody>
      </p:sp>
      <p:sp>
        <p:nvSpPr>
          <p:cNvPr id="126" name="Initiatives 126"/>
          <p:cNvSpPr txBox="1"/>
          <p:nvPr/>
        </p:nvSpPr>
        <p:spPr>
          <a:xfrm>
            <a:off x="7516368" y="4690872"/>
            <a:ext cx="1700784" cy="11612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37160" indent="-137160">
              <a:lnSpc>
                <a:spcPct val="100000"/>
              </a:lnSpc>
              <a:spcAft>
                <a:spcPts val="200"/>
              </a:spcAft>
              <a:buClr>
                <a:schemeClr val="accent3"/>
              </a:buClr>
              <a:buFont typeface="Arial"/>
              <a:buChar char="•"/>
            </a:pPr>
            <a:r>
              <a:rPr lang="en-AU" sz="1000" dirty="0">
                <a:solidFill>
                  <a:schemeClr val="accent6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PMO uplift (2 phases)</a:t>
            </a:r>
          </a:p>
          <a:p>
            <a:pPr marL="137160" indent="-137160">
              <a:lnSpc>
                <a:spcPct val="100000"/>
              </a:lnSpc>
              <a:spcAft>
                <a:spcPts val="200"/>
              </a:spcAft>
              <a:buClr>
                <a:schemeClr val="accent3"/>
              </a:buClr>
              <a:buFont typeface="Arial"/>
              <a:buChar char="•"/>
            </a:pPr>
            <a:r>
              <a:rPr lang="en-AU" sz="1000" dirty="0">
                <a:solidFill>
                  <a:schemeClr val="accent6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CMI Project Manager</a:t>
            </a:r>
          </a:p>
          <a:p>
            <a:pPr marL="137160" indent="-137160">
              <a:lnSpc>
                <a:spcPct val="100000"/>
              </a:lnSpc>
              <a:spcAft>
                <a:spcPts val="200"/>
              </a:spcAft>
              <a:buClr>
                <a:schemeClr val="accent3"/>
              </a:buClr>
              <a:buFont typeface="Arial"/>
              <a:buChar char="•"/>
            </a:pPr>
            <a:r>
              <a:rPr lang="en-AU" sz="1000" dirty="0">
                <a:solidFill>
                  <a:schemeClr val="accent6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Finance forecasting</a:t>
            </a:r>
          </a:p>
          <a:p>
            <a:pPr marL="137160" indent="-137160">
              <a:lnSpc>
                <a:spcPct val="100000"/>
              </a:lnSpc>
              <a:spcAft>
                <a:spcPts val="200"/>
              </a:spcAft>
              <a:buClr>
                <a:schemeClr val="accent3"/>
              </a:buClr>
              <a:buFont typeface="Arial"/>
              <a:buChar char="•"/>
            </a:pPr>
            <a:r>
              <a:rPr lang="en-AU" sz="1000" dirty="0">
                <a:solidFill>
                  <a:schemeClr val="accent6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Asset lifecycle (MRRC)</a:t>
            </a:r>
          </a:p>
        </p:txBody>
      </p:sp>
      <p:sp>
        <p:nvSpPr>
          <p:cNvPr id="127" name="Enabler card 127"/>
          <p:cNvSpPr/>
          <p:nvPr/>
        </p:nvSpPr>
        <p:spPr>
          <a:xfrm>
            <a:off x="9564624" y="4215384"/>
            <a:ext cx="2066544" cy="1709928"/>
          </a:xfrm>
          <a:prstGeom prst="rect">
            <a:avLst/>
          </a:prstGeom>
          <a:solidFill>
            <a:schemeClr val="accent5">
              <a:lumMod val="5000"/>
              <a:lumOff val="95000"/>
            </a:schemeClr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AU" sz="1000"/>
          </a:p>
        </p:txBody>
      </p:sp>
      <p:sp>
        <p:nvSpPr>
          <p:cNvPr id="128" name="Enabler head 128"/>
          <p:cNvSpPr txBox="1"/>
          <p:nvPr/>
        </p:nvSpPr>
        <p:spPr>
          <a:xfrm>
            <a:off x="9747504" y="4325112"/>
            <a:ext cx="170078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dirty="0">
                <a:solidFill>
                  <a:schemeClr val="accent6">
                    <a:lumMod val="75000"/>
                  </a:schemeClr>
                </a:solidFill>
                <a:latin typeface="Poppins SemiBold" pitchFamily="2" charset="0"/>
                <a:cs typeface="Poppins SemiBold" pitchFamily="2" charset="0"/>
              </a:rPr>
              <a:t>Sites and facilities</a:t>
            </a:r>
            <a:r>
              <a:rPr lang="en-AU" sz="1100" b="1" dirty="0">
                <a:solidFill>
                  <a:schemeClr val="accent3"/>
                </a:solidFill>
                <a:latin typeface="Poppins SemiBold" pitchFamily="2" charset="0"/>
                <a:cs typeface="Poppins SemiBold" pitchFamily="2" charset="0"/>
              </a:rPr>
              <a:t>   4</a:t>
            </a:r>
          </a:p>
        </p:txBody>
      </p:sp>
      <p:sp>
        <p:nvSpPr>
          <p:cNvPr id="129" name="Initiatives 129"/>
          <p:cNvSpPr txBox="1"/>
          <p:nvPr/>
        </p:nvSpPr>
        <p:spPr>
          <a:xfrm>
            <a:off x="9765792" y="4690872"/>
            <a:ext cx="1700784" cy="11612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37160" indent="-137160">
              <a:lnSpc>
                <a:spcPct val="100000"/>
              </a:lnSpc>
              <a:spcAft>
                <a:spcPts val="200"/>
              </a:spcAft>
              <a:buClr>
                <a:schemeClr val="accent3"/>
              </a:buClr>
              <a:buFont typeface="Arial"/>
              <a:buChar char="•"/>
            </a:pPr>
            <a:r>
              <a:rPr lang="en-AU" sz="1000" dirty="0">
                <a:solidFill>
                  <a:schemeClr val="accent6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Moolarben relocation</a:t>
            </a:r>
          </a:p>
          <a:p>
            <a:pPr marL="137160" indent="-137160">
              <a:lnSpc>
                <a:spcPct val="100000"/>
              </a:lnSpc>
              <a:spcAft>
                <a:spcPts val="200"/>
              </a:spcAft>
              <a:buClr>
                <a:schemeClr val="accent3"/>
              </a:buClr>
              <a:buFont typeface="Arial"/>
              <a:buChar char="•"/>
            </a:pPr>
            <a:r>
              <a:rPr lang="en-AU" sz="1000" dirty="0">
                <a:solidFill>
                  <a:schemeClr val="accent6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Woonona refurbishment</a:t>
            </a:r>
          </a:p>
          <a:p>
            <a:pPr marL="137160" indent="-137160">
              <a:lnSpc>
                <a:spcPct val="100000"/>
              </a:lnSpc>
              <a:spcAft>
                <a:spcPts val="200"/>
              </a:spcAft>
              <a:buClr>
                <a:schemeClr val="accent3"/>
              </a:buClr>
              <a:buFont typeface="Arial"/>
              <a:buChar char="•"/>
            </a:pPr>
            <a:r>
              <a:rPr lang="en-AU" sz="1000" dirty="0">
                <a:solidFill>
                  <a:schemeClr val="accent6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Singleton office upgrade</a:t>
            </a:r>
          </a:p>
          <a:p>
            <a:pPr marL="137160" indent="-137160">
              <a:lnSpc>
                <a:spcPct val="100000"/>
              </a:lnSpc>
              <a:spcAft>
                <a:spcPts val="200"/>
              </a:spcAft>
              <a:buClr>
                <a:schemeClr val="accent3"/>
              </a:buClr>
              <a:buFont typeface="Arial"/>
              <a:buChar char="•"/>
            </a:pPr>
            <a:r>
              <a:rPr lang="en-AU" sz="1000" dirty="0">
                <a:solidFill>
                  <a:schemeClr val="accent6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Server rooms (CSS)</a:t>
            </a:r>
          </a:p>
        </p:txBody>
      </p:sp>
      <p:sp>
        <p:nvSpPr>
          <p:cNvPr id="130" name="Source 130"/>
          <p:cNvSpPr txBox="1"/>
          <p:nvPr/>
        </p:nvSpPr>
        <p:spPr>
          <a:xfrm>
            <a:off x="566928" y="5971032"/>
            <a:ext cx="9601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000" i="1" dirty="0">
                <a:solidFill>
                  <a:schemeClr val="accent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Coal Services project detail register (23 July 2026), plus October 2026 additions. Grouping is first-pass, for GMs to validate.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6BE33A-60B5-E311-CB42-7B2F0308709E}"/>
              </a:ext>
            </a:extLst>
          </p:cNvPr>
          <p:cNvSpPr txBox="1">
            <a:spLocks/>
          </p:cNvSpPr>
          <p:nvPr/>
        </p:nvSpPr>
        <p:spPr>
          <a:xfrm>
            <a:off x="9309830" y="64298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8BD019-05FF-F145-A6E1-6EE5A88665E4}" type="slidenum">
              <a:rPr kumimoji="0" lang="en-AU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AU" sz="9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2296058"/>
      </p:ext>
    </p:extLst>
  </p:cSld>
  <p:clrMapOvr>
    <a:masterClrMapping/>
  </p:clrMapOvr>
</p:sld>
</file>

<file path=ppt/theme/theme1.xml><?xml version="1.0" encoding="utf-8"?>
<a:theme xmlns:a="http://schemas.openxmlformats.org/drawingml/2006/main" name="The Strategy Group - 2022">
  <a:themeElements>
    <a:clrScheme name="The Strategy Group - 2022">
      <a:dk1>
        <a:srgbClr val="000000"/>
      </a:dk1>
      <a:lt1>
        <a:srgbClr val="FFFFFF"/>
      </a:lt1>
      <a:dk2>
        <a:srgbClr val="3C3C3C"/>
      </a:dk2>
      <a:lt2>
        <a:srgbClr val="E5E6EB"/>
      </a:lt2>
      <a:accent1>
        <a:srgbClr val="F38047"/>
      </a:accent1>
      <a:accent2>
        <a:srgbClr val="EE2B79"/>
      </a:accent2>
      <a:accent3>
        <a:srgbClr val="0E98D7"/>
      </a:accent3>
      <a:accent4>
        <a:srgbClr val="2EB88A"/>
      </a:accent4>
      <a:accent5>
        <a:srgbClr val="54C8E9"/>
      </a:accent5>
      <a:accent6>
        <a:srgbClr val="445469"/>
      </a:accent6>
      <a:hlink>
        <a:srgbClr val="0E98D7"/>
      </a:hlink>
      <a:folHlink>
        <a:srgbClr val="445469"/>
      </a:folHlink>
    </a:clrScheme>
    <a:fontScheme name="TSG-Font theme">
      <a:majorFont>
        <a:latin typeface="Poppi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3" Type="http://schemas.microsoft.com/office/2011/relationships/webextension" Target="webextension3.xml"/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700" row="1">
    <wetp:webextensionref xmlns:r="http://schemas.openxmlformats.org/officeDocument/2006/relationships" r:id="rId2"/>
  </wetp:taskpane>
  <wetp:taskpane dockstate="right" visibility="0" width="700" row="0">
    <wetp:webextensionref xmlns:r="http://schemas.openxmlformats.org/officeDocument/2006/relationships" r:id="rId3"/>
  </wetp:taskpane>
</wetp:taskpanes>
</file>

<file path=ppt/webextensions/webextension1.xml><?xml version="1.0" encoding="utf-8"?>
<we:webextension xmlns:we="http://schemas.microsoft.com/office/webextensions/webextension/2010/11" id="{E25CDEDE-93DF-C647-B5D8-A467E7AD6B70}">
  <we:reference id="wa104381063" version="1.0.0.1" store="en-GB" storeType="OMEX"/>
  <we:alternateReferences>
    <we:reference id="wa104381063" version="1.0.0.1" store="wa104381063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D008E564-8F99-4EDF-B2EB-65FCC5B53607}">
  <we:reference id="WA200010001" version="1.0.0.0" store="Omex" storeType="OMEX"/>
  <we:alternateReferences>
    <we:reference id="WA200010001" version="1.0.0.0" store="WA200010001" storeType="OMEX"/>
  </we:alternateReferences>
  <we:properties>
    <we:property name="Office.AutoShowTaskpaneWithDocument" value="true"/>
    <we:property name="claude.fileId" value="&quot;8e7109f5-cc27-4dee-92c6-993b70563417&quot;"/>
  </we:properties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5E2B939A-A0AD-43B7-9FF7-30F71938C10C}">
  <we:reference id="f5f369e5-aa35-49d7-ad7b-638152ddb008" version="1.0.0.1" store="excatalog" storeType="excatalog"/>
  <we:alternateReferences>
    <we:reference id="WA200010001" version="1.0.0.1" store="en-gb" storeType="omex"/>
  </we:alternateReferences>
  <we:properties>
    <we:property name="claude.fileId" value="&quot;a2abae90-18fa-4d27-b228-3bd469c0ebe3&quot;"/>
  </we:properties>
  <we:bindings/>
  <we:snapshot xmlns:r="http://schemas.openxmlformats.org/officeDocument/2006/relationships"/>
  <we:extLst>
    <a:ext xmlns:a="http://schemas.openxmlformats.org/drawingml/2006/main" uri="{0858819E-0033-43BF-8937-05EC82904868}">
      <we:backgroundApp state="0" runtimeId="Taskpane.Url"/>
    </a:ext>
  </we:extLst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65015FF0C4D0D4A84ACD5C5EC18BC34" ma:contentTypeVersion="19" ma:contentTypeDescription="Create a new document." ma:contentTypeScope="" ma:versionID="48ad552dc4ee1b4fa7ea69b2730e5273">
  <xsd:schema xmlns:xsd="http://www.w3.org/2001/XMLSchema" xmlns:xs="http://www.w3.org/2001/XMLSchema" xmlns:p="http://schemas.microsoft.com/office/2006/metadata/properties" xmlns:ns2="6287a675-f086-4c05-9b8c-42540f50c347" xmlns:ns3="cc335e2b-7f42-41d0-87ab-ac8237d9a47e" targetNamespace="http://schemas.microsoft.com/office/2006/metadata/properties" ma:root="true" ma:fieldsID="e2c4e7ddbc6a9a755bb796a3d33b9e2d" ns2:_="" ns3:_="">
    <xsd:import namespace="6287a675-f086-4c05-9b8c-42540f50c347"/>
    <xsd:import namespace="cc335e2b-7f42-41d0-87ab-ac8237d9a4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87a675-f086-4c05-9b8c-42540f50c34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a5682369-6b18-44d4-a163-e404b92d838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335e2b-7f42-41d0-87ab-ac8237d9a47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1045b74b-362b-4bc9-9c37-0e1824aef99d}" ma:internalName="TaxCatchAll" ma:showField="CatchAllData" ma:web="cc335e2b-7f42-41d0-87ab-ac8237d9a47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c335e2b-7f42-41d0-87ab-ac8237d9a47e" xsi:nil="true"/>
    <lcf76f155ced4ddcb4097134ff3c332f xmlns="6287a675-f086-4c05-9b8c-42540f50c347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82AA5A5-98B4-437E-B556-5EED2ACC049C}">
  <ds:schemaRefs>
    <ds:schemaRef ds:uri="6287a675-f086-4c05-9b8c-42540f50c347"/>
    <ds:schemaRef ds:uri="cc335e2b-7f42-41d0-87ab-ac8237d9a47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1DB2E5F-D3D3-441D-A755-9F61C052A9B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705A753-6E37-42CF-A494-5F3AA9FF7B7D}">
  <ds:schemaRefs>
    <ds:schemaRef ds:uri="http://www.w3.org/XML/1998/namespace"/>
    <ds:schemaRef ds:uri="http://purl.org/dc/dcmitype/"/>
    <ds:schemaRef ds:uri="http://schemas.microsoft.com/office/2006/metadata/properties"/>
    <ds:schemaRef ds:uri="cc335e2b-7f42-41d0-87ab-ac8237d9a47e"/>
    <ds:schemaRef ds:uri="6287a675-f086-4c05-9b8c-42540f50c347"/>
    <ds:schemaRef ds:uri="http://purl.org/dc/terms/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359</TotalTime>
  <Words>447</Words>
  <Application>Microsoft Office PowerPoint</Application>
  <PresentationFormat>Widescreen</PresentationFormat>
  <Paragraphs>99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Aptos</vt:lpstr>
      <vt:lpstr>Arial</vt:lpstr>
      <vt:lpstr>Calibri</vt:lpstr>
      <vt:lpstr>Open Sans</vt:lpstr>
      <vt:lpstr>Open Sans Light</vt:lpstr>
      <vt:lpstr>Poppins</vt:lpstr>
      <vt:lpstr>Poppins Light</vt:lpstr>
      <vt:lpstr>Poppins Medium</vt:lpstr>
      <vt:lpstr>Poppins SemiBold</vt:lpstr>
      <vt:lpstr>Roboto</vt:lpstr>
      <vt:lpstr>The Strategy Group - 2022</vt:lpstr>
      <vt:lpstr>Coal Services: Industry Sentiment Scorecard</vt:lpstr>
      <vt:lpstr>PowerPoint Presentation</vt:lpstr>
      <vt:lpstr>PowerPoint Presentation</vt:lpstr>
      <vt:lpstr>PowerPoint Presentation</vt:lpstr>
      <vt:lpstr>PowerPoint Presentation</vt:lpstr>
      <vt:lpstr>Same systems produce different tensions and needs for MC and MEU</vt:lpstr>
    </vt:vector>
  </TitlesOfParts>
  <Company>Razer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Tim Halling</dc:creator>
  <cp:lastModifiedBy>Alycia Wolf</cp:lastModifiedBy>
  <cp:revision>5</cp:revision>
  <cp:lastPrinted>2026-06-05T05:24:36Z</cp:lastPrinted>
  <dcterms:created xsi:type="dcterms:W3CDTF">2017-07-17T06:01:31Z</dcterms:created>
  <dcterms:modified xsi:type="dcterms:W3CDTF">2026-10-09T00:47:54Z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0x010100B65015FF0C4D0D4A84ACD5C5EC18BC34</vt:lpwstr>
  </property>
  <property fmtid="{D5CDD505-2E9C-101B-9397-08002B2CF9AE}" pid="3" name="MediaServiceImageTags">
    <vt:lpwstr/>
  </property>
</Properties>
</file>