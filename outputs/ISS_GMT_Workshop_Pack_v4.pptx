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0.svg" ContentType="image/svg+xml"/>
  <Override PartName="/ppt/media/image13.svg" ContentType="image/svg+xml"/>
  <Override PartName="/ppt/media/image14.svg" ContentType="image/svg+xml"/>
  <Override PartName="/ppt/media/image3.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webextensions/webextension3.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44" r:id="rId4"/>
  </p:sldMasterIdLst>
  <p:notesMasterIdLst>
    <p:notesMasterId r:id="rId11"/>
  </p:notesMasterIdLst>
  <p:handoutMasterIdLst>
    <p:handoutMasterId r:id="rId12"/>
  </p:handoutMasterIdLst>
  <p:sldIdLst>
    <p:sldId id="2147475314" r:id="rId19"/>
    <p:sldId id="2147475315" r:id="rId20"/>
    <p:sldId id="2147475316" r:id="rId21"/>
    <p:sldId id="2147475317" r:id="rId22"/>
    <p:sldId id="2147475318" r:id="rId23"/>
    <p:sldId id="2147475319" r:id="rId24"/>
    <p:sldId id="2147475320" r:id="rId25"/>
    <p:sldId id="2147475321" r:id="rId26"/>
    <p:sldId id="2147475322" r:id="rId27"/>
    <p:sldId id="2147475323" r:id="rId28"/>
    <p:sldId id="2147475324" r:id="rId29"/>
    <p:sldId id="2147475325" r:id="rId30"/>
    <p:sldId id="2147475326" r:id="rId31"/>
    <p:sldId id="2147475327" r:id="rId32"/>
    <p:sldId id="2147475328" r:id="rId33"/>
    <p:sldId id="2147475329" r:id="rId34"/>
    <p:sldId id="2147475330" r:id="rId35"/>
    <p:sldId id="2147475331" r:id="rId36"/>
    <p:sldId id="2147475332" r:id="rId37"/>
    <p:sldId id="2147475333" r:id="rId38"/>
    <p:sldId id="2147475334"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93" userDrawn="1">
          <p15:clr>
            <a:srgbClr val="A4A3A4"/>
          </p15:clr>
        </p15:guide>
        <p15:guide id="2" orient="horz" pos="459" userDrawn="1">
          <p15:clr>
            <a:srgbClr val="A4A3A4"/>
          </p15:clr>
        </p15:guide>
        <p15:guide id="3" orient="horz" pos="210" userDrawn="1">
          <p15:clr>
            <a:srgbClr val="A4A3A4"/>
          </p15:clr>
        </p15:guide>
        <p15:guide id="4" orient="horz" pos="845" userDrawn="1">
          <p15:clr>
            <a:srgbClr val="A4A3A4"/>
          </p15:clr>
        </p15:guide>
        <p15:guide id="5" pos="2094" userDrawn="1">
          <p15:clr>
            <a:srgbClr val="A4A3A4"/>
          </p15:clr>
        </p15:guide>
        <p15:guide id="6" orient="horz" pos="663" userDrawn="1">
          <p15:clr>
            <a:srgbClr val="A4A3A4"/>
          </p15:clr>
        </p15:guide>
        <p15:guide id="7" pos="3500" userDrawn="1">
          <p15:clr>
            <a:srgbClr val="A4A3A4"/>
          </p15:clr>
        </p15:guide>
        <p15:guide id="8" orient="horz" pos="1230" userDrawn="1">
          <p15:clr>
            <a:srgbClr val="A4A3A4"/>
          </p15:clr>
        </p15:guide>
        <p15:guide id="9" orient="horz" pos="1366" userDrawn="1">
          <p15:clr>
            <a:srgbClr val="A4A3A4"/>
          </p15:clr>
        </p15:guide>
        <p15:guide id="10" pos="3341" userDrawn="1">
          <p15:clr>
            <a:srgbClr val="A4A3A4"/>
          </p15:clr>
        </p15:guide>
        <p15:guide id="11" pos="4475"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86DCF1C-F1BF-08F1-4F68-1A5268AB94AA}" name="Sabrina Thomas" initials="ST" userId="S::sabrina@thestrategygroup.com.au::71d01e8f-f5be-4dc8-9c6f-d69dbfe8b323" providerId="AD"/>
  <p188:author id="{22B6604C-64F9-9A4C-3D6F-FB7164E2FB2B}" name="Alycia Wolf" initials="AW" userId="S::alycia@thestrategygroup.com.au::c3aef7f7-6659-44db-bf40-576699cfa133" providerId="AD"/>
  <p188:author id="{C60AD75F-BB7A-E2C4-F03F-DC0A34C79042}" name="Liam Hoffman" initials="LH" userId="S::liam@thestrategygroup.com.au::4302a22b-3367-4883-8fcc-8cd8ad62a05e" providerId="AD"/>
  <p188:author id="{A4BFD185-8211-450F-9F9A-53B799A822F0}" name="Nitara Zaid" initials="NZ" userId="S::nitara@thestrategygroup.com.au::ea140d9b-d5e3-432c-a95a-295be01fe418" providerId="AD"/>
  <p188:author id="{AF742A88-23A4-B02F-D282-C8D9BD3AD95C}" name="Jeffrey Tobias" initials="JT" userId="S::jeffrey@thestrategygroup.com.au::9ceb8861-4a13-48a9-ba56-a8c90f5fbffd" providerId="AD"/>
  <p188:author id="{E6A896AE-EBD8-0C62-3B4C-D040BFAA362F}" name="Eliza Beatty" initials="EB" userId="S::eliza@thestrategygroup.com.au::2d4a6939-6cb8-4242-ae6e-ed7e41a40c00" providerId="AD"/>
  <p188:author id="{766270B2-8F53-BD49-570B-6812A4EA1E43}" name="Pierre Schaupp" initials="PS" userId="S::pierre@thestrategygroup.com.au::b910f653-e3ec-49e2-a16b-41bba1208509" providerId="AD"/>
  <p188:author id="{E38D6DFE-8075-8B96-8568-A158DDC43B24}" name="Marcus Naoum" initials="MN" userId="S::marcus@thestrategygroup.com.au::4578fcc8-dbf2-452a-b11c-6b75cc6176d4"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Michelle Tabart" initials="MT"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CE40"/>
    <a:srgbClr val="2772A1"/>
    <a:srgbClr val="216197"/>
    <a:srgbClr val="091489"/>
    <a:srgbClr val="F7FCFF"/>
    <a:srgbClr val="5BC3E8"/>
    <a:srgbClr val="E7280F"/>
    <a:srgbClr val="14359D"/>
    <a:srgbClr val="DC1B3A"/>
    <a:srgbClr val="EA512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123"/>
    <p:restoredTop sz="96371"/>
  </p:normalViewPr>
  <p:slideViewPr>
    <p:cSldViewPr snapToGrid="0">
      <p:cViewPr varScale="1">
        <p:scale>
          <a:sx n="75" d="100"/>
          <a:sy n="75" d="100"/>
        </p:scale>
        <p:origin x="60" y="60"/>
      </p:cViewPr>
      <p:guideLst>
        <p:guide pos="393"/>
        <p:guide orient="horz" pos="459"/>
        <p:guide orient="horz" pos="210"/>
        <p:guide orient="horz" pos="845"/>
        <p:guide pos="2094"/>
        <p:guide orient="horz" pos="663"/>
        <p:guide pos="3500"/>
        <p:guide orient="horz" pos="1230"/>
        <p:guide orient="horz" pos="1366"/>
        <p:guide pos="3341"/>
        <p:guide pos="447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11" Type="http://schemas.openxmlformats.org/officeDocument/2006/relationships/notesMaster" Target="notesMasters/notesMaster1.xml"/><Relationship Id="rId12" Type="http://schemas.openxmlformats.org/officeDocument/2006/relationships/handoutMaster" Target="handoutMasters/handoutMaster1.xml"/><Relationship Id="rId13" Type="http://schemas.openxmlformats.org/officeDocument/2006/relationships/commentAuthors" Target="commentAuthors.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microsoft.com/office/2018/10/relationships/authors" Target="authors.xml"/><Relationship Id="rId19" Type="http://schemas.openxmlformats.org/officeDocument/2006/relationships/slide" Target="slides/slide1.xml"/><Relationship Id="rId20" Type="http://schemas.openxmlformats.org/officeDocument/2006/relationships/slide" Target="slides/slide2.xml"/><Relationship Id="rId21" Type="http://schemas.openxmlformats.org/officeDocument/2006/relationships/slide" Target="slides/slide3.xml"/><Relationship Id="rId22" Type="http://schemas.openxmlformats.org/officeDocument/2006/relationships/slide" Target="slides/slide4.xml"/><Relationship Id="rId23" Type="http://schemas.openxmlformats.org/officeDocument/2006/relationships/slide" Target="slides/slide5.xml"/><Relationship Id="rId24" Type="http://schemas.openxmlformats.org/officeDocument/2006/relationships/slide" Target="slides/slide6.xml"/><Relationship Id="rId25" Type="http://schemas.openxmlformats.org/officeDocument/2006/relationships/slide" Target="slides/slide7.xml"/><Relationship Id="rId26" Type="http://schemas.openxmlformats.org/officeDocument/2006/relationships/slide" Target="slides/slide8.xml"/><Relationship Id="rId27" Type="http://schemas.openxmlformats.org/officeDocument/2006/relationships/slide" Target="slides/slide9.xml"/><Relationship Id="rId28" Type="http://schemas.openxmlformats.org/officeDocument/2006/relationships/slide" Target="slides/slide10.xml"/><Relationship Id="rId29" Type="http://schemas.openxmlformats.org/officeDocument/2006/relationships/slide" Target="slides/slide11.xml"/><Relationship Id="rId30" Type="http://schemas.openxmlformats.org/officeDocument/2006/relationships/slide" Target="slides/slide12.xml"/><Relationship Id="rId31" Type="http://schemas.openxmlformats.org/officeDocument/2006/relationships/slide" Target="slides/slide13.xml"/><Relationship Id="rId32" Type="http://schemas.openxmlformats.org/officeDocument/2006/relationships/slide" Target="slides/slide14.xml"/><Relationship Id="rId33" Type="http://schemas.openxmlformats.org/officeDocument/2006/relationships/slide" Target="slides/slide15.xml"/><Relationship Id="rId34" Type="http://schemas.openxmlformats.org/officeDocument/2006/relationships/slide" Target="slides/slide16.xml"/><Relationship Id="rId35" Type="http://schemas.openxmlformats.org/officeDocument/2006/relationships/slide" Target="slides/slide17.xml"/><Relationship Id="rId36" Type="http://schemas.openxmlformats.org/officeDocument/2006/relationships/slide" Target="slides/slide18.xml"/><Relationship Id="rId37" Type="http://schemas.openxmlformats.org/officeDocument/2006/relationships/slide" Target="slides/slide19.xml"/><Relationship Id="rId38" Type="http://schemas.openxmlformats.org/officeDocument/2006/relationships/slide" Target="slides/slide20.xml"/><Relationship Id="rId39" Type="http://schemas.openxmlformats.org/officeDocument/2006/relationships/slide" Target="slides/slide2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Score</c:v>
                </c:pt>
              </c:strCache>
            </c:strRef>
          </c:tx>
          <c:dPt>
            <c:idx val="0"/>
            <c:spPr>
              <a:solidFill>
                <a:srgbClr val="B4BECA"/>
              </a:solidFill>
            </c:spPr>
          </c:dPt>
          <c:dPt>
            <c:idx val="1"/>
            <c:spPr>
              <a:solidFill>
                <a:srgbClr val="B4BECA"/>
              </a:solidFill>
            </c:spPr>
          </c:dPt>
          <c:dPt>
            <c:idx val="2"/>
            <c:spPr>
              <a:solidFill>
                <a:srgbClr val="B4BECA"/>
              </a:solidFill>
            </c:spPr>
          </c:dPt>
          <c:dPt>
            <c:idx val="3"/>
            <c:spPr>
              <a:solidFill>
                <a:srgbClr val="B4BECA"/>
              </a:solidFill>
            </c:spPr>
          </c:dPt>
          <c:dPt>
            <c:idx val="4"/>
            <c:spPr>
              <a:solidFill>
                <a:srgbClr val="0E98D7"/>
              </a:solidFill>
            </c:spPr>
          </c:dPt>
          <c:dPt>
            <c:idx val="5"/>
            <c:spPr>
              <a:solidFill>
                <a:srgbClr val="0E98D7"/>
              </a:solidFill>
            </c:spPr>
          </c:dPt>
          <c:cat>
            <c:strRef>
              <c:f>Sheet1!$A$2:$A$7</c:f>
              <c:strCache>
                <c:ptCount val="6"/>
                <c:pt idx="0">
                  <c:v>Communication</c:v>
                </c:pt>
                <c:pt idx="1">
                  <c:v>Consistency</c:v>
                </c:pt>
                <c:pt idx="2">
                  <c:v>Effort to Engage</c:v>
                </c:pt>
                <c:pt idx="3">
                  <c:v>Responsiveness</c:v>
                </c:pt>
                <c:pt idx="4">
                  <c:v>Value &amp; Strategic Alignment</c:v>
                </c:pt>
                <c:pt idx="5">
                  <c:v>Trust</c:v>
                </c:pt>
              </c:strCache>
            </c:strRef>
          </c:cat>
          <c:val>
            <c:numRef>
              <c:f>Sheet1!$B$2:$B$7</c:f>
              <c:numCache>
                <c:formatCode>General</c:formatCode>
                <c:ptCount val="6"/>
                <c:pt idx="0">
                  <c:v>70</c:v>
                </c:pt>
                <c:pt idx="1">
                  <c:v>67</c:v>
                </c:pt>
                <c:pt idx="2">
                  <c:v>66</c:v>
                </c:pt>
                <c:pt idx="3">
                  <c:v>64</c:v>
                </c:pt>
                <c:pt idx="4">
                  <c:v>61</c:v>
                </c:pt>
                <c:pt idx="5">
                  <c:v>60</c:v>
                </c:pt>
              </c:numCache>
            </c:numRef>
          </c:val>
        </c:ser>
        <c:dLbls>
          <c:numFmt formatCode="0" sourceLinked="0"/>
          <c:txPr>
            <a:bodyPr/>
            <a:lstStyle/>
            <a:p>
              <a:pPr>
                <a:defRPr sz="1200" b="1"/>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100"/>
            </a:pPr>
          </a:p>
        </c:txPr>
        <c:crossAx val="-2113994440"/>
        <c:crosses val="autoZero"/>
        <c:auto val="1"/>
        <c:lblAlgn val="ctr"/>
        <c:lblOffset val="100"/>
        <c:noMultiLvlLbl val="0"/>
      </c:catAx>
      <c:valAx>
        <c:axId val="-2113994440"/>
        <c:scaling>
          <c:max val="100.0"/>
          <c:min val="0.0"/>
        </c:scaling>
        <c:delete/>
        <c:axPos val="b"/>
        <c:majorTickMark val="out"/>
        <c:minorTickMark val="none"/>
        <c:tickLblPos val="nextTo"/>
        <c:crossAx val="-2068027336"/>
        <c:crosses val="autoZero"/>
      </c:valAx>
    </c:plotArea>
    <c:dispBlanksAs val="gap"/>
  </c:chart>
  <c:txPr>
    <a:bodyPr/>
    <a:lstStyle/>
    <a:p>
      <a:pPr>
        <a:defRPr sz="1100">
          <a:solidFill>
            <a:srgbClr val="333F4F"/>
          </a:solidFill>
          <a:latin typeface="Open Sans"/>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6C5D396-7B96-4346-AAAE-754D44F7F52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latin typeface="Open Sans Light" pitchFamily="2" charset="0"/>
            </a:endParaRPr>
          </a:p>
        </p:txBody>
      </p:sp>
      <p:sp>
        <p:nvSpPr>
          <p:cNvPr id="3" name="Date Placeholder 2">
            <a:extLst>
              <a:ext uri="{FF2B5EF4-FFF2-40B4-BE49-F238E27FC236}">
                <a16:creationId xmlns:a16="http://schemas.microsoft.com/office/drawing/2014/main" id="{04D405ED-F3C3-C64D-896E-A82D517A682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DBF9414-3D7D-694D-A4D4-2A38CD631945}" type="datetimeFigureOut">
              <a:rPr lang="en-US" smtClean="0">
                <a:latin typeface="Open Sans Light" pitchFamily="2" charset="0"/>
              </a:rPr>
              <a:t>10/9/2026</a:t>
            </a:fld>
            <a:endParaRPr lang="en-US">
              <a:latin typeface="Open Sans Light" pitchFamily="2" charset="0"/>
            </a:endParaRPr>
          </a:p>
        </p:txBody>
      </p:sp>
      <p:sp>
        <p:nvSpPr>
          <p:cNvPr id="4" name="Footer Placeholder 3">
            <a:extLst>
              <a:ext uri="{FF2B5EF4-FFF2-40B4-BE49-F238E27FC236}">
                <a16:creationId xmlns:a16="http://schemas.microsoft.com/office/drawing/2014/main" id="{CEA3EAB3-9FA5-9449-9881-6508ECDCCE6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latin typeface="Open Sans Light" pitchFamily="2" charset="0"/>
            </a:endParaRPr>
          </a:p>
        </p:txBody>
      </p:sp>
      <p:sp>
        <p:nvSpPr>
          <p:cNvPr id="5" name="Slide Number Placeholder 4">
            <a:extLst>
              <a:ext uri="{FF2B5EF4-FFF2-40B4-BE49-F238E27FC236}">
                <a16:creationId xmlns:a16="http://schemas.microsoft.com/office/drawing/2014/main" id="{35250E67-DC67-0A48-968B-2D9E1032923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B9C1F1D-0F54-3E40-B5C3-72C471D17D1E}" type="slidenum">
              <a:rPr lang="en-US" smtClean="0">
                <a:latin typeface="Open Sans Light" pitchFamily="2" charset="0"/>
              </a:rPr>
              <a:t>‹#›</a:t>
            </a:fld>
            <a:endParaRPr lang="en-US">
              <a:latin typeface="Open Sans Light" pitchFamily="2" charset="0"/>
            </a:endParaRPr>
          </a:p>
        </p:txBody>
      </p:sp>
    </p:spTree>
    <p:extLst>
      <p:ext uri="{BB962C8B-B14F-4D97-AF65-F5344CB8AC3E}">
        <p14:creationId xmlns:p14="http://schemas.microsoft.com/office/powerpoint/2010/main" val="19724352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Open Sans Light" pitchFamily="2"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Open Sans Light" pitchFamily="2" charset="0"/>
              </a:defRPr>
            </a:lvl1pPr>
          </a:lstStyle>
          <a:p>
            <a:fld id="{7DB8B409-6AE1-413F-AD0F-8F9B711D0698}" type="datetimeFigureOut">
              <a:rPr lang="en-AU" smtClean="0"/>
              <a:pPr/>
              <a:t>9/10/2026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Open Sans Light"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Open Sans Light" pitchFamily="2" charset="0"/>
              </a:defRPr>
            </a:lvl1pPr>
          </a:lstStyle>
          <a:p>
            <a:fld id="{F7CA7197-82FF-4B06-884D-DB6B1218D975}" type="slidenum">
              <a:rPr lang="en-AU" smtClean="0"/>
              <a:pPr/>
              <a:t>‹#›</a:t>
            </a:fld>
            <a:endParaRPr lang="en-AU"/>
          </a:p>
        </p:txBody>
      </p:sp>
    </p:spTree>
    <p:extLst>
      <p:ext uri="{BB962C8B-B14F-4D97-AF65-F5344CB8AC3E}">
        <p14:creationId xmlns:p14="http://schemas.microsoft.com/office/powerpoint/2010/main" val="4099036799"/>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Open Sans Light" pitchFamily="2" charset="0"/>
        <a:ea typeface="+mn-ea"/>
        <a:cs typeface="+mn-cs"/>
      </a:defRPr>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(part of 0:00–0:10). Thank the GMT for their time. Frame quickly: this is a working session, not a presentation. Everyone will contribute to every theme.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0:00–0:10 (Marcus). Key message: this is about visibility and prioritisation, not ideation. The gap is sequencing, comms and expectation management. Example to use: some fixes, like the legal review, could take around 12 months, so stakeholders need to hear that now.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briefly. Emphasise that more than half the session is hands-on.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0:00–0:10 (Marcus). Keep this to two or three minutes. Open on strengths, then name the gaps as opportunities. Do not re-present the report. The GMT has seen the overview. ISS is 65 (Guarded), from a Relationship Score of 67 and a Business Unit Score of 64.</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0:00–0:10 (Marcus). Open on strengths before naming gaps. Key point: industry is not asking for a different organisation. Both groups want Coal Services to succeed. Confidence sits with the people and the purpose, and the opportunity is to make the systems match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0:00–0:10 (Marcus). Bridge into the stations: the patterns behind the bright spots are a useful lens for today. When groups look at what is in train, ask whether it builds these four things.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0:00–0:10 (Marcus). Move from strengths to gaps, framed as opportunities. Point out that Trust carries 30% of the weighting, so it is where improvement shows up fastest in the score.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0:00–0:10 (Marcus). These four patterns show up across every BU, not just one. They are the lens for the stations: does what is in train fix the pattern, or just the symptom?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0:00–0:10 (Marcus). The mothership framing. Make it explicit that this is not additional work. Closed-loop feedback and the stakeholder engagement strategy should sit visibly inside BU work.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0:10–0:15 (Alycia). Introduce the four stations, one per ISS theme. Each station carries the theme’s How Might We statement. Initiative cards from Belinda’s Control Tower mapping are already laid out at each station.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0:10–0:15 (Alycia). Explain the two rounds. Mixed-BU groups are deliberate: every BU's work is visible at every station, so no one area dominates. 0:15–0:45: round 1 runs 12 minutes, allow about 3 minutes to move and read the previous group's work, then round 2 runs 12 minutes. Each theme is worked by two groups.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Station 1 canvas. Print at A3 and place with the pre-mapped initiative cards for this theme. Photograph before playback.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Station 2 canvas. Print at A3 and place with the pre-mapped initiative cards for this theme. Photograph before playback.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Station 3 canvas. Print at A3 and place with the pre-mapped initiative cards for this theme. Photograph before playback.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Station 4 canvas. Print at A3 and place with the pre-mapped initiative cards for this theme. Photograph before playback.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0:45–1:05. Draw this on the whiteboard or print at A1. As each station plays back, place its top two priorities on the grid. Spend the last few minutes on the top-right cell: what will stakeholders hear, and when?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0:45–1:05. Keep each playback to three minutes. Alycia captures. Marcus probes on gaps and timing.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1:05–1:15 (Marcus). Confirm the four plan components with the room. Ask: is anything missing? Then confirm owners for the gaps identified.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1:05–1:15 (Marcus). Close on the ask. Confirm the Board timing if Belinda has it by then.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sv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sv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sv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sv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sv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sv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8FE57028-D915-D943-99D7-8DF74265968B}"/>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Title 1">
            <a:extLst>
              <a:ext uri="{FF2B5EF4-FFF2-40B4-BE49-F238E27FC236}">
                <a16:creationId xmlns:a16="http://schemas.microsoft.com/office/drawing/2014/main" id="{872B019C-4E51-5CE7-5B1D-95225561FA84}"/>
              </a:ext>
            </a:extLst>
          </p:cNvPr>
          <p:cNvSpPr>
            <a:spLocks noGrp="1"/>
          </p:cNvSpPr>
          <p:nvPr>
            <p:ph type="title"/>
          </p:nvPr>
        </p:nvSpPr>
        <p:spPr>
          <a:xfrm>
            <a:off x="525019" y="368300"/>
            <a:ext cx="11151032" cy="900114"/>
          </a:xfrm>
        </p:spPr>
        <p:txBody>
          <a:bodyPr>
            <a:normAutofit/>
          </a:bodyPr>
          <a:lstStyle>
            <a:lvl1pPr>
              <a:defRPr sz="2800"/>
            </a:lvl1pPr>
          </a:lstStyle>
          <a:p>
            <a:r>
              <a:rPr lang="en-US"/>
              <a:t>Click to edit Master title style</a:t>
            </a:r>
          </a:p>
        </p:txBody>
      </p:sp>
      <p:sp>
        <p:nvSpPr>
          <p:cNvPr id="5" name="Content Placeholder 2">
            <a:extLst>
              <a:ext uri="{FF2B5EF4-FFF2-40B4-BE49-F238E27FC236}">
                <a16:creationId xmlns:a16="http://schemas.microsoft.com/office/drawing/2014/main" id="{FFB002A0-5D60-0A4B-429C-D6178E03B636}"/>
              </a:ext>
            </a:extLst>
          </p:cNvPr>
          <p:cNvSpPr>
            <a:spLocks noGrp="1"/>
          </p:cNvSpPr>
          <p:nvPr>
            <p:ph idx="1"/>
          </p:nvPr>
        </p:nvSpPr>
        <p:spPr>
          <a:xfrm>
            <a:off x="525018" y="1449389"/>
            <a:ext cx="11151033" cy="4500562"/>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88564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3_Title and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D183A61-EB54-06EF-DE47-F7E9A571DB61}"/>
              </a:ext>
            </a:extLst>
          </p:cNvPr>
          <p:cNvSpPr/>
          <p:nvPr userDrawn="1"/>
        </p:nvSpPr>
        <p:spPr>
          <a:xfrm>
            <a:off x="0" y="0"/>
            <a:ext cx="12192000" cy="1316019"/>
          </a:xfrm>
          <a:prstGeom prst="rect">
            <a:avLst/>
          </a:prstGeom>
          <a:gradFill>
            <a:gsLst>
              <a:gs pos="0">
                <a:schemeClr val="accent3"/>
              </a:gs>
              <a:gs pos="100000">
                <a:schemeClr val="accent3">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Roboto"/>
              <a:ea typeface="+mn-ea"/>
              <a:cs typeface="+mn-cs"/>
            </a:endParaRPr>
          </a:p>
        </p:txBody>
      </p:sp>
      <p:sp>
        <p:nvSpPr>
          <p:cNvPr id="6" name="Slide Number Placeholder 3">
            <a:extLst>
              <a:ext uri="{FF2B5EF4-FFF2-40B4-BE49-F238E27FC236}">
                <a16:creationId xmlns:a16="http://schemas.microsoft.com/office/drawing/2014/main" id="{8FE57028-D915-D943-99D7-8DF74265968B}"/>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Title 1">
            <a:extLst>
              <a:ext uri="{FF2B5EF4-FFF2-40B4-BE49-F238E27FC236}">
                <a16:creationId xmlns:a16="http://schemas.microsoft.com/office/drawing/2014/main" id="{872B019C-4E51-5CE7-5B1D-95225561FA84}"/>
              </a:ext>
            </a:extLst>
          </p:cNvPr>
          <p:cNvSpPr>
            <a:spLocks noGrp="1"/>
          </p:cNvSpPr>
          <p:nvPr>
            <p:ph type="title"/>
          </p:nvPr>
        </p:nvSpPr>
        <p:spPr>
          <a:xfrm>
            <a:off x="525019" y="368300"/>
            <a:ext cx="11151032" cy="900114"/>
          </a:xfrm>
        </p:spPr>
        <p:txBody>
          <a:bodyPr>
            <a:normAutofit/>
          </a:bodyPr>
          <a:lstStyle>
            <a:lvl1pPr>
              <a:defRPr sz="2800">
                <a:solidFill>
                  <a:schemeClr val="bg1"/>
                </a:solidFill>
              </a:defRPr>
            </a:lvl1pPr>
          </a:lstStyle>
          <a:p>
            <a:r>
              <a:rPr lang="en-US"/>
              <a:t>Click to edit Master title style</a:t>
            </a:r>
          </a:p>
        </p:txBody>
      </p:sp>
      <p:sp>
        <p:nvSpPr>
          <p:cNvPr id="5" name="Content Placeholder 2">
            <a:extLst>
              <a:ext uri="{FF2B5EF4-FFF2-40B4-BE49-F238E27FC236}">
                <a16:creationId xmlns:a16="http://schemas.microsoft.com/office/drawing/2014/main" id="{FFB002A0-5D60-0A4B-429C-D6178E03B636}"/>
              </a:ext>
            </a:extLst>
          </p:cNvPr>
          <p:cNvSpPr>
            <a:spLocks noGrp="1"/>
          </p:cNvSpPr>
          <p:nvPr>
            <p:ph idx="1"/>
          </p:nvPr>
        </p:nvSpPr>
        <p:spPr>
          <a:xfrm>
            <a:off x="525018" y="1449389"/>
            <a:ext cx="11151033" cy="4500562"/>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138719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2_Title and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D183A61-EB54-06EF-DE47-F7E9A571DB61}"/>
              </a:ext>
            </a:extLst>
          </p:cNvPr>
          <p:cNvSpPr/>
          <p:nvPr userDrawn="1"/>
        </p:nvSpPr>
        <p:spPr>
          <a:xfrm>
            <a:off x="0" y="0"/>
            <a:ext cx="12192000" cy="1316019"/>
          </a:xfrm>
          <a:prstGeom prst="rect">
            <a:avLst/>
          </a:prstGeom>
          <a:gradFill>
            <a:gsLst>
              <a:gs pos="0">
                <a:schemeClr val="accent1"/>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Roboto"/>
              <a:ea typeface="+mn-ea"/>
              <a:cs typeface="+mn-cs"/>
            </a:endParaRPr>
          </a:p>
        </p:txBody>
      </p:sp>
      <p:sp>
        <p:nvSpPr>
          <p:cNvPr id="6" name="Slide Number Placeholder 3">
            <a:extLst>
              <a:ext uri="{FF2B5EF4-FFF2-40B4-BE49-F238E27FC236}">
                <a16:creationId xmlns:a16="http://schemas.microsoft.com/office/drawing/2014/main" id="{8FE57028-D915-D943-99D7-8DF74265968B}"/>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Title 1">
            <a:extLst>
              <a:ext uri="{FF2B5EF4-FFF2-40B4-BE49-F238E27FC236}">
                <a16:creationId xmlns:a16="http://schemas.microsoft.com/office/drawing/2014/main" id="{872B019C-4E51-5CE7-5B1D-95225561FA84}"/>
              </a:ext>
            </a:extLst>
          </p:cNvPr>
          <p:cNvSpPr>
            <a:spLocks noGrp="1"/>
          </p:cNvSpPr>
          <p:nvPr>
            <p:ph type="title"/>
          </p:nvPr>
        </p:nvSpPr>
        <p:spPr>
          <a:xfrm>
            <a:off x="525019" y="368300"/>
            <a:ext cx="11151032" cy="900114"/>
          </a:xfrm>
        </p:spPr>
        <p:txBody>
          <a:bodyPr>
            <a:normAutofit/>
          </a:bodyPr>
          <a:lstStyle>
            <a:lvl1pPr>
              <a:defRPr sz="2800">
                <a:solidFill>
                  <a:schemeClr val="bg1"/>
                </a:solidFill>
              </a:defRPr>
            </a:lvl1pPr>
          </a:lstStyle>
          <a:p>
            <a:r>
              <a:rPr lang="en-US"/>
              <a:t>Click to edit Master title style</a:t>
            </a:r>
          </a:p>
        </p:txBody>
      </p:sp>
      <p:sp>
        <p:nvSpPr>
          <p:cNvPr id="5" name="Content Placeholder 2">
            <a:extLst>
              <a:ext uri="{FF2B5EF4-FFF2-40B4-BE49-F238E27FC236}">
                <a16:creationId xmlns:a16="http://schemas.microsoft.com/office/drawing/2014/main" id="{FFB002A0-5D60-0A4B-429C-D6178E03B636}"/>
              </a:ext>
            </a:extLst>
          </p:cNvPr>
          <p:cNvSpPr>
            <a:spLocks noGrp="1"/>
          </p:cNvSpPr>
          <p:nvPr>
            <p:ph idx="1"/>
          </p:nvPr>
        </p:nvSpPr>
        <p:spPr>
          <a:xfrm>
            <a:off x="525018" y="1449389"/>
            <a:ext cx="11151033" cy="4500562"/>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685747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11_Title and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D183A61-EB54-06EF-DE47-F7E9A571DB61}"/>
              </a:ext>
            </a:extLst>
          </p:cNvPr>
          <p:cNvSpPr/>
          <p:nvPr userDrawn="1"/>
        </p:nvSpPr>
        <p:spPr>
          <a:xfrm>
            <a:off x="0" y="0"/>
            <a:ext cx="12192000" cy="1316019"/>
          </a:xfrm>
          <a:prstGeom prst="rect">
            <a:avLst/>
          </a:prstGeom>
          <a:gradFill>
            <a:gsLst>
              <a:gs pos="0">
                <a:schemeClr val="accent2"/>
              </a:gs>
              <a:gs pos="100000">
                <a:schemeClr val="accent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Roboto"/>
              <a:ea typeface="+mn-ea"/>
              <a:cs typeface="+mn-cs"/>
            </a:endParaRPr>
          </a:p>
        </p:txBody>
      </p:sp>
      <p:sp>
        <p:nvSpPr>
          <p:cNvPr id="6" name="Slide Number Placeholder 3">
            <a:extLst>
              <a:ext uri="{FF2B5EF4-FFF2-40B4-BE49-F238E27FC236}">
                <a16:creationId xmlns:a16="http://schemas.microsoft.com/office/drawing/2014/main" id="{8FE57028-D915-D943-99D7-8DF74265968B}"/>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Title 1">
            <a:extLst>
              <a:ext uri="{FF2B5EF4-FFF2-40B4-BE49-F238E27FC236}">
                <a16:creationId xmlns:a16="http://schemas.microsoft.com/office/drawing/2014/main" id="{872B019C-4E51-5CE7-5B1D-95225561FA84}"/>
              </a:ext>
            </a:extLst>
          </p:cNvPr>
          <p:cNvSpPr>
            <a:spLocks noGrp="1"/>
          </p:cNvSpPr>
          <p:nvPr>
            <p:ph type="title"/>
          </p:nvPr>
        </p:nvSpPr>
        <p:spPr>
          <a:xfrm>
            <a:off x="525019" y="368300"/>
            <a:ext cx="11151032" cy="900114"/>
          </a:xfrm>
        </p:spPr>
        <p:txBody>
          <a:bodyPr>
            <a:normAutofit/>
          </a:bodyPr>
          <a:lstStyle>
            <a:lvl1pPr>
              <a:defRPr sz="2800">
                <a:solidFill>
                  <a:schemeClr val="bg1"/>
                </a:solidFill>
              </a:defRPr>
            </a:lvl1pPr>
          </a:lstStyle>
          <a:p>
            <a:r>
              <a:rPr lang="en-US"/>
              <a:t>Click to edit Master title style</a:t>
            </a:r>
          </a:p>
        </p:txBody>
      </p:sp>
      <p:sp>
        <p:nvSpPr>
          <p:cNvPr id="5" name="Content Placeholder 2">
            <a:extLst>
              <a:ext uri="{FF2B5EF4-FFF2-40B4-BE49-F238E27FC236}">
                <a16:creationId xmlns:a16="http://schemas.microsoft.com/office/drawing/2014/main" id="{FFB002A0-5D60-0A4B-429C-D6178E03B636}"/>
              </a:ext>
            </a:extLst>
          </p:cNvPr>
          <p:cNvSpPr>
            <a:spLocks noGrp="1"/>
          </p:cNvSpPr>
          <p:nvPr>
            <p:ph idx="1"/>
          </p:nvPr>
        </p:nvSpPr>
        <p:spPr>
          <a:xfrm>
            <a:off x="525018" y="1449389"/>
            <a:ext cx="11151033" cy="4500562"/>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587218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15_Title Slide">
    <p:spTree>
      <p:nvGrpSpPr>
        <p:cNvPr id="1" name=""/>
        <p:cNvGrpSpPr/>
        <p:nvPr/>
      </p:nvGrpSpPr>
      <p:grpSpPr>
        <a:xfrm>
          <a:off x="0" y="0"/>
          <a:ext cx="0" cy="0"/>
          <a:chOff x="0" y="0"/>
          <a:chExt cx="0" cy="0"/>
        </a:xfrm>
      </p:grpSpPr>
      <p:sp>
        <p:nvSpPr>
          <p:cNvPr id="18" name="Subtitle 2">
            <a:extLst>
              <a:ext uri="{FF2B5EF4-FFF2-40B4-BE49-F238E27FC236}">
                <a16:creationId xmlns:a16="http://schemas.microsoft.com/office/drawing/2014/main" id="{8DF9EC0C-8D8A-394C-98CB-975B46260778}"/>
              </a:ext>
            </a:extLst>
          </p:cNvPr>
          <p:cNvSpPr>
            <a:spLocks noGrp="1"/>
          </p:cNvSpPr>
          <p:nvPr>
            <p:ph type="subTitle" idx="1"/>
          </p:nvPr>
        </p:nvSpPr>
        <p:spPr>
          <a:xfrm>
            <a:off x="499110" y="5177854"/>
            <a:ext cx="9144000" cy="1655762"/>
          </a:xfrm>
        </p:spPr>
        <p:txBody>
          <a:bodyPr>
            <a:normAutofit/>
          </a:bodyPr>
          <a:lstStyle>
            <a:lvl1pPr marL="0" indent="0" algn="l">
              <a:buNone/>
              <a:defRPr sz="2000">
                <a:solidFill>
                  <a:schemeClr val="bg2"/>
                </a:solidFill>
                <a:latin typeface="Open Sans Light" panose="020B0606030504020204" pitchFamily="34" charset="0"/>
                <a:ea typeface="Open Sans Light" panose="020B0606030504020204" pitchFamily="34" charset="0"/>
                <a:cs typeface="Open Sans Light" panose="020B0606030504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9" name="Title 1">
            <a:extLst>
              <a:ext uri="{FF2B5EF4-FFF2-40B4-BE49-F238E27FC236}">
                <a16:creationId xmlns:a16="http://schemas.microsoft.com/office/drawing/2014/main" id="{E6174DF3-85AD-3849-AA29-99B8B3E8F7CA}"/>
              </a:ext>
            </a:extLst>
          </p:cNvPr>
          <p:cNvSpPr>
            <a:spLocks noGrp="1"/>
          </p:cNvSpPr>
          <p:nvPr>
            <p:ph type="ctrTitle"/>
          </p:nvPr>
        </p:nvSpPr>
        <p:spPr>
          <a:xfrm>
            <a:off x="499110" y="4096613"/>
            <a:ext cx="9144000" cy="947129"/>
          </a:xfrm>
        </p:spPr>
        <p:txBody>
          <a:bodyPr anchor="b">
            <a:normAutofit/>
          </a:bodyPr>
          <a:lstStyle>
            <a:lvl1pPr algn="l">
              <a:defRPr sz="4400" b="0">
                <a:solidFill>
                  <a:schemeClr val="bg1"/>
                </a:solidFill>
              </a:defRPr>
            </a:lvl1pPr>
          </a:lstStyle>
          <a:p>
            <a:r>
              <a:rPr lang="en-US"/>
              <a:t>Click to edit Master title style</a:t>
            </a:r>
          </a:p>
        </p:txBody>
      </p:sp>
      <p:sp>
        <p:nvSpPr>
          <p:cNvPr id="7" name="Slide Number Placeholder 3">
            <a:extLst>
              <a:ext uri="{FF2B5EF4-FFF2-40B4-BE49-F238E27FC236}">
                <a16:creationId xmlns:a16="http://schemas.microsoft.com/office/drawing/2014/main" id="{E155D132-6578-874E-A1F5-777D8134DC9D}"/>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Tree>
    <p:extLst>
      <p:ext uri="{BB962C8B-B14F-4D97-AF65-F5344CB8AC3E}">
        <p14:creationId xmlns:p14="http://schemas.microsoft.com/office/powerpoint/2010/main" val="733865409"/>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0_Title and Content">
    <p:spTree>
      <p:nvGrpSpPr>
        <p:cNvPr id="1" name=""/>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8FE57028-D915-D943-99D7-8DF74265968B}"/>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Title 1">
            <a:extLst>
              <a:ext uri="{FF2B5EF4-FFF2-40B4-BE49-F238E27FC236}">
                <a16:creationId xmlns:a16="http://schemas.microsoft.com/office/drawing/2014/main" id="{872B019C-4E51-5CE7-5B1D-95225561FA84}"/>
              </a:ext>
            </a:extLst>
          </p:cNvPr>
          <p:cNvSpPr>
            <a:spLocks noGrp="1"/>
          </p:cNvSpPr>
          <p:nvPr>
            <p:ph type="title"/>
          </p:nvPr>
        </p:nvSpPr>
        <p:spPr>
          <a:xfrm>
            <a:off x="525019" y="368300"/>
            <a:ext cx="7691881" cy="900114"/>
          </a:xfrm>
        </p:spPr>
        <p:txBody>
          <a:bodyPr>
            <a:normAutofit/>
          </a:bodyPr>
          <a:lstStyle>
            <a:lvl1pPr>
              <a:defRPr sz="2800"/>
            </a:lvl1pPr>
          </a:lstStyle>
          <a:p>
            <a:r>
              <a:rPr lang="en-US"/>
              <a:t>Click to edit Master title style</a:t>
            </a:r>
          </a:p>
        </p:txBody>
      </p:sp>
      <p:sp>
        <p:nvSpPr>
          <p:cNvPr id="5" name="Content Placeholder 2">
            <a:extLst>
              <a:ext uri="{FF2B5EF4-FFF2-40B4-BE49-F238E27FC236}">
                <a16:creationId xmlns:a16="http://schemas.microsoft.com/office/drawing/2014/main" id="{FFB002A0-5D60-0A4B-429C-D6178E03B636}"/>
              </a:ext>
            </a:extLst>
          </p:cNvPr>
          <p:cNvSpPr>
            <a:spLocks noGrp="1"/>
          </p:cNvSpPr>
          <p:nvPr>
            <p:ph idx="1"/>
          </p:nvPr>
        </p:nvSpPr>
        <p:spPr>
          <a:xfrm>
            <a:off x="525019" y="1449389"/>
            <a:ext cx="7691881" cy="4500562"/>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85828BE1-28ED-B995-96F1-1F1FD2D7396A}"/>
              </a:ext>
            </a:extLst>
          </p:cNvPr>
          <p:cNvSpPr/>
          <p:nvPr userDrawn="1"/>
        </p:nvSpPr>
        <p:spPr>
          <a:xfrm>
            <a:off x="8411394" y="1"/>
            <a:ext cx="3770435" cy="689015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55"/>
              <a:t>INSERT IMAGE WITH BLACK OVERLAY</a:t>
            </a:r>
          </a:p>
        </p:txBody>
      </p:sp>
      <p:pic>
        <p:nvPicPr>
          <p:cNvPr id="3" name="Graphic 2">
            <a:extLst>
              <a:ext uri="{FF2B5EF4-FFF2-40B4-BE49-F238E27FC236}">
                <a16:creationId xmlns:a16="http://schemas.microsoft.com/office/drawing/2014/main" id="{74684993-AE64-49DC-81D8-A3F9EC93B954}"/>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8006" r="30707" b="41106"/>
          <a:stretch/>
        </p:blipFill>
        <p:spPr>
          <a:xfrm rot="10800000">
            <a:off x="8421564" y="-1"/>
            <a:ext cx="3770435" cy="5640552"/>
          </a:xfrm>
          <a:prstGeom prst="rect">
            <a:avLst/>
          </a:prstGeom>
        </p:spPr>
      </p:pic>
    </p:spTree>
    <p:extLst>
      <p:ext uri="{BB962C8B-B14F-4D97-AF65-F5344CB8AC3E}">
        <p14:creationId xmlns:p14="http://schemas.microsoft.com/office/powerpoint/2010/main" val="23796120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9_Title and Content">
    <p:spTree>
      <p:nvGrpSpPr>
        <p:cNvPr id="1" name=""/>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8FE57028-D915-D943-99D7-8DF74265968B}"/>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Title 1">
            <a:extLst>
              <a:ext uri="{FF2B5EF4-FFF2-40B4-BE49-F238E27FC236}">
                <a16:creationId xmlns:a16="http://schemas.microsoft.com/office/drawing/2014/main" id="{872B019C-4E51-5CE7-5B1D-95225561FA84}"/>
              </a:ext>
            </a:extLst>
          </p:cNvPr>
          <p:cNvSpPr>
            <a:spLocks noGrp="1"/>
          </p:cNvSpPr>
          <p:nvPr>
            <p:ph type="title"/>
          </p:nvPr>
        </p:nvSpPr>
        <p:spPr>
          <a:xfrm>
            <a:off x="4296919" y="368300"/>
            <a:ext cx="7046721" cy="900114"/>
          </a:xfrm>
        </p:spPr>
        <p:txBody>
          <a:bodyPr>
            <a:normAutofit/>
          </a:bodyPr>
          <a:lstStyle>
            <a:lvl1pPr>
              <a:defRPr sz="2800"/>
            </a:lvl1pPr>
          </a:lstStyle>
          <a:p>
            <a:r>
              <a:rPr lang="en-US"/>
              <a:t>Click to edit Master title style</a:t>
            </a:r>
          </a:p>
        </p:txBody>
      </p:sp>
      <p:sp>
        <p:nvSpPr>
          <p:cNvPr id="5" name="Content Placeholder 2">
            <a:extLst>
              <a:ext uri="{FF2B5EF4-FFF2-40B4-BE49-F238E27FC236}">
                <a16:creationId xmlns:a16="http://schemas.microsoft.com/office/drawing/2014/main" id="{FFB002A0-5D60-0A4B-429C-D6178E03B636}"/>
              </a:ext>
            </a:extLst>
          </p:cNvPr>
          <p:cNvSpPr>
            <a:spLocks noGrp="1"/>
          </p:cNvSpPr>
          <p:nvPr>
            <p:ph idx="1"/>
          </p:nvPr>
        </p:nvSpPr>
        <p:spPr>
          <a:xfrm>
            <a:off x="4296919" y="1449389"/>
            <a:ext cx="7046721" cy="4500562"/>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85828BE1-28ED-B995-96F1-1F1FD2D7396A}"/>
              </a:ext>
            </a:extLst>
          </p:cNvPr>
          <p:cNvSpPr/>
          <p:nvPr userDrawn="1"/>
        </p:nvSpPr>
        <p:spPr>
          <a:xfrm>
            <a:off x="0" y="1"/>
            <a:ext cx="3770435" cy="689015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55"/>
              <a:t>INSERT IMAGE WITH BLACK OVERLAY</a:t>
            </a:r>
          </a:p>
        </p:txBody>
      </p:sp>
      <p:pic>
        <p:nvPicPr>
          <p:cNvPr id="3" name="Graphic 2">
            <a:extLst>
              <a:ext uri="{FF2B5EF4-FFF2-40B4-BE49-F238E27FC236}">
                <a16:creationId xmlns:a16="http://schemas.microsoft.com/office/drawing/2014/main" id="{74684993-AE64-49DC-81D8-A3F9EC93B954}"/>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8006" r="30707" b="41106"/>
          <a:stretch/>
        </p:blipFill>
        <p:spPr>
          <a:xfrm rot="10800000" flipH="1">
            <a:off x="10170" y="-1"/>
            <a:ext cx="3770435" cy="5640552"/>
          </a:xfrm>
          <a:prstGeom prst="rect">
            <a:avLst/>
          </a:prstGeom>
        </p:spPr>
      </p:pic>
    </p:spTree>
    <p:extLst>
      <p:ext uri="{BB962C8B-B14F-4D97-AF65-F5344CB8AC3E}">
        <p14:creationId xmlns:p14="http://schemas.microsoft.com/office/powerpoint/2010/main" val="36447225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8_Title and Content">
    <p:spTree>
      <p:nvGrpSpPr>
        <p:cNvPr id="1" name=""/>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8FE57028-D915-D943-99D7-8DF74265968B}"/>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Title 1">
            <a:extLst>
              <a:ext uri="{FF2B5EF4-FFF2-40B4-BE49-F238E27FC236}">
                <a16:creationId xmlns:a16="http://schemas.microsoft.com/office/drawing/2014/main" id="{872B019C-4E51-5CE7-5B1D-95225561FA84}"/>
              </a:ext>
            </a:extLst>
          </p:cNvPr>
          <p:cNvSpPr>
            <a:spLocks noGrp="1"/>
          </p:cNvSpPr>
          <p:nvPr>
            <p:ph type="title"/>
          </p:nvPr>
        </p:nvSpPr>
        <p:spPr>
          <a:xfrm>
            <a:off x="525019" y="368300"/>
            <a:ext cx="7691881" cy="900114"/>
          </a:xfrm>
        </p:spPr>
        <p:txBody>
          <a:bodyPr>
            <a:normAutofit/>
          </a:bodyPr>
          <a:lstStyle>
            <a:lvl1pPr>
              <a:defRPr sz="2800"/>
            </a:lvl1pPr>
          </a:lstStyle>
          <a:p>
            <a:r>
              <a:rPr lang="en-US"/>
              <a:t>Click to edit Master title style</a:t>
            </a:r>
          </a:p>
        </p:txBody>
      </p:sp>
      <p:sp>
        <p:nvSpPr>
          <p:cNvPr id="5" name="Content Placeholder 2">
            <a:extLst>
              <a:ext uri="{FF2B5EF4-FFF2-40B4-BE49-F238E27FC236}">
                <a16:creationId xmlns:a16="http://schemas.microsoft.com/office/drawing/2014/main" id="{FFB002A0-5D60-0A4B-429C-D6178E03B636}"/>
              </a:ext>
            </a:extLst>
          </p:cNvPr>
          <p:cNvSpPr>
            <a:spLocks noGrp="1"/>
          </p:cNvSpPr>
          <p:nvPr>
            <p:ph idx="1"/>
          </p:nvPr>
        </p:nvSpPr>
        <p:spPr>
          <a:xfrm>
            <a:off x="525019" y="1449389"/>
            <a:ext cx="7691881" cy="4500562"/>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85828BE1-28ED-B995-96F1-1F1FD2D7396A}"/>
              </a:ext>
            </a:extLst>
          </p:cNvPr>
          <p:cNvSpPr/>
          <p:nvPr userDrawn="1"/>
        </p:nvSpPr>
        <p:spPr>
          <a:xfrm>
            <a:off x="8411394" y="1"/>
            <a:ext cx="3770435" cy="689015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55"/>
              <a:t>INSERT IMAGE WITH BLACK OVERLAY</a:t>
            </a:r>
          </a:p>
        </p:txBody>
      </p:sp>
      <p:pic>
        <p:nvPicPr>
          <p:cNvPr id="3" name="Graphic 2">
            <a:extLst>
              <a:ext uri="{FF2B5EF4-FFF2-40B4-BE49-F238E27FC236}">
                <a16:creationId xmlns:a16="http://schemas.microsoft.com/office/drawing/2014/main" id="{74684993-AE64-49DC-81D8-A3F9EC93B954}"/>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8006" r="30707" b="41106"/>
          <a:stretch/>
        </p:blipFill>
        <p:spPr>
          <a:xfrm rot="10800000">
            <a:off x="8421564" y="-1"/>
            <a:ext cx="3770435" cy="5640552"/>
          </a:xfrm>
          <a:prstGeom prst="rect">
            <a:avLst/>
          </a:prstGeom>
        </p:spPr>
      </p:pic>
    </p:spTree>
    <p:extLst>
      <p:ext uri="{BB962C8B-B14F-4D97-AF65-F5344CB8AC3E}">
        <p14:creationId xmlns:p14="http://schemas.microsoft.com/office/powerpoint/2010/main" val="23796120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7_Title and Content">
    <p:spTree>
      <p:nvGrpSpPr>
        <p:cNvPr id="1" name=""/>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8FE57028-D915-D943-99D7-8DF74265968B}"/>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Title 1">
            <a:extLst>
              <a:ext uri="{FF2B5EF4-FFF2-40B4-BE49-F238E27FC236}">
                <a16:creationId xmlns:a16="http://schemas.microsoft.com/office/drawing/2014/main" id="{872B019C-4E51-5CE7-5B1D-95225561FA84}"/>
              </a:ext>
            </a:extLst>
          </p:cNvPr>
          <p:cNvSpPr>
            <a:spLocks noGrp="1"/>
          </p:cNvSpPr>
          <p:nvPr>
            <p:ph type="title"/>
          </p:nvPr>
        </p:nvSpPr>
        <p:spPr>
          <a:xfrm>
            <a:off x="4296919" y="368300"/>
            <a:ext cx="7046721" cy="900114"/>
          </a:xfrm>
        </p:spPr>
        <p:txBody>
          <a:bodyPr>
            <a:normAutofit/>
          </a:bodyPr>
          <a:lstStyle>
            <a:lvl1pPr>
              <a:defRPr sz="2800"/>
            </a:lvl1pPr>
          </a:lstStyle>
          <a:p>
            <a:r>
              <a:rPr lang="en-US"/>
              <a:t>Click to edit Master title style</a:t>
            </a:r>
          </a:p>
        </p:txBody>
      </p:sp>
      <p:sp>
        <p:nvSpPr>
          <p:cNvPr id="5" name="Content Placeholder 2">
            <a:extLst>
              <a:ext uri="{FF2B5EF4-FFF2-40B4-BE49-F238E27FC236}">
                <a16:creationId xmlns:a16="http://schemas.microsoft.com/office/drawing/2014/main" id="{FFB002A0-5D60-0A4B-429C-D6178E03B636}"/>
              </a:ext>
            </a:extLst>
          </p:cNvPr>
          <p:cNvSpPr>
            <a:spLocks noGrp="1"/>
          </p:cNvSpPr>
          <p:nvPr>
            <p:ph idx="1"/>
          </p:nvPr>
        </p:nvSpPr>
        <p:spPr>
          <a:xfrm>
            <a:off x="4296919" y="1449389"/>
            <a:ext cx="7046721" cy="4500562"/>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85828BE1-28ED-B995-96F1-1F1FD2D7396A}"/>
              </a:ext>
            </a:extLst>
          </p:cNvPr>
          <p:cNvSpPr/>
          <p:nvPr userDrawn="1"/>
        </p:nvSpPr>
        <p:spPr>
          <a:xfrm>
            <a:off x="0" y="1"/>
            <a:ext cx="3770435" cy="689015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55"/>
              <a:t>INSERT IMAGE WITH BLACK OVERLAY</a:t>
            </a:r>
          </a:p>
        </p:txBody>
      </p:sp>
      <p:pic>
        <p:nvPicPr>
          <p:cNvPr id="3" name="Graphic 2">
            <a:extLst>
              <a:ext uri="{FF2B5EF4-FFF2-40B4-BE49-F238E27FC236}">
                <a16:creationId xmlns:a16="http://schemas.microsoft.com/office/drawing/2014/main" id="{74684993-AE64-49DC-81D8-A3F9EC93B954}"/>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8006" r="30707" b="41106"/>
          <a:stretch/>
        </p:blipFill>
        <p:spPr>
          <a:xfrm rot="10800000" flipH="1">
            <a:off x="10170" y="-1"/>
            <a:ext cx="3770435" cy="5640552"/>
          </a:xfrm>
          <a:prstGeom prst="rect">
            <a:avLst/>
          </a:prstGeom>
        </p:spPr>
      </p:pic>
    </p:spTree>
    <p:extLst>
      <p:ext uri="{BB962C8B-B14F-4D97-AF65-F5344CB8AC3E}">
        <p14:creationId xmlns:p14="http://schemas.microsoft.com/office/powerpoint/2010/main" val="36447225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6_Title and Content">
    <p:spTree>
      <p:nvGrpSpPr>
        <p:cNvPr id="1" name=""/>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8FE57028-D915-D943-99D7-8DF74265968B}"/>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Title 1">
            <a:extLst>
              <a:ext uri="{FF2B5EF4-FFF2-40B4-BE49-F238E27FC236}">
                <a16:creationId xmlns:a16="http://schemas.microsoft.com/office/drawing/2014/main" id="{872B019C-4E51-5CE7-5B1D-95225561FA84}"/>
              </a:ext>
            </a:extLst>
          </p:cNvPr>
          <p:cNvSpPr>
            <a:spLocks noGrp="1"/>
          </p:cNvSpPr>
          <p:nvPr>
            <p:ph type="title"/>
          </p:nvPr>
        </p:nvSpPr>
        <p:spPr>
          <a:xfrm>
            <a:off x="525019" y="368300"/>
            <a:ext cx="7691881" cy="900114"/>
          </a:xfrm>
        </p:spPr>
        <p:txBody>
          <a:bodyPr>
            <a:normAutofit/>
          </a:bodyPr>
          <a:lstStyle>
            <a:lvl1pPr>
              <a:defRPr sz="2800"/>
            </a:lvl1pPr>
          </a:lstStyle>
          <a:p>
            <a:r>
              <a:rPr lang="en-US"/>
              <a:t>Click to edit Master title style</a:t>
            </a:r>
          </a:p>
        </p:txBody>
      </p:sp>
      <p:sp>
        <p:nvSpPr>
          <p:cNvPr id="5" name="Content Placeholder 2">
            <a:extLst>
              <a:ext uri="{FF2B5EF4-FFF2-40B4-BE49-F238E27FC236}">
                <a16:creationId xmlns:a16="http://schemas.microsoft.com/office/drawing/2014/main" id="{FFB002A0-5D60-0A4B-429C-D6178E03B636}"/>
              </a:ext>
            </a:extLst>
          </p:cNvPr>
          <p:cNvSpPr>
            <a:spLocks noGrp="1"/>
          </p:cNvSpPr>
          <p:nvPr>
            <p:ph idx="1"/>
          </p:nvPr>
        </p:nvSpPr>
        <p:spPr>
          <a:xfrm>
            <a:off x="525019" y="1449389"/>
            <a:ext cx="7691881" cy="4500562"/>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85828BE1-28ED-B995-96F1-1F1FD2D7396A}"/>
              </a:ext>
            </a:extLst>
          </p:cNvPr>
          <p:cNvSpPr/>
          <p:nvPr userDrawn="1"/>
        </p:nvSpPr>
        <p:spPr>
          <a:xfrm>
            <a:off x="8411394" y="1"/>
            <a:ext cx="3770435" cy="689015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55"/>
              <a:t>INSERT IMAGE WITH BLACK OVERLAY</a:t>
            </a:r>
          </a:p>
        </p:txBody>
      </p:sp>
      <p:pic>
        <p:nvPicPr>
          <p:cNvPr id="3" name="Graphic 2">
            <a:extLst>
              <a:ext uri="{FF2B5EF4-FFF2-40B4-BE49-F238E27FC236}">
                <a16:creationId xmlns:a16="http://schemas.microsoft.com/office/drawing/2014/main" id="{74684993-AE64-49DC-81D8-A3F9EC93B954}"/>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8006" r="30707" b="41106"/>
          <a:stretch/>
        </p:blipFill>
        <p:spPr>
          <a:xfrm rot="10800000">
            <a:off x="8421564" y="-1"/>
            <a:ext cx="3770435" cy="5640552"/>
          </a:xfrm>
          <a:prstGeom prst="rect">
            <a:avLst/>
          </a:prstGeom>
        </p:spPr>
      </p:pic>
    </p:spTree>
    <p:extLst>
      <p:ext uri="{BB962C8B-B14F-4D97-AF65-F5344CB8AC3E}">
        <p14:creationId xmlns:p14="http://schemas.microsoft.com/office/powerpoint/2010/main" val="23796120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5_Title and Content">
    <p:spTree>
      <p:nvGrpSpPr>
        <p:cNvPr id="1" name=""/>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8FE57028-D915-D943-99D7-8DF74265968B}"/>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Title 1">
            <a:extLst>
              <a:ext uri="{FF2B5EF4-FFF2-40B4-BE49-F238E27FC236}">
                <a16:creationId xmlns:a16="http://schemas.microsoft.com/office/drawing/2014/main" id="{872B019C-4E51-5CE7-5B1D-95225561FA84}"/>
              </a:ext>
            </a:extLst>
          </p:cNvPr>
          <p:cNvSpPr>
            <a:spLocks noGrp="1"/>
          </p:cNvSpPr>
          <p:nvPr>
            <p:ph type="title"/>
          </p:nvPr>
        </p:nvSpPr>
        <p:spPr>
          <a:xfrm>
            <a:off x="4296919" y="368300"/>
            <a:ext cx="7046721" cy="900114"/>
          </a:xfrm>
        </p:spPr>
        <p:txBody>
          <a:bodyPr>
            <a:normAutofit/>
          </a:bodyPr>
          <a:lstStyle>
            <a:lvl1pPr>
              <a:defRPr sz="2800"/>
            </a:lvl1pPr>
          </a:lstStyle>
          <a:p>
            <a:r>
              <a:rPr lang="en-US"/>
              <a:t>Click to edit Master title style</a:t>
            </a:r>
          </a:p>
        </p:txBody>
      </p:sp>
      <p:sp>
        <p:nvSpPr>
          <p:cNvPr id="5" name="Content Placeholder 2">
            <a:extLst>
              <a:ext uri="{FF2B5EF4-FFF2-40B4-BE49-F238E27FC236}">
                <a16:creationId xmlns:a16="http://schemas.microsoft.com/office/drawing/2014/main" id="{FFB002A0-5D60-0A4B-429C-D6178E03B636}"/>
              </a:ext>
            </a:extLst>
          </p:cNvPr>
          <p:cNvSpPr>
            <a:spLocks noGrp="1"/>
          </p:cNvSpPr>
          <p:nvPr>
            <p:ph idx="1"/>
          </p:nvPr>
        </p:nvSpPr>
        <p:spPr>
          <a:xfrm>
            <a:off x="4296919" y="1449389"/>
            <a:ext cx="7046721" cy="4500562"/>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85828BE1-28ED-B995-96F1-1F1FD2D7396A}"/>
              </a:ext>
            </a:extLst>
          </p:cNvPr>
          <p:cNvSpPr/>
          <p:nvPr userDrawn="1"/>
        </p:nvSpPr>
        <p:spPr>
          <a:xfrm>
            <a:off x="0" y="1"/>
            <a:ext cx="3770435" cy="689015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55"/>
              <a:t>INSERT IMAGE WITH BLACK OVERLAY</a:t>
            </a:r>
          </a:p>
        </p:txBody>
      </p:sp>
      <p:pic>
        <p:nvPicPr>
          <p:cNvPr id="3" name="Graphic 2">
            <a:extLst>
              <a:ext uri="{FF2B5EF4-FFF2-40B4-BE49-F238E27FC236}">
                <a16:creationId xmlns:a16="http://schemas.microsoft.com/office/drawing/2014/main" id="{74684993-AE64-49DC-81D8-A3F9EC93B954}"/>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8006" r="30707" b="41106"/>
          <a:stretch/>
        </p:blipFill>
        <p:spPr>
          <a:xfrm rot="10800000" flipH="1">
            <a:off x="10170" y="-1"/>
            <a:ext cx="3770435" cy="5640552"/>
          </a:xfrm>
          <a:prstGeom prst="rect">
            <a:avLst/>
          </a:prstGeom>
        </p:spPr>
      </p:pic>
    </p:spTree>
    <p:extLst>
      <p:ext uri="{BB962C8B-B14F-4D97-AF65-F5344CB8AC3E}">
        <p14:creationId xmlns:p14="http://schemas.microsoft.com/office/powerpoint/2010/main" val="36447225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4_Title and Content">
    <p:spTree>
      <p:nvGrpSpPr>
        <p:cNvPr id="1" name=""/>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8FE57028-D915-D943-99D7-8DF74265968B}"/>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Title 1">
            <a:extLst>
              <a:ext uri="{FF2B5EF4-FFF2-40B4-BE49-F238E27FC236}">
                <a16:creationId xmlns:a16="http://schemas.microsoft.com/office/drawing/2014/main" id="{872B019C-4E51-5CE7-5B1D-95225561FA84}"/>
              </a:ext>
            </a:extLst>
          </p:cNvPr>
          <p:cNvSpPr>
            <a:spLocks noGrp="1"/>
          </p:cNvSpPr>
          <p:nvPr>
            <p:ph type="title"/>
          </p:nvPr>
        </p:nvSpPr>
        <p:spPr>
          <a:xfrm>
            <a:off x="525019" y="368300"/>
            <a:ext cx="7691881" cy="900114"/>
          </a:xfrm>
        </p:spPr>
        <p:txBody>
          <a:bodyPr>
            <a:normAutofit/>
          </a:bodyPr>
          <a:lstStyle>
            <a:lvl1pPr>
              <a:defRPr sz="2800"/>
            </a:lvl1pPr>
          </a:lstStyle>
          <a:p>
            <a:r>
              <a:rPr lang="en-US"/>
              <a:t>Click to edit Master title style</a:t>
            </a:r>
          </a:p>
        </p:txBody>
      </p:sp>
      <p:sp>
        <p:nvSpPr>
          <p:cNvPr id="5" name="Content Placeholder 2">
            <a:extLst>
              <a:ext uri="{FF2B5EF4-FFF2-40B4-BE49-F238E27FC236}">
                <a16:creationId xmlns:a16="http://schemas.microsoft.com/office/drawing/2014/main" id="{FFB002A0-5D60-0A4B-429C-D6178E03B636}"/>
              </a:ext>
            </a:extLst>
          </p:cNvPr>
          <p:cNvSpPr>
            <a:spLocks noGrp="1"/>
          </p:cNvSpPr>
          <p:nvPr>
            <p:ph idx="1"/>
          </p:nvPr>
        </p:nvSpPr>
        <p:spPr>
          <a:xfrm>
            <a:off x="525019" y="1449389"/>
            <a:ext cx="7691881" cy="4500562"/>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85828BE1-28ED-B995-96F1-1F1FD2D7396A}"/>
              </a:ext>
            </a:extLst>
          </p:cNvPr>
          <p:cNvSpPr/>
          <p:nvPr userDrawn="1"/>
        </p:nvSpPr>
        <p:spPr>
          <a:xfrm>
            <a:off x="8411394" y="1"/>
            <a:ext cx="3770435" cy="689015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55"/>
              <a:t>INSERT IMAGE WITH BLACK OVERLAY</a:t>
            </a:r>
          </a:p>
        </p:txBody>
      </p:sp>
      <p:pic>
        <p:nvPicPr>
          <p:cNvPr id="3" name="Graphic 2">
            <a:extLst>
              <a:ext uri="{FF2B5EF4-FFF2-40B4-BE49-F238E27FC236}">
                <a16:creationId xmlns:a16="http://schemas.microsoft.com/office/drawing/2014/main" id="{74684993-AE64-49DC-81D8-A3F9EC93B954}"/>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8006" r="30707" b="41106"/>
          <a:stretch/>
        </p:blipFill>
        <p:spPr>
          <a:xfrm rot="10800000">
            <a:off x="8421564" y="-1"/>
            <a:ext cx="3770435" cy="5640552"/>
          </a:xfrm>
          <a:prstGeom prst="rect">
            <a:avLst/>
          </a:prstGeom>
        </p:spPr>
      </p:pic>
    </p:spTree>
    <p:extLst>
      <p:ext uri="{BB962C8B-B14F-4D97-AF65-F5344CB8AC3E}">
        <p14:creationId xmlns:p14="http://schemas.microsoft.com/office/powerpoint/2010/main" val="23796120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3_Title and Content">
    <p:spTree>
      <p:nvGrpSpPr>
        <p:cNvPr id="1" name=""/>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8FE57028-D915-D943-99D7-8DF74265968B}"/>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Title 1">
            <a:extLst>
              <a:ext uri="{FF2B5EF4-FFF2-40B4-BE49-F238E27FC236}">
                <a16:creationId xmlns:a16="http://schemas.microsoft.com/office/drawing/2014/main" id="{872B019C-4E51-5CE7-5B1D-95225561FA84}"/>
              </a:ext>
            </a:extLst>
          </p:cNvPr>
          <p:cNvSpPr>
            <a:spLocks noGrp="1"/>
          </p:cNvSpPr>
          <p:nvPr>
            <p:ph type="title"/>
          </p:nvPr>
        </p:nvSpPr>
        <p:spPr>
          <a:xfrm>
            <a:off x="4296919" y="368300"/>
            <a:ext cx="7046721" cy="900114"/>
          </a:xfrm>
        </p:spPr>
        <p:txBody>
          <a:bodyPr>
            <a:normAutofit/>
          </a:bodyPr>
          <a:lstStyle>
            <a:lvl1pPr>
              <a:defRPr sz="2800"/>
            </a:lvl1pPr>
          </a:lstStyle>
          <a:p>
            <a:r>
              <a:rPr lang="en-US"/>
              <a:t>Click to edit Master title style</a:t>
            </a:r>
          </a:p>
        </p:txBody>
      </p:sp>
      <p:sp>
        <p:nvSpPr>
          <p:cNvPr id="5" name="Content Placeholder 2">
            <a:extLst>
              <a:ext uri="{FF2B5EF4-FFF2-40B4-BE49-F238E27FC236}">
                <a16:creationId xmlns:a16="http://schemas.microsoft.com/office/drawing/2014/main" id="{FFB002A0-5D60-0A4B-429C-D6178E03B636}"/>
              </a:ext>
            </a:extLst>
          </p:cNvPr>
          <p:cNvSpPr>
            <a:spLocks noGrp="1"/>
          </p:cNvSpPr>
          <p:nvPr>
            <p:ph idx="1"/>
          </p:nvPr>
        </p:nvSpPr>
        <p:spPr>
          <a:xfrm>
            <a:off x="4296919" y="1449389"/>
            <a:ext cx="7046721" cy="4500562"/>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85828BE1-28ED-B995-96F1-1F1FD2D7396A}"/>
              </a:ext>
            </a:extLst>
          </p:cNvPr>
          <p:cNvSpPr/>
          <p:nvPr userDrawn="1"/>
        </p:nvSpPr>
        <p:spPr>
          <a:xfrm>
            <a:off x="0" y="1"/>
            <a:ext cx="3770435" cy="689015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55"/>
              <a:t>INSERT IMAGE WITH BLACK OVERLAY</a:t>
            </a:r>
          </a:p>
        </p:txBody>
      </p:sp>
      <p:pic>
        <p:nvPicPr>
          <p:cNvPr id="3" name="Graphic 2">
            <a:extLst>
              <a:ext uri="{FF2B5EF4-FFF2-40B4-BE49-F238E27FC236}">
                <a16:creationId xmlns:a16="http://schemas.microsoft.com/office/drawing/2014/main" id="{74684993-AE64-49DC-81D8-A3F9EC93B954}"/>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8006" r="30707" b="41106"/>
          <a:stretch/>
        </p:blipFill>
        <p:spPr>
          <a:xfrm rot="10800000" flipH="1">
            <a:off x="10170" y="-1"/>
            <a:ext cx="3770435" cy="5640552"/>
          </a:xfrm>
          <a:prstGeom prst="rect">
            <a:avLst/>
          </a:prstGeom>
        </p:spPr>
      </p:pic>
    </p:spTree>
    <p:extLst>
      <p:ext uri="{BB962C8B-B14F-4D97-AF65-F5344CB8AC3E}">
        <p14:creationId xmlns:p14="http://schemas.microsoft.com/office/powerpoint/2010/main" val="36447225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1_Title and Content">
    <p:spTree>
      <p:nvGrpSpPr>
        <p:cNvPr id="1" name=""/>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8FE57028-D915-D943-99D7-8DF74265968B}"/>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Title 1">
            <a:extLst>
              <a:ext uri="{FF2B5EF4-FFF2-40B4-BE49-F238E27FC236}">
                <a16:creationId xmlns:a16="http://schemas.microsoft.com/office/drawing/2014/main" id="{872B019C-4E51-5CE7-5B1D-95225561FA84}"/>
              </a:ext>
            </a:extLst>
          </p:cNvPr>
          <p:cNvSpPr>
            <a:spLocks noGrp="1"/>
          </p:cNvSpPr>
          <p:nvPr>
            <p:ph type="title"/>
          </p:nvPr>
        </p:nvSpPr>
        <p:spPr>
          <a:xfrm>
            <a:off x="525019" y="368300"/>
            <a:ext cx="7691881" cy="900114"/>
          </a:xfrm>
        </p:spPr>
        <p:txBody>
          <a:bodyPr>
            <a:normAutofit/>
          </a:bodyPr>
          <a:lstStyle>
            <a:lvl1pPr>
              <a:defRPr sz="2800"/>
            </a:lvl1pPr>
          </a:lstStyle>
          <a:p>
            <a:r>
              <a:rPr lang="en-US"/>
              <a:t>Click to edit Master title style</a:t>
            </a:r>
          </a:p>
        </p:txBody>
      </p:sp>
      <p:sp>
        <p:nvSpPr>
          <p:cNvPr id="5" name="Content Placeholder 2">
            <a:extLst>
              <a:ext uri="{FF2B5EF4-FFF2-40B4-BE49-F238E27FC236}">
                <a16:creationId xmlns:a16="http://schemas.microsoft.com/office/drawing/2014/main" id="{FFB002A0-5D60-0A4B-429C-D6178E03B636}"/>
              </a:ext>
            </a:extLst>
          </p:cNvPr>
          <p:cNvSpPr>
            <a:spLocks noGrp="1"/>
          </p:cNvSpPr>
          <p:nvPr>
            <p:ph idx="1"/>
          </p:nvPr>
        </p:nvSpPr>
        <p:spPr>
          <a:xfrm>
            <a:off x="525019" y="1449389"/>
            <a:ext cx="7691881" cy="4500562"/>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85828BE1-28ED-B995-96F1-1F1FD2D7396A}"/>
              </a:ext>
            </a:extLst>
          </p:cNvPr>
          <p:cNvSpPr/>
          <p:nvPr userDrawn="1"/>
        </p:nvSpPr>
        <p:spPr>
          <a:xfrm>
            <a:off x="8411394" y="1"/>
            <a:ext cx="3770435" cy="689015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55"/>
              <a:t>INSERT IMAGE WITH BLACK OVERLAY</a:t>
            </a:r>
          </a:p>
        </p:txBody>
      </p:sp>
      <p:pic>
        <p:nvPicPr>
          <p:cNvPr id="3" name="Graphic 2">
            <a:extLst>
              <a:ext uri="{FF2B5EF4-FFF2-40B4-BE49-F238E27FC236}">
                <a16:creationId xmlns:a16="http://schemas.microsoft.com/office/drawing/2014/main" id="{74684993-AE64-49DC-81D8-A3F9EC93B954}"/>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8006" r="30707" b="41106"/>
          <a:stretch/>
        </p:blipFill>
        <p:spPr>
          <a:xfrm rot="10800000">
            <a:off x="8421564" y="-1"/>
            <a:ext cx="3770435" cy="5640552"/>
          </a:xfrm>
          <a:prstGeom prst="rect">
            <a:avLst/>
          </a:prstGeom>
        </p:spPr>
      </p:pic>
    </p:spTree>
    <p:extLst>
      <p:ext uri="{BB962C8B-B14F-4D97-AF65-F5344CB8AC3E}">
        <p14:creationId xmlns:p14="http://schemas.microsoft.com/office/powerpoint/2010/main" val="23796120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2_Title and Content">
    <p:spTree>
      <p:nvGrpSpPr>
        <p:cNvPr id="1" name=""/>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8FE57028-D915-D943-99D7-8DF74265968B}"/>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Title 1">
            <a:extLst>
              <a:ext uri="{FF2B5EF4-FFF2-40B4-BE49-F238E27FC236}">
                <a16:creationId xmlns:a16="http://schemas.microsoft.com/office/drawing/2014/main" id="{872B019C-4E51-5CE7-5B1D-95225561FA84}"/>
              </a:ext>
            </a:extLst>
          </p:cNvPr>
          <p:cNvSpPr>
            <a:spLocks noGrp="1"/>
          </p:cNvSpPr>
          <p:nvPr>
            <p:ph type="title"/>
          </p:nvPr>
        </p:nvSpPr>
        <p:spPr>
          <a:xfrm>
            <a:off x="4296919" y="368300"/>
            <a:ext cx="7046721" cy="900114"/>
          </a:xfrm>
        </p:spPr>
        <p:txBody>
          <a:bodyPr>
            <a:normAutofit/>
          </a:bodyPr>
          <a:lstStyle>
            <a:lvl1pPr>
              <a:defRPr sz="2800"/>
            </a:lvl1pPr>
          </a:lstStyle>
          <a:p>
            <a:r>
              <a:rPr lang="en-US"/>
              <a:t>Click to edit Master title style</a:t>
            </a:r>
          </a:p>
        </p:txBody>
      </p:sp>
      <p:sp>
        <p:nvSpPr>
          <p:cNvPr id="5" name="Content Placeholder 2">
            <a:extLst>
              <a:ext uri="{FF2B5EF4-FFF2-40B4-BE49-F238E27FC236}">
                <a16:creationId xmlns:a16="http://schemas.microsoft.com/office/drawing/2014/main" id="{FFB002A0-5D60-0A4B-429C-D6178E03B636}"/>
              </a:ext>
            </a:extLst>
          </p:cNvPr>
          <p:cNvSpPr>
            <a:spLocks noGrp="1"/>
          </p:cNvSpPr>
          <p:nvPr>
            <p:ph idx="1"/>
          </p:nvPr>
        </p:nvSpPr>
        <p:spPr>
          <a:xfrm>
            <a:off x="4296919" y="1449389"/>
            <a:ext cx="7046721" cy="4500562"/>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85828BE1-28ED-B995-96F1-1F1FD2D7396A}"/>
              </a:ext>
            </a:extLst>
          </p:cNvPr>
          <p:cNvSpPr/>
          <p:nvPr userDrawn="1"/>
        </p:nvSpPr>
        <p:spPr>
          <a:xfrm>
            <a:off x="0" y="1"/>
            <a:ext cx="3770435" cy="689015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55"/>
              <a:t>INSERT IMAGE WITH BLACK OVERLAY</a:t>
            </a:r>
          </a:p>
        </p:txBody>
      </p:sp>
      <p:pic>
        <p:nvPicPr>
          <p:cNvPr id="3" name="Graphic 2">
            <a:extLst>
              <a:ext uri="{FF2B5EF4-FFF2-40B4-BE49-F238E27FC236}">
                <a16:creationId xmlns:a16="http://schemas.microsoft.com/office/drawing/2014/main" id="{74684993-AE64-49DC-81D8-A3F9EC93B954}"/>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8006" r="30707" b="41106"/>
          <a:stretch/>
        </p:blipFill>
        <p:spPr>
          <a:xfrm rot="10800000" flipH="1">
            <a:off x="10170" y="-1"/>
            <a:ext cx="3770435" cy="5640552"/>
          </a:xfrm>
          <a:prstGeom prst="rect">
            <a:avLst/>
          </a:prstGeom>
        </p:spPr>
      </p:pic>
    </p:spTree>
    <p:extLst>
      <p:ext uri="{BB962C8B-B14F-4D97-AF65-F5344CB8AC3E}">
        <p14:creationId xmlns:p14="http://schemas.microsoft.com/office/powerpoint/2010/main" val="36447225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6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69FE0A4-E4BF-0B4D-9AAC-30724C2FC845}"/>
              </a:ext>
            </a:extLst>
          </p:cNvPr>
          <p:cNvSpPr/>
          <p:nvPr userDrawn="1"/>
        </p:nvSpPr>
        <p:spPr>
          <a:xfrm>
            <a:off x="0" y="0"/>
            <a:ext cx="12192000" cy="6858000"/>
          </a:xfrm>
          <a:prstGeom prst="rect">
            <a:avLst/>
          </a:prstGeom>
          <a:gradFill>
            <a:gsLst>
              <a:gs pos="0">
                <a:schemeClr val="tx2"/>
              </a:gs>
              <a:gs pos="100000">
                <a:schemeClr val="tx2">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583DD981-2F88-36B6-B48C-C1372B8C9A02}"/>
              </a:ext>
            </a:extLst>
          </p:cNvPr>
          <p:cNvSpPr>
            <a:spLocks noGrp="1"/>
          </p:cNvSpPr>
          <p:nvPr>
            <p:ph type="title"/>
          </p:nvPr>
        </p:nvSpPr>
        <p:spPr>
          <a:xfrm>
            <a:off x="5029200" y="368300"/>
            <a:ext cx="6646863" cy="900114"/>
          </a:xfrm>
        </p:spPr>
        <p:txBody>
          <a:bodyPr>
            <a:normAutofit/>
          </a:bodyPr>
          <a:lstStyle>
            <a:lvl1pPr>
              <a:defRPr sz="2800">
                <a:solidFill>
                  <a:schemeClr val="accent1"/>
                </a:solidFill>
              </a:defRPr>
            </a:lvl1pPr>
          </a:lstStyle>
          <a:p>
            <a:r>
              <a:rPr lang="en-US"/>
              <a:t>Click to edit Master title style</a:t>
            </a:r>
          </a:p>
        </p:txBody>
      </p:sp>
      <p:sp>
        <p:nvSpPr>
          <p:cNvPr id="10" name="Content Placeholder 2">
            <a:extLst>
              <a:ext uri="{FF2B5EF4-FFF2-40B4-BE49-F238E27FC236}">
                <a16:creationId xmlns:a16="http://schemas.microsoft.com/office/drawing/2014/main" id="{A2086BE6-D60A-9895-5FB7-271EEB74359B}"/>
              </a:ext>
            </a:extLst>
          </p:cNvPr>
          <p:cNvSpPr>
            <a:spLocks noGrp="1"/>
          </p:cNvSpPr>
          <p:nvPr>
            <p:ph idx="1"/>
          </p:nvPr>
        </p:nvSpPr>
        <p:spPr>
          <a:xfrm>
            <a:off x="5029188" y="1449388"/>
            <a:ext cx="6646863" cy="5040311"/>
          </a:xfrm>
        </p:spPr>
        <p:txBody>
          <a:bodyPr/>
          <a:lstStyle>
            <a:lvl1pPr>
              <a:defRPr sz="1800">
                <a:solidFill>
                  <a:schemeClr val="accent1">
                    <a:lumMod val="20000"/>
                    <a:lumOff val="80000"/>
                  </a:schemeClr>
                </a:solidFill>
                <a:latin typeface="Poppins Light" panose="00000400000000000000" pitchFamily="2" charset="0"/>
                <a:cs typeface="Poppins Light" panose="00000400000000000000" pitchFamily="2" charset="0"/>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62802365"/>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12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69FE0A4-E4BF-0B4D-9AAC-30724C2FC845}"/>
              </a:ext>
            </a:extLst>
          </p:cNvPr>
          <p:cNvSpPr/>
          <p:nvPr userDrawn="1"/>
        </p:nvSpPr>
        <p:spPr>
          <a:xfrm>
            <a:off x="0" y="0"/>
            <a:ext cx="12192000" cy="6858000"/>
          </a:xfrm>
          <a:prstGeom prst="rect">
            <a:avLst/>
          </a:prstGeom>
          <a:gradFill>
            <a:gsLst>
              <a:gs pos="0">
                <a:schemeClr val="tx2"/>
              </a:gs>
              <a:gs pos="100000">
                <a:schemeClr val="tx2">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5A6D41D4-8055-A24D-80E7-090637EBB6CA}"/>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31789" t="43946" r="16249" b="16538"/>
          <a:stretch/>
        </p:blipFill>
        <p:spPr>
          <a:xfrm rot="16200000">
            <a:off x="-836593" y="709593"/>
            <a:ext cx="6985000" cy="5311814"/>
          </a:xfrm>
          <a:prstGeom prst="rect">
            <a:avLst/>
          </a:prstGeom>
        </p:spPr>
      </p:pic>
      <p:sp>
        <p:nvSpPr>
          <p:cNvPr id="9" name="Title 1">
            <a:extLst>
              <a:ext uri="{FF2B5EF4-FFF2-40B4-BE49-F238E27FC236}">
                <a16:creationId xmlns:a16="http://schemas.microsoft.com/office/drawing/2014/main" id="{583DD981-2F88-36B6-B48C-C1372B8C9A02}"/>
              </a:ext>
            </a:extLst>
          </p:cNvPr>
          <p:cNvSpPr>
            <a:spLocks noGrp="1"/>
          </p:cNvSpPr>
          <p:nvPr>
            <p:ph type="title"/>
          </p:nvPr>
        </p:nvSpPr>
        <p:spPr>
          <a:xfrm>
            <a:off x="5029200" y="368300"/>
            <a:ext cx="6646863" cy="900114"/>
          </a:xfrm>
        </p:spPr>
        <p:txBody>
          <a:bodyPr>
            <a:normAutofit/>
          </a:bodyPr>
          <a:lstStyle>
            <a:lvl1pPr>
              <a:defRPr sz="2800">
                <a:solidFill>
                  <a:schemeClr val="accent1"/>
                </a:solidFill>
              </a:defRPr>
            </a:lvl1pPr>
          </a:lstStyle>
          <a:p>
            <a:r>
              <a:rPr lang="en-US"/>
              <a:t>Click to edit Master title style</a:t>
            </a:r>
          </a:p>
        </p:txBody>
      </p:sp>
      <p:sp>
        <p:nvSpPr>
          <p:cNvPr id="10" name="Content Placeholder 2">
            <a:extLst>
              <a:ext uri="{FF2B5EF4-FFF2-40B4-BE49-F238E27FC236}">
                <a16:creationId xmlns:a16="http://schemas.microsoft.com/office/drawing/2014/main" id="{A2086BE6-D60A-9895-5FB7-271EEB74359B}"/>
              </a:ext>
            </a:extLst>
          </p:cNvPr>
          <p:cNvSpPr>
            <a:spLocks noGrp="1"/>
          </p:cNvSpPr>
          <p:nvPr>
            <p:ph idx="1"/>
          </p:nvPr>
        </p:nvSpPr>
        <p:spPr>
          <a:xfrm>
            <a:off x="5029188" y="1449388"/>
            <a:ext cx="6646863" cy="5040311"/>
          </a:xfrm>
        </p:spPr>
        <p:txBody>
          <a:bodyPr/>
          <a:lstStyle>
            <a:lvl1pPr>
              <a:defRPr sz="1800">
                <a:solidFill>
                  <a:schemeClr val="accent1">
                    <a:lumMod val="20000"/>
                    <a:lumOff val="80000"/>
                  </a:schemeClr>
                </a:solidFill>
                <a:latin typeface="Poppins Light" panose="00000400000000000000" pitchFamily="2" charset="0"/>
                <a:cs typeface="Poppins Light" panose="00000400000000000000" pitchFamily="2" charset="0"/>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24308518"/>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17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69FE0A4-E4BF-0B4D-9AAC-30724C2FC845}"/>
              </a:ext>
            </a:extLst>
          </p:cNvPr>
          <p:cNvSpPr/>
          <p:nvPr userDrawn="1"/>
        </p:nvSpPr>
        <p:spPr>
          <a:xfrm>
            <a:off x="0" y="0"/>
            <a:ext cx="12192000" cy="6858000"/>
          </a:xfrm>
          <a:prstGeom prst="rect">
            <a:avLst/>
          </a:prstGeom>
          <a:gradFill>
            <a:gsLst>
              <a:gs pos="0">
                <a:schemeClr val="tx2"/>
              </a:gs>
              <a:gs pos="100000">
                <a:schemeClr val="tx2">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583DD981-2F88-36B6-B48C-C1372B8C9A02}"/>
              </a:ext>
            </a:extLst>
          </p:cNvPr>
          <p:cNvSpPr>
            <a:spLocks noGrp="1"/>
          </p:cNvSpPr>
          <p:nvPr>
            <p:ph type="title"/>
          </p:nvPr>
        </p:nvSpPr>
        <p:spPr>
          <a:xfrm>
            <a:off x="5029200" y="368300"/>
            <a:ext cx="6646863" cy="900114"/>
          </a:xfrm>
        </p:spPr>
        <p:txBody>
          <a:bodyPr>
            <a:normAutofit/>
          </a:bodyPr>
          <a:lstStyle>
            <a:lvl1pPr>
              <a:defRPr sz="2800">
                <a:solidFill>
                  <a:schemeClr val="accent1"/>
                </a:solidFill>
              </a:defRPr>
            </a:lvl1pPr>
          </a:lstStyle>
          <a:p>
            <a:r>
              <a:rPr lang="en-US"/>
              <a:t>Click to edit Master title style</a:t>
            </a:r>
          </a:p>
        </p:txBody>
      </p:sp>
      <p:sp>
        <p:nvSpPr>
          <p:cNvPr id="10" name="Content Placeholder 2">
            <a:extLst>
              <a:ext uri="{FF2B5EF4-FFF2-40B4-BE49-F238E27FC236}">
                <a16:creationId xmlns:a16="http://schemas.microsoft.com/office/drawing/2014/main" id="{A2086BE6-D60A-9895-5FB7-271EEB74359B}"/>
              </a:ext>
            </a:extLst>
          </p:cNvPr>
          <p:cNvSpPr>
            <a:spLocks noGrp="1"/>
          </p:cNvSpPr>
          <p:nvPr>
            <p:ph idx="1"/>
          </p:nvPr>
        </p:nvSpPr>
        <p:spPr>
          <a:xfrm>
            <a:off x="5029188" y="1449388"/>
            <a:ext cx="6646863" cy="5040311"/>
          </a:xfrm>
        </p:spPr>
        <p:txBody>
          <a:bodyPr/>
          <a:lstStyle>
            <a:lvl1pPr>
              <a:defRPr sz="1800">
                <a:solidFill>
                  <a:schemeClr val="accent1">
                    <a:lumMod val="20000"/>
                    <a:lumOff val="80000"/>
                  </a:schemeClr>
                </a:solidFill>
                <a:latin typeface="Poppins Light" panose="00000400000000000000" pitchFamily="2" charset="0"/>
                <a:cs typeface="Poppins Light" panose="00000400000000000000" pitchFamily="2" charset="0"/>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6" name="Graphic 5">
            <a:extLst>
              <a:ext uri="{FF2B5EF4-FFF2-40B4-BE49-F238E27FC236}">
                <a16:creationId xmlns:a16="http://schemas.microsoft.com/office/drawing/2014/main" id="{CBC5C1FE-9433-3323-B1CF-97B605AB107E}"/>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2768" b="42291"/>
          <a:stretch/>
        </p:blipFill>
        <p:spPr>
          <a:xfrm rot="5400000">
            <a:off x="-1031083" y="1031083"/>
            <a:ext cx="8158166" cy="6096000"/>
          </a:xfrm>
          <a:prstGeom prst="rect">
            <a:avLst/>
          </a:prstGeom>
        </p:spPr>
      </p:pic>
    </p:spTree>
    <p:extLst>
      <p:ext uri="{BB962C8B-B14F-4D97-AF65-F5344CB8AC3E}">
        <p14:creationId xmlns:p14="http://schemas.microsoft.com/office/powerpoint/2010/main" val="3938116889"/>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8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69FE0A4-E4BF-0B4D-9AAC-30724C2FC845}"/>
              </a:ext>
            </a:extLst>
          </p:cNvPr>
          <p:cNvSpPr/>
          <p:nvPr userDrawn="1"/>
        </p:nvSpPr>
        <p:spPr>
          <a:xfrm>
            <a:off x="0" y="0"/>
            <a:ext cx="12192000" cy="6858000"/>
          </a:xfrm>
          <a:prstGeom prst="rect">
            <a:avLst/>
          </a:prstGeom>
          <a:gradFill>
            <a:gsLst>
              <a:gs pos="0">
                <a:schemeClr val="tx2"/>
              </a:gs>
              <a:gs pos="100000">
                <a:schemeClr val="tx2">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583DD981-2F88-36B6-B48C-C1372B8C9A02}"/>
              </a:ext>
            </a:extLst>
          </p:cNvPr>
          <p:cNvSpPr>
            <a:spLocks noGrp="1"/>
          </p:cNvSpPr>
          <p:nvPr>
            <p:ph type="title"/>
          </p:nvPr>
        </p:nvSpPr>
        <p:spPr>
          <a:xfrm>
            <a:off x="5029200" y="368300"/>
            <a:ext cx="6646863" cy="900114"/>
          </a:xfrm>
        </p:spPr>
        <p:txBody>
          <a:bodyPr>
            <a:normAutofit/>
          </a:bodyPr>
          <a:lstStyle>
            <a:lvl1pPr>
              <a:defRPr sz="2800">
                <a:solidFill>
                  <a:schemeClr val="accent1"/>
                </a:solidFill>
              </a:defRPr>
            </a:lvl1pPr>
          </a:lstStyle>
          <a:p>
            <a:r>
              <a:rPr lang="en-US"/>
              <a:t>Click to edit Master title style</a:t>
            </a:r>
          </a:p>
        </p:txBody>
      </p:sp>
      <p:sp>
        <p:nvSpPr>
          <p:cNvPr id="10" name="Content Placeholder 2">
            <a:extLst>
              <a:ext uri="{FF2B5EF4-FFF2-40B4-BE49-F238E27FC236}">
                <a16:creationId xmlns:a16="http://schemas.microsoft.com/office/drawing/2014/main" id="{A2086BE6-D60A-9895-5FB7-271EEB74359B}"/>
              </a:ext>
            </a:extLst>
          </p:cNvPr>
          <p:cNvSpPr>
            <a:spLocks noGrp="1"/>
          </p:cNvSpPr>
          <p:nvPr>
            <p:ph idx="1"/>
          </p:nvPr>
        </p:nvSpPr>
        <p:spPr>
          <a:xfrm>
            <a:off x="5029188" y="1449388"/>
            <a:ext cx="6646863" cy="5040311"/>
          </a:xfrm>
        </p:spPr>
        <p:txBody>
          <a:bodyPr/>
          <a:lstStyle>
            <a:lvl1pPr>
              <a:defRPr sz="1800">
                <a:solidFill>
                  <a:schemeClr val="accent1">
                    <a:lumMod val="20000"/>
                    <a:lumOff val="80000"/>
                  </a:schemeClr>
                </a:solidFill>
                <a:latin typeface="Poppins Light" panose="00000400000000000000" pitchFamily="2" charset="0"/>
                <a:cs typeface="Poppins Light" panose="00000400000000000000" pitchFamily="2" charset="0"/>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Graphic 6">
            <a:extLst>
              <a:ext uri="{FF2B5EF4-FFF2-40B4-BE49-F238E27FC236}">
                <a16:creationId xmlns:a16="http://schemas.microsoft.com/office/drawing/2014/main" id="{1D3B9BF0-1660-1AA0-06B5-6DFACF441A07}"/>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9486" b="40030"/>
          <a:stretch/>
        </p:blipFill>
        <p:spPr>
          <a:xfrm rot="5400000">
            <a:off x="-640895" y="640893"/>
            <a:ext cx="8572503" cy="7290717"/>
          </a:xfrm>
          <a:prstGeom prst="rect">
            <a:avLst/>
          </a:prstGeom>
        </p:spPr>
      </p:pic>
    </p:spTree>
    <p:extLst>
      <p:ext uri="{BB962C8B-B14F-4D97-AF65-F5344CB8AC3E}">
        <p14:creationId xmlns:p14="http://schemas.microsoft.com/office/powerpoint/2010/main" val="3213406010"/>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14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69FE0A4-E4BF-0B4D-9AAC-30724C2FC845}"/>
              </a:ext>
            </a:extLst>
          </p:cNvPr>
          <p:cNvSpPr/>
          <p:nvPr userDrawn="1"/>
        </p:nvSpPr>
        <p:spPr>
          <a:xfrm>
            <a:off x="0" y="0"/>
            <a:ext cx="12192000" cy="6858000"/>
          </a:xfrm>
          <a:prstGeom prst="rect">
            <a:avLst/>
          </a:prstGeom>
          <a:gradFill>
            <a:gsLst>
              <a:gs pos="0">
                <a:schemeClr val="tx2"/>
              </a:gs>
              <a:gs pos="100000">
                <a:schemeClr val="tx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1007EAB4-47B6-B94E-16B6-4925324A1E24}"/>
              </a:ext>
            </a:extLst>
          </p:cNvPr>
          <p:cNvGrpSpPr/>
          <p:nvPr userDrawn="1"/>
        </p:nvGrpSpPr>
        <p:grpSpPr>
          <a:xfrm>
            <a:off x="-14763" y="4808928"/>
            <a:ext cx="7482363" cy="2067930"/>
            <a:chOff x="-14763" y="3909367"/>
            <a:chExt cx="10737232" cy="2967491"/>
          </a:xfrm>
        </p:grpSpPr>
        <p:sp>
          <p:nvSpPr>
            <p:cNvPr id="2" name="Rectangle 1">
              <a:extLst>
                <a:ext uri="{FF2B5EF4-FFF2-40B4-BE49-F238E27FC236}">
                  <a16:creationId xmlns:a16="http://schemas.microsoft.com/office/drawing/2014/main" id="{3D2F8669-A071-F66A-0E1D-C0B73FB862C7}"/>
                </a:ext>
              </a:extLst>
            </p:cNvPr>
            <p:cNvSpPr/>
            <p:nvPr userDrawn="1"/>
          </p:nvSpPr>
          <p:spPr>
            <a:xfrm>
              <a:off x="-14763" y="3909367"/>
              <a:ext cx="3570795" cy="1243814"/>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3570795"/>
                <a:gd name="connsiteY0" fmla="*/ 257273 h 1243814"/>
                <a:gd name="connsiteX1" fmla="*/ 3570795 w 3570795"/>
                <a:gd name="connsiteY1" fmla="*/ 0 h 1243814"/>
                <a:gd name="connsiteX2" fmla="*/ 0 w 3570795"/>
                <a:gd name="connsiteY2" fmla="*/ 1243814 h 1243814"/>
                <a:gd name="connsiteX3" fmla="*/ 0 w 3570795"/>
                <a:gd name="connsiteY3" fmla="*/ 257273 h 1243814"/>
              </a:gdLst>
              <a:ahLst/>
              <a:cxnLst>
                <a:cxn ang="0">
                  <a:pos x="connsiteX0" y="connsiteY0"/>
                </a:cxn>
                <a:cxn ang="0">
                  <a:pos x="connsiteX1" y="connsiteY1"/>
                </a:cxn>
                <a:cxn ang="0">
                  <a:pos x="connsiteX2" y="connsiteY2"/>
                </a:cxn>
                <a:cxn ang="0">
                  <a:pos x="connsiteX3" y="connsiteY3"/>
                </a:cxn>
              </a:cxnLst>
              <a:rect l="l" t="t" r="r" b="b"/>
              <a:pathLst>
                <a:path w="3570795" h="1243814">
                  <a:moveTo>
                    <a:pt x="0" y="257273"/>
                  </a:moveTo>
                  <a:lnTo>
                    <a:pt x="3570795" y="0"/>
                  </a:lnTo>
                  <a:lnTo>
                    <a:pt x="0" y="1243814"/>
                  </a:lnTo>
                  <a:lnTo>
                    <a:pt x="0" y="257273"/>
                  </a:lnTo>
                  <a:close/>
                </a:path>
              </a:pathLst>
            </a:custGeom>
            <a:gradFill>
              <a:gsLst>
                <a:gs pos="45000">
                  <a:schemeClr val="accent1"/>
                </a:gs>
                <a:gs pos="100000">
                  <a:srgbClr val="EF4136"/>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 name="Rectangle 1">
              <a:extLst>
                <a:ext uri="{FF2B5EF4-FFF2-40B4-BE49-F238E27FC236}">
                  <a16:creationId xmlns:a16="http://schemas.microsoft.com/office/drawing/2014/main" id="{775D67DB-CBF3-181D-0F68-C94113FC190E}"/>
                </a:ext>
              </a:extLst>
            </p:cNvPr>
            <p:cNvSpPr/>
            <p:nvPr userDrawn="1"/>
          </p:nvSpPr>
          <p:spPr>
            <a:xfrm>
              <a:off x="0" y="3928225"/>
              <a:ext cx="3638746" cy="2924695"/>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606800"/>
                <a:gd name="connsiteY0" fmla="*/ 1244600 h 2146300"/>
                <a:gd name="connsiteX1" fmla="*/ 3606800 w 3606800"/>
                <a:gd name="connsiteY1" fmla="*/ 0 h 2146300"/>
                <a:gd name="connsiteX2" fmla="*/ 0 w 3606800"/>
                <a:gd name="connsiteY2" fmla="*/ 2146300 h 2146300"/>
                <a:gd name="connsiteX3" fmla="*/ 0 w 3606800"/>
                <a:gd name="connsiteY3" fmla="*/ 1244600 h 2146300"/>
                <a:gd name="connsiteX0" fmla="*/ 0 w 3606800"/>
                <a:gd name="connsiteY0" fmla="*/ 1244600 h 2857500"/>
                <a:gd name="connsiteX1" fmla="*/ 3606800 w 3606800"/>
                <a:gd name="connsiteY1" fmla="*/ 0 h 2857500"/>
                <a:gd name="connsiteX2" fmla="*/ 1727200 w 3606800"/>
                <a:gd name="connsiteY2" fmla="*/ 2857500 h 2857500"/>
                <a:gd name="connsiteX3" fmla="*/ 0 w 3606800"/>
                <a:gd name="connsiteY3" fmla="*/ 1244600 h 2857500"/>
                <a:gd name="connsiteX0" fmla="*/ 0 w 3606800"/>
                <a:gd name="connsiteY0" fmla="*/ 1244600 h 2902271"/>
                <a:gd name="connsiteX1" fmla="*/ 3606800 w 3606800"/>
                <a:gd name="connsiteY1" fmla="*/ 0 h 2902271"/>
                <a:gd name="connsiteX2" fmla="*/ 1727200 w 3606800"/>
                <a:gd name="connsiteY2" fmla="*/ 2857500 h 2902271"/>
                <a:gd name="connsiteX3" fmla="*/ 12700 w 3606800"/>
                <a:gd name="connsiteY3" fmla="*/ 2819400 h 2902271"/>
                <a:gd name="connsiteX4" fmla="*/ 0 w 3606800"/>
                <a:gd name="connsiteY4" fmla="*/ 1244600 h 2902271"/>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66612"/>
                <a:gd name="connsiteX1" fmla="*/ 3606800 w 3606800"/>
                <a:gd name="connsiteY1" fmla="*/ 0 h 2866612"/>
                <a:gd name="connsiteX2" fmla="*/ 1727200 w 3606800"/>
                <a:gd name="connsiteY2" fmla="*/ 2857500 h 2866612"/>
                <a:gd name="connsiteX3" fmla="*/ 12700 w 3606800"/>
                <a:gd name="connsiteY3" fmla="*/ 2819400 h 2866612"/>
                <a:gd name="connsiteX4" fmla="*/ 0 w 3606800"/>
                <a:gd name="connsiteY4" fmla="*/ 1244600 h 2866612"/>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81832"/>
                <a:gd name="connsiteX1" fmla="*/ 3606800 w 3606800"/>
                <a:gd name="connsiteY1" fmla="*/ 0 h 2881832"/>
                <a:gd name="connsiteX2" fmla="*/ 1727200 w 3606800"/>
                <a:gd name="connsiteY2" fmla="*/ 2857500 h 2881832"/>
                <a:gd name="connsiteX3" fmla="*/ 5080 w 3606800"/>
                <a:gd name="connsiteY3" fmla="*/ 2865120 h 2881832"/>
                <a:gd name="connsiteX4" fmla="*/ 0 w 3606800"/>
                <a:gd name="connsiteY4" fmla="*/ 1244600 h 2881832"/>
                <a:gd name="connsiteX0" fmla="*/ 0 w 3606800"/>
                <a:gd name="connsiteY0" fmla="*/ 1244600 h 2865120"/>
                <a:gd name="connsiteX1" fmla="*/ 3606800 w 3606800"/>
                <a:gd name="connsiteY1" fmla="*/ 0 h 2865120"/>
                <a:gd name="connsiteX2" fmla="*/ 1727200 w 3606800"/>
                <a:gd name="connsiteY2" fmla="*/ 2857500 h 2865120"/>
                <a:gd name="connsiteX3" fmla="*/ 5080 w 3606800"/>
                <a:gd name="connsiteY3" fmla="*/ 2865120 h 2865120"/>
                <a:gd name="connsiteX4" fmla="*/ 0 w 3606800"/>
                <a:gd name="connsiteY4" fmla="*/ 1244600 h 2865120"/>
                <a:gd name="connsiteX0" fmla="*/ 0 w 3606800"/>
                <a:gd name="connsiteY0" fmla="*/ 1244600 h 2865120"/>
                <a:gd name="connsiteX1" fmla="*/ 3606800 w 3606800"/>
                <a:gd name="connsiteY1" fmla="*/ 0 h 2865120"/>
                <a:gd name="connsiteX2" fmla="*/ 1727200 w 3606800"/>
                <a:gd name="connsiteY2" fmla="*/ 2857500 h 2865120"/>
                <a:gd name="connsiteX3" fmla="*/ 5080 w 3606800"/>
                <a:gd name="connsiteY3" fmla="*/ 2865120 h 2865120"/>
                <a:gd name="connsiteX4" fmla="*/ 0 w 3606800"/>
                <a:gd name="connsiteY4" fmla="*/ 1244600 h 2865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06800" h="2865120">
                  <a:moveTo>
                    <a:pt x="0" y="1244600"/>
                  </a:moveTo>
                  <a:lnTo>
                    <a:pt x="3606800" y="0"/>
                  </a:lnTo>
                  <a:lnTo>
                    <a:pt x="1727200" y="2857500"/>
                  </a:lnTo>
                  <a:lnTo>
                    <a:pt x="5080" y="2865120"/>
                  </a:lnTo>
                  <a:cubicBezTo>
                    <a:pt x="3387" y="2324947"/>
                    <a:pt x="1693" y="1784773"/>
                    <a:pt x="0" y="1244600"/>
                  </a:cubicBezTo>
                  <a:close/>
                </a:path>
              </a:pathLst>
            </a:custGeom>
            <a:gradFill>
              <a:gsLst>
                <a:gs pos="45000">
                  <a:schemeClr val="accent1"/>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1">
              <a:extLst>
                <a:ext uri="{FF2B5EF4-FFF2-40B4-BE49-F238E27FC236}">
                  <a16:creationId xmlns:a16="http://schemas.microsoft.com/office/drawing/2014/main" id="{E99D011B-5611-947A-E8D5-4848F44EE861}"/>
                </a:ext>
              </a:extLst>
            </p:cNvPr>
            <p:cNvSpPr/>
            <p:nvPr userDrawn="1"/>
          </p:nvSpPr>
          <p:spPr>
            <a:xfrm rot="16200000">
              <a:off x="1383972" y="4338949"/>
              <a:ext cx="2948633" cy="2127185"/>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882644"/>
                <a:gd name="connsiteY0" fmla="*/ 0 h 2127185"/>
                <a:gd name="connsiteX1" fmla="*/ 2882644 w 2882644"/>
                <a:gd name="connsiteY1" fmla="*/ 1910893 h 2127185"/>
                <a:gd name="connsiteX2" fmla="*/ 0 w 2882644"/>
                <a:gd name="connsiteY2" fmla="*/ 2127185 h 2127185"/>
                <a:gd name="connsiteX3" fmla="*/ 18857 w 2882644"/>
                <a:gd name="connsiteY3" fmla="*/ 0 h 2127185"/>
              </a:gdLst>
              <a:ahLst/>
              <a:cxnLst>
                <a:cxn ang="0">
                  <a:pos x="connsiteX0" y="connsiteY0"/>
                </a:cxn>
                <a:cxn ang="0">
                  <a:pos x="connsiteX1" y="connsiteY1"/>
                </a:cxn>
                <a:cxn ang="0">
                  <a:pos x="connsiteX2" y="connsiteY2"/>
                </a:cxn>
                <a:cxn ang="0">
                  <a:pos x="connsiteX3" y="connsiteY3"/>
                </a:cxn>
              </a:cxnLst>
              <a:rect l="l" t="t" r="r" b="b"/>
              <a:pathLst>
                <a:path w="2882644" h="2127185">
                  <a:moveTo>
                    <a:pt x="18857" y="0"/>
                  </a:moveTo>
                  <a:lnTo>
                    <a:pt x="2882644" y="1910893"/>
                  </a:lnTo>
                  <a:lnTo>
                    <a:pt x="0" y="2127185"/>
                  </a:lnTo>
                  <a:lnTo>
                    <a:pt x="18857" y="0"/>
                  </a:lnTo>
                  <a:close/>
                </a:path>
              </a:pathLst>
            </a:custGeom>
            <a:gradFill>
              <a:gsLst>
                <a:gs pos="45000">
                  <a:schemeClr val="accent1"/>
                </a:gs>
                <a:gs pos="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Rectangle 1">
              <a:extLst>
                <a:ext uri="{FF2B5EF4-FFF2-40B4-BE49-F238E27FC236}">
                  <a16:creationId xmlns:a16="http://schemas.microsoft.com/office/drawing/2014/main" id="{8BB1E48D-99B4-C3F1-96B8-3CFA4CE4F494}"/>
                </a:ext>
              </a:extLst>
            </p:cNvPr>
            <p:cNvSpPr/>
            <p:nvPr userDrawn="1"/>
          </p:nvSpPr>
          <p:spPr>
            <a:xfrm rot="16200000">
              <a:off x="4075788" y="3616875"/>
              <a:ext cx="2930683" cy="3572238"/>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948632"/>
                <a:gd name="connsiteY0" fmla="*/ 210137 h 2261909"/>
                <a:gd name="connsiteX1" fmla="*/ 2948632 w 2948632"/>
                <a:gd name="connsiteY1" fmla="*/ 0 h 2261909"/>
                <a:gd name="connsiteX2" fmla="*/ 0 w 2948632"/>
                <a:gd name="connsiteY2" fmla="*/ 2261909 h 2261909"/>
                <a:gd name="connsiteX3" fmla="*/ 18857 w 2948632"/>
                <a:gd name="connsiteY3" fmla="*/ 210137 h 2261909"/>
                <a:gd name="connsiteX0" fmla="*/ 9427 w 2939202"/>
                <a:gd name="connsiteY0" fmla="*/ 210137 h 3543958"/>
                <a:gd name="connsiteX1" fmla="*/ 2939202 w 2939202"/>
                <a:gd name="connsiteY1" fmla="*/ 0 h 3543958"/>
                <a:gd name="connsiteX2" fmla="*/ 0 w 2939202"/>
                <a:gd name="connsiteY2" fmla="*/ 3543958 h 3543958"/>
                <a:gd name="connsiteX3" fmla="*/ 9427 w 2939202"/>
                <a:gd name="connsiteY3" fmla="*/ 210137 h 3543958"/>
                <a:gd name="connsiteX0" fmla="*/ 9427 w 2929776"/>
                <a:gd name="connsiteY0" fmla="*/ 238417 h 3572238"/>
                <a:gd name="connsiteX1" fmla="*/ 2929776 w 2929776"/>
                <a:gd name="connsiteY1" fmla="*/ 0 h 3572238"/>
                <a:gd name="connsiteX2" fmla="*/ 0 w 2929776"/>
                <a:gd name="connsiteY2" fmla="*/ 3572238 h 3572238"/>
                <a:gd name="connsiteX3" fmla="*/ 9427 w 2929776"/>
                <a:gd name="connsiteY3" fmla="*/ 238417 h 3572238"/>
                <a:gd name="connsiteX0" fmla="*/ 907 w 2930683"/>
                <a:gd name="connsiteY0" fmla="*/ 219563 h 3572238"/>
                <a:gd name="connsiteX1" fmla="*/ 2930683 w 2930683"/>
                <a:gd name="connsiteY1" fmla="*/ 0 h 3572238"/>
                <a:gd name="connsiteX2" fmla="*/ 907 w 2930683"/>
                <a:gd name="connsiteY2" fmla="*/ 3572238 h 3572238"/>
                <a:gd name="connsiteX3" fmla="*/ 907 w 2930683"/>
                <a:gd name="connsiteY3" fmla="*/ 219563 h 3572238"/>
              </a:gdLst>
              <a:ahLst/>
              <a:cxnLst>
                <a:cxn ang="0">
                  <a:pos x="connsiteX0" y="connsiteY0"/>
                </a:cxn>
                <a:cxn ang="0">
                  <a:pos x="connsiteX1" y="connsiteY1"/>
                </a:cxn>
                <a:cxn ang="0">
                  <a:pos x="connsiteX2" y="connsiteY2"/>
                </a:cxn>
                <a:cxn ang="0">
                  <a:pos x="connsiteX3" y="connsiteY3"/>
                </a:cxn>
              </a:cxnLst>
              <a:rect l="l" t="t" r="r" b="b"/>
              <a:pathLst>
                <a:path w="2930683" h="3572238">
                  <a:moveTo>
                    <a:pt x="907" y="219563"/>
                  </a:moveTo>
                  <a:lnTo>
                    <a:pt x="2930683" y="0"/>
                  </a:lnTo>
                  <a:lnTo>
                    <a:pt x="907" y="3572238"/>
                  </a:lnTo>
                  <a:cubicBezTo>
                    <a:pt x="4049" y="2460964"/>
                    <a:pt x="-2235" y="1330837"/>
                    <a:pt x="907" y="219563"/>
                  </a:cubicBezTo>
                  <a:close/>
                </a:path>
              </a:pathLst>
            </a:custGeom>
            <a:gradFill>
              <a:gsLst>
                <a:gs pos="45000">
                  <a:schemeClr val="accent1"/>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Rectangle 1">
              <a:extLst>
                <a:ext uri="{FF2B5EF4-FFF2-40B4-BE49-F238E27FC236}">
                  <a16:creationId xmlns:a16="http://schemas.microsoft.com/office/drawing/2014/main" id="{1BB5BD68-F3EC-D698-4E47-D0C1874BB8CC}"/>
                </a:ext>
              </a:extLst>
            </p:cNvPr>
            <p:cNvSpPr/>
            <p:nvPr userDrawn="1"/>
          </p:nvSpPr>
          <p:spPr>
            <a:xfrm rot="16200000">
              <a:off x="7037377" y="3183243"/>
              <a:ext cx="1837173" cy="5533011"/>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948632"/>
                <a:gd name="connsiteY0" fmla="*/ 210137 h 2261909"/>
                <a:gd name="connsiteX1" fmla="*/ 2948632 w 2948632"/>
                <a:gd name="connsiteY1" fmla="*/ 0 h 2261909"/>
                <a:gd name="connsiteX2" fmla="*/ 0 w 2948632"/>
                <a:gd name="connsiteY2" fmla="*/ 2261909 h 2261909"/>
                <a:gd name="connsiteX3" fmla="*/ 18857 w 2948632"/>
                <a:gd name="connsiteY3" fmla="*/ 210137 h 2261909"/>
                <a:gd name="connsiteX0" fmla="*/ 9427 w 2939202"/>
                <a:gd name="connsiteY0" fmla="*/ 210137 h 3543958"/>
                <a:gd name="connsiteX1" fmla="*/ 2939202 w 2939202"/>
                <a:gd name="connsiteY1" fmla="*/ 0 h 3543958"/>
                <a:gd name="connsiteX2" fmla="*/ 0 w 2939202"/>
                <a:gd name="connsiteY2" fmla="*/ 3543958 h 3543958"/>
                <a:gd name="connsiteX3" fmla="*/ 9427 w 2939202"/>
                <a:gd name="connsiteY3" fmla="*/ 210137 h 3543958"/>
                <a:gd name="connsiteX0" fmla="*/ 9427 w 2929776"/>
                <a:gd name="connsiteY0" fmla="*/ 238417 h 3572238"/>
                <a:gd name="connsiteX1" fmla="*/ 2929776 w 2929776"/>
                <a:gd name="connsiteY1" fmla="*/ 0 h 3572238"/>
                <a:gd name="connsiteX2" fmla="*/ 0 w 2929776"/>
                <a:gd name="connsiteY2" fmla="*/ 3572238 h 3572238"/>
                <a:gd name="connsiteX3" fmla="*/ 9427 w 2929776"/>
                <a:gd name="connsiteY3" fmla="*/ 238417 h 3572238"/>
                <a:gd name="connsiteX0" fmla="*/ 907 w 2930683"/>
                <a:gd name="connsiteY0" fmla="*/ 219563 h 3572238"/>
                <a:gd name="connsiteX1" fmla="*/ 2930683 w 2930683"/>
                <a:gd name="connsiteY1" fmla="*/ 0 h 3572238"/>
                <a:gd name="connsiteX2" fmla="*/ 907 w 2930683"/>
                <a:gd name="connsiteY2" fmla="*/ 3572238 h 3572238"/>
                <a:gd name="connsiteX3" fmla="*/ 907 w 2930683"/>
                <a:gd name="connsiteY3" fmla="*/ 219563 h 3572238"/>
                <a:gd name="connsiteX0" fmla="*/ 907 w 1837173"/>
                <a:gd name="connsiteY0" fmla="*/ 2180336 h 5533011"/>
                <a:gd name="connsiteX1" fmla="*/ 1837173 w 1837173"/>
                <a:gd name="connsiteY1" fmla="*/ 0 h 5533011"/>
                <a:gd name="connsiteX2" fmla="*/ 907 w 1837173"/>
                <a:gd name="connsiteY2" fmla="*/ 5533011 h 5533011"/>
                <a:gd name="connsiteX3" fmla="*/ 907 w 1837173"/>
                <a:gd name="connsiteY3" fmla="*/ 2180336 h 5533011"/>
                <a:gd name="connsiteX0" fmla="*/ 907 w 1837173"/>
                <a:gd name="connsiteY0" fmla="*/ 2218043 h 5533011"/>
                <a:gd name="connsiteX1" fmla="*/ 1837173 w 1837173"/>
                <a:gd name="connsiteY1" fmla="*/ 0 h 5533011"/>
                <a:gd name="connsiteX2" fmla="*/ 907 w 1837173"/>
                <a:gd name="connsiteY2" fmla="*/ 5533011 h 5533011"/>
                <a:gd name="connsiteX3" fmla="*/ 907 w 1837173"/>
                <a:gd name="connsiteY3" fmla="*/ 2218043 h 5533011"/>
              </a:gdLst>
              <a:ahLst/>
              <a:cxnLst>
                <a:cxn ang="0">
                  <a:pos x="connsiteX0" y="connsiteY0"/>
                </a:cxn>
                <a:cxn ang="0">
                  <a:pos x="connsiteX1" y="connsiteY1"/>
                </a:cxn>
                <a:cxn ang="0">
                  <a:pos x="connsiteX2" y="connsiteY2"/>
                </a:cxn>
                <a:cxn ang="0">
                  <a:pos x="connsiteX3" y="connsiteY3"/>
                </a:cxn>
              </a:cxnLst>
              <a:rect l="l" t="t" r="r" b="b"/>
              <a:pathLst>
                <a:path w="1837173" h="5533011">
                  <a:moveTo>
                    <a:pt x="907" y="2218043"/>
                  </a:moveTo>
                  <a:lnTo>
                    <a:pt x="1837173" y="0"/>
                  </a:lnTo>
                  <a:lnTo>
                    <a:pt x="907" y="5533011"/>
                  </a:lnTo>
                  <a:cubicBezTo>
                    <a:pt x="4049" y="4421737"/>
                    <a:pt x="-2235" y="3329317"/>
                    <a:pt x="907" y="2218043"/>
                  </a:cubicBezTo>
                  <a:close/>
                </a:path>
              </a:pathLst>
            </a:custGeom>
            <a:gradFill>
              <a:gsLst>
                <a:gs pos="45000">
                  <a:schemeClr val="accent1"/>
                </a:gs>
                <a:gs pos="100000">
                  <a:schemeClr val="accent1">
                    <a:lumMod val="75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5" name="Title 1">
            <a:extLst>
              <a:ext uri="{FF2B5EF4-FFF2-40B4-BE49-F238E27FC236}">
                <a16:creationId xmlns:a16="http://schemas.microsoft.com/office/drawing/2014/main" id="{AFB12B21-F03F-768B-78B3-E0856D6D2E36}"/>
              </a:ext>
            </a:extLst>
          </p:cNvPr>
          <p:cNvSpPr>
            <a:spLocks noGrp="1"/>
          </p:cNvSpPr>
          <p:nvPr>
            <p:ph type="title"/>
          </p:nvPr>
        </p:nvSpPr>
        <p:spPr>
          <a:xfrm>
            <a:off x="515938" y="368300"/>
            <a:ext cx="11160125" cy="900114"/>
          </a:xfrm>
        </p:spPr>
        <p:txBody>
          <a:bodyPr>
            <a:normAutofit/>
          </a:bodyPr>
          <a:lstStyle>
            <a:lvl1pPr>
              <a:defRPr sz="2800">
                <a:solidFill>
                  <a:schemeClr val="accent1"/>
                </a:solidFill>
              </a:defRPr>
            </a:lvl1pPr>
          </a:lstStyle>
          <a:p>
            <a:r>
              <a:rPr lang="en-US"/>
              <a:t>Click to edit Master title style</a:t>
            </a:r>
          </a:p>
        </p:txBody>
      </p:sp>
      <p:sp>
        <p:nvSpPr>
          <p:cNvPr id="10" name="Content Placeholder 2">
            <a:extLst>
              <a:ext uri="{FF2B5EF4-FFF2-40B4-BE49-F238E27FC236}">
                <a16:creationId xmlns:a16="http://schemas.microsoft.com/office/drawing/2014/main" id="{D9B1A806-7E4B-7D96-7208-91EBEB909B9A}"/>
              </a:ext>
            </a:extLst>
          </p:cNvPr>
          <p:cNvSpPr>
            <a:spLocks noGrp="1"/>
          </p:cNvSpPr>
          <p:nvPr>
            <p:ph idx="1"/>
          </p:nvPr>
        </p:nvSpPr>
        <p:spPr>
          <a:xfrm>
            <a:off x="515938" y="1449388"/>
            <a:ext cx="11160113" cy="4239447"/>
          </a:xfrm>
        </p:spPr>
        <p:txBody>
          <a:bodyPr/>
          <a:lstStyle>
            <a:lvl1pPr>
              <a:defRPr sz="1800">
                <a:solidFill>
                  <a:schemeClr val="accent1">
                    <a:lumMod val="20000"/>
                    <a:lumOff val="80000"/>
                  </a:schemeClr>
                </a:solidFill>
                <a:latin typeface="Poppins Light" panose="00000400000000000000" pitchFamily="2" charset="0"/>
                <a:cs typeface="Poppins Light" panose="00000400000000000000" pitchFamily="2" charset="0"/>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50058707"/>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3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69FE0A4-E4BF-0B4D-9AAC-30724C2FC845}"/>
              </a:ext>
            </a:extLst>
          </p:cNvPr>
          <p:cNvSpPr/>
          <p:nvPr userDrawn="1"/>
        </p:nvSpPr>
        <p:spPr>
          <a:xfrm>
            <a:off x="0" y="0"/>
            <a:ext cx="12192000" cy="6858000"/>
          </a:xfrm>
          <a:prstGeom prst="rect">
            <a:avLst/>
          </a:prstGeom>
          <a:gradFill>
            <a:gsLst>
              <a:gs pos="0">
                <a:schemeClr val="accent1">
                  <a:lumMod val="20000"/>
                  <a:lumOff val="80000"/>
                </a:schemeClr>
              </a:gs>
              <a:gs pos="100000">
                <a:schemeClr val="accent1">
                  <a:lumMod val="40000"/>
                  <a:lumOff val="60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1007EAB4-47B6-B94E-16B6-4925324A1E24}"/>
              </a:ext>
            </a:extLst>
          </p:cNvPr>
          <p:cNvGrpSpPr/>
          <p:nvPr userDrawn="1"/>
        </p:nvGrpSpPr>
        <p:grpSpPr>
          <a:xfrm>
            <a:off x="-14763" y="4808928"/>
            <a:ext cx="7482363" cy="2067930"/>
            <a:chOff x="-14763" y="3909367"/>
            <a:chExt cx="10737232" cy="2967491"/>
          </a:xfrm>
        </p:grpSpPr>
        <p:sp>
          <p:nvSpPr>
            <p:cNvPr id="2" name="Rectangle 1">
              <a:extLst>
                <a:ext uri="{FF2B5EF4-FFF2-40B4-BE49-F238E27FC236}">
                  <a16:creationId xmlns:a16="http://schemas.microsoft.com/office/drawing/2014/main" id="{3D2F8669-A071-F66A-0E1D-C0B73FB862C7}"/>
                </a:ext>
              </a:extLst>
            </p:cNvPr>
            <p:cNvSpPr/>
            <p:nvPr userDrawn="1"/>
          </p:nvSpPr>
          <p:spPr>
            <a:xfrm>
              <a:off x="-14763" y="3909367"/>
              <a:ext cx="3570795" cy="1243814"/>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3570795"/>
                <a:gd name="connsiteY0" fmla="*/ 257273 h 1243814"/>
                <a:gd name="connsiteX1" fmla="*/ 3570795 w 3570795"/>
                <a:gd name="connsiteY1" fmla="*/ 0 h 1243814"/>
                <a:gd name="connsiteX2" fmla="*/ 0 w 3570795"/>
                <a:gd name="connsiteY2" fmla="*/ 1243814 h 1243814"/>
                <a:gd name="connsiteX3" fmla="*/ 0 w 3570795"/>
                <a:gd name="connsiteY3" fmla="*/ 257273 h 1243814"/>
              </a:gdLst>
              <a:ahLst/>
              <a:cxnLst>
                <a:cxn ang="0">
                  <a:pos x="connsiteX0" y="connsiteY0"/>
                </a:cxn>
                <a:cxn ang="0">
                  <a:pos x="connsiteX1" y="connsiteY1"/>
                </a:cxn>
                <a:cxn ang="0">
                  <a:pos x="connsiteX2" y="connsiteY2"/>
                </a:cxn>
                <a:cxn ang="0">
                  <a:pos x="connsiteX3" y="connsiteY3"/>
                </a:cxn>
              </a:cxnLst>
              <a:rect l="l" t="t" r="r" b="b"/>
              <a:pathLst>
                <a:path w="3570795" h="1243814">
                  <a:moveTo>
                    <a:pt x="0" y="257273"/>
                  </a:moveTo>
                  <a:lnTo>
                    <a:pt x="3570795" y="0"/>
                  </a:lnTo>
                  <a:lnTo>
                    <a:pt x="0" y="1243814"/>
                  </a:lnTo>
                  <a:lnTo>
                    <a:pt x="0" y="257273"/>
                  </a:lnTo>
                  <a:close/>
                </a:path>
              </a:pathLst>
            </a:custGeom>
            <a:gradFill>
              <a:gsLst>
                <a:gs pos="45000">
                  <a:schemeClr val="accent1"/>
                </a:gs>
                <a:gs pos="100000">
                  <a:srgbClr val="EF4136"/>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 name="Rectangle 1">
              <a:extLst>
                <a:ext uri="{FF2B5EF4-FFF2-40B4-BE49-F238E27FC236}">
                  <a16:creationId xmlns:a16="http://schemas.microsoft.com/office/drawing/2014/main" id="{775D67DB-CBF3-181D-0F68-C94113FC190E}"/>
                </a:ext>
              </a:extLst>
            </p:cNvPr>
            <p:cNvSpPr/>
            <p:nvPr userDrawn="1"/>
          </p:nvSpPr>
          <p:spPr>
            <a:xfrm>
              <a:off x="0" y="3928225"/>
              <a:ext cx="3638746" cy="2924695"/>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606800"/>
                <a:gd name="connsiteY0" fmla="*/ 1244600 h 2146300"/>
                <a:gd name="connsiteX1" fmla="*/ 3606800 w 3606800"/>
                <a:gd name="connsiteY1" fmla="*/ 0 h 2146300"/>
                <a:gd name="connsiteX2" fmla="*/ 0 w 3606800"/>
                <a:gd name="connsiteY2" fmla="*/ 2146300 h 2146300"/>
                <a:gd name="connsiteX3" fmla="*/ 0 w 3606800"/>
                <a:gd name="connsiteY3" fmla="*/ 1244600 h 2146300"/>
                <a:gd name="connsiteX0" fmla="*/ 0 w 3606800"/>
                <a:gd name="connsiteY0" fmla="*/ 1244600 h 2857500"/>
                <a:gd name="connsiteX1" fmla="*/ 3606800 w 3606800"/>
                <a:gd name="connsiteY1" fmla="*/ 0 h 2857500"/>
                <a:gd name="connsiteX2" fmla="*/ 1727200 w 3606800"/>
                <a:gd name="connsiteY2" fmla="*/ 2857500 h 2857500"/>
                <a:gd name="connsiteX3" fmla="*/ 0 w 3606800"/>
                <a:gd name="connsiteY3" fmla="*/ 1244600 h 2857500"/>
                <a:gd name="connsiteX0" fmla="*/ 0 w 3606800"/>
                <a:gd name="connsiteY0" fmla="*/ 1244600 h 2902271"/>
                <a:gd name="connsiteX1" fmla="*/ 3606800 w 3606800"/>
                <a:gd name="connsiteY1" fmla="*/ 0 h 2902271"/>
                <a:gd name="connsiteX2" fmla="*/ 1727200 w 3606800"/>
                <a:gd name="connsiteY2" fmla="*/ 2857500 h 2902271"/>
                <a:gd name="connsiteX3" fmla="*/ 12700 w 3606800"/>
                <a:gd name="connsiteY3" fmla="*/ 2819400 h 2902271"/>
                <a:gd name="connsiteX4" fmla="*/ 0 w 3606800"/>
                <a:gd name="connsiteY4" fmla="*/ 1244600 h 2902271"/>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66612"/>
                <a:gd name="connsiteX1" fmla="*/ 3606800 w 3606800"/>
                <a:gd name="connsiteY1" fmla="*/ 0 h 2866612"/>
                <a:gd name="connsiteX2" fmla="*/ 1727200 w 3606800"/>
                <a:gd name="connsiteY2" fmla="*/ 2857500 h 2866612"/>
                <a:gd name="connsiteX3" fmla="*/ 12700 w 3606800"/>
                <a:gd name="connsiteY3" fmla="*/ 2819400 h 2866612"/>
                <a:gd name="connsiteX4" fmla="*/ 0 w 3606800"/>
                <a:gd name="connsiteY4" fmla="*/ 1244600 h 2866612"/>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81832"/>
                <a:gd name="connsiteX1" fmla="*/ 3606800 w 3606800"/>
                <a:gd name="connsiteY1" fmla="*/ 0 h 2881832"/>
                <a:gd name="connsiteX2" fmla="*/ 1727200 w 3606800"/>
                <a:gd name="connsiteY2" fmla="*/ 2857500 h 2881832"/>
                <a:gd name="connsiteX3" fmla="*/ 5080 w 3606800"/>
                <a:gd name="connsiteY3" fmla="*/ 2865120 h 2881832"/>
                <a:gd name="connsiteX4" fmla="*/ 0 w 3606800"/>
                <a:gd name="connsiteY4" fmla="*/ 1244600 h 2881832"/>
                <a:gd name="connsiteX0" fmla="*/ 0 w 3606800"/>
                <a:gd name="connsiteY0" fmla="*/ 1244600 h 2865120"/>
                <a:gd name="connsiteX1" fmla="*/ 3606800 w 3606800"/>
                <a:gd name="connsiteY1" fmla="*/ 0 h 2865120"/>
                <a:gd name="connsiteX2" fmla="*/ 1727200 w 3606800"/>
                <a:gd name="connsiteY2" fmla="*/ 2857500 h 2865120"/>
                <a:gd name="connsiteX3" fmla="*/ 5080 w 3606800"/>
                <a:gd name="connsiteY3" fmla="*/ 2865120 h 2865120"/>
                <a:gd name="connsiteX4" fmla="*/ 0 w 3606800"/>
                <a:gd name="connsiteY4" fmla="*/ 1244600 h 2865120"/>
                <a:gd name="connsiteX0" fmla="*/ 0 w 3606800"/>
                <a:gd name="connsiteY0" fmla="*/ 1244600 h 2865120"/>
                <a:gd name="connsiteX1" fmla="*/ 3606800 w 3606800"/>
                <a:gd name="connsiteY1" fmla="*/ 0 h 2865120"/>
                <a:gd name="connsiteX2" fmla="*/ 1727200 w 3606800"/>
                <a:gd name="connsiteY2" fmla="*/ 2857500 h 2865120"/>
                <a:gd name="connsiteX3" fmla="*/ 5080 w 3606800"/>
                <a:gd name="connsiteY3" fmla="*/ 2865120 h 2865120"/>
                <a:gd name="connsiteX4" fmla="*/ 0 w 3606800"/>
                <a:gd name="connsiteY4" fmla="*/ 1244600 h 2865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06800" h="2865120">
                  <a:moveTo>
                    <a:pt x="0" y="1244600"/>
                  </a:moveTo>
                  <a:lnTo>
                    <a:pt x="3606800" y="0"/>
                  </a:lnTo>
                  <a:lnTo>
                    <a:pt x="1727200" y="2857500"/>
                  </a:lnTo>
                  <a:lnTo>
                    <a:pt x="5080" y="2865120"/>
                  </a:lnTo>
                  <a:cubicBezTo>
                    <a:pt x="3387" y="2324947"/>
                    <a:pt x="1693" y="1784773"/>
                    <a:pt x="0" y="1244600"/>
                  </a:cubicBezTo>
                  <a:close/>
                </a:path>
              </a:pathLst>
            </a:custGeom>
            <a:gradFill>
              <a:gsLst>
                <a:gs pos="45000">
                  <a:schemeClr val="accent1"/>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1">
              <a:extLst>
                <a:ext uri="{FF2B5EF4-FFF2-40B4-BE49-F238E27FC236}">
                  <a16:creationId xmlns:a16="http://schemas.microsoft.com/office/drawing/2014/main" id="{E99D011B-5611-947A-E8D5-4848F44EE861}"/>
                </a:ext>
              </a:extLst>
            </p:cNvPr>
            <p:cNvSpPr/>
            <p:nvPr userDrawn="1"/>
          </p:nvSpPr>
          <p:spPr>
            <a:xfrm rot="16200000">
              <a:off x="1383972" y="4338949"/>
              <a:ext cx="2948633" cy="2127185"/>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882644"/>
                <a:gd name="connsiteY0" fmla="*/ 0 h 2127185"/>
                <a:gd name="connsiteX1" fmla="*/ 2882644 w 2882644"/>
                <a:gd name="connsiteY1" fmla="*/ 1910893 h 2127185"/>
                <a:gd name="connsiteX2" fmla="*/ 0 w 2882644"/>
                <a:gd name="connsiteY2" fmla="*/ 2127185 h 2127185"/>
                <a:gd name="connsiteX3" fmla="*/ 18857 w 2882644"/>
                <a:gd name="connsiteY3" fmla="*/ 0 h 2127185"/>
              </a:gdLst>
              <a:ahLst/>
              <a:cxnLst>
                <a:cxn ang="0">
                  <a:pos x="connsiteX0" y="connsiteY0"/>
                </a:cxn>
                <a:cxn ang="0">
                  <a:pos x="connsiteX1" y="connsiteY1"/>
                </a:cxn>
                <a:cxn ang="0">
                  <a:pos x="connsiteX2" y="connsiteY2"/>
                </a:cxn>
                <a:cxn ang="0">
                  <a:pos x="connsiteX3" y="connsiteY3"/>
                </a:cxn>
              </a:cxnLst>
              <a:rect l="l" t="t" r="r" b="b"/>
              <a:pathLst>
                <a:path w="2882644" h="2127185">
                  <a:moveTo>
                    <a:pt x="18857" y="0"/>
                  </a:moveTo>
                  <a:lnTo>
                    <a:pt x="2882644" y="1910893"/>
                  </a:lnTo>
                  <a:lnTo>
                    <a:pt x="0" y="2127185"/>
                  </a:lnTo>
                  <a:lnTo>
                    <a:pt x="18857" y="0"/>
                  </a:lnTo>
                  <a:close/>
                </a:path>
              </a:pathLst>
            </a:custGeom>
            <a:gradFill>
              <a:gsLst>
                <a:gs pos="45000">
                  <a:schemeClr val="accent1"/>
                </a:gs>
                <a:gs pos="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Rectangle 1">
              <a:extLst>
                <a:ext uri="{FF2B5EF4-FFF2-40B4-BE49-F238E27FC236}">
                  <a16:creationId xmlns:a16="http://schemas.microsoft.com/office/drawing/2014/main" id="{8BB1E48D-99B4-C3F1-96B8-3CFA4CE4F494}"/>
                </a:ext>
              </a:extLst>
            </p:cNvPr>
            <p:cNvSpPr/>
            <p:nvPr userDrawn="1"/>
          </p:nvSpPr>
          <p:spPr>
            <a:xfrm rot="16200000">
              <a:off x="4075788" y="3616875"/>
              <a:ext cx="2930683" cy="3572238"/>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948632"/>
                <a:gd name="connsiteY0" fmla="*/ 210137 h 2261909"/>
                <a:gd name="connsiteX1" fmla="*/ 2948632 w 2948632"/>
                <a:gd name="connsiteY1" fmla="*/ 0 h 2261909"/>
                <a:gd name="connsiteX2" fmla="*/ 0 w 2948632"/>
                <a:gd name="connsiteY2" fmla="*/ 2261909 h 2261909"/>
                <a:gd name="connsiteX3" fmla="*/ 18857 w 2948632"/>
                <a:gd name="connsiteY3" fmla="*/ 210137 h 2261909"/>
                <a:gd name="connsiteX0" fmla="*/ 9427 w 2939202"/>
                <a:gd name="connsiteY0" fmla="*/ 210137 h 3543958"/>
                <a:gd name="connsiteX1" fmla="*/ 2939202 w 2939202"/>
                <a:gd name="connsiteY1" fmla="*/ 0 h 3543958"/>
                <a:gd name="connsiteX2" fmla="*/ 0 w 2939202"/>
                <a:gd name="connsiteY2" fmla="*/ 3543958 h 3543958"/>
                <a:gd name="connsiteX3" fmla="*/ 9427 w 2939202"/>
                <a:gd name="connsiteY3" fmla="*/ 210137 h 3543958"/>
                <a:gd name="connsiteX0" fmla="*/ 9427 w 2929776"/>
                <a:gd name="connsiteY0" fmla="*/ 238417 h 3572238"/>
                <a:gd name="connsiteX1" fmla="*/ 2929776 w 2929776"/>
                <a:gd name="connsiteY1" fmla="*/ 0 h 3572238"/>
                <a:gd name="connsiteX2" fmla="*/ 0 w 2929776"/>
                <a:gd name="connsiteY2" fmla="*/ 3572238 h 3572238"/>
                <a:gd name="connsiteX3" fmla="*/ 9427 w 2929776"/>
                <a:gd name="connsiteY3" fmla="*/ 238417 h 3572238"/>
                <a:gd name="connsiteX0" fmla="*/ 907 w 2930683"/>
                <a:gd name="connsiteY0" fmla="*/ 219563 h 3572238"/>
                <a:gd name="connsiteX1" fmla="*/ 2930683 w 2930683"/>
                <a:gd name="connsiteY1" fmla="*/ 0 h 3572238"/>
                <a:gd name="connsiteX2" fmla="*/ 907 w 2930683"/>
                <a:gd name="connsiteY2" fmla="*/ 3572238 h 3572238"/>
                <a:gd name="connsiteX3" fmla="*/ 907 w 2930683"/>
                <a:gd name="connsiteY3" fmla="*/ 219563 h 3572238"/>
              </a:gdLst>
              <a:ahLst/>
              <a:cxnLst>
                <a:cxn ang="0">
                  <a:pos x="connsiteX0" y="connsiteY0"/>
                </a:cxn>
                <a:cxn ang="0">
                  <a:pos x="connsiteX1" y="connsiteY1"/>
                </a:cxn>
                <a:cxn ang="0">
                  <a:pos x="connsiteX2" y="connsiteY2"/>
                </a:cxn>
                <a:cxn ang="0">
                  <a:pos x="connsiteX3" y="connsiteY3"/>
                </a:cxn>
              </a:cxnLst>
              <a:rect l="l" t="t" r="r" b="b"/>
              <a:pathLst>
                <a:path w="2930683" h="3572238">
                  <a:moveTo>
                    <a:pt x="907" y="219563"/>
                  </a:moveTo>
                  <a:lnTo>
                    <a:pt x="2930683" y="0"/>
                  </a:lnTo>
                  <a:lnTo>
                    <a:pt x="907" y="3572238"/>
                  </a:lnTo>
                  <a:cubicBezTo>
                    <a:pt x="4049" y="2460964"/>
                    <a:pt x="-2235" y="1330837"/>
                    <a:pt x="907" y="219563"/>
                  </a:cubicBezTo>
                  <a:close/>
                </a:path>
              </a:pathLst>
            </a:custGeom>
            <a:gradFill>
              <a:gsLst>
                <a:gs pos="45000">
                  <a:schemeClr val="accent1"/>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Rectangle 1">
              <a:extLst>
                <a:ext uri="{FF2B5EF4-FFF2-40B4-BE49-F238E27FC236}">
                  <a16:creationId xmlns:a16="http://schemas.microsoft.com/office/drawing/2014/main" id="{1BB5BD68-F3EC-D698-4E47-D0C1874BB8CC}"/>
                </a:ext>
              </a:extLst>
            </p:cNvPr>
            <p:cNvSpPr/>
            <p:nvPr userDrawn="1"/>
          </p:nvSpPr>
          <p:spPr>
            <a:xfrm rot="16200000">
              <a:off x="7037377" y="3183243"/>
              <a:ext cx="1837173" cy="5533011"/>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948632"/>
                <a:gd name="connsiteY0" fmla="*/ 210137 h 2261909"/>
                <a:gd name="connsiteX1" fmla="*/ 2948632 w 2948632"/>
                <a:gd name="connsiteY1" fmla="*/ 0 h 2261909"/>
                <a:gd name="connsiteX2" fmla="*/ 0 w 2948632"/>
                <a:gd name="connsiteY2" fmla="*/ 2261909 h 2261909"/>
                <a:gd name="connsiteX3" fmla="*/ 18857 w 2948632"/>
                <a:gd name="connsiteY3" fmla="*/ 210137 h 2261909"/>
                <a:gd name="connsiteX0" fmla="*/ 9427 w 2939202"/>
                <a:gd name="connsiteY0" fmla="*/ 210137 h 3543958"/>
                <a:gd name="connsiteX1" fmla="*/ 2939202 w 2939202"/>
                <a:gd name="connsiteY1" fmla="*/ 0 h 3543958"/>
                <a:gd name="connsiteX2" fmla="*/ 0 w 2939202"/>
                <a:gd name="connsiteY2" fmla="*/ 3543958 h 3543958"/>
                <a:gd name="connsiteX3" fmla="*/ 9427 w 2939202"/>
                <a:gd name="connsiteY3" fmla="*/ 210137 h 3543958"/>
                <a:gd name="connsiteX0" fmla="*/ 9427 w 2929776"/>
                <a:gd name="connsiteY0" fmla="*/ 238417 h 3572238"/>
                <a:gd name="connsiteX1" fmla="*/ 2929776 w 2929776"/>
                <a:gd name="connsiteY1" fmla="*/ 0 h 3572238"/>
                <a:gd name="connsiteX2" fmla="*/ 0 w 2929776"/>
                <a:gd name="connsiteY2" fmla="*/ 3572238 h 3572238"/>
                <a:gd name="connsiteX3" fmla="*/ 9427 w 2929776"/>
                <a:gd name="connsiteY3" fmla="*/ 238417 h 3572238"/>
                <a:gd name="connsiteX0" fmla="*/ 907 w 2930683"/>
                <a:gd name="connsiteY0" fmla="*/ 219563 h 3572238"/>
                <a:gd name="connsiteX1" fmla="*/ 2930683 w 2930683"/>
                <a:gd name="connsiteY1" fmla="*/ 0 h 3572238"/>
                <a:gd name="connsiteX2" fmla="*/ 907 w 2930683"/>
                <a:gd name="connsiteY2" fmla="*/ 3572238 h 3572238"/>
                <a:gd name="connsiteX3" fmla="*/ 907 w 2930683"/>
                <a:gd name="connsiteY3" fmla="*/ 219563 h 3572238"/>
                <a:gd name="connsiteX0" fmla="*/ 907 w 1837173"/>
                <a:gd name="connsiteY0" fmla="*/ 2180336 h 5533011"/>
                <a:gd name="connsiteX1" fmla="*/ 1837173 w 1837173"/>
                <a:gd name="connsiteY1" fmla="*/ 0 h 5533011"/>
                <a:gd name="connsiteX2" fmla="*/ 907 w 1837173"/>
                <a:gd name="connsiteY2" fmla="*/ 5533011 h 5533011"/>
                <a:gd name="connsiteX3" fmla="*/ 907 w 1837173"/>
                <a:gd name="connsiteY3" fmla="*/ 2180336 h 5533011"/>
                <a:gd name="connsiteX0" fmla="*/ 907 w 1837173"/>
                <a:gd name="connsiteY0" fmla="*/ 2218043 h 5533011"/>
                <a:gd name="connsiteX1" fmla="*/ 1837173 w 1837173"/>
                <a:gd name="connsiteY1" fmla="*/ 0 h 5533011"/>
                <a:gd name="connsiteX2" fmla="*/ 907 w 1837173"/>
                <a:gd name="connsiteY2" fmla="*/ 5533011 h 5533011"/>
                <a:gd name="connsiteX3" fmla="*/ 907 w 1837173"/>
                <a:gd name="connsiteY3" fmla="*/ 2218043 h 5533011"/>
              </a:gdLst>
              <a:ahLst/>
              <a:cxnLst>
                <a:cxn ang="0">
                  <a:pos x="connsiteX0" y="connsiteY0"/>
                </a:cxn>
                <a:cxn ang="0">
                  <a:pos x="connsiteX1" y="connsiteY1"/>
                </a:cxn>
                <a:cxn ang="0">
                  <a:pos x="connsiteX2" y="connsiteY2"/>
                </a:cxn>
                <a:cxn ang="0">
                  <a:pos x="connsiteX3" y="connsiteY3"/>
                </a:cxn>
              </a:cxnLst>
              <a:rect l="l" t="t" r="r" b="b"/>
              <a:pathLst>
                <a:path w="1837173" h="5533011">
                  <a:moveTo>
                    <a:pt x="907" y="2218043"/>
                  </a:moveTo>
                  <a:lnTo>
                    <a:pt x="1837173" y="0"/>
                  </a:lnTo>
                  <a:lnTo>
                    <a:pt x="907" y="5533011"/>
                  </a:lnTo>
                  <a:cubicBezTo>
                    <a:pt x="4049" y="4421737"/>
                    <a:pt x="-2235" y="3329317"/>
                    <a:pt x="907" y="2218043"/>
                  </a:cubicBezTo>
                  <a:close/>
                </a:path>
              </a:pathLst>
            </a:custGeom>
            <a:gradFill>
              <a:gsLst>
                <a:gs pos="45000">
                  <a:schemeClr val="accent1"/>
                </a:gs>
                <a:gs pos="100000">
                  <a:schemeClr val="accent1">
                    <a:lumMod val="75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10" name="Title 1">
            <a:extLst>
              <a:ext uri="{FF2B5EF4-FFF2-40B4-BE49-F238E27FC236}">
                <a16:creationId xmlns:a16="http://schemas.microsoft.com/office/drawing/2014/main" id="{26B861B8-6461-3BD8-C6E6-DA70B2B2E13F}"/>
              </a:ext>
            </a:extLst>
          </p:cNvPr>
          <p:cNvSpPr>
            <a:spLocks noGrp="1"/>
          </p:cNvSpPr>
          <p:nvPr>
            <p:ph type="title"/>
          </p:nvPr>
        </p:nvSpPr>
        <p:spPr>
          <a:xfrm>
            <a:off x="515938" y="368300"/>
            <a:ext cx="11160125" cy="900114"/>
          </a:xfrm>
        </p:spPr>
        <p:txBody>
          <a:bodyPr>
            <a:normAutofit/>
          </a:bodyPr>
          <a:lstStyle>
            <a:lvl1pPr>
              <a:defRPr sz="2800">
                <a:solidFill>
                  <a:schemeClr val="accent1"/>
                </a:solidFill>
              </a:defRPr>
            </a:lvl1pPr>
          </a:lstStyle>
          <a:p>
            <a:r>
              <a:rPr lang="en-US"/>
              <a:t>Click to edit Master title style</a:t>
            </a:r>
          </a:p>
        </p:txBody>
      </p:sp>
      <p:sp>
        <p:nvSpPr>
          <p:cNvPr id="11" name="Content Placeholder 2">
            <a:extLst>
              <a:ext uri="{FF2B5EF4-FFF2-40B4-BE49-F238E27FC236}">
                <a16:creationId xmlns:a16="http://schemas.microsoft.com/office/drawing/2014/main" id="{36EF2579-4395-43A2-13FC-857B670C3583}"/>
              </a:ext>
            </a:extLst>
          </p:cNvPr>
          <p:cNvSpPr>
            <a:spLocks noGrp="1"/>
          </p:cNvSpPr>
          <p:nvPr>
            <p:ph idx="1"/>
          </p:nvPr>
        </p:nvSpPr>
        <p:spPr>
          <a:xfrm>
            <a:off x="515938" y="1449388"/>
            <a:ext cx="11160113" cy="4239447"/>
          </a:xfrm>
        </p:spPr>
        <p:txBody>
          <a:bodyPr/>
          <a:lstStyle>
            <a:lvl1pPr>
              <a:defRPr sz="1800">
                <a:solidFill>
                  <a:schemeClr val="accent1">
                    <a:lumMod val="20000"/>
                    <a:lumOff val="80000"/>
                  </a:schemeClr>
                </a:solidFill>
                <a:latin typeface="Poppins Light" panose="00000400000000000000" pitchFamily="2" charset="0"/>
                <a:cs typeface="Poppins Light" panose="00000400000000000000" pitchFamily="2" charset="0"/>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6408593"/>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9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69FE0A4-E4BF-0B4D-9AAC-30724C2FC845}"/>
              </a:ext>
            </a:extLst>
          </p:cNvPr>
          <p:cNvSpPr/>
          <p:nvPr userDrawn="1"/>
        </p:nvSpPr>
        <p:spPr>
          <a:xfrm>
            <a:off x="0" y="0"/>
            <a:ext cx="12192000" cy="6858000"/>
          </a:xfrm>
          <a:prstGeom prst="rect">
            <a:avLst/>
          </a:prstGeom>
          <a:gradFill>
            <a:gsLst>
              <a:gs pos="0">
                <a:srgbClr val="00AEEF"/>
              </a:gs>
              <a:gs pos="100000">
                <a:srgbClr val="1B75BC"/>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5A6D41D4-8055-A24D-80E7-090637EBB6CA}"/>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1481" t="-1" r="30512" b="20969"/>
          <a:stretch/>
        </p:blipFill>
        <p:spPr>
          <a:xfrm>
            <a:off x="6393461" y="-1718316"/>
            <a:ext cx="5798540" cy="7900197"/>
          </a:xfrm>
          <a:prstGeom prst="rect">
            <a:avLst/>
          </a:prstGeom>
        </p:spPr>
      </p:pic>
    </p:spTree>
    <p:extLst>
      <p:ext uri="{BB962C8B-B14F-4D97-AF65-F5344CB8AC3E}">
        <p14:creationId xmlns:p14="http://schemas.microsoft.com/office/powerpoint/2010/main" val="942874928"/>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10_Title Slid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C3839F8-3364-3C4E-810A-2FC99C244E37}"/>
              </a:ext>
            </a:extLst>
          </p:cNvPr>
          <p:cNvSpPr/>
          <p:nvPr userDrawn="1"/>
        </p:nvSpPr>
        <p:spPr>
          <a:xfrm>
            <a:off x="0" y="0"/>
            <a:ext cx="12192000" cy="6858000"/>
          </a:xfrm>
          <a:prstGeom prst="rect">
            <a:avLst/>
          </a:prstGeom>
          <a:gradFill>
            <a:gsLst>
              <a:gs pos="9000">
                <a:srgbClr val="F8952F"/>
              </a:gs>
              <a:gs pos="100000">
                <a:srgbClr val="EF4136"/>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pic>
        <p:nvPicPr>
          <p:cNvPr id="15" name="Graphic 14">
            <a:extLst>
              <a:ext uri="{FF2B5EF4-FFF2-40B4-BE49-F238E27FC236}">
                <a16:creationId xmlns:a16="http://schemas.microsoft.com/office/drawing/2014/main" id="{DDDEA3E2-E5AD-D14C-B1EB-E632CA3CDBB3}"/>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42" r="35284" b="18720"/>
          <a:stretch/>
        </p:blipFill>
        <p:spPr>
          <a:xfrm>
            <a:off x="5545394" y="-1638142"/>
            <a:ext cx="6646606" cy="8342359"/>
          </a:xfrm>
          <a:prstGeom prst="rect">
            <a:avLst/>
          </a:prstGeom>
        </p:spPr>
      </p:pic>
    </p:spTree>
    <p:extLst>
      <p:ext uri="{BB962C8B-B14F-4D97-AF65-F5344CB8AC3E}">
        <p14:creationId xmlns:p14="http://schemas.microsoft.com/office/powerpoint/2010/main" val="3693151770"/>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11_Title Slid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81E03BB5-73A0-9740-A5A5-D1CE3064E40F}"/>
              </a:ext>
            </a:extLst>
          </p:cNvPr>
          <p:cNvSpPr/>
          <p:nvPr userDrawn="1"/>
        </p:nvSpPr>
        <p:spPr>
          <a:xfrm>
            <a:off x="0" y="0"/>
            <a:ext cx="12192000" cy="6858000"/>
          </a:xfrm>
          <a:prstGeom prst="rect">
            <a:avLst/>
          </a:prstGeom>
          <a:gradFill>
            <a:gsLst>
              <a:gs pos="0">
                <a:srgbClr val="EE2B7B"/>
              </a:gs>
              <a:gs pos="100000">
                <a:srgbClr val="9E1F63"/>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4DCF62D6-5D07-004E-99E2-0014E921AD2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36134" t="10221" r="1" b="18731"/>
          <a:stretch/>
        </p:blipFill>
        <p:spPr>
          <a:xfrm rot="10800000">
            <a:off x="5607255" y="0"/>
            <a:ext cx="6584745" cy="7325222"/>
          </a:xfrm>
          <a:prstGeom prst="rect">
            <a:avLst/>
          </a:prstGeom>
        </p:spPr>
      </p:pic>
    </p:spTree>
    <p:extLst>
      <p:ext uri="{BB962C8B-B14F-4D97-AF65-F5344CB8AC3E}">
        <p14:creationId xmlns:p14="http://schemas.microsoft.com/office/powerpoint/2010/main" val="1214708061"/>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obj" preserve="1">
  <p:cSld name="27_Title and Content">
    <p:spTree>
      <p:nvGrpSpPr>
        <p:cNvPr id="1" name=""/>
        <p:cNvGrpSpPr/>
        <p:nvPr/>
      </p:nvGrpSpPr>
      <p:grpSpPr>
        <a:xfrm>
          <a:off x="0" y="0"/>
          <a:ext cx="0" cy="0"/>
          <a:chOff x="0" y="0"/>
          <a:chExt cx="0" cy="0"/>
        </a:xfrm>
      </p:grpSpPr>
      <p:sp>
        <p:nvSpPr>
          <p:cNvPr id="7" name="Arrow: Pentagon 6">
            <a:extLst>
              <a:ext uri="{FF2B5EF4-FFF2-40B4-BE49-F238E27FC236}">
                <a16:creationId xmlns:a16="http://schemas.microsoft.com/office/drawing/2014/main" id="{981B40DD-4CB3-499A-674B-EC5B3D14F8C2}"/>
              </a:ext>
            </a:extLst>
          </p:cNvPr>
          <p:cNvSpPr/>
          <p:nvPr userDrawn="1"/>
        </p:nvSpPr>
        <p:spPr>
          <a:xfrm>
            <a:off x="-2" y="-1"/>
            <a:ext cx="5112776" cy="6858000"/>
          </a:xfrm>
          <a:prstGeom prst="homePlate">
            <a:avLst>
              <a:gd name="adj" fmla="val 32151"/>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Arrow: Pentagon 7">
            <a:extLst>
              <a:ext uri="{FF2B5EF4-FFF2-40B4-BE49-F238E27FC236}">
                <a16:creationId xmlns:a16="http://schemas.microsoft.com/office/drawing/2014/main" id="{B77F37F6-697C-4F0B-9B07-E50867F217DA}"/>
              </a:ext>
            </a:extLst>
          </p:cNvPr>
          <p:cNvSpPr/>
          <p:nvPr userDrawn="1"/>
        </p:nvSpPr>
        <p:spPr>
          <a:xfrm>
            <a:off x="0" y="0"/>
            <a:ext cx="5014452" cy="6858000"/>
          </a:xfrm>
          <a:prstGeom prst="homePlate">
            <a:avLst>
              <a:gd name="adj" fmla="val 32151"/>
            </a:avLst>
          </a:prstGeom>
          <a:gradFill>
            <a:gsLst>
              <a:gs pos="40000">
                <a:schemeClr val="accent1"/>
              </a:gs>
              <a:gs pos="100000">
                <a:srgbClr val="E85A3C"/>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9" name="Graphic 8">
            <a:extLst>
              <a:ext uri="{FF2B5EF4-FFF2-40B4-BE49-F238E27FC236}">
                <a16:creationId xmlns:a16="http://schemas.microsoft.com/office/drawing/2014/main" id="{F8412388-ED79-C9E4-19F6-A88EF37F8AA4}"/>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8190" b="33857"/>
          <a:stretch/>
        </p:blipFill>
        <p:spPr>
          <a:xfrm rot="10800000" flipH="1">
            <a:off x="0" y="0"/>
            <a:ext cx="6959831" cy="5626984"/>
          </a:xfrm>
          <a:prstGeom prst="rect">
            <a:avLst/>
          </a:prstGeom>
        </p:spPr>
      </p:pic>
      <p:sp>
        <p:nvSpPr>
          <p:cNvPr id="4" name="Rectangle 3">
            <a:extLst>
              <a:ext uri="{FF2B5EF4-FFF2-40B4-BE49-F238E27FC236}">
                <a16:creationId xmlns:a16="http://schemas.microsoft.com/office/drawing/2014/main" id="{D983BA3F-B8C5-8046-A4E4-565E3761D642}"/>
              </a:ext>
            </a:extLst>
          </p:cNvPr>
          <p:cNvSpPr/>
          <p:nvPr userDrawn="1"/>
        </p:nvSpPr>
        <p:spPr>
          <a:xfrm>
            <a:off x="8412480" y="6126480"/>
            <a:ext cx="3127248" cy="5120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a:xfrm>
            <a:off x="5719665" y="368300"/>
            <a:ext cx="5956398" cy="900114"/>
          </a:xfrm>
        </p:spPr>
        <p:txBody>
          <a:bodyPr>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539103F3-BB36-094B-8F56-34F5177C7F92}"/>
              </a:ext>
            </a:extLst>
          </p:cNvPr>
          <p:cNvSpPr>
            <a:spLocks noGrp="1"/>
          </p:cNvSpPr>
          <p:nvPr>
            <p:ph idx="1"/>
          </p:nvPr>
        </p:nvSpPr>
        <p:spPr>
          <a:xfrm>
            <a:off x="5719653" y="1449388"/>
            <a:ext cx="5956398" cy="5040311"/>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1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1635924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obj" preserve="1">
  <p:cSld name="33_Title and Content">
    <p:spTree>
      <p:nvGrpSpPr>
        <p:cNvPr id="1" name=""/>
        <p:cNvGrpSpPr/>
        <p:nvPr/>
      </p:nvGrpSpPr>
      <p:grpSpPr>
        <a:xfrm>
          <a:off x="0" y="0"/>
          <a:ext cx="0" cy="0"/>
          <a:chOff x="0" y="0"/>
          <a:chExt cx="0" cy="0"/>
        </a:xfrm>
      </p:grpSpPr>
      <p:sp>
        <p:nvSpPr>
          <p:cNvPr id="7" name="Arrow: Pentagon 6">
            <a:extLst>
              <a:ext uri="{FF2B5EF4-FFF2-40B4-BE49-F238E27FC236}">
                <a16:creationId xmlns:a16="http://schemas.microsoft.com/office/drawing/2014/main" id="{981B40DD-4CB3-499A-674B-EC5B3D14F8C2}"/>
              </a:ext>
            </a:extLst>
          </p:cNvPr>
          <p:cNvSpPr/>
          <p:nvPr userDrawn="1"/>
        </p:nvSpPr>
        <p:spPr>
          <a:xfrm>
            <a:off x="-2" y="-1"/>
            <a:ext cx="5112776" cy="6858000"/>
          </a:xfrm>
          <a:prstGeom prst="homePlate">
            <a:avLst>
              <a:gd name="adj" fmla="val 32151"/>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Arrow: Pentagon 7">
            <a:extLst>
              <a:ext uri="{FF2B5EF4-FFF2-40B4-BE49-F238E27FC236}">
                <a16:creationId xmlns:a16="http://schemas.microsoft.com/office/drawing/2014/main" id="{B77F37F6-697C-4F0B-9B07-E50867F217DA}"/>
              </a:ext>
            </a:extLst>
          </p:cNvPr>
          <p:cNvSpPr/>
          <p:nvPr userDrawn="1"/>
        </p:nvSpPr>
        <p:spPr>
          <a:xfrm>
            <a:off x="0" y="0"/>
            <a:ext cx="5014452" cy="6858000"/>
          </a:xfrm>
          <a:prstGeom prst="homePlate">
            <a:avLst>
              <a:gd name="adj" fmla="val 32151"/>
            </a:avLst>
          </a:prstGeom>
          <a:gradFill>
            <a:gsLst>
              <a:gs pos="40000">
                <a:schemeClr val="accent3"/>
              </a:gs>
              <a:gs pos="100000">
                <a:srgbClr val="1B75BC"/>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9" name="Graphic 8">
            <a:extLst>
              <a:ext uri="{FF2B5EF4-FFF2-40B4-BE49-F238E27FC236}">
                <a16:creationId xmlns:a16="http://schemas.microsoft.com/office/drawing/2014/main" id="{F8412388-ED79-C9E4-19F6-A88EF37F8AA4}"/>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8190" b="33857"/>
          <a:stretch/>
        </p:blipFill>
        <p:spPr>
          <a:xfrm rot="10800000" flipH="1">
            <a:off x="0" y="0"/>
            <a:ext cx="6959831" cy="5626984"/>
          </a:xfrm>
          <a:prstGeom prst="rect">
            <a:avLst/>
          </a:prstGeom>
        </p:spPr>
      </p:pic>
      <p:sp>
        <p:nvSpPr>
          <p:cNvPr id="4" name="Rectangle 3">
            <a:extLst>
              <a:ext uri="{FF2B5EF4-FFF2-40B4-BE49-F238E27FC236}">
                <a16:creationId xmlns:a16="http://schemas.microsoft.com/office/drawing/2014/main" id="{D983BA3F-B8C5-8046-A4E4-565E3761D642}"/>
              </a:ext>
            </a:extLst>
          </p:cNvPr>
          <p:cNvSpPr/>
          <p:nvPr userDrawn="1"/>
        </p:nvSpPr>
        <p:spPr>
          <a:xfrm>
            <a:off x="8412480" y="6126480"/>
            <a:ext cx="3127248" cy="5120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a:xfrm>
            <a:off x="5719665" y="368300"/>
            <a:ext cx="5956398" cy="900114"/>
          </a:xfrm>
        </p:spPr>
        <p:txBody>
          <a:bodyPr>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539103F3-BB36-094B-8F56-34F5177C7F92}"/>
              </a:ext>
            </a:extLst>
          </p:cNvPr>
          <p:cNvSpPr>
            <a:spLocks noGrp="1"/>
          </p:cNvSpPr>
          <p:nvPr>
            <p:ph idx="1"/>
          </p:nvPr>
        </p:nvSpPr>
        <p:spPr>
          <a:xfrm>
            <a:off x="5719653" y="1449388"/>
            <a:ext cx="5956398" cy="5040311"/>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1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979450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obj" preserve="1">
  <p:cSld name="34_Title and Content">
    <p:spTree>
      <p:nvGrpSpPr>
        <p:cNvPr id="1" name=""/>
        <p:cNvGrpSpPr/>
        <p:nvPr/>
      </p:nvGrpSpPr>
      <p:grpSpPr>
        <a:xfrm>
          <a:off x="0" y="0"/>
          <a:ext cx="0" cy="0"/>
          <a:chOff x="0" y="0"/>
          <a:chExt cx="0" cy="0"/>
        </a:xfrm>
      </p:grpSpPr>
      <p:sp>
        <p:nvSpPr>
          <p:cNvPr id="7" name="Arrow: Pentagon 6">
            <a:extLst>
              <a:ext uri="{FF2B5EF4-FFF2-40B4-BE49-F238E27FC236}">
                <a16:creationId xmlns:a16="http://schemas.microsoft.com/office/drawing/2014/main" id="{981B40DD-4CB3-499A-674B-EC5B3D14F8C2}"/>
              </a:ext>
            </a:extLst>
          </p:cNvPr>
          <p:cNvSpPr/>
          <p:nvPr userDrawn="1"/>
        </p:nvSpPr>
        <p:spPr>
          <a:xfrm>
            <a:off x="-2" y="-1"/>
            <a:ext cx="5112776" cy="6858000"/>
          </a:xfrm>
          <a:prstGeom prst="homePlate">
            <a:avLst>
              <a:gd name="adj" fmla="val 32151"/>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Arrow: Pentagon 7">
            <a:extLst>
              <a:ext uri="{FF2B5EF4-FFF2-40B4-BE49-F238E27FC236}">
                <a16:creationId xmlns:a16="http://schemas.microsoft.com/office/drawing/2014/main" id="{B77F37F6-697C-4F0B-9B07-E50867F217DA}"/>
              </a:ext>
            </a:extLst>
          </p:cNvPr>
          <p:cNvSpPr/>
          <p:nvPr userDrawn="1"/>
        </p:nvSpPr>
        <p:spPr>
          <a:xfrm>
            <a:off x="0" y="0"/>
            <a:ext cx="5014452" cy="6858000"/>
          </a:xfrm>
          <a:prstGeom prst="homePlate">
            <a:avLst>
              <a:gd name="adj" fmla="val 32151"/>
            </a:avLst>
          </a:prstGeom>
          <a:gradFill>
            <a:gsLst>
              <a:gs pos="40000">
                <a:schemeClr val="accent2"/>
              </a:gs>
              <a:gs pos="100000">
                <a:schemeClr val="accent2">
                  <a:lumMod val="75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9" name="Graphic 8">
            <a:extLst>
              <a:ext uri="{FF2B5EF4-FFF2-40B4-BE49-F238E27FC236}">
                <a16:creationId xmlns:a16="http://schemas.microsoft.com/office/drawing/2014/main" id="{F8412388-ED79-C9E4-19F6-A88EF37F8AA4}"/>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8190" b="33857"/>
          <a:stretch/>
        </p:blipFill>
        <p:spPr>
          <a:xfrm rot="10800000" flipH="1">
            <a:off x="0" y="0"/>
            <a:ext cx="6959831" cy="5626984"/>
          </a:xfrm>
          <a:prstGeom prst="rect">
            <a:avLst/>
          </a:prstGeom>
        </p:spPr>
      </p:pic>
      <p:sp>
        <p:nvSpPr>
          <p:cNvPr id="4" name="Rectangle 3">
            <a:extLst>
              <a:ext uri="{FF2B5EF4-FFF2-40B4-BE49-F238E27FC236}">
                <a16:creationId xmlns:a16="http://schemas.microsoft.com/office/drawing/2014/main" id="{D983BA3F-B8C5-8046-A4E4-565E3761D642}"/>
              </a:ext>
            </a:extLst>
          </p:cNvPr>
          <p:cNvSpPr/>
          <p:nvPr userDrawn="1"/>
        </p:nvSpPr>
        <p:spPr>
          <a:xfrm>
            <a:off x="8412480" y="6126480"/>
            <a:ext cx="3127248" cy="5120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a:xfrm>
            <a:off x="5719665" y="368300"/>
            <a:ext cx="5956398" cy="900114"/>
          </a:xfrm>
        </p:spPr>
        <p:txBody>
          <a:bodyPr>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539103F3-BB36-094B-8F56-34F5177C7F92}"/>
              </a:ext>
            </a:extLst>
          </p:cNvPr>
          <p:cNvSpPr>
            <a:spLocks noGrp="1"/>
          </p:cNvSpPr>
          <p:nvPr>
            <p:ph idx="1"/>
          </p:nvPr>
        </p:nvSpPr>
        <p:spPr>
          <a:xfrm>
            <a:off x="5719653" y="1449388"/>
            <a:ext cx="5956398" cy="5040311"/>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1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6700901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obj" preserve="1">
  <p:cSld name="20_Title and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93187DA-91A8-9543-9044-A3EDC175753C}"/>
              </a:ext>
            </a:extLst>
          </p:cNvPr>
          <p:cNvSpPr/>
          <p:nvPr userDrawn="1"/>
        </p:nvSpPr>
        <p:spPr>
          <a:xfrm>
            <a:off x="8241475" y="6000547"/>
            <a:ext cx="2648198" cy="51900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p:txBody>
          <a:bodyPr>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539103F3-BB36-094B-8F56-34F5177C7F92}"/>
              </a:ext>
            </a:extLst>
          </p:cNvPr>
          <p:cNvSpPr>
            <a:spLocks noGrp="1"/>
          </p:cNvSpPr>
          <p:nvPr>
            <p:ph idx="1"/>
          </p:nvPr>
        </p:nvSpPr>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29">
            <a:extLst>
              <a:ext uri="{FF2B5EF4-FFF2-40B4-BE49-F238E27FC236}">
                <a16:creationId xmlns:a16="http://schemas.microsoft.com/office/drawing/2014/main" id="{A31108C3-F34C-8C45-A897-FE6DA9684A4F}"/>
              </a:ext>
            </a:extLst>
          </p:cNvPr>
          <p:cNvSpPr/>
          <p:nvPr userDrawn="1"/>
        </p:nvSpPr>
        <p:spPr>
          <a:xfrm rot="16200000">
            <a:off x="7645400" y="2320583"/>
            <a:ext cx="6857999" cy="2235200"/>
          </a:xfrm>
          <a:custGeom>
            <a:avLst/>
            <a:gdLst>
              <a:gd name="connsiteX0" fmla="*/ 0 w 4411579"/>
              <a:gd name="connsiteY0" fmla="*/ 0 h 9601200"/>
              <a:gd name="connsiteX1" fmla="*/ 4411579 w 4411579"/>
              <a:gd name="connsiteY1" fmla="*/ 0 h 9601200"/>
              <a:gd name="connsiteX2" fmla="*/ 4411579 w 4411579"/>
              <a:gd name="connsiteY2" fmla="*/ 9601200 h 9601200"/>
              <a:gd name="connsiteX3" fmla="*/ 0 w 4411579"/>
              <a:gd name="connsiteY3" fmla="*/ 9601200 h 9601200"/>
              <a:gd name="connsiteX4" fmla="*/ 0 w 4411579"/>
              <a:gd name="connsiteY4" fmla="*/ 0 h 9601200"/>
              <a:gd name="connsiteX0" fmla="*/ 0 w 4411579"/>
              <a:gd name="connsiteY0" fmla="*/ 0 h 9601200"/>
              <a:gd name="connsiteX1" fmla="*/ 1909010 w 4411579"/>
              <a:gd name="connsiteY1" fmla="*/ 4475747 h 9601200"/>
              <a:gd name="connsiteX2" fmla="*/ 4411579 w 4411579"/>
              <a:gd name="connsiteY2" fmla="*/ 9601200 h 9601200"/>
              <a:gd name="connsiteX3" fmla="*/ 0 w 4411579"/>
              <a:gd name="connsiteY3" fmla="*/ 9601200 h 9601200"/>
              <a:gd name="connsiteX4" fmla="*/ 0 w 4411579"/>
              <a:gd name="connsiteY4" fmla="*/ 0 h 9601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1579" h="9601200">
                <a:moveTo>
                  <a:pt x="0" y="0"/>
                </a:moveTo>
                <a:lnTo>
                  <a:pt x="1909010" y="4475747"/>
                </a:lnTo>
                <a:lnTo>
                  <a:pt x="4411579" y="9601200"/>
                </a:lnTo>
                <a:lnTo>
                  <a:pt x="0" y="9601200"/>
                </a:lnTo>
                <a:lnTo>
                  <a:pt x="0" y="0"/>
                </a:ln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endParaRPr lang="en-US" sz="3200">
              <a:solidFill>
                <a:prstClr val="white"/>
              </a:solidFill>
              <a:latin typeface="Roboto"/>
            </a:endParaRPr>
          </a:p>
        </p:txBody>
      </p:sp>
      <p:sp>
        <p:nvSpPr>
          <p:cNvPr id="8" name="Rectangle 29">
            <a:extLst>
              <a:ext uri="{FF2B5EF4-FFF2-40B4-BE49-F238E27FC236}">
                <a16:creationId xmlns:a16="http://schemas.microsoft.com/office/drawing/2014/main" id="{5ABDBB91-4825-3149-B88C-7BEECA042FB7}"/>
              </a:ext>
            </a:extLst>
          </p:cNvPr>
          <p:cNvSpPr/>
          <p:nvPr userDrawn="1"/>
        </p:nvSpPr>
        <p:spPr>
          <a:xfrm rot="16200000">
            <a:off x="7731228" y="2397225"/>
            <a:ext cx="6858001" cy="2063551"/>
          </a:xfrm>
          <a:custGeom>
            <a:avLst/>
            <a:gdLst>
              <a:gd name="connsiteX0" fmla="*/ 0 w 4411579"/>
              <a:gd name="connsiteY0" fmla="*/ 0 h 9601200"/>
              <a:gd name="connsiteX1" fmla="*/ 4411579 w 4411579"/>
              <a:gd name="connsiteY1" fmla="*/ 0 h 9601200"/>
              <a:gd name="connsiteX2" fmla="*/ 4411579 w 4411579"/>
              <a:gd name="connsiteY2" fmla="*/ 9601200 h 9601200"/>
              <a:gd name="connsiteX3" fmla="*/ 0 w 4411579"/>
              <a:gd name="connsiteY3" fmla="*/ 9601200 h 9601200"/>
              <a:gd name="connsiteX4" fmla="*/ 0 w 4411579"/>
              <a:gd name="connsiteY4" fmla="*/ 0 h 9601200"/>
              <a:gd name="connsiteX0" fmla="*/ 0 w 4411579"/>
              <a:gd name="connsiteY0" fmla="*/ 0 h 9601200"/>
              <a:gd name="connsiteX1" fmla="*/ 1909010 w 4411579"/>
              <a:gd name="connsiteY1" fmla="*/ 4475747 h 9601200"/>
              <a:gd name="connsiteX2" fmla="*/ 4411579 w 4411579"/>
              <a:gd name="connsiteY2" fmla="*/ 9601200 h 9601200"/>
              <a:gd name="connsiteX3" fmla="*/ 0 w 4411579"/>
              <a:gd name="connsiteY3" fmla="*/ 9601200 h 9601200"/>
              <a:gd name="connsiteX4" fmla="*/ 0 w 4411579"/>
              <a:gd name="connsiteY4" fmla="*/ 0 h 9601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1579" h="9601200">
                <a:moveTo>
                  <a:pt x="0" y="0"/>
                </a:moveTo>
                <a:lnTo>
                  <a:pt x="1909010" y="4475747"/>
                </a:lnTo>
                <a:lnTo>
                  <a:pt x="4411579" y="9601200"/>
                </a:lnTo>
                <a:lnTo>
                  <a:pt x="0" y="9601200"/>
                </a:lnTo>
                <a:lnTo>
                  <a:pt x="0" y="0"/>
                </a:lnTo>
                <a:close/>
              </a:path>
            </a:pathLst>
          </a:custGeom>
          <a:gradFill>
            <a:gsLst>
              <a:gs pos="0">
                <a:srgbClr val="00AEEF"/>
              </a:gs>
              <a:gs pos="100000">
                <a:srgbClr val="1B75BC"/>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endParaRPr lang="en-US" sz="3200">
              <a:solidFill>
                <a:prstClr val="white"/>
              </a:solidFill>
              <a:latin typeface="Roboto"/>
            </a:endParaRPr>
          </a:p>
        </p:txBody>
      </p:sp>
    </p:spTree>
    <p:extLst>
      <p:ext uri="{BB962C8B-B14F-4D97-AF65-F5344CB8AC3E}">
        <p14:creationId xmlns:p14="http://schemas.microsoft.com/office/powerpoint/2010/main" val="423201024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18_Title and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93187DA-91A8-9543-9044-A3EDC175753C}"/>
              </a:ext>
            </a:extLst>
          </p:cNvPr>
          <p:cNvSpPr/>
          <p:nvPr userDrawn="1"/>
        </p:nvSpPr>
        <p:spPr>
          <a:xfrm>
            <a:off x="8241475" y="6000547"/>
            <a:ext cx="2648198" cy="51900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29">
            <a:extLst>
              <a:ext uri="{FF2B5EF4-FFF2-40B4-BE49-F238E27FC236}">
                <a16:creationId xmlns:a16="http://schemas.microsoft.com/office/drawing/2014/main" id="{01C706FE-8F3E-CE27-4809-462B78AE473B}"/>
              </a:ext>
            </a:extLst>
          </p:cNvPr>
          <p:cNvSpPr/>
          <p:nvPr userDrawn="1"/>
        </p:nvSpPr>
        <p:spPr>
          <a:xfrm rot="16200000">
            <a:off x="7645400" y="2320583"/>
            <a:ext cx="6857999" cy="2235200"/>
          </a:xfrm>
          <a:custGeom>
            <a:avLst/>
            <a:gdLst>
              <a:gd name="connsiteX0" fmla="*/ 0 w 4411579"/>
              <a:gd name="connsiteY0" fmla="*/ 0 h 9601200"/>
              <a:gd name="connsiteX1" fmla="*/ 4411579 w 4411579"/>
              <a:gd name="connsiteY1" fmla="*/ 0 h 9601200"/>
              <a:gd name="connsiteX2" fmla="*/ 4411579 w 4411579"/>
              <a:gd name="connsiteY2" fmla="*/ 9601200 h 9601200"/>
              <a:gd name="connsiteX3" fmla="*/ 0 w 4411579"/>
              <a:gd name="connsiteY3" fmla="*/ 9601200 h 9601200"/>
              <a:gd name="connsiteX4" fmla="*/ 0 w 4411579"/>
              <a:gd name="connsiteY4" fmla="*/ 0 h 9601200"/>
              <a:gd name="connsiteX0" fmla="*/ 0 w 4411579"/>
              <a:gd name="connsiteY0" fmla="*/ 0 h 9601200"/>
              <a:gd name="connsiteX1" fmla="*/ 1909010 w 4411579"/>
              <a:gd name="connsiteY1" fmla="*/ 4475747 h 9601200"/>
              <a:gd name="connsiteX2" fmla="*/ 4411579 w 4411579"/>
              <a:gd name="connsiteY2" fmla="*/ 9601200 h 9601200"/>
              <a:gd name="connsiteX3" fmla="*/ 0 w 4411579"/>
              <a:gd name="connsiteY3" fmla="*/ 9601200 h 9601200"/>
              <a:gd name="connsiteX4" fmla="*/ 0 w 4411579"/>
              <a:gd name="connsiteY4" fmla="*/ 0 h 9601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1579" h="9601200">
                <a:moveTo>
                  <a:pt x="0" y="0"/>
                </a:moveTo>
                <a:lnTo>
                  <a:pt x="1909010" y="4475747"/>
                </a:lnTo>
                <a:lnTo>
                  <a:pt x="4411579" y="9601200"/>
                </a:lnTo>
                <a:lnTo>
                  <a:pt x="0" y="9601200"/>
                </a:lnTo>
                <a:lnTo>
                  <a:pt x="0" y="0"/>
                </a:lnTo>
                <a:close/>
              </a:path>
            </a:pathLst>
          </a:cu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endParaRPr lang="en-US" sz="3200">
              <a:solidFill>
                <a:prstClr val="white"/>
              </a:solidFill>
              <a:latin typeface="Roboto"/>
            </a:endParaRPr>
          </a:p>
        </p:txBody>
      </p:sp>
      <p:sp>
        <p:nvSpPr>
          <p:cNvPr id="8" name="Rectangle 29">
            <a:extLst>
              <a:ext uri="{FF2B5EF4-FFF2-40B4-BE49-F238E27FC236}">
                <a16:creationId xmlns:a16="http://schemas.microsoft.com/office/drawing/2014/main" id="{5ABDBB91-4825-3149-B88C-7BEECA042FB7}"/>
              </a:ext>
            </a:extLst>
          </p:cNvPr>
          <p:cNvSpPr/>
          <p:nvPr userDrawn="1"/>
        </p:nvSpPr>
        <p:spPr>
          <a:xfrm rot="16200000">
            <a:off x="7731228" y="2397225"/>
            <a:ext cx="6858001" cy="2063551"/>
          </a:xfrm>
          <a:custGeom>
            <a:avLst/>
            <a:gdLst>
              <a:gd name="connsiteX0" fmla="*/ 0 w 4411579"/>
              <a:gd name="connsiteY0" fmla="*/ 0 h 9601200"/>
              <a:gd name="connsiteX1" fmla="*/ 4411579 w 4411579"/>
              <a:gd name="connsiteY1" fmla="*/ 0 h 9601200"/>
              <a:gd name="connsiteX2" fmla="*/ 4411579 w 4411579"/>
              <a:gd name="connsiteY2" fmla="*/ 9601200 h 9601200"/>
              <a:gd name="connsiteX3" fmla="*/ 0 w 4411579"/>
              <a:gd name="connsiteY3" fmla="*/ 9601200 h 9601200"/>
              <a:gd name="connsiteX4" fmla="*/ 0 w 4411579"/>
              <a:gd name="connsiteY4" fmla="*/ 0 h 9601200"/>
              <a:gd name="connsiteX0" fmla="*/ 0 w 4411579"/>
              <a:gd name="connsiteY0" fmla="*/ 0 h 9601200"/>
              <a:gd name="connsiteX1" fmla="*/ 1909010 w 4411579"/>
              <a:gd name="connsiteY1" fmla="*/ 4475747 h 9601200"/>
              <a:gd name="connsiteX2" fmla="*/ 4411579 w 4411579"/>
              <a:gd name="connsiteY2" fmla="*/ 9601200 h 9601200"/>
              <a:gd name="connsiteX3" fmla="*/ 0 w 4411579"/>
              <a:gd name="connsiteY3" fmla="*/ 9601200 h 9601200"/>
              <a:gd name="connsiteX4" fmla="*/ 0 w 4411579"/>
              <a:gd name="connsiteY4" fmla="*/ 0 h 9601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1579" h="9601200">
                <a:moveTo>
                  <a:pt x="0" y="0"/>
                </a:moveTo>
                <a:lnTo>
                  <a:pt x="1909010" y="4475747"/>
                </a:lnTo>
                <a:lnTo>
                  <a:pt x="4411579" y="9601200"/>
                </a:lnTo>
                <a:lnTo>
                  <a:pt x="0" y="9601200"/>
                </a:lnTo>
                <a:lnTo>
                  <a:pt x="0" y="0"/>
                </a:lnTo>
                <a:close/>
              </a:path>
            </a:pathLst>
          </a:custGeom>
          <a:gradFill>
            <a:gsLst>
              <a:gs pos="0">
                <a:schemeClr val="accent2"/>
              </a:gs>
              <a:gs pos="100000">
                <a:schemeClr val="accent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endParaRPr lang="en-US" sz="3200">
              <a:solidFill>
                <a:prstClr val="white"/>
              </a:solidFill>
              <a:latin typeface="Roboto"/>
            </a:endParaRPr>
          </a:p>
        </p:txBody>
      </p:sp>
      <p:sp>
        <p:nvSpPr>
          <p:cNvPr id="9" name="Title 1">
            <a:extLst>
              <a:ext uri="{FF2B5EF4-FFF2-40B4-BE49-F238E27FC236}">
                <a16:creationId xmlns:a16="http://schemas.microsoft.com/office/drawing/2014/main" id="{6D41C234-8CDF-C44A-2B85-C29AF0F0E254}"/>
              </a:ext>
            </a:extLst>
          </p:cNvPr>
          <p:cNvSpPr>
            <a:spLocks noGrp="1"/>
          </p:cNvSpPr>
          <p:nvPr>
            <p:ph type="title"/>
          </p:nvPr>
        </p:nvSpPr>
        <p:spPr>
          <a:xfrm>
            <a:off x="525019" y="368300"/>
            <a:ext cx="11151044" cy="900114"/>
          </a:xfrm>
        </p:spPr>
        <p:txBody>
          <a:bodyPr>
            <a:normAutofit/>
          </a:bodyPr>
          <a:lstStyle>
            <a:lvl1pPr>
              <a:defRPr sz="2800"/>
            </a:lvl1pPr>
          </a:lstStyle>
          <a:p>
            <a:r>
              <a:rPr lang="en-US"/>
              <a:t>Click to edit Master title style</a:t>
            </a:r>
          </a:p>
        </p:txBody>
      </p:sp>
      <p:sp>
        <p:nvSpPr>
          <p:cNvPr id="10" name="Content Placeholder 2">
            <a:extLst>
              <a:ext uri="{FF2B5EF4-FFF2-40B4-BE49-F238E27FC236}">
                <a16:creationId xmlns:a16="http://schemas.microsoft.com/office/drawing/2014/main" id="{BF4F5225-44BA-2429-E778-C8E938E7E558}"/>
              </a:ext>
            </a:extLst>
          </p:cNvPr>
          <p:cNvSpPr>
            <a:spLocks noGrp="1"/>
          </p:cNvSpPr>
          <p:nvPr>
            <p:ph idx="1"/>
          </p:nvPr>
        </p:nvSpPr>
        <p:spPr>
          <a:xfrm>
            <a:off x="525018" y="1449389"/>
            <a:ext cx="11151033" cy="4500562"/>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1829685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28_Title and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93187DA-91A8-9543-9044-A3EDC175753C}"/>
              </a:ext>
            </a:extLst>
          </p:cNvPr>
          <p:cNvSpPr/>
          <p:nvPr userDrawn="1"/>
        </p:nvSpPr>
        <p:spPr>
          <a:xfrm>
            <a:off x="8241475" y="6000547"/>
            <a:ext cx="2648198" cy="51900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29">
            <a:extLst>
              <a:ext uri="{FF2B5EF4-FFF2-40B4-BE49-F238E27FC236}">
                <a16:creationId xmlns:a16="http://schemas.microsoft.com/office/drawing/2014/main" id="{01C706FE-8F3E-CE27-4809-462B78AE473B}"/>
              </a:ext>
            </a:extLst>
          </p:cNvPr>
          <p:cNvSpPr/>
          <p:nvPr userDrawn="1"/>
        </p:nvSpPr>
        <p:spPr>
          <a:xfrm rot="16200000">
            <a:off x="7645400" y="2320583"/>
            <a:ext cx="6857999" cy="2235200"/>
          </a:xfrm>
          <a:custGeom>
            <a:avLst/>
            <a:gdLst>
              <a:gd name="connsiteX0" fmla="*/ 0 w 4411579"/>
              <a:gd name="connsiteY0" fmla="*/ 0 h 9601200"/>
              <a:gd name="connsiteX1" fmla="*/ 4411579 w 4411579"/>
              <a:gd name="connsiteY1" fmla="*/ 0 h 9601200"/>
              <a:gd name="connsiteX2" fmla="*/ 4411579 w 4411579"/>
              <a:gd name="connsiteY2" fmla="*/ 9601200 h 9601200"/>
              <a:gd name="connsiteX3" fmla="*/ 0 w 4411579"/>
              <a:gd name="connsiteY3" fmla="*/ 9601200 h 9601200"/>
              <a:gd name="connsiteX4" fmla="*/ 0 w 4411579"/>
              <a:gd name="connsiteY4" fmla="*/ 0 h 9601200"/>
              <a:gd name="connsiteX0" fmla="*/ 0 w 4411579"/>
              <a:gd name="connsiteY0" fmla="*/ 0 h 9601200"/>
              <a:gd name="connsiteX1" fmla="*/ 1909010 w 4411579"/>
              <a:gd name="connsiteY1" fmla="*/ 4475747 h 9601200"/>
              <a:gd name="connsiteX2" fmla="*/ 4411579 w 4411579"/>
              <a:gd name="connsiteY2" fmla="*/ 9601200 h 9601200"/>
              <a:gd name="connsiteX3" fmla="*/ 0 w 4411579"/>
              <a:gd name="connsiteY3" fmla="*/ 9601200 h 9601200"/>
              <a:gd name="connsiteX4" fmla="*/ 0 w 4411579"/>
              <a:gd name="connsiteY4" fmla="*/ 0 h 9601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1579" h="9601200">
                <a:moveTo>
                  <a:pt x="0" y="0"/>
                </a:moveTo>
                <a:lnTo>
                  <a:pt x="1909010" y="4475747"/>
                </a:lnTo>
                <a:lnTo>
                  <a:pt x="4411579" y="9601200"/>
                </a:lnTo>
                <a:lnTo>
                  <a:pt x="0" y="9601200"/>
                </a:lnTo>
                <a:lnTo>
                  <a:pt x="0" y="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endParaRPr lang="en-US" sz="3200">
              <a:solidFill>
                <a:prstClr val="white"/>
              </a:solidFill>
              <a:latin typeface="Roboto"/>
            </a:endParaRPr>
          </a:p>
        </p:txBody>
      </p:sp>
      <p:sp>
        <p:nvSpPr>
          <p:cNvPr id="8" name="Rectangle 29">
            <a:extLst>
              <a:ext uri="{FF2B5EF4-FFF2-40B4-BE49-F238E27FC236}">
                <a16:creationId xmlns:a16="http://schemas.microsoft.com/office/drawing/2014/main" id="{5ABDBB91-4825-3149-B88C-7BEECA042FB7}"/>
              </a:ext>
            </a:extLst>
          </p:cNvPr>
          <p:cNvSpPr/>
          <p:nvPr userDrawn="1"/>
        </p:nvSpPr>
        <p:spPr>
          <a:xfrm rot="16200000">
            <a:off x="7731228" y="2397225"/>
            <a:ext cx="6858001" cy="2063551"/>
          </a:xfrm>
          <a:custGeom>
            <a:avLst/>
            <a:gdLst>
              <a:gd name="connsiteX0" fmla="*/ 0 w 4411579"/>
              <a:gd name="connsiteY0" fmla="*/ 0 h 9601200"/>
              <a:gd name="connsiteX1" fmla="*/ 4411579 w 4411579"/>
              <a:gd name="connsiteY1" fmla="*/ 0 h 9601200"/>
              <a:gd name="connsiteX2" fmla="*/ 4411579 w 4411579"/>
              <a:gd name="connsiteY2" fmla="*/ 9601200 h 9601200"/>
              <a:gd name="connsiteX3" fmla="*/ 0 w 4411579"/>
              <a:gd name="connsiteY3" fmla="*/ 9601200 h 9601200"/>
              <a:gd name="connsiteX4" fmla="*/ 0 w 4411579"/>
              <a:gd name="connsiteY4" fmla="*/ 0 h 9601200"/>
              <a:gd name="connsiteX0" fmla="*/ 0 w 4411579"/>
              <a:gd name="connsiteY0" fmla="*/ 0 h 9601200"/>
              <a:gd name="connsiteX1" fmla="*/ 1909010 w 4411579"/>
              <a:gd name="connsiteY1" fmla="*/ 4475747 h 9601200"/>
              <a:gd name="connsiteX2" fmla="*/ 4411579 w 4411579"/>
              <a:gd name="connsiteY2" fmla="*/ 9601200 h 9601200"/>
              <a:gd name="connsiteX3" fmla="*/ 0 w 4411579"/>
              <a:gd name="connsiteY3" fmla="*/ 9601200 h 9601200"/>
              <a:gd name="connsiteX4" fmla="*/ 0 w 4411579"/>
              <a:gd name="connsiteY4" fmla="*/ 0 h 9601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1579" h="9601200">
                <a:moveTo>
                  <a:pt x="0" y="0"/>
                </a:moveTo>
                <a:lnTo>
                  <a:pt x="1909010" y="4475747"/>
                </a:lnTo>
                <a:lnTo>
                  <a:pt x="4411579" y="9601200"/>
                </a:lnTo>
                <a:lnTo>
                  <a:pt x="0" y="9601200"/>
                </a:lnTo>
                <a:lnTo>
                  <a:pt x="0" y="0"/>
                </a:lnTo>
                <a:close/>
              </a:path>
            </a:pathLst>
          </a:custGeom>
          <a:gradFill>
            <a:gsLst>
              <a:gs pos="0">
                <a:schemeClr val="accent1"/>
              </a:gs>
              <a:gs pos="100000">
                <a:srgbClr val="EF4136"/>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endParaRPr lang="en-US" sz="3200">
              <a:solidFill>
                <a:prstClr val="white"/>
              </a:solidFill>
              <a:latin typeface="Roboto"/>
            </a:endParaRPr>
          </a:p>
        </p:txBody>
      </p:sp>
      <p:sp>
        <p:nvSpPr>
          <p:cNvPr id="5" name="Title 1">
            <a:extLst>
              <a:ext uri="{FF2B5EF4-FFF2-40B4-BE49-F238E27FC236}">
                <a16:creationId xmlns:a16="http://schemas.microsoft.com/office/drawing/2014/main" id="{785E208D-C5D8-6524-F56F-4BD1174247AC}"/>
              </a:ext>
            </a:extLst>
          </p:cNvPr>
          <p:cNvSpPr>
            <a:spLocks noGrp="1"/>
          </p:cNvSpPr>
          <p:nvPr>
            <p:ph type="title"/>
          </p:nvPr>
        </p:nvSpPr>
        <p:spPr>
          <a:xfrm>
            <a:off x="525019" y="368300"/>
            <a:ext cx="11151044" cy="900114"/>
          </a:xfrm>
        </p:spPr>
        <p:txBody>
          <a:bodyPr>
            <a:normAutofit/>
          </a:bodyPr>
          <a:lstStyle>
            <a:lvl1pPr>
              <a:defRPr sz="2800"/>
            </a:lvl1pPr>
          </a:lstStyle>
          <a:p>
            <a:r>
              <a:rPr lang="en-US"/>
              <a:t>Click to edit Master title style</a:t>
            </a:r>
          </a:p>
        </p:txBody>
      </p:sp>
      <p:sp>
        <p:nvSpPr>
          <p:cNvPr id="6" name="Content Placeholder 2">
            <a:extLst>
              <a:ext uri="{FF2B5EF4-FFF2-40B4-BE49-F238E27FC236}">
                <a16:creationId xmlns:a16="http://schemas.microsoft.com/office/drawing/2014/main" id="{3D480F6A-BCEC-25F3-0016-FD136C85234B}"/>
              </a:ext>
            </a:extLst>
          </p:cNvPr>
          <p:cNvSpPr>
            <a:spLocks noGrp="1"/>
          </p:cNvSpPr>
          <p:nvPr>
            <p:ph idx="1"/>
          </p:nvPr>
        </p:nvSpPr>
        <p:spPr>
          <a:xfrm>
            <a:off x="525018" y="1449389"/>
            <a:ext cx="11151033" cy="4500562"/>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7764937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19_Title and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93187DA-91A8-9543-9044-A3EDC175753C}"/>
              </a:ext>
            </a:extLst>
          </p:cNvPr>
          <p:cNvSpPr/>
          <p:nvPr userDrawn="1"/>
        </p:nvSpPr>
        <p:spPr>
          <a:xfrm>
            <a:off x="8241475" y="6000547"/>
            <a:ext cx="2648198" cy="51900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29">
            <a:extLst>
              <a:ext uri="{FF2B5EF4-FFF2-40B4-BE49-F238E27FC236}">
                <a16:creationId xmlns:a16="http://schemas.microsoft.com/office/drawing/2014/main" id="{3483602A-2DCA-F446-B0E9-1DEB2FE3B53A}"/>
              </a:ext>
            </a:extLst>
          </p:cNvPr>
          <p:cNvSpPr/>
          <p:nvPr userDrawn="1"/>
        </p:nvSpPr>
        <p:spPr>
          <a:xfrm rot="16200000">
            <a:off x="7310433" y="1985612"/>
            <a:ext cx="6857999" cy="2905143"/>
          </a:xfrm>
          <a:custGeom>
            <a:avLst/>
            <a:gdLst>
              <a:gd name="connsiteX0" fmla="*/ 0 w 4411579"/>
              <a:gd name="connsiteY0" fmla="*/ 0 h 9601200"/>
              <a:gd name="connsiteX1" fmla="*/ 4411579 w 4411579"/>
              <a:gd name="connsiteY1" fmla="*/ 0 h 9601200"/>
              <a:gd name="connsiteX2" fmla="*/ 4411579 w 4411579"/>
              <a:gd name="connsiteY2" fmla="*/ 9601200 h 9601200"/>
              <a:gd name="connsiteX3" fmla="*/ 0 w 4411579"/>
              <a:gd name="connsiteY3" fmla="*/ 9601200 h 9601200"/>
              <a:gd name="connsiteX4" fmla="*/ 0 w 4411579"/>
              <a:gd name="connsiteY4" fmla="*/ 0 h 9601200"/>
              <a:gd name="connsiteX0" fmla="*/ 0 w 4411579"/>
              <a:gd name="connsiteY0" fmla="*/ 0 h 9601200"/>
              <a:gd name="connsiteX1" fmla="*/ 1909010 w 4411579"/>
              <a:gd name="connsiteY1" fmla="*/ 4475747 h 9601200"/>
              <a:gd name="connsiteX2" fmla="*/ 4411579 w 4411579"/>
              <a:gd name="connsiteY2" fmla="*/ 9601200 h 9601200"/>
              <a:gd name="connsiteX3" fmla="*/ 0 w 4411579"/>
              <a:gd name="connsiteY3" fmla="*/ 9601200 h 9601200"/>
              <a:gd name="connsiteX4" fmla="*/ 0 w 4411579"/>
              <a:gd name="connsiteY4" fmla="*/ 0 h 9601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1579" h="9601200">
                <a:moveTo>
                  <a:pt x="0" y="0"/>
                </a:moveTo>
                <a:lnTo>
                  <a:pt x="1909010" y="4475747"/>
                </a:lnTo>
                <a:lnTo>
                  <a:pt x="4411579" y="9601200"/>
                </a:lnTo>
                <a:lnTo>
                  <a:pt x="0" y="9601200"/>
                </a:lnTo>
                <a:lnTo>
                  <a:pt x="0" y="0"/>
                </a:ln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endParaRPr lang="en-US" sz="3200">
              <a:solidFill>
                <a:prstClr val="white"/>
              </a:solidFill>
              <a:latin typeface="Roboto"/>
            </a:endParaRPr>
          </a:p>
        </p:txBody>
      </p:sp>
      <p:sp>
        <p:nvSpPr>
          <p:cNvPr id="6" name="Rectangle 29">
            <a:extLst>
              <a:ext uri="{FF2B5EF4-FFF2-40B4-BE49-F238E27FC236}">
                <a16:creationId xmlns:a16="http://schemas.microsoft.com/office/drawing/2014/main" id="{A31108C3-F34C-8C45-A897-FE6DA9684A4F}"/>
              </a:ext>
            </a:extLst>
          </p:cNvPr>
          <p:cNvSpPr/>
          <p:nvPr userDrawn="1"/>
        </p:nvSpPr>
        <p:spPr>
          <a:xfrm rot="16200000">
            <a:off x="7520913" y="2191499"/>
            <a:ext cx="6857999" cy="2484185"/>
          </a:xfrm>
          <a:custGeom>
            <a:avLst/>
            <a:gdLst>
              <a:gd name="connsiteX0" fmla="*/ 0 w 4411579"/>
              <a:gd name="connsiteY0" fmla="*/ 0 h 9601200"/>
              <a:gd name="connsiteX1" fmla="*/ 4411579 w 4411579"/>
              <a:gd name="connsiteY1" fmla="*/ 0 h 9601200"/>
              <a:gd name="connsiteX2" fmla="*/ 4411579 w 4411579"/>
              <a:gd name="connsiteY2" fmla="*/ 9601200 h 9601200"/>
              <a:gd name="connsiteX3" fmla="*/ 0 w 4411579"/>
              <a:gd name="connsiteY3" fmla="*/ 9601200 h 9601200"/>
              <a:gd name="connsiteX4" fmla="*/ 0 w 4411579"/>
              <a:gd name="connsiteY4" fmla="*/ 0 h 9601200"/>
              <a:gd name="connsiteX0" fmla="*/ 0 w 4411579"/>
              <a:gd name="connsiteY0" fmla="*/ 0 h 9601200"/>
              <a:gd name="connsiteX1" fmla="*/ 1909010 w 4411579"/>
              <a:gd name="connsiteY1" fmla="*/ 4475747 h 9601200"/>
              <a:gd name="connsiteX2" fmla="*/ 4411579 w 4411579"/>
              <a:gd name="connsiteY2" fmla="*/ 9601200 h 9601200"/>
              <a:gd name="connsiteX3" fmla="*/ 0 w 4411579"/>
              <a:gd name="connsiteY3" fmla="*/ 9601200 h 9601200"/>
              <a:gd name="connsiteX4" fmla="*/ 0 w 4411579"/>
              <a:gd name="connsiteY4" fmla="*/ 0 h 9601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1579" h="9601200">
                <a:moveTo>
                  <a:pt x="0" y="0"/>
                </a:moveTo>
                <a:lnTo>
                  <a:pt x="1909010" y="4475747"/>
                </a:lnTo>
                <a:lnTo>
                  <a:pt x="4411579" y="9601200"/>
                </a:lnTo>
                <a:lnTo>
                  <a:pt x="0" y="9601200"/>
                </a:lnTo>
                <a:lnTo>
                  <a:pt x="0" y="0"/>
                </a:ln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endParaRPr lang="en-US" sz="3200">
              <a:solidFill>
                <a:prstClr val="white"/>
              </a:solidFill>
              <a:latin typeface="Roboto"/>
            </a:endParaRPr>
          </a:p>
        </p:txBody>
      </p:sp>
      <p:sp>
        <p:nvSpPr>
          <p:cNvPr id="8" name="Rectangle 29">
            <a:extLst>
              <a:ext uri="{FF2B5EF4-FFF2-40B4-BE49-F238E27FC236}">
                <a16:creationId xmlns:a16="http://schemas.microsoft.com/office/drawing/2014/main" id="{5ABDBB91-4825-3149-B88C-7BEECA042FB7}"/>
              </a:ext>
            </a:extLst>
          </p:cNvPr>
          <p:cNvSpPr/>
          <p:nvPr userDrawn="1"/>
        </p:nvSpPr>
        <p:spPr>
          <a:xfrm rot="16200000">
            <a:off x="7731228" y="2397225"/>
            <a:ext cx="6858001" cy="2063551"/>
          </a:xfrm>
          <a:custGeom>
            <a:avLst/>
            <a:gdLst>
              <a:gd name="connsiteX0" fmla="*/ 0 w 4411579"/>
              <a:gd name="connsiteY0" fmla="*/ 0 h 9601200"/>
              <a:gd name="connsiteX1" fmla="*/ 4411579 w 4411579"/>
              <a:gd name="connsiteY1" fmla="*/ 0 h 9601200"/>
              <a:gd name="connsiteX2" fmla="*/ 4411579 w 4411579"/>
              <a:gd name="connsiteY2" fmla="*/ 9601200 h 9601200"/>
              <a:gd name="connsiteX3" fmla="*/ 0 w 4411579"/>
              <a:gd name="connsiteY3" fmla="*/ 9601200 h 9601200"/>
              <a:gd name="connsiteX4" fmla="*/ 0 w 4411579"/>
              <a:gd name="connsiteY4" fmla="*/ 0 h 9601200"/>
              <a:gd name="connsiteX0" fmla="*/ 0 w 4411579"/>
              <a:gd name="connsiteY0" fmla="*/ 0 h 9601200"/>
              <a:gd name="connsiteX1" fmla="*/ 1909010 w 4411579"/>
              <a:gd name="connsiteY1" fmla="*/ 4475747 h 9601200"/>
              <a:gd name="connsiteX2" fmla="*/ 4411579 w 4411579"/>
              <a:gd name="connsiteY2" fmla="*/ 9601200 h 9601200"/>
              <a:gd name="connsiteX3" fmla="*/ 0 w 4411579"/>
              <a:gd name="connsiteY3" fmla="*/ 9601200 h 9601200"/>
              <a:gd name="connsiteX4" fmla="*/ 0 w 4411579"/>
              <a:gd name="connsiteY4" fmla="*/ 0 h 9601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1579" h="9601200">
                <a:moveTo>
                  <a:pt x="0" y="0"/>
                </a:moveTo>
                <a:lnTo>
                  <a:pt x="1909010" y="4475747"/>
                </a:lnTo>
                <a:lnTo>
                  <a:pt x="4411579" y="9601200"/>
                </a:lnTo>
                <a:lnTo>
                  <a:pt x="0" y="9601200"/>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endParaRPr lang="en-US" sz="3200">
              <a:solidFill>
                <a:prstClr val="white"/>
              </a:solidFill>
              <a:latin typeface="Roboto"/>
            </a:endParaRPr>
          </a:p>
        </p:txBody>
      </p:sp>
      <p:sp>
        <p:nvSpPr>
          <p:cNvPr id="7" name="Title 1">
            <a:extLst>
              <a:ext uri="{FF2B5EF4-FFF2-40B4-BE49-F238E27FC236}">
                <a16:creationId xmlns:a16="http://schemas.microsoft.com/office/drawing/2014/main" id="{140AC590-A1D0-F2A3-1F1F-FA23ADC0F42C}"/>
              </a:ext>
            </a:extLst>
          </p:cNvPr>
          <p:cNvSpPr>
            <a:spLocks noGrp="1"/>
          </p:cNvSpPr>
          <p:nvPr>
            <p:ph type="title"/>
          </p:nvPr>
        </p:nvSpPr>
        <p:spPr>
          <a:xfrm>
            <a:off x="525019" y="368300"/>
            <a:ext cx="11151044" cy="900114"/>
          </a:xfrm>
        </p:spPr>
        <p:txBody>
          <a:bodyPr>
            <a:normAutofit/>
          </a:bodyPr>
          <a:lstStyle>
            <a:lvl1pPr>
              <a:defRPr sz="2800"/>
            </a:lvl1pPr>
          </a:lstStyle>
          <a:p>
            <a:r>
              <a:rPr lang="en-US"/>
              <a:t>Click to edit Master title style</a:t>
            </a:r>
          </a:p>
        </p:txBody>
      </p:sp>
      <p:sp>
        <p:nvSpPr>
          <p:cNvPr id="9" name="Content Placeholder 2">
            <a:extLst>
              <a:ext uri="{FF2B5EF4-FFF2-40B4-BE49-F238E27FC236}">
                <a16:creationId xmlns:a16="http://schemas.microsoft.com/office/drawing/2014/main" id="{6DAFB4C4-7DC0-9548-E4FD-02E7BF7EA4DC}"/>
              </a:ext>
            </a:extLst>
          </p:cNvPr>
          <p:cNvSpPr>
            <a:spLocks noGrp="1"/>
          </p:cNvSpPr>
          <p:nvPr>
            <p:ph idx="1"/>
          </p:nvPr>
        </p:nvSpPr>
        <p:spPr>
          <a:xfrm>
            <a:off x="525018" y="1449389"/>
            <a:ext cx="11151033" cy="4500562"/>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3196190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obj" preserve="1">
  <p:cSld name="24_Title and Content">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6E2B82B2-7313-CACC-3F46-AF2D3AD1FAC3}"/>
              </a:ext>
            </a:extLst>
          </p:cNvPr>
          <p:cNvSpPr/>
          <p:nvPr userDrawn="1"/>
        </p:nvSpPr>
        <p:spPr>
          <a:xfrm>
            <a:off x="10261600" y="-1"/>
            <a:ext cx="1930400" cy="1984375"/>
          </a:xfrm>
          <a:custGeom>
            <a:avLst/>
            <a:gdLst>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1803400 h 1803400"/>
              <a:gd name="connsiteX4" fmla="*/ 0 w 1803400"/>
              <a:gd name="connsiteY4" fmla="*/ 0 h 1803400"/>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0 h 1803400"/>
            </a:gdLst>
            <a:ahLst/>
            <a:cxnLst>
              <a:cxn ang="0">
                <a:pos x="connsiteX0" y="connsiteY0"/>
              </a:cxn>
              <a:cxn ang="0">
                <a:pos x="connsiteX1" y="connsiteY1"/>
              </a:cxn>
              <a:cxn ang="0">
                <a:pos x="connsiteX2" y="connsiteY2"/>
              </a:cxn>
              <a:cxn ang="0">
                <a:pos x="connsiteX3" y="connsiteY3"/>
              </a:cxn>
            </a:cxnLst>
            <a:rect l="l" t="t" r="r" b="b"/>
            <a:pathLst>
              <a:path w="1803400" h="1803400">
                <a:moveTo>
                  <a:pt x="0" y="0"/>
                </a:moveTo>
                <a:lnTo>
                  <a:pt x="1803400" y="0"/>
                </a:lnTo>
                <a:lnTo>
                  <a:pt x="1803400" y="1803400"/>
                </a:lnTo>
                <a:lnTo>
                  <a:pt x="0" y="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a:xfrm>
            <a:off x="525019" y="368300"/>
            <a:ext cx="9863581" cy="900114"/>
          </a:xfrm>
        </p:spPr>
        <p:txBody>
          <a:bodyPr>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539103F3-BB36-094B-8F56-34F5177C7F92}"/>
              </a:ext>
            </a:extLst>
          </p:cNvPr>
          <p:cNvSpPr>
            <a:spLocks noGrp="1"/>
          </p:cNvSpPr>
          <p:nvPr>
            <p:ph idx="1"/>
          </p:nvPr>
        </p:nvSpPr>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3">
            <a:extLst>
              <a:ext uri="{FF2B5EF4-FFF2-40B4-BE49-F238E27FC236}">
                <a16:creationId xmlns:a16="http://schemas.microsoft.com/office/drawing/2014/main" id="{6C1160CB-3EDC-5A4B-9028-588350DCACB1}"/>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Rectangle 3">
            <a:extLst>
              <a:ext uri="{FF2B5EF4-FFF2-40B4-BE49-F238E27FC236}">
                <a16:creationId xmlns:a16="http://schemas.microsoft.com/office/drawing/2014/main" id="{F8E380DB-5D7C-D077-1CD7-69080BB74ADA}"/>
              </a:ext>
            </a:extLst>
          </p:cNvPr>
          <p:cNvSpPr/>
          <p:nvPr userDrawn="1"/>
        </p:nvSpPr>
        <p:spPr>
          <a:xfrm>
            <a:off x="10388600" y="0"/>
            <a:ext cx="1803400" cy="1803400"/>
          </a:xfrm>
          <a:custGeom>
            <a:avLst/>
            <a:gdLst>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1803400 h 1803400"/>
              <a:gd name="connsiteX4" fmla="*/ 0 w 1803400"/>
              <a:gd name="connsiteY4" fmla="*/ 0 h 1803400"/>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0 h 1803400"/>
            </a:gdLst>
            <a:ahLst/>
            <a:cxnLst>
              <a:cxn ang="0">
                <a:pos x="connsiteX0" y="connsiteY0"/>
              </a:cxn>
              <a:cxn ang="0">
                <a:pos x="connsiteX1" y="connsiteY1"/>
              </a:cxn>
              <a:cxn ang="0">
                <a:pos x="connsiteX2" y="connsiteY2"/>
              </a:cxn>
              <a:cxn ang="0">
                <a:pos x="connsiteX3" y="connsiteY3"/>
              </a:cxn>
            </a:cxnLst>
            <a:rect l="l" t="t" r="r" b="b"/>
            <a:pathLst>
              <a:path w="1803400" h="1803400">
                <a:moveTo>
                  <a:pt x="0" y="0"/>
                </a:moveTo>
                <a:lnTo>
                  <a:pt x="1803400" y="0"/>
                </a:lnTo>
                <a:lnTo>
                  <a:pt x="1803400" y="1803400"/>
                </a:lnTo>
                <a:lnTo>
                  <a:pt x="0" y="0"/>
                </a:lnTo>
                <a:close/>
              </a:path>
            </a:pathLst>
          </a:custGeom>
          <a:gradFill>
            <a:gsLst>
              <a:gs pos="40000">
                <a:schemeClr val="accent1"/>
              </a:gs>
              <a:gs pos="100000">
                <a:srgbClr val="EF4136"/>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47439847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obj" preserve="1">
  <p:cSld name="15_Title and Content">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6E2B82B2-7313-CACC-3F46-AF2D3AD1FAC3}"/>
              </a:ext>
            </a:extLst>
          </p:cNvPr>
          <p:cNvSpPr/>
          <p:nvPr userDrawn="1"/>
        </p:nvSpPr>
        <p:spPr>
          <a:xfrm>
            <a:off x="10261600" y="-1"/>
            <a:ext cx="1930400" cy="1984375"/>
          </a:xfrm>
          <a:custGeom>
            <a:avLst/>
            <a:gdLst>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1803400 h 1803400"/>
              <a:gd name="connsiteX4" fmla="*/ 0 w 1803400"/>
              <a:gd name="connsiteY4" fmla="*/ 0 h 1803400"/>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0 h 1803400"/>
            </a:gdLst>
            <a:ahLst/>
            <a:cxnLst>
              <a:cxn ang="0">
                <a:pos x="connsiteX0" y="connsiteY0"/>
              </a:cxn>
              <a:cxn ang="0">
                <a:pos x="connsiteX1" y="connsiteY1"/>
              </a:cxn>
              <a:cxn ang="0">
                <a:pos x="connsiteX2" y="connsiteY2"/>
              </a:cxn>
              <a:cxn ang="0">
                <a:pos x="connsiteX3" y="connsiteY3"/>
              </a:cxn>
            </a:cxnLst>
            <a:rect l="l" t="t" r="r" b="b"/>
            <a:pathLst>
              <a:path w="1803400" h="1803400">
                <a:moveTo>
                  <a:pt x="0" y="0"/>
                </a:moveTo>
                <a:lnTo>
                  <a:pt x="1803400" y="0"/>
                </a:lnTo>
                <a:lnTo>
                  <a:pt x="1803400" y="1803400"/>
                </a:lnTo>
                <a:lnTo>
                  <a:pt x="0" y="0"/>
                </a:lnTo>
                <a:close/>
              </a:path>
            </a:pathLst>
          </a:cu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a:xfrm>
            <a:off x="525019" y="368300"/>
            <a:ext cx="9863581" cy="900114"/>
          </a:xfrm>
        </p:spPr>
        <p:txBody>
          <a:bodyPr>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539103F3-BB36-094B-8F56-34F5177C7F92}"/>
              </a:ext>
            </a:extLst>
          </p:cNvPr>
          <p:cNvSpPr>
            <a:spLocks noGrp="1"/>
          </p:cNvSpPr>
          <p:nvPr>
            <p:ph idx="1"/>
          </p:nvPr>
        </p:nvSpPr>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3">
            <a:extLst>
              <a:ext uri="{FF2B5EF4-FFF2-40B4-BE49-F238E27FC236}">
                <a16:creationId xmlns:a16="http://schemas.microsoft.com/office/drawing/2014/main" id="{6C1160CB-3EDC-5A4B-9028-588350DCACB1}"/>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Rectangle 3">
            <a:extLst>
              <a:ext uri="{FF2B5EF4-FFF2-40B4-BE49-F238E27FC236}">
                <a16:creationId xmlns:a16="http://schemas.microsoft.com/office/drawing/2014/main" id="{F8E380DB-5D7C-D077-1CD7-69080BB74ADA}"/>
              </a:ext>
            </a:extLst>
          </p:cNvPr>
          <p:cNvSpPr/>
          <p:nvPr userDrawn="1"/>
        </p:nvSpPr>
        <p:spPr>
          <a:xfrm>
            <a:off x="10388600" y="0"/>
            <a:ext cx="1803400" cy="1803400"/>
          </a:xfrm>
          <a:custGeom>
            <a:avLst/>
            <a:gdLst>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1803400 h 1803400"/>
              <a:gd name="connsiteX4" fmla="*/ 0 w 1803400"/>
              <a:gd name="connsiteY4" fmla="*/ 0 h 1803400"/>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0 h 1803400"/>
            </a:gdLst>
            <a:ahLst/>
            <a:cxnLst>
              <a:cxn ang="0">
                <a:pos x="connsiteX0" y="connsiteY0"/>
              </a:cxn>
              <a:cxn ang="0">
                <a:pos x="connsiteX1" y="connsiteY1"/>
              </a:cxn>
              <a:cxn ang="0">
                <a:pos x="connsiteX2" y="connsiteY2"/>
              </a:cxn>
              <a:cxn ang="0">
                <a:pos x="connsiteX3" y="connsiteY3"/>
              </a:cxn>
            </a:cxnLst>
            <a:rect l="l" t="t" r="r" b="b"/>
            <a:pathLst>
              <a:path w="1803400" h="1803400">
                <a:moveTo>
                  <a:pt x="0" y="0"/>
                </a:moveTo>
                <a:lnTo>
                  <a:pt x="1803400" y="0"/>
                </a:lnTo>
                <a:lnTo>
                  <a:pt x="1803400" y="1803400"/>
                </a:lnTo>
                <a:lnTo>
                  <a:pt x="0" y="0"/>
                </a:lnTo>
                <a:close/>
              </a:path>
            </a:pathLst>
          </a:custGeom>
          <a:gradFill>
            <a:gsLst>
              <a:gs pos="40000">
                <a:schemeClr val="accent2"/>
              </a:gs>
              <a:gs pos="100000">
                <a:schemeClr val="accent2">
                  <a:lumMod val="75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378893151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obj" preserve="1">
  <p:cSld name="25_Title and Content">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6E2B82B2-7313-CACC-3F46-AF2D3AD1FAC3}"/>
              </a:ext>
            </a:extLst>
          </p:cNvPr>
          <p:cNvSpPr/>
          <p:nvPr userDrawn="1"/>
        </p:nvSpPr>
        <p:spPr>
          <a:xfrm>
            <a:off x="10261600" y="-1"/>
            <a:ext cx="1930400" cy="1984375"/>
          </a:xfrm>
          <a:custGeom>
            <a:avLst/>
            <a:gdLst>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1803400 h 1803400"/>
              <a:gd name="connsiteX4" fmla="*/ 0 w 1803400"/>
              <a:gd name="connsiteY4" fmla="*/ 0 h 1803400"/>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0 h 1803400"/>
            </a:gdLst>
            <a:ahLst/>
            <a:cxnLst>
              <a:cxn ang="0">
                <a:pos x="connsiteX0" y="connsiteY0"/>
              </a:cxn>
              <a:cxn ang="0">
                <a:pos x="connsiteX1" y="connsiteY1"/>
              </a:cxn>
              <a:cxn ang="0">
                <a:pos x="connsiteX2" y="connsiteY2"/>
              </a:cxn>
              <a:cxn ang="0">
                <a:pos x="connsiteX3" y="connsiteY3"/>
              </a:cxn>
            </a:cxnLst>
            <a:rect l="l" t="t" r="r" b="b"/>
            <a:pathLst>
              <a:path w="1803400" h="1803400">
                <a:moveTo>
                  <a:pt x="0" y="0"/>
                </a:moveTo>
                <a:lnTo>
                  <a:pt x="1803400" y="0"/>
                </a:lnTo>
                <a:lnTo>
                  <a:pt x="1803400" y="1803400"/>
                </a:lnTo>
                <a:lnTo>
                  <a:pt x="0" y="0"/>
                </a:ln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a:xfrm>
            <a:off x="525019" y="368300"/>
            <a:ext cx="9863581" cy="900114"/>
          </a:xfrm>
        </p:spPr>
        <p:txBody>
          <a:bodyPr>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539103F3-BB36-094B-8F56-34F5177C7F92}"/>
              </a:ext>
            </a:extLst>
          </p:cNvPr>
          <p:cNvSpPr>
            <a:spLocks noGrp="1"/>
          </p:cNvSpPr>
          <p:nvPr>
            <p:ph idx="1"/>
          </p:nvPr>
        </p:nvSpPr>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3">
            <a:extLst>
              <a:ext uri="{FF2B5EF4-FFF2-40B4-BE49-F238E27FC236}">
                <a16:creationId xmlns:a16="http://schemas.microsoft.com/office/drawing/2014/main" id="{6C1160CB-3EDC-5A4B-9028-588350DCACB1}"/>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Rectangle 3">
            <a:extLst>
              <a:ext uri="{FF2B5EF4-FFF2-40B4-BE49-F238E27FC236}">
                <a16:creationId xmlns:a16="http://schemas.microsoft.com/office/drawing/2014/main" id="{F8E380DB-5D7C-D077-1CD7-69080BB74ADA}"/>
              </a:ext>
            </a:extLst>
          </p:cNvPr>
          <p:cNvSpPr/>
          <p:nvPr userDrawn="1"/>
        </p:nvSpPr>
        <p:spPr>
          <a:xfrm>
            <a:off x="10388600" y="0"/>
            <a:ext cx="1803400" cy="1803400"/>
          </a:xfrm>
          <a:custGeom>
            <a:avLst/>
            <a:gdLst>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1803400 h 1803400"/>
              <a:gd name="connsiteX4" fmla="*/ 0 w 1803400"/>
              <a:gd name="connsiteY4" fmla="*/ 0 h 1803400"/>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0 h 1803400"/>
            </a:gdLst>
            <a:ahLst/>
            <a:cxnLst>
              <a:cxn ang="0">
                <a:pos x="connsiteX0" y="connsiteY0"/>
              </a:cxn>
              <a:cxn ang="0">
                <a:pos x="connsiteX1" y="connsiteY1"/>
              </a:cxn>
              <a:cxn ang="0">
                <a:pos x="connsiteX2" y="connsiteY2"/>
              </a:cxn>
              <a:cxn ang="0">
                <a:pos x="connsiteX3" y="connsiteY3"/>
              </a:cxn>
            </a:cxnLst>
            <a:rect l="l" t="t" r="r" b="b"/>
            <a:pathLst>
              <a:path w="1803400" h="1803400">
                <a:moveTo>
                  <a:pt x="0" y="0"/>
                </a:moveTo>
                <a:lnTo>
                  <a:pt x="1803400" y="0"/>
                </a:lnTo>
                <a:lnTo>
                  <a:pt x="1803400" y="1803400"/>
                </a:lnTo>
                <a:lnTo>
                  <a:pt x="0" y="0"/>
                </a:lnTo>
                <a:close/>
              </a:path>
            </a:pathLst>
          </a:custGeom>
          <a:gradFill>
            <a:gsLst>
              <a:gs pos="40000">
                <a:schemeClr val="accent3"/>
              </a:gs>
              <a:gs pos="100000">
                <a:srgbClr val="1B75BC"/>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60814875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16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p:txBody>
          <a:bodyPr>
            <a:normAutofit/>
          </a:bodyPr>
          <a:lstStyle>
            <a:lvl1pPr>
              <a:defRPr sz="2800"/>
            </a:lvl1pPr>
          </a:lstStyle>
          <a:p>
            <a:r>
              <a:rPr lang="en-US"/>
              <a:t>Click to edit Master title style</a:t>
            </a:r>
          </a:p>
        </p:txBody>
      </p:sp>
      <p:grpSp>
        <p:nvGrpSpPr>
          <p:cNvPr id="15" name="Group 14">
            <a:extLst>
              <a:ext uri="{FF2B5EF4-FFF2-40B4-BE49-F238E27FC236}">
                <a16:creationId xmlns:a16="http://schemas.microsoft.com/office/drawing/2014/main" id="{83460EAF-4649-FF95-874E-A0109DF57C9B}"/>
              </a:ext>
            </a:extLst>
          </p:cNvPr>
          <p:cNvGrpSpPr/>
          <p:nvPr userDrawn="1"/>
        </p:nvGrpSpPr>
        <p:grpSpPr>
          <a:xfrm>
            <a:off x="-14763" y="4808928"/>
            <a:ext cx="7482363" cy="2067930"/>
            <a:chOff x="-14763" y="3909367"/>
            <a:chExt cx="10737232" cy="2967491"/>
          </a:xfrm>
        </p:grpSpPr>
        <p:sp>
          <p:nvSpPr>
            <p:cNvPr id="16" name="Rectangle 1">
              <a:extLst>
                <a:ext uri="{FF2B5EF4-FFF2-40B4-BE49-F238E27FC236}">
                  <a16:creationId xmlns:a16="http://schemas.microsoft.com/office/drawing/2014/main" id="{F10C9F18-66F6-E79A-6E06-65FA6FBC8669}"/>
                </a:ext>
              </a:extLst>
            </p:cNvPr>
            <p:cNvSpPr/>
            <p:nvPr userDrawn="1"/>
          </p:nvSpPr>
          <p:spPr>
            <a:xfrm>
              <a:off x="-14763" y="3909367"/>
              <a:ext cx="3570795" cy="1243814"/>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3570795"/>
                <a:gd name="connsiteY0" fmla="*/ 257273 h 1243814"/>
                <a:gd name="connsiteX1" fmla="*/ 3570795 w 3570795"/>
                <a:gd name="connsiteY1" fmla="*/ 0 h 1243814"/>
                <a:gd name="connsiteX2" fmla="*/ 0 w 3570795"/>
                <a:gd name="connsiteY2" fmla="*/ 1243814 h 1243814"/>
                <a:gd name="connsiteX3" fmla="*/ 0 w 3570795"/>
                <a:gd name="connsiteY3" fmla="*/ 257273 h 1243814"/>
              </a:gdLst>
              <a:ahLst/>
              <a:cxnLst>
                <a:cxn ang="0">
                  <a:pos x="connsiteX0" y="connsiteY0"/>
                </a:cxn>
                <a:cxn ang="0">
                  <a:pos x="connsiteX1" y="connsiteY1"/>
                </a:cxn>
                <a:cxn ang="0">
                  <a:pos x="connsiteX2" y="connsiteY2"/>
                </a:cxn>
                <a:cxn ang="0">
                  <a:pos x="connsiteX3" y="connsiteY3"/>
                </a:cxn>
              </a:cxnLst>
              <a:rect l="l" t="t" r="r" b="b"/>
              <a:pathLst>
                <a:path w="3570795" h="1243814">
                  <a:moveTo>
                    <a:pt x="0" y="257273"/>
                  </a:moveTo>
                  <a:lnTo>
                    <a:pt x="3570795" y="0"/>
                  </a:lnTo>
                  <a:lnTo>
                    <a:pt x="0" y="1243814"/>
                  </a:lnTo>
                  <a:lnTo>
                    <a:pt x="0" y="257273"/>
                  </a:lnTo>
                  <a:close/>
                </a:path>
              </a:pathLst>
            </a:custGeom>
            <a:gradFill>
              <a:gsLst>
                <a:gs pos="45000">
                  <a:schemeClr val="accent1"/>
                </a:gs>
                <a:gs pos="100000">
                  <a:srgbClr val="EF4136"/>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 name="Rectangle 1">
              <a:extLst>
                <a:ext uri="{FF2B5EF4-FFF2-40B4-BE49-F238E27FC236}">
                  <a16:creationId xmlns:a16="http://schemas.microsoft.com/office/drawing/2014/main" id="{03C9B154-C639-CDB7-2E12-E66ED22D2081}"/>
                </a:ext>
              </a:extLst>
            </p:cNvPr>
            <p:cNvSpPr/>
            <p:nvPr userDrawn="1"/>
          </p:nvSpPr>
          <p:spPr>
            <a:xfrm>
              <a:off x="0" y="3928225"/>
              <a:ext cx="3638746" cy="2924695"/>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606800"/>
                <a:gd name="connsiteY0" fmla="*/ 1244600 h 2146300"/>
                <a:gd name="connsiteX1" fmla="*/ 3606800 w 3606800"/>
                <a:gd name="connsiteY1" fmla="*/ 0 h 2146300"/>
                <a:gd name="connsiteX2" fmla="*/ 0 w 3606800"/>
                <a:gd name="connsiteY2" fmla="*/ 2146300 h 2146300"/>
                <a:gd name="connsiteX3" fmla="*/ 0 w 3606800"/>
                <a:gd name="connsiteY3" fmla="*/ 1244600 h 2146300"/>
                <a:gd name="connsiteX0" fmla="*/ 0 w 3606800"/>
                <a:gd name="connsiteY0" fmla="*/ 1244600 h 2857500"/>
                <a:gd name="connsiteX1" fmla="*/ 3606800 w 3606800"/>
                <a:gd name="connsiteY1" fmla="*/ 0 h 2857500"/>
                <a:gd name="connsiteX2" fmla="*/ 1727200 w 3606800"/>
                <a:gd name="connsiteY2" fmla="*/ 2857500 h 2857500"/>
                <a:gd name="connsiteX3" fmla="*/ 0 w 3606800"/>
                <a:gd name="connsiteY3" fmla="*/ 1244600 h 2857500"/>
                <a:gd name="connsiteX0" fmla="*/ 0 w 3606800"/>
                <a:gd name="connsiteY0" fmla="*/ 1244600 h 2902271"/>
                <a:gd name="connsiteX1" fmla="*/ 3606800 w 3606800"/>
                <a:gd name="connsiteY1" fmla="*/ 0 h 2902271"/>
                <a:gd name="connsiteX2" fmla="*/ 1727200 w 3606800"/>
                <a:gd name="connsiteY2" fmla="*/ 2857500 h 2902271"/>
                <a:gd name="connsiteX3" fmla="*/ 12700 w 3606800"/>
                <a:gd name="connsiteY3" fmla="*/ 2819400 h 2902271"/>
                <a:gd name="connsiteX4" fmla="*/ 0 w 3606800"/>
                <a:gd name="connsiteY4" fmla="*/ 1244600 h 2902271"/>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66612"/>
                <a:gd name="connsiteX1" fmla="*/ 3606800 w 3606800"/>
                <a:gd name="connsiteY1" fmla="*/ 0 h 2866612"/>
                <a:gd name="connsiteX2" fmla="*/ 1727200 w 3606800"/>
                <a:gd name="connsiteY2" fmla="*/ 2857500 h 2866612"/>
                <a:gd name="connsiteX3" fmla="*/ 12700 w 3606800"/>
                <a:gd name="connsiteY3" fmla="*/ 2819400 h 2866612"/>
                <a:gd name="connsiteX4" fmla="*/ 0 w 3606800"/>
                <a:gd name="connsiteY4" fmla="*/ 1244600 h 2866612"/>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81832"/>
                <a:gd name="connsiteX1" fmla="*/ 3606800 w 3606800"/>
                <a:gd name="connsiteY1" fmla="*/ 0 h 2881832"/>
                <a:gd name="connsiteX2" fmla="*/ 1727200 w 3606800"/>
                <a:gd name="connsiteY2" fmla="*/ 2857500 h 2881832"/>
                <a:gd name="connsiteX3" fmla="*/ 5080 w 3606800"/>
                <a:gd name="connsiteY3" fmla="*/ 2865120 h 2881832"/>
                <a:gd name="connsiteX4" fmla="*/ 0 w 3606800"/>
                <a:gd name="connsiteY4" fmla="*/ 1244600 h 2881832"/>
                <a:gd name="connsiteX0" fmla="*/ 0 w 3606800"/>
                <a:gd name="connsiteY0" fmla="*/ 1244600 h 2865120"/>
                <a:gd name="connsiteX1" fmla="*/ 3606800 w 3606800"/>
                <a:gd name="connsiteY1" fmla="*/ 0 h 2865120"/>
                <a:gd name="connsiteX2" fmla="*/ 1727200 w 3606800"/>
                <a:gd name="connsiteY2" fmla="*/ 2857500 h 2865120"/>
                <a:gd name="connsiteX3" fmla="*/ 5080 w 3606800"/>
                <a:gd name="connsiteY3" fmla="*/ 2865120 h 2865120"/>
                <a:gd name="connsiteX4" fmla="*/ 0 w 3606800"/>
                <a:gd name="connsiteY4" fmla="*/ 1244600 h 2865120"/>
                <a:gd name="connsiteX0" fmla="*/ 0 w 3606800"/>
                <a:gd name="connsiteY0" fmla="*/ 1244600 h 2865120"/>
                <a:gd name="connsiteX1" fmla="*/ 3606800 w 3606800"/>
                <a:gd name="connsiteY1" fmla="*/ 0 h 2865120"/>
                <a:gd name="connsiteX2" fmla="*/ 1727200 w 3606800"/>
                <a:gd name="connsiteY2" fmla="*/ 2857500 h 2865120"/>
                <a:gd name="connsiteX3" fmla="*/ 5080 w 3606800"/>
                <a:gd name="connsiteY3" fmla="*/ 2865120 h 2865120"/>
                <a:gd name="connsiteX4" fmla="*/ 0 w 3606800"/>
                <a:gd name="connsiteY4" fmla="*/ 1244600 h 2865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06800" h="2865120">
                  <a:moveTo>
                    <a:pt x="0" y="1244600"/>
                  </a:moveTo>
                  <a:lnTo>
                    <a:pt x="3606800" y="0"/>
                  </a:lnTo>
                  <a:lnTo>
                    <a:pt x="1727200" y="2857500"/>
                  </a:lnTo>
                  <a:lnTo>
                    <a:pt x="5080" y="2865120"/>
                  </a:lnTo>
                  <a:cubicBezTo>
                    <a:pt x="3387" y="2324947"/>
                    <a:pt x="1693" y="1784773"/>
                    <a:pt x="0" y="1244600"/>
                  </a:cubicBezTo>
                  <a:close/>
                </a:path>
              </a:pathLst>
            </a:custGeom>
            <a:gradFill>
              <a:gsLst>
                <a:gs pos="45000">
                  <a:schemeClr val="accent1"/>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 name="Rectangle 1">
              <a:extLst>
                <a:ext uri="{FF2B5EF4-FFF2-40B4-BE49-F238E27FC236}">
                  <a16:creationId xmlns:a16="http://schemas.microsoft.com/office/drawing/2014/main" id="{000905DE-A103-D404-B98D-ABB24F02A543}"/>
                </a:ext>
              </a:extLst>
            </p:cNvPr>
            <p:cNvSpPr/>
            <p:nvPr userDrawn="1"/>
          </p:nvSpPr>
          <p:spPr>
            <a:xfrm rot="16200000">
              <a:off x="1383972" y="4338949"/>
              <a:ext cx="2948633" cy="2127185"/>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882644"/>
                <a:gd name="connsiteY0" fmla="*/ 0 h 2127185"/>
                <a:gd name="connsiteX1" fmla="*/ 2882644 w 2882644"/>
                <a:gd name="connsiteY1" fmla="*/ 1910893 h 2127185"/>
                <a:gd name="connsiteX2" fmla="*/ 0 w 2882644"/>
                <a:gd name="connsiteY2" fmla="*/ 2127185 h 2127185"/>
                <a:gd name="connsiteX3" fmla="*/ 18857 w 2882644"/>
                <a:gd name="connsiteY3" fmla="*/ 0 h 2127185"/>
              </a:gdLst>
              <a:ahLst/>
              <a:cxnLst>
                <a:cxn ang="0">
                  <a:pos x="connsiteX0" y="connsiteY0"/>
                </a:cxn>
                <a:cxn ang="0">
                  <a:pos x="connsiteX1" y="connsiteY1"/>
                </a:cxn>
                <a:cxn ang="0">
                  <a:pos x="connsiteX2" y="connsiteY2"/>
                </a:cxn>
                <a:cxn ang="0">
                  <a:pos x="connsiteX3" y="connsiteY3"/>
                </a:cxn>
              </a:cxnLst>
              <a:rect l="l" t="t" r="r" b="b"/>
              <a:pathLst>
                <a:path w="2882644" h="2127185">
                  <a:moveTo>
                    <a:pt x="18857" y="0"/>
                  </a:moveTo>
                  <a:lnTo>
                    <a:pt x="2882644" y="1910893"/>
                  </a:lnTo>
                  <a:lnTo>
                    <a:pt x="0" y="2127185"/>
                  </a:lnTo>
                  <a:lnTo>
                    <a:pt x="18857" y="0"/>
                  </a:lnTo>
                  <a:close/>
                </a:path>
              </a:pathLst>
            </a:custGeom>
            <a:gradFill>
              <a:gsLst>
                <a:gs pos="45000">
                  <a:schemeClr val="accent1"/>
                </a:gs>
                <a:gs pos="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Rectangle 1">
              <a:extLst>
                <a:ext uri="{FF2B5EF4-FFF2-40B4-BE49-F238E27FC236}">
                  <a16:creationId xmlns:a16="http://schemas.microsoft.com/office/drawing/2014/main" id="{04B3BAE2-1CF0-CD26-7ADD-CD6A1BB9F72B}"/>
                </a:ext>
              </a:extLst>
            </p:cNvPr>
            <p:cNvSpPr/>
            <p:nvPr userDrawn="1"/>
          </p:nvSpPr>
          <p:spPr>
            <a:xfrm rot="16200000">
              <a:off x="4075788" y="3616875"/>
              <a:ext cx="2930683" cy="3572238"/>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948632"/>
                <a:gd name="connsiteY0" fmla="*/ 210137 h 2261909"/>
                <a:gd name="connsiteX1" fmla="*/ 2948632 w 2948632"/>
                <a:gd name="connsiteY1" fmla="*/ 0 h 2261909"/>
                <a:gd name="connsiteX2" fmla="*/ 0 w 2948632"/>
                <a:gd name="connsiteY2" fmla="*/ 2261909 h 2261909"/>
                <a:gd name="connsiteX3" fmla="*/ 18857 w 2948632"/>
                <a:gd name="connsiteY3" fmla="*/ 210137 h 2261909"/>
                <a:gd name="connsiteX0" fmla="*/ 9427 w 2939202"/>
                <a:gd name="connsiteY0" fmla="*/ 210137 h 3543958"/>
                <a:gd name="connsiteX1" fmla="*/ 2939202 w 2939202"/>
                <a:gd name="connsiteY1" fmla="*/ 0 h 3543958"/>
                <a:gd name="connsiteX2" fmla="*/ 0 w 2939202"/>
                <a:gd name="connsiteY2" fmla="*/ 3543958 h 3543958"/>
                <a:gd name="connsiteX3" fmla="*/ 9427 w 2939202"/>
                <a:gd name="connsiteY3" fmla="*/ 210137 h 3543958"/>
                <a:gd name="connsiteX0" fmla="*/ 9427 w 2929776"/>
                <a:gd name="connsiteY0" fmla="*/ 238417 h 3572238"/>
                <a:gd name="connsiteX1" fmla="*/ 2929776 w 2929776"/>
                <a:gd name="connsiteY1" fmla="*/ 0 h 3572238"/>
                <a:gd name="connsiteX2" fmla="*/ 0 w 2929776"/>
                <a:gd name="connsiteY2" fmla="*/ 3572238 h 3572238"/>
                <a:gd name="connsiteX3" fmla="*/ 9427 w 2929776"/>
                <a:gd name="connsiteY3" fmla="*/ 238417 h 3572238"/>
                <a:gd name="connsiteX0" fmla="*/ 907 w 2930683"/>
                <a:gd name="connsiteY0" fmla="*/ 219563 h 3572238"/>
                <a:gd name="connsiteX1" fmla="*/ 2930683 w 2930683"/>
                <a:gd name="connsiteY1" fmla="*/ 0 h 3572238"/>
                <a:gd name="connsiteX2" fmla="*/ 907 w 2930683"/>
                <a:gd name="connsiteY2" fmla="*/ 3572238 h 3572238"/>
                <a:gd name="connsiteX3" fmla="*/ 907 w 2930683"/>
                <a:gd name="connsiteY3" fmla="*/ 219563 h 3572238"/>
              </a:gdLst>
              <a:ahLst/>
              <a:cxnLst>
                <a:cxn ang="0">
                  <a:pos x="connsiteX0" y="connsiteY0"/>
                </a:cxn>
                <a:cxn ang="0">
                  <a:pos x="connsiteX1" y="connsiteY1"/>
                </a:cxn>
                <a:cxn ang="0">
                  <a:pos x="connsiteX2" y="connsiteY2"/>
                </a:cxn>
                <a:cxn ang="0">
                  <a:pos x="connsiteX3" y="connsiteY3"/>
                </a:cxn>
              </a:cxnLst>
              <a:rect l="l" t="t" r="r" b="b"/>
              <a:pathLst>
                <a:path w="2930683" h="3572238">
                  <a:moveTo>
                    <a:pt x="907" y="219563"/>
                  </a:moveTo>
                  <a:lnTo>
                    <a:pt x="2930683" y="0"/>
                  </a:lnTo>
                  <a:lnTo>
                    <a:pt x="907" y="3572238"/>
                  </a:lnTo>
                  <a:cubicBezTo>
                    <a:pt x="4049" y="2460964"/>
                    <a:pt x="-2235" y="1330837"/>
                    <a:pt x="907" y="219563"/>
                  </a:cubicBezTo>
                  <a:close/>
                </a:path>
              </a:pathLst>
            </a:custGeom>
            <a:gradFill>
              <a:gsLst>
                <a:gs pos="45000">
                  <a:schemeClr val="accent1"/>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0" name="Rectangle 1">
              <a:extLst>
                <a:ext uri="{FF2B5EF4-FFF2-40B4-BE49-F238E27FC236}">
                  <a16:creationId xmlns:a16="http://schemas.microsoft.com/office/drawing/2014/main" id="{686DEDC8-C71C-E1F8-0601-D93F92F46FB7}"/>
                </a:ext>
              </a:extLst>
            </p:cNvPr>
            <p:cNvSpPr/>
            <p:nvPr userDrawn="1"/>
          </p:nvSpPr>
          <p:spPr>
            <a:xfrm rot="16200000">
              <a:off x="7037377" y="3183243"/>
              <a:ext cx="1837173" cy="5533011"/>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948632"/>
                <a:gd name="connsiteY0" fmla="*/ 210137 h 2261909"/>
                <a:gd name="connsiteX1" fmla="*/ 2948632 w 2948632"/>
                <a:gd name="connsiteY1" fmla="*/ 0 h 2261909"/>
                <a:gd name="connsiteX2" fmla="*/ 0 w 2948632"/>
                <a:gd name="connsiteY2" fmla="*/ 2261909 h 2261909"/>
                <a:gd name="connsiteX3" fmla="*/ 18857 w 2948632"/>
                <a:gd name="connsiteY3" fmla="*/ 210137 h 2261909"/>
                <a:gd name="connsiteX0" fmla="*/ 9427 w 2939202"/>
                <a:gd name="connsiteY0" fmla="*/ 210137 h 3543958"/>
                <a:gd name="connsiteX1" fmla="*/ 2939202 w 2939202"/>
                <a:gd name="connsiteY1" fmla="*/ 0 h 3543958"/>
                <a:gd name="connsiteX2" fmla="*/ 0 w 2939202"/>
                <a:gd name="connsiteY2" fmla="*/ 3543958 h 3543958"/>
                <a:gd name="connsiteX3" fmla="*/ 9427 w 2939202"/>
                <a:gd name="connsiteY3" fmla="*/ 210137 h 3543958"/>
                <a:gd name="connsiteX0" fmla="*/ 9427 w 2929776"/>
                <a:gd name="connsiteY0" fmla="*/ 238417 h 3572238"/>
                <a:gd name="connsiteX1" fmla="*/ 2929776 w 2929776"/>
                <a:gd name="connsiteY1" fmla="*/ 0 h 3572238"/>
                <a:gd name="connsiteX2" fmla="*/ 0 w 2929776"/>
                <a:gd name="connsiteY2" fmla="*/ 3572238 h 3572238"/>
                <a:gd name="connsiteX3" fmla="*/ 9427 w 2929776"/>
                <a:gd name="connsiteY3" fmla="*/ 238417 h 3572238"/>
                <a:gd name="connsiteX0" fmla="*/ 907 w 2930683"/>
                <a:gd name="connsiteY0" fmla="*/ 219563 h 3572238"/>
                <a:gd name="connsiteX1" fmla="*/ 2930683 w 2930683"/>
                <a:gd name="connsiteY1" fmla="*/ 0 h 3572238"/>
                <a:gd name="connsiteX2" fmla="*/ 907 w 2930683"/>
                <a:gd name="connsiteY2" fmla="*/ 3572238 h 3572238"/>
                <a:gd name="connsiteX3" fmla="*/ 907 w 2930683"/>
                <a:gd name="connsiteY3" fmla="*/ 219563 h 3572238"/>
                <a:gd name="connsiteX0" fmla="*/ 907 w 1837173"/>
                <a:gd name="connsiteY0" fmla="*/ 2180336 h 5533011"/>
                <a:gd name="connsiteX1" fmla="*/ 1837173 w 1837173"/>
                <a:gd name="connsiteY1" fmla="*/ 0 h 5533011"/>
                <a:gd name="connsiteX2" fmla="*/ 907 w 1837173"/>
                <a:gd name="connsiteY2" fmla="*/ 5533011 h 5533011"/>
                <a:gd name="connsiteX3" fmla="*/ 907 w 1837173"/>
                <a:gd name="connsiteY3" fmla="*/ 2180336 h 5533011"/>
                <a:gd name="connsiteX0" fmla="*/ 907 w 1837173"/>
                <a:gd name="connsiteY0" fmla="*/ 2218043 h 5533011"/>
                <a:gd name="connsiteX1" fmla="*/ 1837173 w 1837173"/>
                <a:gd name="connsiteY1" fmla="*/ 0 h 5533011"/>
                <a:gd name="connsiteX2" fmla="*/ 907 w 1837173"/>
                <a:gd name="connsiteY2" fmla="*/ 5533011 h 5533011"/>
                <a:gd name="connsiteX3" fmla="*/ 907 w 1837173"/>
                <a:gd name="connsiteY3" fmla="*/ 2218043 h 5533011"/>
              </a:gdLst>
              <a:ahLst/>
              <a:cxnLst>
                <a:cxn ang="0">
                  <a:pos x="connsiteX0" y="connsiteY0"/>
                </a:cxn>
                <a:cxn ang="0">
                  <a:pos x="connsiteX1" y="connsiteY1"/>
                </a:cxn>
                <a:cxn ang="0">
                  <a:pos x="connsiteX2" y="connsiteY2"/>
                </a:cxn>
                <a:cxn ang="0">
                  <a:pos x="connsiteX3" y="connsiteY3"/>
                </a:cxn>
              </a:cxnLst>
              <a:rect l="l" t="t" r="r" b="b"/>
              <a:pathLst>
                <a:path w="1837173" h="5533011">
                  <a:moveTo>
                    <a:pt x="907" y="2218043"/>
                  </a:moveTo>
                  <a:lnTo>
                    <a:pt x="1837173" y="0"/>
                  </a:lnTo>
                  <a:lnTo>
                    <a:pt x="907" y="5533011"/>
                  </a:lnTo>
                  <a:cubicBezTo>
                    <a:pt x="4049" y="4421737"/>
                    <a:pt x="-2235" y="3329317"/>
                    <a:pt x="907" y="2218043"/>
                  </a:cubicBezTo>
                  <a:close/>
                </a:path>
              </a:pathLst>
            </a:custGeom>
            <a:gradFill>
              <a:gsLst>
                <a:gs pos="45000">
                  <a:schemeClr val="accent1"/>
                </a:gs>
                <a:gs pos="100000">
                  <a:schemeClr val="accent1">
                    <a:lumMod val="75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21" name="Content Placeholder 2">
            <a:extLst>
              <a:ext uri="{FF2B5EF4-FFF2-40B4-BE49-F238E27FC236}">
                <a16:creationId xmlns:a16="http://schemas.microsoft.com/office/drawing/2014/main" id="{564882EA-3D9E-4877-5961-B18BC092EF0A}"/>
              </a:ext>
            </a:extLst>
          </p:cNvPr>
          <p:cNvSpPr>
            <a:spLocks noGrp="1"/>
          </p:cNvSpPr>
          <p:nvPr>
            <p:ph idx="1"/>
          </p:nvPr>
        </p:nvSpPr>
        <p:spPr>
          <a:xfrm>
            <a:off x="525018" y="1449389"/>
            <a:ext cx="11151033" cy="4500562"/>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7457735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17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p:txBody>
          <a:bodyPr>
            <a:normAutofit/>
          </a:bodyPr>
          <a:lstStyle>
            <a:lvl1pPr>
              <a:defRPr sz="2800"/>
            </a:lvl1pPr>
          </a:lstStyle>
          <a:p>
            <a:r>
              <a:rPr lang="en-US"/>
              <a:t>Click to edit Master title style</a:t>
            </a:r>
          </a:p>
        </p:txBody>
      </p:sp>
      <p:grpSp>
        <p:nvGrpSpPr>
          <p:cNvPr id="15" name="Group 14">
            <a:extLst>
              <a:ext uri="{FF2B5EF4-FFF2-40B4-BE49-F238E27FC236}">
                <a16:creationId xmlns:a16="http://schemas.microsoft.com/office/drawing/2014/main" id="{83460EAF-4649-FF95-874E-A0109DF57C9B}"/>
              </a:ext>
            </a:extLst>
          </p:cNvPr>
          <p:cNvGrpSpPr/>
          <p:nvPr userDrawn="1"/>
        </p:nvGrpSpPr>
        <p:grpSpPr>
          <a:xfrm>
            <a:off x="-14763" y="4808928"/>
            <a:ext cx="7482363" cy="2067930"/>
            <a:chOff x="-14763" y="3909367"/>
            <a:chExt cx="10737232" cy="2967491"/>
          </a:xfrm>
        </p:grpSpPr>
        <p:sp>
          <p:nvSpPr>
            <p:cNvPr id="16" name="Rectangle 1">
              <a:extLst>
                <a:ext uri="{FF2B5EF4-FFF2-40B4-BE49-F238E27FC236}">
                  <a16:creationId xmlns:a16="http://schemas.microsoft.com/office/drawing/2014/main" id="{F10C9F18-66F6-E79A-6E06-65FA6FBC8669}"/>
                </a:ext>
              </a:extLst>
            </p:cNvPr>
            <p:cNvSpPr/>
            <p:nvPr userDrawn="1"/>
          </p:nvSpPr>
          <p:spPr>
            <a:xfrm>
              <a:off x="-14763" y="3909367"/>
              <a:ext cx="3570795" cy="1243814"/>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3570795"/>
                <a:gd name="connsiteY0" fmla="*/ 257273 h 1243814"/>
                <a:gd name="connsiteX1" fmla="*/ 3570795 w 3570795"/>
                <a:gd name="connsiteY1" fmla="*/ 0 h 1243814"/>
                <a:gd name="connsiteX2" fmla="*/ 0 w 3570795"/>
                <a:gd name="connsiteY2" fmla="*/ 1243814 h 1243814"/>
                <a:gd name="connsiteX3" fmla="*/ 0 w 3570795"/>
                <a:gd name="connsiteY3" fmla="*/ 257273 h 1243814"/>
              </a:gdLst>
              <a:ahLst/>
              <a:cxnLst>
                <a:cxn ang="0">
                  <a:pos x="connsiteX0" y="connsiteY0"/>
                </a:cxn>
                <a:cxn ang="0">
                  <a:pos x="connsiteX1" y="connsiteY1"/>
                </a:cxn>
                <a:cxn ang="0">
                  <a:pos x="connsiteX2" y="connsiteY2"/>
                </a:cxn>
                <a:cxn ang="0">
                  <a:pos x="connsiteX3" y="connsiteY3"/>
                </a:cxn>
              </a:cxnLst>
              <a:rect l="l" t="t" r="r" b="b"/>
              <a:pathLst>
                <a:path w="3570795" h="1243814">
                  <a:moveTo>
                    <a:pt x="0" y="257273"/>
                  </a:moveTo>
                  <a:lnTo>
                    <a:pt x="3570795" y="0"/>
                  </a:lnTo>
                  <a:lnTo>
                    <a:pt x="0" y="1243814"/>
                  </a:lnTo>
                  <a:lnTo>
                    <a:pt x="0" y="257273"/>
                  </a:lnTo>
                  <a:close/>
                </a:path>
              </a:pathLst>
            </a:custGeom>
            <a:gradFill>
              <a:gsLst>
                <a:gs pos="45000">
                  <a:schemeClr val="accent2"/>
                </a:gs>
                <a:gs pos="100000">
                  <a:schemeClr val="accent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 name="Rectangle 1">
              <a:extLst>
                <a:ext uri="{FF2B5EF4-FFF2-40B4-BE49-F238E27FC236}">
                  <a16:creationId xmlns:a16="http://schemas.microsoft.com/office/drawing/2014/main" id="{03C9B154-C639-CDB7-2E12-E66ED22D2081}"/>
                </a:ext>
              </a:extLst>
            </p:cNvPr>
            <p:cNvSpPr/>
            <p:nvPr userDrawn="1"/>
          </p:nvSpPr>
          <p:spPr>
            <a:xfrm>
              <a:off x="0" y="3928225"/>
              <a:ext cx="3638746" cy="2924695"/>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606800"/>
                <a:gd name="connsiteY0" fmla="*/ 1244600 h 2146300"/>
                <a:gd name="connsiteX1" fmla="*/ 3606800 w 3606800"/>
                <a:gd name="connsiteY1" fmla="*/ 0 h 2146300"/>
                <a:gd name="connsiteX2" fmla="*/ 0 w 3606800"/>
                <a:gd name="connsiteY2" fmla="*/ 2146300 h 2146300"/>
                <a:gd name="connsiteX3" fmla="*/ 0 w 3606800"/>
                <a:gd name="connsiteY3" fmla="*/ 1244600 h 2146300"/>
                <a:gd name="connsiteX0" fmla="*/ 0 w 3606800"/>
                <a:gd name="connsiteY0" fmla="*/ 1244600 h 2857500"/>
                <a:gd name="connsiteX1" fmla="*/ 3606800 w 3606800"/>
                <a:gd name="connsiteY1" fmla="*/ 0 h 2857500"/>
                <a:gd name="connsiteX2" fmla="*/ 1727200 w 3606800"/>
                <a:gd name="connsiteY2" fmla="*/ 2857500 h 2857500"/>
                <a:gd name="connsiteX3" fmla="*/ 0 w 3606800"/>
                <a:gd name="connsiteY3" fmla="*/ 1244600 h 2857500"/>
                <a:gd name="connsiteX0" fmla="*/ 0 w 3606800"/>
                <a:gd name="connsiteY0" fmla="*/ 1244600 h 2902271"/>
                <a:gd name="connsiteX1" fmla="*/ 3606800 w 3606800"/>
                <a:gd name="connsiteY1" fmla="*/ 0 h 2902271"/>
                <a:gd name="connsiteX2" fmla="*/ 1727200 w 3606800"/>
                <a:gd name="connsiteY2" fmla="*/ 2857500 h 2902271"/>
                <a:gd name="connsiteX3" fmla="*/ 12700 w 3606800"/>
                <a:gd name="connsiteY3" fmla="*/ 2819400 h 2902271"/>
                <a:gd name="connsiteX4" fmla="*/ 0 w 3606800"/>
                <a:gd name="connsiteY4" fmla="*/ 1244600 h 2902271"/>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66612"/>
                <a:gd name="connsiteX1" fmla="*/ 3606800 w 3606800"/>
                <a:gd name="connsiteY1" fmla="*/ 0 h 2866612"/>
                <a:gd name="connsiteX2" fmla="*/ 1727200 w 3606800"/>
                <a:gd name="connsiteY2" fmla="*/ 2857500 h 2866612"/>
                <a:gd name="connsiteX3" fmla="*/ 12700 w 3606800"/>
                <a:gd name="connsiteY3" fmla="*/ 2819400 h 2866612"/>
                <a:gd name="connsiteX4" fmla="*/ 0 w 3606800"/>
                <a:gd name="connsiteY4" fmla="*/ 1244600 h 2866612"/>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81832"/>
                <a:gd name="connsiteX1" fmla="*/ 3606800 w 3606800"/>
                <a:gd name="connsiteY1" fmla="*/ 0 h 2881832"/>
                <a:gd name="connsiteX2" fmla="*/ 1727200 w 3606800"/>
                <a:gd name="connsiteY2" fmla="*/ 2857500 h 2881832"/>
                <a:gd name="connsiteX3" fmla="*/ 5080 w 3606800"/>
                <a:gd name="connsiteY3" fmla="*/ 2865120 h 2881832"/>
                <a:gd name="connsiteX4" fmla="*/ 0 w 3606800"/>
                <a:gd name="connsiteY4" fmla="*/ 1244600 h 2881832"/>
                <a:gd name="connsiteX0" fmla="*/ 0 w 3606800"/>
                <a:gd name="connsiteY0" fmla="*/ 1244600 h 2865120"/>
                <a:gd name="connsiteX1" fmla="*/ 3606800 w 3606800"/>
                <a:gd name="connsiteY1" fmla="*/ 0 h 2865120"/>
                <a:gd name="connsiteX2" fmla="*/ 1727200 w 3606800"/>
                <a:gd name="connsiteY2" fmla="*/ 2857500 h 2865120"/>
                <a:gd name="connsiteX3" fmla="*/ 5080 w 3606800"/>
                <a:gd name="connsiteY3" fmla="*/ 2865120 h 2865120"/>
                <a:gd name="connsiteX4" fmla="*/ 0 w 3606800"/>
                <a:gd name="connsiteY4" fmla="*/ 1244600 h 2865120"/>
                <a:gd name="connsiteX0" fmla="*/ 0 w 3606800"/>
                <a:gd name="connsiteY0" fmla="*/ 1244600 h 2865120"/>
                <a:gd name="connsiteX1" fmla="*/ 3606800 w 3606800"/>
                <a:gd name="connsiteY1" fmla="*/ 0 h 2865120"/>
                <a:gd name="connsiteX2" fmla="*/ 1727200 w 3606800"/>
                <a:gd name="connsiteY2" fmla="*/ 2857500 h 2865120"/>
                <a:gd name="connsiteX3" fmla="*/ 5080 w 3606800"/>
                <a:gd name="connsiteY3" fmla="*/ 2865120 h 2865120"/>
                <a:gd name="connsiteX4" fmla="*/ 0 w 3606800"/>
                <a:gd name="connsiteY4" fmla="*/ 1244600 h 2865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06800" h="2865120">
                  <a:moveTo>
                    <a:pt x="0" y="1244600"/>
                  </a:moveTo>
                  <a:lnTo>
                    <a:pt x="3606800" y="0"/>
                  </a:lnTo>
                  <a:lnTo>
                    <a:pt x="1727200" y="2857500"/>
                  </a:lnTo>
                  <a:lnTo>
                    <a:pt x="5080" y="2865120"/>
                  </a:lnTo>
                  <a:cubicBezTo>
                    <a:pt x="3387" y="2324947"/>
                    <a:pt x="1693" y="1784773"/>
                    <a:pt x="0" y="1244600"/>
                  </a:cubicBezTo>
                  <a:close/>
                </a:path>
              </a:pathLst>
            </a:custGeom>
            <a:gradFill>
              <a:gsLst>
                <a:gs pos="45000">
                  <a:schemeClr val="accent2"/>
                </a:gs>
                <a:gs pos="100000">
                  <a:schemeClr val="accent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 name="Rectangle 1">
              <a:extLst>
                <a:ext uri="{FF2B5EF4-FFF2-40B4-BE49-F238E27FC236}">
                  <a16:creationId xmlns:a16="http://schemas.microsoft.com/office/drawing/2014/main" id="{000905DE-A103-D404-B98D-ABB24F02A543}"/>
                </a:ext>
              </a:extLst>
            </p:cNvPr>
            <p:cNvSpPr/>
            <p:nvPr userDrawn="1"/>
          </p:nvSpPr>
          <p:spPr>
            <a:xfrm rot="16200000">
              <a:off x="1383972" y="4338949"/>
              <a:ext cx="2948633" cy="2127185"/>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882644"/>
                <a:gd name="connsiteY0" fmla="*/ 0 h 2127185"/>
                <a:gd name="connsiteX1" fmla="*/ 2882644 w 2882644"/>
                <a:gd name="connsiteY1" fmla="*/ 1910893 h 2127185"/>
                <a:gd name="connsiteX2" fmla="*/ 0 w 2882644"/>
                <a:gd name="connsiteY2" fmla="*/ 2127185 h 2127185"/>
                <a:gd name="connsiteX3" fmla="*/ 18857 w 2882644"/>
                <a:gd name="connsiteY3" fmla="*/ 0 h 2127185"/>
              </a:gdLst>
              <a:ahLst/>
              <a:cxnLst>
                <a:cxn ang="0">
                  <a:pos x="connsiteX0" y="connsiteY0"/>
                </a:cxn>
                <a:cxn ang="0">
                  <a:pos x="connsiteX1" y="connsiteY1"/>
                </a:cxn>
                <a:cxn ang="0">
                  <a:pos x="connsiteX2" y="connsiteY2"/>
                </a:cxn>
                <a:cxn ang="0">
                  <a:pos x="connsiteX3" y="connsiteY3"/>
                </a:cxn>
              </a:cxnLst>
              <a:rect l="l" t="t" r="r" b="b"/>
              <a:pathLst>
                <a:path w="2882644" h="2127185">
                  <a:moveTo>
                    <a:pt x="18857" y="0"/>
                  </a:moveTo>
                  <a:lnTo>
                    <a:pt x="2882644" y="1910893"/>
                  </a:lnTo>
                  <a:lnTo>
                    <a:pt x="0" y="2127185"/>
                  </a:lnTo>
                  <a:lnTo>
                    <a:pt x="18857" y="0"/>
                  </a:lnTo>
                  <a:close/>
                </a:path>
              </a:pathLst>
            </a:custGeom>
            <a:gradFill>
              <a:gsLst>
                <a:gs pos="45000">
                  <a:schemeClr val="accent2"/>
                </a:gs>
                <a:gs pos="0">
                  <a:schemeClr val="accent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Rectangle 1">
              <a:extLst>
                <a:ext uri="{FF2B5EF4-FFF2-40B4-BE49-F238E27FC236}">
                  <a16:creationId xmlns:a16="http://schemas.microsoft.com/office/drawing/2014/main" id="{04B3BAE2-1CF0-CD26-7ADD-CD6A1BB9F72B}"/>
                </a:ext>
              </a:extLst>
            </p:cNvPr>
            <p:cNvSpPr/>
            <p:nvPr userDrawn="1"/>
          </p:nvSpPr>
          <p:spPr>
            <a:xfrm rot="16200000">
              <a:off x="4075788" y="3616875"/>
              <a:ext cx="2930683" cy="3572238"/>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948632"/>
                <a:gd name="connsiteY0" fmla="*/ 210137 h 2261909"/>
                <a:gd name="connsiteX1" fmla="*/ 2948632 w 2948632"/>
                <a:gd name="connsiteY1" fmla="*/ 0 h 2261909"/>
                <a:gd name="connsiteX2" fmla="*/ 0 w 2948632"/>
                <a:gd name="connsiteY2" fmla="*/ 2261909 h 2261909"/>
                <a:gd name="connsiteX3" fmla="*/ 18857 w 2948632"/>
                <a:gd name="connsiteY3" fmla="*/ 210137 h 2261909"/>
                <a:gd name="connsiteX0" fmla="*/ 9427 w 2939202"/>
                <a:gd name="connsiteY0" fmla="*/ 210137 h 3543958"/>
                <a:gd name="connsiteX1" fmla="*/ 2939202 w 2939202"/>
                <a:gd name="connsiteY1" fmla="*/ 0 h 3543958"/>
                <a:gd name="connsiteX2" fmla="*/ 0 w 2939202"/>
                <a:gd name="connsiteY2" fmla="*/ 3543958 h 3543958"/>
                <a:gd name="connsiteX3" fmla="*/ 9427 w 2939202"/>
                <a:gd name="connsiteY3" fmla="*/ 210137 h 3543958"/>
                <a:gd name="connsiteX0" fmla="*/ 9427 w 2929776"/>
                <a:gd name="connsiteY0" fmla="*/ 238417 h 3572238"/>
                <a:gd name="connsiteX1" fmla="*/ 2929776 w 2929776"/>
                <a:gd name="connsiteY1" fmla="*/ 0 h 3572238"/>
                <a:gd name="connsiteX2" fmla="*/ 0 w 2929776"/>
                <a:gd name="connsiteY2" fmla="*/ 3572238 h 3572238"/>
                <a:gd name="connsiteX3" fmla="*/ 9427 w 2929776"/>
                <a:gd name="connsiteY3" fmla="*/ 238417 h 3572238"/>
                <a:gd name="connsiteX0" fmla="*/ 907 w 2930683"/>
                <a:gd name="connsiteY0" fmla="*/ 219563 h 3572238"/>
                <a:gd name="connsiteX1" fmla="*/ 2930683 w 2930683"/>
                <a:gd name="connsiteY1" fmla="*/ 0 h 3572238"/>
                <a:gd name="connsiteX2" fmla="*/ 907 w 2930683"/>
                <a:gd name="connsiteY2" fmla="*/ 3572238 h 3572238"/>
                <a:gd name="connsiteX3" fmla="*/ 907 w 2930683"/>
                <a:gd name="connsiteY3" fmla="*/ 219563 h 3572238"/>
              </a:gdLst>
              <a:ahLst/>
              <a:cxnLst>
                <a:cxn ang="0">
                  <a:pos x="connsiteX0" y="connsiteY0"/>
                </a:cxn>
                <a:cxn ang="0">
                  <a:pos x="connsiteX1" y="connsiteY1"/>
                </a:cxn>
                <a:cxn ang="0">
                  <a:pos x="connsiteX2" y="connsiteY2"/>
                </a:cxn>
                <a:cxn ang="0">
                  <a:pos x="connsiteX3" y="connsiteY3"/>
                </a:cxn>
              </a:cxnLst>
              <a:rect l="l" t="t" r="r" b="b"/>
              <a:pathLst>
                <a:path w="2930683" h="3572238">
                  <a:moveTo>
                    <a:pt x="907" y="219563"/>
                  </a:moveTo>
                  <a:lnTo>
                    <a:pt x="2930683" y="0"/>
                  </a:lnTo>
                  <a:lnTo>
                    <a:pt x="907" y="3572238"/>
                  </a:lnTo>
                  <a:cubicBezTo>
                    <a:pt x="4049" y="2460964"/>
                    <a:pt x="-2235" y="1330837"/>
                    <a:pt x="907" y="219563"/>
                  </a:cubicBezTo>
                  <a:close/>
                </a:path>
              </a:pathLst>
            </a:custGeom>
            <a:gradFill>
              <a:gsLst>
                <a:gs pos="45000">
                  <a:schemeClr val="accent2"/>
                </a:gs>
                <a:gs pos="100000">
                  <a:schemeClr val="accent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0" name="Rectangle 1">
              <a:extLst>
                <a:ext uri="{FF2B5EF4-FFF2-40B4-BE49-F238E27FC236}">
                  <a16:creationId xmlns:a16="http://schemas.microsoft.com/office/drawing/2014/main" id="{686DEDC8-C71C-E1F8-0601-D93F92F46FB7}"/>
                </a:ext>
              </a:extLst>
            </p:cNvPr>
            <p:cNvSpPr/>
            <p:nvPr userDrawn="1"/>
          </p:nvSpPr>
          <p:spPr>
            <a:xfrm rot="16200000">
              <a:off x="7037377" y="3183243"/>
              <a:ext cx="1837173" cy="5533011"/>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948632"/>
                <a:gd name="connsiteY0" fmla="*/ 210137 h 2261909"/>
                <a:gd name="connsiteX1" fmla="*/ 2948632 w 2948632"/>
                <a:gd name="connsiteY1" fmla="*/ 0 h 2261909"/>
                <a:gd name="connsiteX2" fmla="*/ 0 w 2948632"/>
                <a:gd name="connsiteY2" fmla="*/ 2261909 h 2261909"/>
                <a:gd name="connsiteX3" fmla="*/ 18857 w 2948632"/>
                <a:gd name="connsiteY3" fmla="*/ 210137 h 2261909"/>
                <a:gd name="connsiteX0" fmla="*/ 9427 w 2939202"/>
                <a:gd name="connsiteY0" fmla="*/ 210137 h 3543958"/>
                <a:gd name="connsiteX1" fmla="*/ 2939202 w 2939202"/>
                <a:gd name="connsiteY1" fmla="*/ 0 h 3543958"/>
                <a:gd name="connsiteX2" fmla="*/ 0 w 2939202"/>
                <a:gd name="connsiteY2" fmla="*/ 3543958 h 3543958"/>
                <a:gd name="connsiteX3" fmla="*/ 9427 w 2939202"/>
                <a:gd name="connsiteY3" fmla="*/ 210137 h 3543958"/>
                <a:gd name="connsiteX0" fmla="*/ 9427 w 2929776"/>
                <a:gd name="connsiteY0" fmla="*/ 238417 h 3572238"/>
                <a:gd name="connsiteX1" fmla="*/ 2929776 w 2929776"/>
                <a:gd name="connsiteY1" fmla="*/ 0 h 3572238"/>
                <a:gd name="connsiteX2" fmla="*/ 0 w 2929776"/>
                <a:gd name="connsiteY2" fmla="*/ 3572238 h 3572238"/>
                <a:gd name="connsiteX3" fmla="*/ 9427 w 2929776"/>
                <a:gd name="connsiteY3" fmla="*/ 238417 h 3572238"/>
                <a:gd name="connsiteX0" fmla="*/ 907 w 2930683"/>
                <a:gd name="connsiteY0" fmla="*/ 219563 h 3572238"/>
                <a:gd name="connsiteX1" fmla="*/ 2930683 w 2930683"/>
                <a:gd name="connsiteY1" fmla="*/ 0 h 3572238"/>
                <a:gd name="connsiteX2" fmla="*/ 907 w 2930683"/>
                <a:gd name="connsiteY2" fmla="*/ 3572238 h 3572238"/>
                <a:gd name="connsiteX3" fmla="*/ 907 w 2930683"/>
                <a:gd name="connsiteY3" fmla="*/ 219563 h 3572238"/>
                <a:gd name="connsiteX0" fmla="*/ 907 w 1837173"/>
                <a:gd name="connsiteY0" fmla="*/ 2180336 h 5533011"/>
                <a:gd name="connsiteX1" fmla="*/ 1837173 w 1837173"/>
                <a:gd name="connsiteY1" fmla="*/ 0 h 5533011"/>
                <a:gd name="connsiteX2" fmla="*/ 907 w 1837173"/>
                <a:gd name="connsiteY2" fmla="*/ 5533011 h 5533011"/>
                <a:gd name="connsiteX3" fmla="*/ 907 w 1837173"/>
                <a:gd name="connsiteY3" fmla="*/ 2180336 h 5533011"/>
                <a:gd name="connsiteX0" fmla="*/ 907 w 1837173"/>
                <a:gd name="connsiteY0" fmla="*/ 2218043 h 5533011"/>
                <a:gd name="connsiteX1" fmla="*/ 1837173 w 1837173"/>
                <a:gd name="connsiteY1" fmla="*/ 0 h 5533011"/>
                <a:gd name="connsiteX2" fmla="*/ 907 w 1837173"/>
                <a:gd name="connsiteY2" fmla="*/ 5533011 h 5533011"/>
                <a:gd name="connsiteX3" fmla="*/ 907 w 1837173"/>
                <a:gd name="connsiteY3" fmla="*/ 2218043 h 5533011"/>
              </a:gdLst>
              <a:ahLst/>
              <a:cxnLst>
                <a:cxn ang="0">
                  <a:pos x="connsiteX0" y="connsiteY0"/>
                </a:cxn>
                <a:cxn ang="0">
                  <a:pos x="connsiteX1" y="connsiteY1"/>
                </a:cxn>
                <a:cxn ang="0">
                  <a:pos x="connsiteX2" y="connsiteY2"/>
                </a:cxn>
                <a:cxn ang="0">
                  <a:pos x="connsiteX3" y="connsiteY3"/>
                </a:cxn>
              </a:cxnLst>
              <a:rect l="l" t="t" r="r" b="b"/>
              <a:pathLst>
                <a:path w="1837173" h="5533011">
                  <a:moveTo>
                    <a:pt x="907" y="2218043"/>
                  </a:moveTo>
                  <a:lnTo>
                    <a:pt x="1837173" y="0"/>
                  </a:lnTo>
                  <a:lnTo>
                    <a:pt x="907" y="5533011"/>
                  </a:lnTo>
                  <a:cubicBezTo>
                    <a:pt x="4049" y="4421737"/>
                    <a:pt x="-2235" y="3329317"/>
                    <a:pt x="907" y="2218043"/>
                  </a:cubicBezTo>
                  <a:close/>
                </a:path>
              </a:pathLst>
            </a:custGeom>
            <a:gradFill>
              <a:gsLst>
                <a:gs pos="45000">
                  <a:schemeClr val="accent2"/>
                </a:gs>
                <a:gs pos="100000">
                  <a:schemeClr val="accent2">
                    <a:lumMod val="75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21" name="Content Placeholder 2">
            <a:extLst>
              <a:ext uri="{FF2B5EF4-FFF2-40B4-BE49-F238E27FC236}">
                <a16:creationId xmlns:a16="http://schemas.microsoft.com/office/drawing/2014/main" id="{564882EA-3D9E-4877-5961-B18BC092EF0A}"/>
              </a:ext>
            </a:extLst>
          </p:cNvPr>
          <p:cNvSpPr>
            <a:spLocks noGrp="1"/>
          </p:cNvSpPr>
          <p:nvPr>
            <p:ph idx="1"/>
          </p:nvPr>
        </p:nvSpPr>
        <p:spPr>
          <a:xfrm>
            <a:off x="525018" y="1449389"/>
            <a:ext cx="11151033" cy="3224211"/>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029806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26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p:txBody>
          <a:bodyPr>
            <a:normAutofit/>
          </a:bodyPr>
          <a:lstStyle>
            <a:lvl1pPr>
              <a:defRPr sz="2800"/>
            </a:lvl1pPr>
          </a:lstStyle>
          <a:p>
            <a:r>
              <a:rPr lang="en-US"/>
              <a:t>Click to edit Master title style</a:t>
            </a:r>
          </a:p>
        </p:txBody>
      </p:sp>
      <p:grpSp>
        <p:nvGrpSpPr>
          <p:cNvPr id="15" name="Group 14">
            <a:extLst>
              <a:ext uri="{FF2B5EF4-FFF2-40B4-BE49-F238E27FC236}">
                <a16:creationId xmlns:a16="http://schemas.microsoft.com/office/drawing/2014/main" id="{83460EAF-4649-FF95-874E-A0109DF57C9B}"/>
              </a:ext>
            </a:extLst>
          </p:cNvPr>
          <p:cNvGrpSpPr/>
          <p:nvPr userDrawn="1"/>
        </p:nvGrpSpPr>
        <p:grpSpPr>
          <a:xfrm>
            <a:off x="-14763" y="4808928"/>
            <a:ext cx="7482363" cy="2067930"/>
            <a:chOff x="-14763" y="3909367"/>
            <a:chExt cx="10737232" cy="2967491"/>
          </a:xfrm>
        </p:grpSpPr>
        <p:sp>
          <p:nvSpPr>
            <p:cNvPr id="16" name="Rectangle 1">
              <a:extLst>
                <a:ext uri="{FF2B5EF4-FFF2-40B4-BE49-F238E27FC236}">
                  <a16:creationId xmlns:a16="http://schemas.microsoft.com/office/drawing/2014/main" id="{F10C9F18-66F6-E79A-6E06-65FA6FBC8669}"/>
                </a:ext>
              </a:extLst>
            </p:cNvPr>
            <p:cNvSpPr/>
            <p:nvPr userDrawn="1"/>
          </p:nvSpPr>
          <p:spPr>
            <a:xfrm>
              <a:off x="-14763" y="3909367"/>
              <a:ext cx="3570795" cy="1243814"/>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3570795"/>
                <a:gd name="connsiteY0" fmla="*/ 257273 h 1243814"/>
                <a:gd name="connsiteX1" fmla="*/ 3570795 w 3570795"/>
                <a:gd name="connsiteY1" fmla="*/ 0 h 1243814"/>
                <a:gd name="connsiteX2" fmla="*/ 0 w 3570795"/>
                <a:gd name="connsiteY2" fmla="*/ 1243814 h 1243814"/>
                <a:gd name="connsiteX3" fmla="*/ 0 w 3570795"/>
                <a:gd name="connsiteY3" fmla="*/ 257273 h 1243814"/>
              </a:gdLst>
              <a:ahLst/>
              <a:cxnLst>
                <a:cxn ang="0">
                  <a:pos x="connsiteX0" y="connsiteY0"/>
                </a:cxn>
                <a:cxn ang="0">
                  <a:pos x="connsiteX1" y="connsiteY1"/>
                </a:cxn>
                <a:cxn ang="0">
                  <a:pos x="connsiteX2" y="connsiteY2"/>
                </a:cxn>
                <a:cxn ang="0">
                  <a:pos x="connsiteX3" y="connsiteY3"/>
                </a:cxn>
              </a:cxnLst>
              <a:rect l="l" t="t" r="r" b="b"/>
              <a:pathLst>
                <a:path w="3570795" h="1243814">
                  <a:moveTo>
                    <a:pt x="0" y="257273"/>
                  </a:moveTo>
                  <a:lnTo>
                    <a:pt x="3570795" y="0"/>
                  </a:lnTo>
                  <a:lnTo>
                    <a:pt x="0" y="1243814"/>
                  </a:lnTo>
                  <a:lnTo>
                    <a:pt x="0" y="257273"/>
                  </a:lnTo>
                  <a:close/>
                </a:path>
              </a:pathLst>
            </a:custGeom>
            <a:gradFill>
              <a:gsLst>
                <a:gs pos="45000">
                  <a:schemeClr val="accent3"/>
                </a:gs>
                <a:gs pos="100000">
                  <a:schemeClr val="accent3">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 name="Rectangle 1">
              <a:extLst>
                <a:ext uri="{FF2B5EF4-FFF2-40B4-BE49-F238E27FC236}">
                  <a16:creationId xmlns:a16="http://schemas.microsoft.com/office/drawing/2014/main" id="{03C9B154-C639-CDB7-2E12-E66ED22D2081}"/>
                </a:ext>
              </a:extLst>
            </p:cNvPr>
            <p:cNvSpPr/>
            <p:nvPr userDrawn="1"/>
          </p:nvSpPr>
          <p:spPr>
            <a:xfrm>
              <a:off x="0" y="3928225"/>
              <a:ext cx="3638746" cy="2924695"/>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606800"/>
                <a:gd name="connsiteY0" fmla="*/ 1244600 h 2146300"/>
                <a:gd name="connsiteX1" fmla="*/ 3606800 w 3606800"/>
                <a:gd name="connsiteY1" fmla="*/ 0 h 2146300"/>
                <a:gd name="connsiteX2" fmla="*/ 0 w 3606800"/>
                <a:gd name="connsiteY2" fmla="*/ 2146300 h 2146300"/>
                <a:gd name="connsiteX3" fmla="*/ 0 w 3606800"/>
                <a:gd name="connsiteY3" fmla="*/ 1244600 h 2146300"/>
                <a:gd name="connsiteX0" fmla="*/ 0 w 3606800"/>
                <a:gd name="connsiteY0" fmla="*/ 1244600 h 2857500"/>
                <a:gd name="connsiteX1" fmla="*/ 3606800 w 3606800"/>
                <a:gd name="connsiteY1" fmla="*/ 0 h 2857500"/>
                <a:gd name="connsiteX2" fmla="*/ 1727200 w 3606800"/>
                <a:gd name="connsiteY2" fmla="*/ 2857500 h 2857500"/>
                <a:gd name="connsiteX3" fmla="*/ 0 w 3606800"/>
                <a:gd name="connsiteY3" fmla="*/ 1244600 h 2857500"/>
                <a:gd name="connsiteX0" fmla="*/ 0 w 3606800"/>
                <a:gd name="connsiteY0" fmla="*/ 1244600 h 2902271"/>
                <a:gd name="connsiteX1" fmla="*/ 3606800 w 3606800"/>
                <a:gd name="connsiteY1" fmla="*/ 0 h 2902271"/>
                <a:gd name="connsiteX2" fmla="*/ 1727200 w 3606800"/>
                <a:gd name="connsiteY2" fmla="*/ 2857500 h 2902271"/>
                <a:gd name="connsiteX3" fmla="*/ 12700 w 3606800"/>
                <a:gd name="connsiteY3" fmla="*/ 2819400 h 2902271"/>
                <a:gd name="connsiteX4" fmla="*/ 0 w 3606800"/>
                <a:gd name="connsiteY4" fmla="*/ 1244600 h 2902271"/>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66612"/>
                <a:gd name="connsiteX1" fmla="*/ 3606800 w 3606800"/>
                <a:gd name="connsiteY1" fmla="*/ 0 h 2866612"/>
                <a:gd name="connsiteX2" fmla="*/ 1727200 w 3606800"/>
                <a:gd name="connsiteY2" fmla="*/ 2857500 h 2866612"/>
                <a:gd name="connsiteX3" fmla="*/ 12700 w 3606800"/>
                <a:gd name="connsiteY3" fmla="*/ 2819400 h 2866612"/>
                <a:gd name="connsiteX4" fmla="*/ 0 w 3606800"/>
                <a:gd name="connsiteY4" fmla="*/ 1244600 h 2866612"/>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81832"/>
                <a:gd name="connsiteX1" fmla="*/ 3606800 w 3606800"/>
                <a:gd name="connsiteY1" fmla="*/ 0 h 2881832"/>
                <a:gd name="connsiteX2" fmla="*/ 1727200 w 3606800"/>
                <a:gd name="connsiteY2" fmla="*/ 2857500 h 2881832"/>
                <a:gd name="connsiteX3" fmla="*/ 5080 w 3606800"/>
                <a:gd name="connsiteY3" fmla="*/ 2865120 h 2881832"/>
                <a:gd name="connsiteX4" fmla="*/ 0 w 3606800"/>
                <a:gd name="connsiteY4" fmla="*/ 1244600 h 2881832"/>
                <a:gd name="connsiteX0" fmla="*/ 0 w 3606800"/>
                <a:gd name="connsiteY0" fmla="*/ 1244600 h 2865120"/>
                <a:gd name="connsiteX1" fmla="*/ 3606800 w 3606800"/>
                <a:gd name="connsiteY1" fmla="*/ 0 h 2865120"/>
                <a:gd name="connsiteX2" fmla="*/ 1727200 w 3606800"/>
                <a:gd name="connsiteY2" fmla="*/ 2857500 h 2865120"/>
                <a:gd name="connsiteX3" fmla="*/ 5080 w 3606800"/>
                <a:gd name="connsiteY3" fmla="*/ 2865120 h 2865120"/>
                <a:gd name="connsiteX4" fmla="*/ 0 w 3606800"/>
                <a:gd name="connsiteY4" fmla="*/ 1244600 h 2865120"/>
                <a:gd name="connsiteX0" fmla="*/ 0 w 3606800"/>
                <a:gd name="connsiteY0" fmla="*/ 1244600 h 2865120"/>
                <a:gd name="connsiteX1" fmla="*/ 3606800 w 3606800"/>
                <a:gd name="connsiteY1" fmla="*/ 0 h 2865120"/>
                <a:gd name="connsiteX2" fmla="*/ 1727200 w 3606800"/>
                <a:gd name="connsiteY2" fmla="*/ 2857500 h 2865120"/>
                <a:gd name="connsiteX3" fmla="*/ 5080 w 3606800"/>
                <a:gd name="connsiteY3" fmla="*/ 2865120 h 2865120"/>
                <a:gd name="connsiteX4" fmla="*/ 0 w 3606800"/>
                <a:gd name="connsiteY4" fmla="*/ 1244600 h 2865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06800" h="2865120">
                  <a:moveTo>
                    <a:pt x="0" y="1244600"/>
                  </a:moveTo>
                  <a:lnTo>
                    <a:pt x="3606800" y="0"/>
                  </a:lnTo>
                  <a:lnTo>
                    <a:pt x="1727200" y="2857500"/>
                  </a:lnTo>
                  <a:lnTo>
                    <a:pt x="5080" y="2865120"/>
                  </a:lnTo>
                  <a:cubicBezTo>
                    <a:pt x="3387" y="2324947"/>
                    <a:pt x="1693" y="1784773"/>
                    <a:pt x="0" y="1244600"/>
                  </a:cubicBezTo>
                  <a:close/>
                </a:path>
              </a:pathLst>
            </a:custGeom>
            <a:gradFill>
              <a:gsLst>
                <a:gs pos="0">
                  <a:schemeClr val="accent3"/>
                </a:gs>
                <a:gs pos="100000">
                  <a:srgbClr val="1B75BC"/>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 name="Rectangle 1">
              <a:extLst>
                <a:ext uri="{FF2B5EF4-FFF2-40B4-BE49-F238E27FC236}">
                  <a16:creationId xmlns:a16="http://schemas.microsoft.com/office/drawing/2014/main" id="{000905DE-A103-D404-B98D-ABB24F02A543}"/>
                </a:ext>
              </a:extLst>
            </p:cNvPr>
            <p:cNvSpPr/>
            <p:nvPr userDrawn="1"/>
          </p:nvSpPr>
          <p:spPr>
            <a:xfrm rot="16200000">
              <a:off x="1383972" y="4338949"/>
              <a:ext cx="2948633" cy="2127185"/>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882644"/>
                <a:gd name="connsiteY0" fmla="*/ 0 h 2127185"/>
                <a:gd name="connsiteX1" fmla="*/ 2882644 w 2882644"/>
                <a:gd name="connsiteY1" fmla="*/ 1910893 h 2127185"/>
                <a:gd name="connsiteX2" fmla="*/ 0 w 2882644"/>
                <a:gd name="connsiteY2" fmla="*/ 2127185 h 2127185"/>
                <a:gd name="connsiteX3" fmla="*/ 18857 w 2882644"/>
                <a:gd name="connsiteY3" fmla="*/ 0 h 2127185"/>
              </a:gdLst>
              <a:ahLst/>
              <a:cxnLst>
                <a:cxn ang="0">
                  <a:pos x="connsiteX0" y="connsiteY0"/>
                </a:cxn>
                <a:cxn ang="0">
                  <a:pos x="connsiteX1" y="connsiteY1"/>
                </a:cxn>
                <a:cxn ang="0">
                  <a:pos x="connsiteX2" y="connsiteY2"/>
                </a:cxn>
                <a:cxn ang="0">
                  <a:pos x="connsiteX3" y="connsiteY3"/>
                </a:cxn>
              </a:cxnLst>
              <a:rect l="l" t="t" r="r" b="b"/>
              <a:pathLst>
                <a:path w="2882644" h="2127185">
                  <a:moveTo>
                    <a:pt x="18857" y="0"/>
                  </a:moveTo>
                  <a:lnTo>
                    <a:pt x="2882644" y="1910893"/>
                  </a:lnTo>
                  <a:lnTo>
                    <a:pt x="0" y="2127185"/>
                  </a:lnTo>
                  <a:lnTo>
                    <a:pt x="18857" y="0"/>
                  </a:lnTo>
                  <a:close/>
                </a:path>
              </a:pathLst>
            </a:custGeom>
            <a:gradFill>
              <a:gsLst>
                <a:gs pos="100000">
                  <a:schemeClr val="accent3"/>
                </a:gs>
                <a:gs pos="0">
                  <a:srgbClr val="1B75BC"/>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Rectangle 1">
              <a:extLst>
                <a:ext uri="{FF2B5EF4-FFF2-40B4-BE49-F238E27FC236}">
                  <a16:creationId xmlns:a16="http://schemas.microsoft.com/office/drawing/2014/main" id="{04B3BAE2-1CF0-CD26-7ADD-CD6A1BB9F72B}"/>
                </a:ext>
              </a:extLst>
            </p:cNvPr>
            <p:cNvSpPr/>
            <p:nvPr userDrawn="1"/>
          </p:nvSpPr>
          <p:spPr>
            <a:xfrm rot="16200000">
              <a:off x="4075788" y="3616875"/>
              <a:ext cx="2930683" cy="3572238"/>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948632"/>
                <a:gd name="connsiteY0" fmla="*/ 210137 h 2261909"/>
                <a:gd name="connsiteX1" fmla="*/ 2948632 w 2948632"/>
                <a:gd name="connsiteY1" fmla="*/ 0 h 2261909"/>
                <a:gd name="connsiteX2" fmla="*/ 0 w 2948632"/>
                <a:gd name="connsiteY2" fmla="*/ 2261909 h 2261909"/>
                <a:gd name="connsiteX3" fmla="*/ 18857 w 2948632"/>
                <a:gd name="connsiteY3" fmla="*/ 210137 h 2261909"/>
                <a:gd name="connsiteX0" fmla="*/ 9427 w 2939202"/>
                <a:gd name="connsiteY0" fmla="*/ 210137 h 3543958"/>
                <a:gd name="connsiteX1" fmla="*/ 2939202 w 2939202"/>
                <a:gd name="connsiteY1" fmla="*/ 0 h 3543958"/>
                <a:gd name="connsiteX2" fmla="*/ 0 w 2939202"/>
                <a:gd name="connsiteY2" fmla="*/ 3543958 h 3543958"/>
                <a:gd name="connsiteX3" fmla="*/ 9427 w 2939202"/>
                <a:gd name="connsiteY3" fmla="*/ 210137 h 3543958"/>
                <a:gd name="connsiteX0" fmla="*/ 9427 w 2929776"/>
                <a:gd name="connsiteY0" fmla="*/ 238417 h 3572238"/>
                <a:gd name="connsiteX1" fmla="*/ 2929776 w 2929776"/>
                <a:gd name="connsiteY1" fmla="*/ 0 h 3572238"/>
                <a:gd name="connsiteX2" fmla="*/ 0 w 2929776"/>
                <a:gd name="connsiteY2" fmla="*/ 3572238 h 3572238"/>
                <a:gd name="connsiteX3" fmla="*/ 9427 w 2929776"/>
                <a:gd name="connsiteY3" fmla="*/ 238417 h 3572238"/>
                <a:gd name="connsiteX0" fmla="*/ 907 w 2930683"/>
                <a:gd name="connsiteY0" fmla="*/ 219563 h 3572238"/>
                <a:gd name="connsiteX1" fmla="*/ 2930683 w 2930683"/>
                <a:gd name="connsiteY1" fmla="*/ 0 h 3572238"/>
                <a:gd name="connsiteX2" fmla="*/ 907 w 2930683"/>
                <a:gd name="connsiteY2" fmla="*/ 3572238 h 3572238"/>
                <a:gd name="connsiteX3" fmla="*/ 907 w 2930683"/>
                <a:gd name="connsiteY3" fmla="*/ 219563 h 3572238"/>
              </a:gdLst>
              <a:ahLst/>
              <a:cxnLst>
                <a:cxn ang="0">
                  <a:pos x="connsiteX0" y="connsiteY0"/>
                </a:cxn>
                <a:cxn ang="0">
                  <a:pos x="connsiteX1" y="connsiteY1"/>
                </a:cxn>
                <a:cxn ang="0">
                  <a:pos x="connsiteX2" y="connsiteY2"/>
                </a:cxn>
                <a:cxn ang="0">
                  <a:pos x="connsiteX3" y="connsiteY3"/>
                </a:cxn>
              </a:cxnLst>
              <a:rect l="l" t="t" r="r" b="b"/>
              <a:pathLst>
                <a:path w="2930683" h="3572238">
                  <a:moveTo>
                    <a:pt x="907" y="219563"/>
                  </a:moveTo>
                  <a:lnTo>
                    <a:pt x="2930683" y="0"/>
                  </a:lnTo>
                  <a:lnTo>
                    <a:pt x="907" y="3572238"/>
                  </a:lnTo>
                  <a:cubicBezTo>
                    <a:pt x="4049" y="2460964"/>
                    <a:pt x="-2235" y="1330837"/>
                    <a:pt x="907" y="219563"/>
                  </a:cubicBezTo>
                  <a:close/>
                </a:path>
              </a:pathLst>
            </a:custGeom>
            <a:gradFill>
              <a:gsLst>
                <a:gs pos="0">
                  <a:schemeClr val="accent3"/>
                </a:gs>
                <a:gs pos="100000">
                  <a:schemeClr val="accent3">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0" name="Rectangle 1">
              <a:extLst>
                <a:ext uri="{FF2B5EF4-FFF2-40B4-BE49-F238E27FC236}">
                  <a16:creationId xmlns:a16="http://schemas.microsoft.com/office/drawing/2014/main" id="{686DEDC8-C71C-E1F8-0601-D93F92F46FB7}"/>
                </a:ext>
              </a:extLst>
            </p:cNvPr>
            <p:cNvSpPr/>
            <p:nvPr userDrawn="1"/>
          </p:nvSpPr>
          <p:spPr>
            <a:xfrm rot="16200000">
              <a:off x="7037377" y="3183243"/>
              <a:ext cx="1837173" cy="5533011"/>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948632"/>
                <a:gd name="connsiteY0" fmla="*/ 210137 h 2261909"/>
                <a:gd name="connsiteX1" fmla="*/ 2948632 w 2948632"/>
                <a:gd name="connsiteY1" fmla="*/ 0 h 2261909"/>
                <a:gd name="connsiteX2" fmla="*/ 0 w 2948632"/>
                <a:gd name="connsiteY2" fmla="*/ 2261909 h 2261909"/>
                <a:gd name="connsiteX3" fmla="*/ 18857 w 2948632"/>
                <a:gd name="connsiteY3" fmla="*/ 210137 h 2261909"/>
                <a:gd name="connsiteX0" fmla="*/ 9427 w 2939202"/>
                <a:gd name="connsiteY0" fmla="*/ 210137 h 3543958"/>
                <a:gd name="connsiteX1" fmla="*/ 2939202 w 2939202"/>
                <a:gd name="connsiteY1" fmla="*/ 0 h 3543958"/>
                <a:gd name="connsiteX2" fmla="*/ 0 w 2939202"/>
                <a:gd name="connsiteY2" fmla="*/ 3543958 h 3543958"/>
                <a:gd name="connsiteX3" fmla="*/ 9427 w 2939202"/>
                <a:gd name="connsiteY3" fmla="*/ 210137 h 3543958"/>
                <a:gd name="connsiteX0" fmla="*/ 9427 w 2929776"/>
                <a:gd name="connsiteY0" fmla="*/ 238417 h 3572238"/>
                <a:gd name="connsiteX1" fmla="*/ 2929776 w 2929776"/>
                <a:gd name="connsiteY1" fmla="*/ 0 h 3572238"/>
                <a:gd name="connsiteX2" fmla="*/ 0 w 2929776"/>
                <a:gd name="connsiteY2" fmla="*/ 3572238 h 3572238"/>
                <a:gd name="connsiteX3" fmla="*/ 9427 w 2929776"/>
                <a:gd name="connsiteY3" fmla="*/ 238417 h 3572238"/>
                <a:gd name="connsiteX0" fmla="*/ 907 w 2930683"/>
                <a:gd name="connsiteY0" fmla="*/ 219563 h 3572238"/>
                <a:gd name="connsiteX1" fmla="*/ 2930683 w 2930683"/>
                <a:gd name="connsiteY1" fmla="*/ 0 h 3572238"/>
                <a:gd name="connsiteX2" fmla="*/ 907 w 2930683"/>
                <a:gd name="connsiteY2" fmla="*/ 3572238 h 3572238"/>
                <a:gd name="connsiteX3" fmla="*/ 907 w 2930683"/>
                <a:gd name="connsiteY3" fmla="*/ 219563 h 3572238"/>
                <a:gd name="connsiteX0" fmla="*/ 907 w 1837173"/>
                <a:gd name="connsiteY0" fmla="*/ 2180336 h 5533011"/>
                <a:gd name="connsiteX1" fmla="*/ 1837173 w 1837173"/>
                <a:gd name="connsiteY1" fmla="*/ 0 h 5533011"/>
                <a:gd name="connsiteX2" fmla="*/ 907 w 1837173"/>
                <a:gd name="connsiteY2" fmla="*/ 5533011 h 5533011"/>
                <a:gd name="connsiteX3" fmla="*/ 907 w 1837173"/>
                <a:gd name="connsiteY3" fmla="*/ 2180336 h 5533011"/>
                <a:gd name="connsiteX0" fmla="*/ 907 w 1837173"/>
                <a:gd name="connsiteY0" fmla="*/ 2218043 h 5533011"/>
                <a:gd name="connsiteX1" fmla="*/ 1837173 w 1837173"/>
                <a:gd name="connsiteY1" fmla="*/ 0 h 5533011"/>
                <a:gd name="connsiteX2" fmla="*/ 907 w 1837173"/>
                <a:gd name="connsiteY2" fmla="*/ 5533011 h 5533011"/>
                <a:gd name="connsiteX3" fmla="*/ 907 w 1837173"/>
                <a:gd name="connsiteY3" fmla="*/ 2218043 h 5533011"/>
              </a:gdLst>
              <a:ahLst/>
              <a:cxnLst>
                <a:cxn ang="0">
                  <a:pos x="connsiteX0" y="connsiteY0"/>
                </a:cxn>
                <a:cxn ang="0">
                  <a:pos x="connsiteX1" y="connsiteY1"/>
                </a:cxn>
                <a:cxn ang="0">
                  <a:pos x="connsiteX2" y="connsiteY2"/>
                </a:cxn>
                <a:cxn ang="0">
                  <a:pos x="connsiteX3" y="connsiteY3"/>
                </a:cxn>
              </a:cxnLst>
              <a:rect l="l" t="t" r="r" b="b"/>
              <a:pathLst>
                <a:path w="1837173" h="5533011">
                  <a:moveTo>
                    <a:pt x="907" y="2218043"/>
                  </a:moveTo>
                  <a:lnTo>
                    <a:pt x="1837173" y="0"/>
                  </a:lnTo>
                  <a:lnTo>
                    <a:pt x="907" y="5533011"/>
                  </a:lnTo>
                  <a:cubicBezTo>
                    <a:pt x="4049" y="4421737"/>
                    <a:pt x="-2235" y="3329317"/>
                    <a:pt x="907" y="2218043"/>
                  </a:cubicBezTo>
                  <a:close/>
                </a:path>
              </a:pathLst>
            </a:custGeom>
            <a:gradFill>
              <a:gsLst>
                <a:gs pos="45000">
                  <a:schemeClr val="accent3"/>
                </a:gs>
                <a:gs pos="100000">
                  <a:srgbClr val="1B75BC"/>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21" name="Content Placeholder 2">
            <a:extLst>
              <a:ext uri="{FF2B5EF4-FFF2-40B4-BE49-F238E27FC236}">
                <a16:creationId xmlns:a16="http://schemas.microsoft.com/office/drawing/2014/main" id="{564882EA-3D9E-4877-5961-B18BC092EF0A}"/>
              </a:ext>
            </a:extLst>
          </p:cNvPr>
          <p:cNvSpPr>
            <a:spLocks noGrp="1"/>
          </p:cNvSpPr>
          <p:nvPr>
            <p:ph idx="1"/>
          </p:nvPr>
        </p:nvSpPr>
        <p:spPr>
          <a:xfrm>
            <a:off x="525018" y="1449389"/>
            <a:ext cx="11151033" cy="3224211"/>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4842253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19B4F-E032-7842-81B5-F7DAEF0BD261}"/>
              </a:ext>
            </a:extLst>
          </p:cNvPr>
          <p:cNvSpPr>
            <a:spLocks noGrp="1"/>
          </p:cNvSpPr>
          <p:nvPr>
            <p:ph type="title"/>
          </p:nvPr>
        </p:nvSpPr>
        <p:spPr/>
        <p:txBody>
          <a:bodyPr>
            <a:normAutofit/>
          </a:bodyPr>
          <a:lstStyle>
            <a:lvl1pPr>
              <a:defRPr sz="2800"/>
            </a:lvl1pPr>
          </a:lstStyle>
          <a:p>
            <a:r>
              <a:rPr lang="en-US"/>
              <a:t>Click to edit Master title style</a:t>
            </a:r>
          </a:p>
        </p:txBody>
      </p:sp>
      <p:sp>
        <p:nvSpPr>
          <p:cNvPr id="6" name="Slide Number Placeholder 3">
            <a:extLst>
              <a:ext uri="{FF2B5EF4-FFF2-40B4-BE49-F238E27FC236}">
                <a16:creationId xmlns:a16="http://schemas.microsoft.com/office/drawing/2014/main" id="{B7A7A84D-8766-D045-8B74-31B5E18E5185}"/>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Tree>
    <p:extLst>
      <p:ext uri="{BB962C8B-B14F-4D97-AF65-F5344CB8AC3E}">
        <p14:creationId xmlns:p14="http://schemas.microsoft.com/office/powerpoint/2010/main" val="177842201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3F30FBA-829C-6D43-A610-2ACFFB45657D}"/>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Tree>
    <p:extLst>
      <p:ext uri="{BB962C8B-B14F-4D97-AF65-F5344CB8AC3E}">
        <p14:creationId xmlns:p14="http://schemas.microsoft.com/office/powerpoint/2010/main" val="291274734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theme" Target="../theme/theme1.xml"/><Relationship Id="rId41" Type="http://schemas.openxmlformats.org/officeDocument/2006/relationships/image" Target="../media/image1.png"/><Relationship Id="rId42"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751D45D-9934-604D-99B4-7F9FD259C3C4}"/>
              </a:ext>
            </a:extLst>
          </p:cNvPr>
          <p:cNvSpPr>
            <a:spLocks noGrp="1"/>
          </p:cNvSpPr>
          <p:nvPr>
            <p:ph type="title"/>
          </p:nvPr>
        </p:nvSpPr>
        <p:spPr>
          <a:xfrm>
            <a:off x="525019" y="368300"/>
            <a:ext cx="11151044" cy="900114"/>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F73DDE4-94D2-5D4A-8196-76F06726BE19}"/>
              </a:ext>
            </a:extLst>
          </p:cNvPr>
          <p:cNvSpPr>
            <a:spLocks noGrp="1"/>
          </p:cNvSpPr>
          <p:nvPr>
            <p:ph type="body" idx="1"/>
          </p:nvPr>
        </p:nvSpPr>
        <p:spPr>
          <a:xfrm>
            <a:off x="525018" y="1449389"/>
            <a:ext cx="11151033" cy="450056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 name="Group 3">
            <a:extLst>
              <a:ext uri="{FF2B5EF4-FFF2-40B4-BE49-F238E27FC236}">
                <a16:creationId xmlns:a16="http://schemas.microsoft.com/office/drawing/2014/main" id="{8662BF66-4F9E-8D30-103D-C44E14CD1BAC}"/>
              </a:ext>
            </a:extLst>
          </p:cNvPr>
          <p:cNvGrpSpPr/>
          <p:nvPr userDrawn="1"/>
        </p:nvGrpSpPr>
        <p:grpSpPr>
          <a:xfrm>
            <a:off x="337362" y="6000547"/>
            <a:ext cx="1633336" cy="719658"/>
            <a:chOff x="160202" y="5758079"/>
            <a:chExt cx="2310184" cy="1017881"/>
          </a:xfrm>
        </p:grpSpPr>
        <p:pic>
          <p:nvPicPr>
            <p:cNvPr id="5" name="Picture 4">
              <a:extLst>
                <a:ext uri="{FF2B5EF4-FFF2-40B4-BE49-F238E27FC236}">
                  <a16:creationId xmlns:a16="http://schemas.microsoft.com/office/drawing/2014/main" id="{E7C626DE-394C-4914-C5B2-59BAC8AFA5D0}"/>
                </a:ext>
              </a:extLst>
            </p:cNvPr>
            <p:cNvPicPr>
              <a:picLocks noChangeAspect="1"/>
            </p:cNvPicPr>
            <p:nvPr/>
          </p:nvPicPr>
          <p:blipFill>
            <a:blip r:embed="rId41" cstate="screen">
              <a:extLst>
                <a:ext uri="{28A0092B-C50C-407E-A947-70E740481C1C}">
                  <a14:useLocalDpi xmlns:a14="http://schemas.microsoft.com/office/drawing/2010/main"/>
                </a:ext>
              </a:extLst>
            </a:blip>
            <a:stretch>
              <a:fillRect/>
            </a:stretch>
          </p:blipFill>
          <p:spPr>
            <a:xfrm>
              <a:off x="160202" y="5758079"/>
              <a:ext cx="2198685" cy="1017881"/>
            </a:xfrm>
            <a:prstGeom prst="rect">
              <a:avLst/>
            </a:prstGeom>
          </p:spPr>
        </p:pic>
        <p:cxnSp>
          <p:nvCxnSpPr>
            <p:cNvPr id="6" name="Straight Connector 5">
              <a:extLst>
                <a:ext uri="{FF2B5EF4-FFF2-40B4-BE49-F238E27FC236}">
                  <a16:creationId xmlns:a16="http://schemas.microsoft.com/office/drawing/2014/main" id="{D9B1BCF9-28F7-5132-DF0D-EBA2DF39BA52}"/>
                </a:ext>
              </a:extLst>
            </p:cNvPr>
            <p:cNvCxnSpPr>
              <a:cxnSpLocks/>
            </p:cNvCxnSpPr>
            <p:nvPr/>
          </p:nvCxnSpPr>
          <p:spPr>
            <a:xfrm>
              <a:off x="2470386" y="5980428"/>
              <a:ext cx="0" cy="573181"/>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grpSp>
      <p:pic>
        <p:nvPicPr>
          <p:cNvPr id="7" name="Picture 2" descr="Coal Mining Health &amp; Safety Services | Coal Services">
            <a:extLst>
              <a:ext uri="{FF2B5EF4-FFF2-40B4-BE49-F238E27FC236}">
                <a16:creationId xmlns:a16="http://schemas.microsoft.com/office/drawing/2014/main" id="{4E5A161A-9D63-DE93-630B-CC3C952E7163}"/>
              </a:ext>
            </a:extLst>
          </p:cNvPr>
          <p:cNvPicPr>
            <a:picLocks noChangeAspect="1" noChangeArrowheads="1"/>
          </p:cNvPicPr>
          <p:nvPr userDrawn="1"/>
        </p:nvPicPr>
        <p:blipFill>
          <a:blip r:embed="rId42" cstate="screen">
            <a:extLst>
              <a:ext uri="{28A0092B-C50C-407E-A947-70E740481C1C}">
                <a14:useLocalDpi xmlns:a14="http://schemas.microsoft.com/office/drawing/2010/main"/>
              </a:ext>
            </a:extLst>
          </a:blip>
          <a:srcRect/>
          <a:stretch>
            <a:fillRect/>
          </a:stretch>
        </p:blipFill>
        <p:spPr bwMode="auto">
          <a:xfrm>
            <a:off x="2242624" y="6130926"/>
            <a:ext cx="971104" cy="471791"/>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BEF960E2-91A0-CB6A-A7C3-C045C270FF0D}"/>
              </a:ext>
            </a:extLst>
          </p:cNvPr>
          <p:cNvSpPr txBox="1"/>
          <p:nvPr userDrawn="1"/>
        </p:nvSpPr>
        <p:spPr>
          <a:xfrm>
            <a:off x="7927089" y="6308575"/>
            <a:ext cx="3011070" cy="230832"/>
          </a:xfrm>
          <a:prstGeom prst="rect">
            <a:avLst/>
          </a:prstGeom>
          <a:noFill/>
        </p:spPr>
        <p:txBody>
          <a:bodyPr wrap="square"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AU" sz="900">
                <a:latin typeface="Roboto" panose="02000000000000000000" pitchFamily="2" charset="0"/>
                <a:ea typeface="Roboto" panose="02000000000000000000" pitchFamily="2" charset="0"/>
              </a:rPr>
              <a:t>© The Strategy Group 2026. All rights reserved</a:t>
            </a:r>
            <a:r>
              <a:rPr lang="en-AU" sz="800">
                <a:latin typeface="Roboto" panose="02000000000000000000" pitchFamily="2" charset="0"/>
                <a:ea typeface="Roboto" panose="02000000000000000000" pitchFamily="2" charset="0"/>
              </a:rPr>
              <a:t>. </a:t>
            </a:r>
          </a:p>
        </p:txBody>
      </p:sp>
      <p:sp>
        <p:nvSpPr>
          <p:cNvPr id="12" name="Slide Number Placeholder 3">
            <a:extLst>
              <a:ext uri="{FF2B5EF4-FFF2-40B4-BE49-F238E27FC236}">
                <a16:creationId xmlns:a16="http://schemas.microsoft.com/office/drawing/2014/main" id="{7621E0AC-692E-D20F-992A-AF88F018E659}"/>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Tree>
    <p:extLst>
      <p:ext uri="{BB962C8B-B14F-4D97-AF65-F5344CB8AC3E}">
        <p14:creationId xmlns:p14="http://schemas.microsoft.com/office/powerpoint/2010/main" val="766684962"/>
      </p:ext>
    </p:extLst>
  </p:cSld>
  <p:clrMap bg1="lt1" tx1="dk1" bg2="lt2" tx2="dk2" accent1="accent1" accent2="accent2" accent3="accent3" accent4="accent4" accent5="accent5" accent6="accent6" hlink="hlink" folHlink="folHlink"/>
  <p:sldLayoutIdLst>
    <p:sldLayoutId id="2147483846" r:id="rId1"/>
    <p:sldLayoutId id="2147483918" r:id="rId2"/>
    <p:sldLayoutId id="2147483919" r:id="rId3"/>
    <p:sldLayoutId id="2147483920" r:id="rId4"/>
    <p:sldLayoutId id="2147483891" r:id="rId5"/>
    <p:sldLayoutId id="2147483926" r:id="rId6"/>
    <p:sldLayoutId id="2147483927" r:id="rId7"/>
    <p:sldLayoutId id="2147483916" r:id="rId8"/>
    <p:sldLayoutId id="2147483917" r:id="rId9"/>
    <p:sldLayoutId id="2147484027" r:id="rId10"/>
    <p:sldLayoutId id="2147484030" r:id="rId11"/>
    <p:sldLayoutId id="2147484046" r:id="rId12"/>
    <p:sldLayoutId id="2147484047" r:id="rId13"/>
    <p:sldLayoutId id="2147484039" r:id="rId14"/>
    <p:sldLayoutId id="2147484043" r:id="rId15"/>
    <p:sldLayoutId id="2147483922" r:id="rId16"/>
    <p:sldLayoutId id="2147483928" r:id="rId17"/>
    <p:sldLayoutId id="2147483929" r:id="rId18"/>
    <p:sldLayoutId id="2147483930" r:id="rId19"/>
    <p:sldLayoutId id="2147483915" r:id="rId20"/>
    <p:sldLayoutId id="2147483912" r:id="rId21"/>
    <p:sldLayoutId id="2147483931" r:id="rId22"/>
    <p:sldLayoutId id="2147483932" r:id="rId23"/>
    <p:sldLayoutId id="2147483933" r:id="rId24"/>
    <p:sldLayoutId id="2147483934" r:id="rId25"/>
    <p:sldLayoutId id="2147483935" r:id="rId26"/>
    <p:sldLayoutId id="2147483936" r:id="rId27"/>
    <p:sldLayoutId id="2147483881" r:id="rId28"/>
    <p:sldLayoutId id="2147483877" r:id="rId29"/>
    <p:sldLayoutId id="2147483910" r:id="rId30"/>
    <p:sldLayoutId id="2147483880" r:id="rId31"/>
    <p:sldLayoutId id="2147483907" r:id="rId32"/>
    <p:sldLayoutId id="2147483874" r:id="rId33"/>
    <p:sldLayoutId id="2147483908" r:id="rId34"/>
    <p:sldLayoutId id="2147483911" r:id="rId35"/>
    <p:sldLayoutId id="2147483913" r:id="rId36"/>
    <p:sldLayoutId id="2147483914" r:id="rId37"/>
    <p:sldLayoutId id="2147483850" r:id="rId38"/>
    <p:sldLayoutId id="2147483851" r:id="rId39"/>
  </p:sldLayoutIdLst>
  <p:hf hdr="0" ftr="0" dt="0"/>
  <p:txStyles>
    <p:titleStyle>
      <a:lvl1pPr algn="l" defTabSz="914400" rtl="0" eaLnBrk="1" latinLnBrk="0" hangingPunct="1">
        <a:lnSpc>
          <a:spcPct val="90000"/>
        </a:lnSpc>
        <a:spcBef>
          <a:spcPct val="0"/>
        </a:spcBef>
        <a:buNone/>
        <a:defRPr sz="2800" kern="1200">
          <a:solidFill>
            <a:schemeClr val="tx1"/>
          </a:solidFill>
          <a:latin typeface="Poppins" pitchFamily="2" charset="77"/>
          <a:ea typeface="+mj-ea"/>
          <a:cs typeface="Poppins" pitchFamily="2" charset="77"/>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Poppins Light" panose="00000400000000000000" pitchFamily="2" charset="0"/>
          <a:ea typeface="Lato" panose="020F0502020204030203" pitchFamily="34" charset="0"/>
          <a:cs typeface="Poppins Light" panose="000004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7355" userDrawn="1">
          <p15:clr>
            <a:srgbClr val="F26B43"/>
          </p15:clr>
        </p15:guide>
        <p15:guide id="5" pos="712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 Id="rId3" Type="http://schemas.openxmlformats.org/officeDocument/2006/relationships/image" Target="../media/image11.jpeg"/><Relationship Id="rId4" Type="http://schemas.openxmlformats.org/officeDocument/2006/relationships/image" Target="../media/image12.png"/><Relationship Id="rId5" Type="http://schemas.openxmlformats.org/officeDocument/2006/relationships/image" Target="../media/image13.svg"/><Relationship Id="rId6" Type="http://schemas.openxmlformats.org/officeDocument/2006/relationships/image" Target="../media/image14.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image" Target="../media/image11.jpeg"/><Relationship Id="rId4" Type="http://schemas.openxmlformats.org/officeDocument/2006/relationships/image" Target="../media/image12.png"/><Relationship Id="rId5" Type="http://schemas.openxmlformats.org/officeDocument/2006/relationships/image" Target="../media/image13.svg"/><Relationship Id="rId6" Type="http://schemas.openxmlformats.org/officeDocument/2006/relationships/image" Target="../media/image14.sv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9EC006-2222-832D-ED3B-9D349F9A757E}"/>
            </a:ext>
          </a:extLst>
        </p:cNvPr>
        <p:cNvGrpSpPr/>
        <p:nvPr/>
      </p:nvGrpSpPr>
      <p:grpSpPr>
        <a:xfrm>
          <a:off x="0" y="0"/>
          <a:ext cx="0" cy="0"/>
          <a:chOff x="0" y="0"/>
          <a:chExt cx="0" cy="0"/>
        </a:xfrm>
      </p:grpSpPr>
      <p:pic>
        <p:nvPicPr>
          <p:cNvPr id="3" name="Picture 2" descr="About Coal Services : A Specialised Health and Safety Scheme">
            <a:extLst>
              <a:ext uri="{FF2B5EF4-FFF2-40B4-BE49-F238E27FC236}">
                <a16:creationId xmlns:a16="http://schemas.microsoft.com/office/drawing/2014/main" id="{958C83BB-9788-1B17-1380-FFBE7D8CC71C}"/>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0" y="-12626"/>
            <a:ext cx="12191437" cy="6883252"/>
          </a:xfrm>
          <a:prstGeom prst="rect">
            <a:avLst/>
          </a:prstGeom>
        </p:spPr>
      </p:pic>
      <p:sp>
        <p:nvSpPr>
          <p:cNvPr id="9" name="Rectangle 8">
            <a:extLst>
              <a:ext uri="{FF2B5EF4-FFF2-40B4-BE49-F238E27FC236}">
                <a16:creationId xmlns:a16="http://schemas.microsoft.com/office/drawing/2014/main" id="{65F5A8F3-97DE-6DF4-DFE7-4AE104686192}"/>
              </a:ext>
            </a:extLst>
          </p:cNvPr>
          <p:cNvSpPr/>
          <p:nvPr/>
        </p:nvSpPr>
        <p:spPr>
          <a:xfrm>
            <a:off x="-1" y="-12627"/>
            <a:ext cx="12191437" cy="6883253"/>
          </a:xfrm>
          <a:prstGeom prst="rect">
            <a:avLst/>
          </a:prstGeom>
          <a:solidFill>
            <a:schemeClr val="tx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Open Sans Light"/>
              <a:ea typeface="+mn-ea"/>
              <a:cs typeface="+mn-cs"/>
            </a:endParaRPr>
          </a:p>
        </p:txBody>
      </p:sp>
      <p:cxnSp>
        <p:nvCxnSpPr>
          <p:cNvPr id="8" name="Straight Connector 7">
            <a:extLst>
              <a:ext uri="{FF2B5EF4-FFF2-40B4-BE49-F238E27FC236}">
                <a16:creationId xmlns:a16="http://schemas.microsoft.com/office/drawing/2014/main" id="{182F0C0E-03BE-4E8A-9218-90A057E7882F}"/>
              </a:ext>
            </a:extLst>
          </p:cNvPr>
          <p:cNvCxnSpPr>
            <a:cxnSpLocks/>
          </p:cNvCxnSpPr>
          <p:nvPr/>
        </p:nvCxnSpPr>
        <p:spPr>
          <a:xfrm>
            <a:off x="599937" y="4292892"/>
            <a:ext cx="916629" cy="0"/>
          </a:xfrm>
          <a:prstGeom prst="line">
            <a:avLst/>
          </a:prstGeom>
          <a:ln w="38100" cap="rnd">
            <a:solidFill>
              <a:schemeClr val="accent3"/>
            </a:solidFill>
          </a:ln>
        </p:spPr>
        <p:style>
          <a:lnRef idx="1">
            <a:schemeClr val="accent1"/>
          </a:lnRef>
          <a:fillRef idx="0">
            <a:schemeClr val="accent1"/>
          </a:fillRef>
          <a:effectRef idx="0">
            <a:schemeClr val="accent1"/>
          </a:effectRef>
          <a:fontRef idx="minor">
            <a:schemeClr val="tx1"/>
          </a:fontRef>
        </p:style>
      </p:cxnSp>
      <p:sp>
        <p:nvSpPr>
          <p:cNvPr id="13" name="Subtitle 4">
            <a:extLst>
              <a:ext uri="{FF2B5EF4-FFF2-40B4-BE49-F238E27FC236}">
                <a16:creationId xmlns:a16="http://schemas.microsoft.com/office/drawing/2014/main" id="{E01ADEE1-26A6-0660-D47A-861E588A14B5}"/>
              </a:ext>
            </a:extLst>
          </p:cNvPr>
          <p:cNvSpPr>
            <a:spLocks noGrp="1"/>
          </p:cNvSpPr>
          <p:nvPr>
            <p:ph type="subTitle" idx="1"/>
          </p:nvPr>
        </p:nvSpPr>
        <p:spPr>
          <a:xfrm>
            <a:off x="499110" y="4534406"/>
            <a:ext cx="9144000" cy="1655762"/>
          </a:xfrm>
        </p:spPr>
        <p:txBody>
          <a:bodyPr vert="horz" lIns="91440" tIns="45720" rIns="91440" bIns="45720" rtlCol="0" anchor="t">
            <a:normAutofit/>
          </a:bodyPr>
          <a:lstStyle/>
          <a:p>
            <a:pPr>
              <a:lnSpc>
                <a:spcPct val="100000"/>
              </a:lnSpc>
              <a:spcBef>
                <a:spcPts val="0"/>
              </a:spcBef>
              <a:spcAft>
                <a:spcPts val="800"/>
              </a:spcAft>
            </a:pPr>
            <a:r>
              <a:rPr lang="en-GB" sz="1400" dirty="0">
                <a:solidFill>
                  <a:schemeClr val="bg1"/>
                </a:solidFill>
                <a:latin typeface="Poppins" pitchFamily="2" charset="77"/>
                <a:cs typeface="Poppins" pitchFamily="2" charset="77"/>
              </a:rPr>
              <a:t>GMT Working Session</a:t>
            </a:r>
          </a:p>
          <a:p>
            <a:pPr>
              <a:lnSpc>
                <a:spcPct val="100000"/>
              </a:lnSpc>
              <a:spcBef>
                <a:spcPts val="0"/>
              </a:spcBef>
              <a:spcAft>
                <a:spcPts val="800"/>
              </a:spcAft>
            </a:pPr>
            <a:r>
              <a:rPr lang="en-GB" sz="1400" dirty="0">
                <a:solidFill>
                  <a:schemeClr val="bg1"/>
                </a:solidFill>
                <a:latin typeface="Poppins" pitchFamily="2" charset="77"/>
                <a:cs typeface="Poppins" pitchFamily="2" charset="77"/>
              </a:rPr>
              <a:t>Connecting and sequencing the work already in train</a:t>
            </a:r>
          </a:p>
          <a:p>
            <a:pPr>
              <a:lnSpc>
                <a:spcPct val="100000"/>
              </a:lnSpc>
              <a:spcBef>
                <a:spcPts val="0"/>
              </a:spcBef>
              <a:spcAft>
                <a:spcPts val="800"/>
              </a:spcAft>
            </a:pPr>
            <a:r>
              <a:rPr lang="en-GB" sz="1400" dirty="0">
                <a:solidFill>
                  <a:schemeClr val="bg1"/>
                </a:solidFill>
                <a:latin typeface="Poppins" pitchFamily="2" charset="77"/>
                <a:cs typeface="Poppins" pitchFamily="2" charset="77"/>
              </a:rPr>
              <a:t>22 October 2026  |  75 minutes</a:t>
            </a:r>
          </a:p>
        </p:txBody>
      </p:sp>
      <p:sp>
        <p:nvSpPr>
          <p:cNvPr id="14" name="Title 3">
            <a:extLst>
              <a:ext uri="{FF2B5EF4-FFF2-40B4-BE49-F238E27FC236}">
                <a16:creationId xmlns:a16="http://schemas.microsoft.com/office/drawing/2014/main" id="{39599FE2-127A-BB0A-FB8B-3061EE8581BC}"/>
              </a:ext>
            </a:extLst>
          </p:cNvPr>
          <p:cNvSpPr>
            <a:spLocks noGrp="1"/>
          </p:cNvSpPr>
          <p:nvPr>
            <p:ph type="ctrTitle"/>
          </p:nvPr>
        </p:nvSpPr>
        <p:spPr>
          <a:xfrm>
            <a:off x="499109" y="1653000"/>
            <a:ext cx="9144000" cy="2499699"/>
          </a:xfrm>
        </p:spPr>
        <p:txBody>
          <a:bodyPr>
            <a:normAutofit/>
          </a:bodyPr>
          <a:lstStyle/>
          <a:p>
            <a:pPr>
              <a:lnSpc>
                <a:spcPct val="100000"/>
              </a:lnSpc>
            </a:pPr>
            <a:r>
              <a:rPr lang="en-AU" b="1" dirty="0"/>
              <a:t>Industry Sentiment Scorecard:</a:t>
            </a:r>
            <a:br>
              <a:rPr lang="en-AU" b="1" dirty="0"/>
            </a:br>
            <a:r>
              <a:rPr lang="en-AU" b="1" dirty="0"/>
              <a:t>from insight to action</a:t>
            </a:r>
            <a:endParaRPr lang="en-GB" b="1" noProof="0" dirty="0">
              <a:latin typeface="Poppins" pitchFamily="2" charset="77"/>
              <a:cs typeface="Poppins" pitchFamily="2" charset="77"/>
            </a:endParaRPr>
          </a:p>
        </p:txBody>
      </p:sp>
      <p:pic>
        <p:nvPicPr>
          <p:cNvPr id="16" name="Picture 15">
            <a:extLst>
              <a:ext uri="{FF2B5EF4-FFF2-40B4-BE49-F238E27FC236}">
                <a16:creationId xmlns:a16="http://schemas.microsoft.com/office/drawing/2014/main" id="{0B8E9BD2-09C0-3CE8-32EF-F822B1148CA8}"/>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299519" y="6000382"/>
            <a:ext cx="1572883" cy="726691"/>
          </a:xfrm>
          <a:prstGeom prst="rect">
            <a:avLst/>
          </a:prstGeom>
        </p:spPr>
      </p:pic>
      <p:pic>
        <p:nvPicPr>
          <p:cNvPr id="4" name="Graphic 3">
            <a:extLst>
              <a:ext uri="{FF2B5EF4-FFF2-40B4-BE49-F238E27FC236}">
                <a16:creationId xmlns:a16="http://schemas.microsoft.com/office/drawing/2014/main" id="{A809D29D-F8AA-B053-D0E4-57C0F079C9E6}"/>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5"/>
              </a:ext>
            </a:extLst>
          </a:blip>
          <a:srcRect l="8654" t="36592" r="41735" b="22942"/>
          <a:stretch>
            <a:fillRect/>
          </a:stretch>
        </p:blipFill>
        <p:spPr>
          <a:xfrm>
            <a:off x="8130766" y="20202"/>
            <a:ext cx="4060671" cy="3312083"/>
          </a:xfrm>
          <a:prstGeom prst="rect">
            <a:avLst/>
          </a:prstGeom>
        </p:spPr>
      </p:pic>
      <p:pic>
        <p:nvPicPr>
          <p:cNvPr id="19" name="Picture 6">
            <a:extLst>
              <a:ext uri="{FF2B5EF4-FFF2-40B4-BE49-F238E27FC236}">
                <a16:creationId xmlns:a16="http://schemas.microsoft.com/office/drawing/2014/main" id="{15B59517-8ADD-FB27-58CF-D7BFFF0B4F86}"/>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499109" y="272505"/>
            <a:ext cx="2156226" cy="1189642"/>
          </a:xfrm>
          <a:prstGeom prst="rect">
            <a:avLst/>
          </a:prstGeom>
        </p:spPr>
      </p:pic>
    </p:spTree>
    <p:extLst>
      <p:ext uri="{BB962C8B-B14F-4D97-AF65-F5344CB8AC3E}">
        <p14:creationId xmlns:p14="http://schemas.microsoft.com/office/powerpoint/2010/main" val="13043844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04E26-E604-813E-86D3-014AA1D9C32E}"/>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3608ACD3-B5DF-52A8-4DE1-4D5D28F05B17}"/>
              </a:ext>
            </a:extLst>
          </p:cNvPr>
          <p:cNvCxnSpPr>
            <a:cxnSpLocks/>
            <a:stCxn id="6" idx="3"/>
          </p:cNvCxnSpPr>
          <p:nvPr/>
        </p:nvCxnSpPr>
        <p:spPr>
          <a:xfrm>
            <a:off x="2609641" y="277669"/>
            <a:ext cx="9582359"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555E4999-7C88-D24F-75F2-28872F004E5D}"/>
              </a:ext>
            </a:extLst>
          </p:cNvPr>
          <p:cNvCxnSpPr>
            <a:cxnSpLocks/>
            <a:endCxn id="6" idx="1"/>
          </p:cNvCxnSpPr>
          <p:nvPr/>
        </p:nvCxnSpPr>
        <p:spPr>
          <a:xfrm>
            <a:off x="0" y="277669"/>
            <a:ext cx="548641"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 0">
            <a:extLst>
              <a:ext uri="{FF2B5EF4-FFF2-40B4-BE49-F238E27FC236}">
                <a16:creationId xmlns:a16="http://schemas.microsoft.com/office/drawing/2014/main" id="{93F24A76-699F-A050-BCAC-71BD08B264A2}"/>
              </a:ext>
            </a:extLst>
          </p:cNvPr>
          <p:cNvSpPr/>
          <p:nvPr/>
        </p:nvSpPr>
        <p:spPr>
          <a:xfrm>
            <a:off x="548641" y="165782"/>
            <a:ext cx="2061000" cy="223773"/>
          </a:xfrm>
          <a:prstGeom prst="roundRect">
            <a:avLst>
              <a:gd name="adj" fmla="val 50000"/>
            </a:avLst>
          </a:prstGeom>
          <a:noFill/>
          <a:ln w="3175">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i="0" u="none" strike="noStrike" kern="0" cap="none" normalizeH="0" baseline="0" noProof="0" dirty="0">
                <a:ln>
                  <a:noFill/>
                </a:ln>
                <a:solidFill>
                  <a:schemeClr val="accent6"/>
                </a:solidFill>
                <a:effectLst/>
                <a:uLnTx/>
                <a:uFillTx/>
                <a:latin typeface="Poppins" pitchFamily="34" charset="0"/>
                <a:ea typeface="Poppins" pitchFamily="34" charset="-122"/>
                <a:cs typeface="Poppins" pitchFamily="34" charset="-120"/>
              </a:rPr>
              <a:t>ISS GMT Working Session</a:t>
            </a:r>
          </a:p>
        </p:txBody>
      </p:sp>
      <p:sp>
        <p:nvSpPr>
          <p:cNvPr id="14" name="Title 4">
            <a:extLst>
              <a:ext uri="{FF2B5EF4-FFF2-40B4-BE49-F238E27FC236}">
                <a16:creationId xmlns:a16="http://schemas.microsoft.com/office/drawing/2014/main" id="{15B0D0C6-2A12-4A64-5CA6-AFD820857D29}"/>
              </a:ext>
            </a:extLst>
          </p:cNvPr>
          <p:cNvSpPr txBox="1">
            <a:spLocks/>
          </p:cNvSpPr>
          <p:nvPr/>
        </p:nvSpPr>
        <p:spPr>
          <a:xfrm>
            <a:off x="525018" y="573082"/>
            <a:ext cx="11200000" cy="880000"/>
          </a:xfrm>
          <a:prstGeom prst="rect">
            <a:avLst/>
          </a:prstGeom>
        </p:spPr>
        <p:txBody>
          <a:bodyPr vert="horz" lIns="91440" tIns="45720" rIns="91440" bIns="45720" rtlCol="0" anchor="t">
            <a:noAutofit/>
          </a:bodyPr>
          <a:lstStyle>
            <a:defPPr>
              <a:defRPr lang="en-US"/>
            </a:defPPr>
            <a:lvl1pPr>
              <a:lnSpc>
                <a:spcPct val="114000"/>
              </a:lnSpc>
              <a:spcBef>
                <a:spcPct val="0"/>
              </a:spcBef>
              <a:buNone/>
              <a:defRPr sz="2200">
                <a:solidFill>
                  <a:schemeClr val="accent6">
                    <a:lumMod val="75000"/>
                  </a:schemeClr>
                </a:solidFill>
                <a:latin typeface="Poppins SemiBold" panose="00000700000000000000" pitchFamily="2" charset="0"/>
                <a:ea typeface="+mj-ea"/>
                <a:cs typeface="Poppins SemiBold" panose="00000700000000000000" pitchFamily="2" charset="0"/>
              </a:defRPr>
            </a:lvl1pPr>
          </a:lstStyle>
          <a:p>
            <a:r>
              <a:rPr lang="en-AU" dirty="0"/>
              <a:t>Today is about </a:t>
            </a:r>
            <a:r>
              <a:rPr lang="en-AU" dirty="0">
                <a:solidFill>
                  <a:schemeClr val="accent3"/>
                </a:solidFill>
              </a:rPr>
              <a:t>connecting the work already underway</a:t>
            </a:r>
            <a:r>
              <a:rPr lang="en-AU" dirty="0"/>
              <a:t>, not starting from scratch</a:t>
            </a:r>
            <a:endParaRPr lang="en-AU" dirty="0"/>
          </a:p>
        </p:txBody>
      </p:sp>
      <p:sp>
        <p:nvSpPr>
          <p:cNvPr id="101" name="Panel 101"/>
          <p:cNvSpPr/>
          <p:nvPr/>
        </p:nvSpPr>
        <p:spPr>
          <a:xfrm>
            <a:off x="566928" y="1417320"/>
            <a:ext cx="6583680" cy="4572000"/>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p:spPr>
        <p:txBody>
          <a:bodyPr wrap="square" lIns="0" tIns="0" rIns="0" bIns="0" rtlCol="0" anchor="t">
            <a:noAutofit/>
          </a:bodyPr>
          <a:lstStyle/>
          <a:p>
            <a:endParaRPr lang="en-AU" sz="1000"/>
          </a:p>
        </p:txBody>
      </p:sp>
      <p:sp>
        <p:nvSpPr>
          <p:cNvPr id="102" name="Label 102"/>
          <p:cNvSpPr txBox="1"/>
          <p:nvPr/>
        </p:nvSpPr>
        <p:spPr>
          <a:xfrm>
            <a:off x="886968" y="1600200"/>
            <a:ext cx="5943600" cy="274320"/>
          </a:xfrm>
          <a:prstGeom prst="rect">
            <a:avLst/>
          </a:prstGeom>
          <a:noFill/>
          <a:ln>
            <a:noFill/>
          </a:ln>
        </p:spPr>
        <p:txBody>
          <a:bodyPr wrap="square" lIns="0" tIns="0" rIns="0" bIns="0" rtlCol="0" anchor="t">
            <a:noAutofit/>
          </a:bodyPr>
          <a:lstStyle/>
          <a:p>
            <a:pPr algn="l">
              <a:lnSpc>
                <a:spcPct val="100000"/>
              </a:lnSpc>
              <a:spcBef>
                <a:spcPts val="0"/>
              </a:spcBef>
              <a:spcAft>
                <a:spcPts val="0"/>
              </a:spcAft>
              <a:buNone/>
            </a:pPr>
            <a:r>
              <a:rPr lang="en-AU" sz="1100" b="1" dirty="0">
                <a:solidFill>
                  <a:schemeClr val="accent3"/>
                </a:solidFill>
                <a:latin typeface="Poppins SemiBold" pitchFamily="2" charset="0"/>
                <a:cs typeface="Poppins SemiBold" pitchFamily="2" charset="0"/>
              </a:rPr>
              <a:t>PURPOSE</a:t>
            </a:r>
          </a:p>
        </p:txBody>
      </p:sp>
      <p:sp>
        <p:nvSpPr>
          <p:cNvPr id="103" name="Purpose 103"/>
          <p:cNvSpPr txBox="1"/>
          <p:nvPr/>
        </p:nvSpPr>
        <p:spPr>
          <a:xfrm>
            <a:off x="886968" y="1874520"/>
            <a:ext cx="5943600" cy="777240"/>
          </a:xfrm>
          <a:prstGeom prst="rect">
            <a:avLst/>
          </a:prstGeom>
          <a:noFill/>
          <a:ln>
            <a:noFill/>
          </a:ln>
        </p:spPr>
        <p:txBody>
          <a:bodyPr wrap="square" lIns="0" tIns="0" rIns="0" bIns="0" rtlCol="0" anchor="t">
            <a:noAutofit/>
          </a:bodyPr>
          <a:lstStyle/>
          <a:p>
            <a:pPr algn="l">
              <a:lnSpc>
                <a:spcPct val="110000"/>
              </a:lnSpc>
              <a:spcBef>
                <a:spcPts val="0"/>
              </a:spcBef>
              <a:spcAft>
                <a:spcPts val="0"/>
              </a:spcAft>
              <a:buNone/>
            </a:pPr>
            <a:r>
              <a:rPr lang="en-AU" sz="1400" dirty="0">
                <a:solidFill>
                  <a:schemeClr val="accent6">
                    <a:lumMod val="75000"/>
                  </a:schemeClr>
                </a:solidFill>
                <a:latin typeface="Poppins SemiBold" pitchFamily="2" charset="0"/>
                <a:cs typeface="Poppins SemiBold" pitchFamily="2" charset="0"/>
              </a:rPr>
              <a:t>Most of the work to address the ISS findings is already underway across the business. It just hasn’t been organised or communicated to industry.</a:t>
            </a:r>
          </a:p>
        </p:txBody>
      </p:sp>
      <p:sp>
        <p:nvSpPr>
          <p:cNvPr id="104" name="Callout 104"/>
          <p:cNvSpPr txBox="1"/>
          <p:nvPr/>
        </p:nvSpPr>
        <p:spPr>
          <a:xfrm>
            <a:off x="886968" y="2697480"/>
            <a:ext cx="5943600" cy="548640"/>
          </a:xfrm>
          <a:prstGeom prst="rect">
            <a:avLst/>
          </a:prstGeom>
          <a:noFill/>
          <a:ln>
            <a:noFill/>
          </a:ln>
        </p:spPr>
        <p:txBody>
          <a:bodyPr wrap="square" lIns="0" tIns="0" rIns="0" bIns="0" rtlCol="0" anchor="t">
            <a:noAutofit/>
          </a:bodyPr>
          <a:lstStyle/>
          <a:p>
            <a:pPr algn="l">
              <a:lnSpc>
                <a:spcPct val="100000"/>
              </a:lnSpc>
              <a:spcBef>
                <a:spcPts val="0"/>
              </a:spcBef>
              <a:spcAft>
                <a:spcPts val="0"/>
              </a:spcAft>
              <a:buNone/>
            </a:pPr>
            <a:r>
              <a:rPr lang="en-AU" sz="1300" b="1" dirty="0">
                <a:solidFill>
                  <a:schemeClr val="accent3">
                    <a:lumMod val="75000"/>
                  </a:schemeClr>
                </a:solidFill>
                <a:latin typeface="Poppins SemiBold" pitchFamily="2" charset="0"/>
                <a:cs typeface="Poppins SemiBold" pitchFamily="2" charset="0"/>
              </a:rPr>
              <a:t>Some fixes take time to land. Naming that early protects trust.</a:t>
            </a:r>
          </a:p>
        </p:txBody>
      </p:sp>
      <p:sp>
        <p:nvSpPr>
          <p:cNvPr id="105" name="Number 105"/>
          <p:cNvSpPr/>
          <p:nvPr/>
        </p:nvSpPr>
        <p:spPr>
          <a:xfrm>
            <a:off x="886968" y="3410712"/>
            <a:ext cx="548640" cy="548640"/>
          </a:xfrm>
          <a:prstGeom prst="ellipse">
            <a:avLst/>
          </a:prstGeom>
          <a:solidFill>
            <a:schemeClr val="accent5">
              <a:lumMod val="20000"/>
              <a:lumOff val="80000"/>
            </a:schemeClr>
          </a:solidFill>
          <a:ln>
            <a:noFill/>
          </a:ln>
        </p:spPr>
        <p:txBody>
          <a:bodyPr wrap="square" lIns="0" tIns="0" rIns="0" bIns="0" rtlCol="0" anchor="ctr">
            <a:noAutofit/>
          </a:bodyPr>
          <a:lstStyle/>
          <a:p>
            <a:pPr algn="ctr">
              <a:lnSpc>
                <a:spcPct val="100000"/>
              </a:lnSpc>
              <a:spcBef>
                <a:spcPts val="0"/>
              </a:spcBef>
              <a:spcAft>
                <a:spcPts val="0"/>
              </a:spcAft>
              <a:buNone/>
            </a:pPr>
            <a:r>
              <a:rPr lang="en-AU" sz="1600" b="1" dirty="0">
                <a:solidFill>
                  <a:schemeClr val="accent3">
                    <a:lumMod val="75000"/>
                  </a:schemeClr>
                </a:solidFill>
                <a:latin typeface="Poppins SemiBold" pitchFamily="2" charset="0"/>
                <a:cs typeface="Poppins SemiBold" pitchFamily="2" charset="0"/>
              </a:rPr>
              <a:t>1</a:t>
            </a:r>
          </a:p>
        </p:txBody>
      </p:sp>
      <p:sp>
        <p:nvSpPr>
          <p:cNvPr id="106" name="Outcome 106"/>
          <p:cNvSpPr txBox="1"/>
          <p:nvPr/>
        </p:nvSpPr>
        <p:spPr>
          <a:xfrm>
            <a:off x="1618488" y="3337560"/>
            <a:ext cx="5303520" cy="731520"/>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1400" b="1" dirty="0">
                <a:solidFill>
                  <a:schemeClr val="accent6">
                    <a:lumMod val="75000"/>
                  </a:schemeClr>
                </a:solidFill>
                <a:latin typeface="Poppins SemiBold" pitchFamily="2" charset="0"/>
                <a:cs typeface="Poppins SemiBold" pitchFamily="2" charset="0"/>
              </a:rPr>
              <a:t>A shared view</a:t>
            </a:r>
          </a:p>
          <a:p>
            <a:pPr algn="l">
              <a:lnSpc>
                <a:spcPct val="100000"/>
              </a:lnSpc>
              <a:spcBef>
                <a:spcPts val="0"/>
              </a:spcBef>
              <a:spcAft>
                <a:spcPts val="0"/>
              </a:spcAft>
              <a:buNone/>
            </a:pPr>
            <a:r>
              <a:rPr lang="en-AU" sz="1200" dirty="0">
                <a:solidFill>
                  <a:schemeClr val="accent6">
                    <a:lumMod val="75000"/>
                  </a:schemeClr>
                </a:solidFill>
                <a:latin typeface="Open Sans" pitchFamily="34" charset="0"/>
                <a:ea typeface="Open Sans" pitchFamily="34" charset="-122"/>
                <a:cs typeface="Open Sans" pitchFamily="34" charset="-120"/>
              </a:rPr>
              <a:t>What is already in train against each ISS theme, across every BU</a:t>
            </a:r>
          </a:p>
        </p:txBody>
      </p:sp>
      <p:sp>
        <p:nvSpPr>
          <p:cNvPr id="107" name="Number 107"/>
          <p:cNvSpPr/>
          <p:nvPr/>
        </p:nvSpPr>
        <p:spPr>
          <a:xfrm>
            <a:off x="886968" y="4251960"/>
            <a:ext cx="548640" cy="548640"/>
          </a:xfrm>
          <a:prstGeom prst="ellipse">
            <a:avLst/>
          </a:prstGeom>
          <a:solidFill>
            <a:schemeClr val="accent5">
              <a:lumMod val="20000"/>
              <a:lumOff val="80000"/>
            </a:schemeClr>
          </a:solidFill>
          <a:ln>
            <a:noFill/>
          </a:ln>
        </p:spPr>
        <p:txBody>
          <a:bodyPr wrap="square" lIns="0" tIns="0" rIns="0" bIns="0" rtlCol="0" anchor="ctr">
            <a:noAutofit/>
          </a:bodyPr>
          <a:lstStyle/>
          <a:p>
            <a:pPr algn="ctr">
              <a:lnSpc>
                <a:spcPct val="100000"/>
              </a:lnSpc>
              <a:spcBef>
                <a:spcPts val="0"/>
              </a:spcBef>
              <a:spcAft>
                <a:spcPts val="0"/>
              </a:spcAft>
              <a:buNone/>
            </a:pPr>
            <a:r>
              <a:rPr lang="en-AU" sz="1600" b="1" dirty="0">
                <a:solidFill>
                  <a:schemeClr val="accent3">
                    <a:lumMod val="75000"/>
                  </a:schemeClr>
                </a:solidFill>
                <a:latin typeface="Poppins SemiBold" pitchFamily="2" charset="0"/>
                <a:cs typeface="Poppins SemiBold" pitchFamily="2" charset="0"/>
              </a:rPr>
              <a:t>2</a:t>
            </a:r>
          </a:p>
        </p:txBody>
      </p:sp>
      <p:sp>
        <p:nvSpPr>
          <p:cNvPr id="108" name="Outcome 108"/>
          <p:cNvSpPr txBox="1"/>
          <p:nvPr/>
        </p:nvSpPr>
        <p:spPr>
          <a:xfrm>
            <a:off x="1618488" y="4178808"/>
            <a:ext cx="5303520" cy="731520"/>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1400" b="1" dirty="0">
                <a:solidFill>
                  <a:schemeClr val="accent6">
                    <a:lumMod val="75000"/>
                  </a:schemeClr>
                </a:solidFill>
                <a:latin typeface="Poppins SemiBold" pitchFamily="2" charset="0"/>
                <a:cs typeface="Poppins SemiBold" pitchFamily="2" charset="0"/>
              </a:rPr>
              <a:t>Clear gaps</a:t>
            </a:r>
          </a:p>
          <a:p>
            <a:pPr algn="l">
              <a:lnSpc>
                <a:spcPct val="100000"/>
              </a:lnSpc>
              <a:spcBef>
                <a:spcPts val="0"/>
              </a:spcBef>
              <a:spcAft>
                <a:spcPts val="0"/>
              </a:spcAft>
              <a:buNone/>
            </a:pPr>
            <a:r>
              <a:rPr lang="en-AU" sz="1200" dirty="0">
                <a:solidFill>
                  <a:schemeClr val="accent6">
                    <a:lumMod val="75000"/>
                  </a:schemeClr>
                </a:solidFill>
                <a:latin typeface="Open Sans" pitchFamily="34" charset="0"/>
                <a:ea typeface="Open Sans" pitchFamily="34" charset="-122"/>
                <a:cs typeface="Open Sans" pitchFamily="34" charset="-120"/>
              </a:rPr>
              <a:t>Problems with nothing addressing them, each with a proposed owner</a:t>
            </a:r>
          </a:p>
        </p:txBody>
      </p:sp>
      <p:sp>
        <p:nvSpPr>
          <p:cNvPr id="109" name="Number 109"/>
          <p:cNvSpPr/>
          <p:nvPr/>
        </p:nvSpPr>
        <p:spPr>
          <a:xfrm>
            <a:off x="886968" y="5093208"/>
            <a:ext cx="548640" cy="548640"/>
          </a:xfrm>
          <a:prstGeom prst="ellipse">
            <a:avLst/>
          </a:prstGeom>
          <a:solidFill>
            <a:schemeClr val="accent5">
              <a:lumMod val="20000"/>
              <a:lumOff val="80000"/>
            </a:schemeClr>
          </a:solidFill>
          <a:ln>
            <a:noFill/>
          </a:ln>
        </p:spPr>
        <p:txBody>
          <a:bodyPr wrap="square" lIns="0" tIns="0" rIns="0" bIns="0" rtlCol="0" anchor="ctr">
            <a:noAutofit/>
          </a:bodyPr>
          <a:lstStyle/>
          <a:p>
            <a:pPr algn="ctr">
              <a:lnSpc>
                <a:spcPct val="100000"/>
              </a:lnSpc>
              <a:spcBef>
                <a:spcPts val="0"/>
              </a:spcBef>
              <a:spcAft>
                <a:spcPts val="0"/>
              </a:spcAft>
              <a:buNone/>
            </a:pPr>
            <a:r>
              <a:rPr lang="en-AU" sz="1600" b="1" dirty="0">
                <a:solidFill>
                  <a:schemeClr val="accent3">
                    <a:lumMod val="75000"/>
                  </a:schemeClr>
                </a:solidFill>
                <a:latin typeface="Poppins SemiBold" pitchFamily="2" charset="0"/>
                <a:cs typeface="Poppins SemiBold" pitchFamily="2" charset="0"/>
              </a:rPr>
              <a:t>3</a:t>
            </a:r>
          </a:p>
        </p:txBody>
      </p:sp>
      <p:sp>
        <p:nvSpPr>
          <p:cNvPr id="110" name="Outcome 110"/>
          <p:cNvSpPr txBox="1"/>
          <p:nvPr/>
        </p:nvSpPr>
        <p:spPr>
          <a:xfrm>
            <a:off x="1618488" y="5020056"/>
            <a:ext cx="5303520" cy="731520"/>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1400" b="1" dirty="0">
                <a:solidFill>
                  <a:schemeClr val="accent6">
                    <a:lumMod val="75000"/>
                  </a:schemeClr>
                </a:solidFill>
                <a:latin typeface="Poppins SemiBold" pitchFamily="2" charset="0"/>
                <a:cs typeface="Poppins SemiBold" pitchFamily="2" charset="0"/>
              </a:rPr>
              <a:t>Agreed timing</a:t>
            </a:r>
          </a:p>
          <a:p>
            <a:pPr algn="l">
              <a:lnSpc>
                <a:spcPct val="100000"/>
              </a:lnSpc>
              <a:spcBef>
                <a:spcPts val="0"/>
              </a:spcBef>
              <a:spcAft>
                <a:spcPts val="0"/>
              </a:spcAft>
              <a:buNone/>
            </a:pPr>
            <a:r>
              <a:rPr lang="en-AU" sz="1200" dirty="0">
                <a:solidFill>
                  <a:schemeClr val="accent6">
                    <a:lumMod val="75000"/>
                  </a:schemeClr>
                </a:solidFill>
                <a:latin typeface="Open Sans" pitchFamily="34" charset="0"/>
                <a:ea typeface="Open Sans" pitchFamily="34" charset="-122"/>
                <a:cs typeface="Open Sans" pitchFamily="34" charset="-120"/>
              </a:rPr>
              <a:t>What lands now, next and later, and where expectations need managing</a:t>
            </a:r>
          </a:p>
        </p:txBody>
      </p:sp>
      <p:sp>
        <p:nvSpPr>
          <p:cNvPr id="111" name="Outcome card 111"/>
          <p:cNvSpPr/>
          <p:nvPr/>
        </p:nvSpPr>
        <p:spPr>
          <a:xfrm>
            <a:off x="7424928" y="1417320"/>
            <a:ext cx="4206240" cy="4572000"/>
          </a:xfrm>
          <a:prstGeom prst="rect">
            <a:avLst/>
          </a:prstGeom>
          <a:solidFill>
            <a:schemeClr val="accent6"/>
          </a:solidFill>
          <a:ln>
            <a:noFill/>
          </a:ln>
        </p:spPr>
        <p:txBody>
          <a:bodyPr wrap="square" lIns="0" tIns="0" rIns="0" bIns="0" rtlCol="0" anchor="t">
            <a:noAutofit/>
          </a:bodyPr>
          <a:lstStyle/>
          <a:p>
            <a:endParaRPr lang="en-AU" sz="1000"/>
          </a:p>
        </p:txBody>
      </p:sp>
      <p:sp>
        <p:nvSpPr>
          <p:cNvPr id="112" name="Label 112"/>
          <p:cNvSpPr txBox="1"/>
          <p:nvPr/>
        </p:nvSpPr>
        <p:spPr>
          <a:xfrm>
            <a:off x="7744968" y="1600200"/>
            <a:ext cx="3657600" cy="274320"/>
          </a:xfrm>
          <a:prstGeom prst="rect">
            <a:avLst/>
          </a:prstGeom>
          <a:noFill/>
          <a:ln>
            <a:noFill/>
          </a:ln>
        </p:spPr>
        <p:txBody>
          <a:bodyPr wrap="square" lIns="0" tIns="0" rIns="0" bIns="0" rtlCol="0" anchor="t">
            <a:noAutofit/>
          </a:bodyPr>
          <a:lstStyle/>
          <a:p>
            <a:pPr algn="l">
              <a:lnSpc>
                <a:spcPct val="100000"/>
              </a:lnSpc>
              <a:spcBef>
                <a:spcPts val="0"/>
              </a:spcBef>
              <a:spcAft>
                <a:spcPts val="0"/>
              </a:spcAft>
              <a:buNone/>
            </a:pPr>
            <a:r>
              <a:rPr lang="en-AU" sz="1100" b="1" dirty="0">
                <a:solidFill>
                  <a:schemeClr val="accent5"/>
                </a:solidFill>
                <a:latin typeface="Poppins SemiBold" pitchFamily="2" charset="0"/>
                <a:cs typeface="Poppins SemiBold" pitchFamily="2" charset="0"/>
              </a:rPr>
              <a:t>KEY OUTCOME</a:t>
            </a:r>
          </a:p>
        </p:txBody>
      </p:sp>
      <p:sp>
        <p:nvSpPr>
          <p:cNvPr id="113" name="Outcome 113"/>
          <p:cNvSpPr txBox="1"/>
          <p:nvPr/>
        </p:nvSpPr>
        <p:spPr>
          <a:xfrm>
            <a:off x="7744968" y="1874520"/>
            <a:ext cx="3657600" cy="777240"/>
          </a:xfrm>
          <a:prstGeom prst="rect">
            <a:avLst/>
          </a:prstGeom>
          <a:noFill/>
          <a:ln>
            <a:noFill/>
          </a:ln>
        </p:spPr>
        <p:txBody>
          <a:bodyPr wrap="square" lIns="0" tIns="0" rIns="0" bIns="0" rtlCol="0" anchor="t">
            <a:noAutofit/>
          </a:bodyPr>
          <a:lstStyle/>
          <a:p>
            <a:pPr algn="l">
              <a:lnSpc>
                <a:spcPct val="105000"/>
              </a:lnSpc>
              <a:spcBef>
                <a:spcPts val="0"/>
              </a:spcBef>
              <a:spcAft>
                <a:spcPts val="0"/>
              </a:spcAft>
              <a:buNone/>
            </a:pPr>
            <a:r>
              <a:rPr lang="en-AU" sz="1800" b="1" dirty="0">
                <a:solidFill>
                  <a:schemeClr val="bg1"/>
                </a:solidFill>
                <a:latin typeface="Poppins SemiBold" pitchFamily="2" charset="0"/>
                <a:cs typeface="Poppins SemiBold" pitchFamily="2" charset="0"/>
              </a:rPr>
              <a:t>A clear story to take back to industry</a:t>
            </a:r>
          </a:p>
        </p:txBody>
      </p:sp>
      <p:sp>
        <p:nvSpPr>
          <p:cNvPr id="114" name="Pill 114"/>
          <p:cNvSpPr/>
          <p:nvPr/>
        </p:nvSpPr>
        <p:spPr>
          <a:xfrm>
            <a:off x="7744968" y="2926080"/>
            <a:ext cx="3566160" cy="438912"/>
          </a:xfrm>
          <a:prstGeom prst="roundRect">
            <a:avLst>
              <a:gd name="adj" fmla="val 50000"/>
            </a:avLst>
          </a:prstGeom>
          <a:solidFill>
            <a:schemeClr val="bg1"/>
          </a:solidFill>
          <a:ln>
            <a:noFill/>
          </a:ln>
        </p:spPr>
        <p:txBody>
          <a:bodyPr wrap="square" lIns="274320" tIns="0" rIns="274320" bIns="0" rtlCol="0" anchor="ctr">
            <a:noAutofit/>
          </a:bodyPr>
          <a:lstStyle/>
          <a:p>
            <a:pPr algn="l">
              <a:lnSpc>
                <a:spcPct val="100000"/>
              </a:lnSpc>
              <a:spcBef>
                <a:spcPts val="0"/>
              </a:spcBef>
              <a:spcAft>
                <a:spcPts val="0"/>
              </a:spcAft>
              <a:buNone/>
            </a:pPr>
            <a:r>
              <a:rPr lang="en-AU" sz="1300" b="1" dirty="0">
                <a:solidFill>
                  <a:schemeClr val="accent6">
                    <a:lumMod val="75000"/>
                  </a:schemeClr>
                </a:solidFill>
                <a:latin typeface="Poppins SemiBold" pitchFamily="2" charset="0"/>
                <a:cs typeface="Poppins SemiBold" pitchFamily="2" charset="0"/>
              </a:rPr>
              <a:t>Here’s what you said</a:t>
            </a:r>
          </a:p>
        </p:txBody>
      </p:sp>
      <p:sp>
        <p:nvSpPr>
          <p:cNvPr id="115" name="Pill 115"/>
          <p:cNvSpPr/>
          <p:nvPr/>
        </p:nvSpPr>
        <p:spPr>
          <a:xfrm>
            <a:off x="7744968" y="3493008"/>
            <a:ext cx="3566160" cy="438912"/>
          </a:xfrm>
          <a:prstGeom prst="roundRect">
            <a:avLst>
              <a:gd name="adj" fmla="val 50000"/>
            </a:avLst>
          </a:prstGeom>
          <a:solidFill>
            <a:schemeClr val="bg1"/>
          </a:solidFill>
          <a:ln>
            <a:noFill/>
          </a:ln>
        </p:spPr>
        <p:txBody>
          <a:bodyPr wrap="square" lIns="274320" tIns="0" rIns="274320" bIns="0" rtlCol="0" anchor="ctr">
            <a:noAutofit/>
          </a:bodyPr>
          <a:lstStyle/>
          <a:p>
            <a:pPr algn="l">
              <a:lnSpc>
                <a:spcPct val="100000"/>
              </a:lnSpc>
              <a:spcBef>
                <a:spcPts val="0"/>
              </a:spcBef>
              <a:spcAft>
                <a:spcPts val="0"/>
              </a:spcAft>
              <a:buNone/>
            </a:pPr>
            <a:r>
              <a:rPr lang="en-AU" sz="1300" b="1" dirty="0">
                <a:solidFill>
                  <a:schemeClr val="accent6">
                    <a:lumMod val="75000"/>
                  </a:schemeClr>
                </a:solidFill>
                <a:latin typeface="Poppins SemiBold" pitchFamily="2" charset="0"/>
                <a:cs typeface="Poppins SemiBold" pitchFamily="2" charset="0"/>
              </a:rPr>
              <a:t>Here’s what we’re already doing</a:t>
            </a:r>
          </a:p>
        </p:txBody>
      </p:sp>
      <p:sp>
        <p:nvSpPr>
          <p:cNvPr id="116" name="Pill 116"/>
          <p:cNvSpPr/>
          <p:nvPr/>
        </p:nvSpPr>
        <p:spPr>
          <a:xfrm>
            <a:off x="7744968" y="4059936"/>
            <a:ext cx="3566160" cy="438912"/>
          </a:xfrm>
          <a:prstGeom prst="roundRect">
            <a:avLst>
              <a:gd name="adj" fmla="val 50000"/>
            </a:avLst>
          </a:prstGeom>
          <a:solidFill>
            <a:schemeClr val="bg1"/>
          </a:solidFill>
          <a:ln>
            <a:noFill/>
          </a:ln>
        </p:spPr>
        <p:txBody>
          <a:bodyPr wrap="square" lIns="274320" tIns="0" rIns="274320" bIns="0" rtlCol="0" anchor="ctr">
            <a:noAutofit/>
          </a:bodyPr>
          <a:lstStyle/>
          <a:p>
            <a:pPr algn="l">
              <a:lnSpc>
                <a:spcPct val="100000"/>
              </a:lnSpc>
              <a:spcBef>
                <a:spcPts val="0"/>
              </a:spcBef>
              <a:spcAft>
                <a:spcPts val="0"/>
              </a:spcAft>
              <a:buNone/>
            </a:pPr>
            <a:r>
              <a:rPr lang="en-AU" sz="1300" b="1" dirty="0">
                <a:solidFill>
                  <a:schemeClr val="accent6">
                    <a:lumMod val="75000"/>
                  </a:schemeClr>
                </a:solidFill>
                <a:latin typeface="Poppins SemiBold" pitchFamily="2" charset="0"/>
                <a:cs typeface="Poppins SemiBold" pitchFamily="2" charset="0"/>
              </a:rPr>
              <a:t>Here’s what’s missing</a:t>
            </a:r>
          </a:p>
        </p:txBody>
      </p:sp>
      <p:sp>
        <p:nvSpPr>
          <p:cNvPr id="117" name="Note 117"/>
          <p:cNvSpPr txBox="1"/>
          <p:nvPr/>
        </p:nvSpPr>
        <p:spPr>
          <a:xfrm>
            <a:off x="7744968" y="4754880"/>
            <a:ext cx="3566160" cy="1005840"/>
          </a:xfrm>
          <a:prstGeom prst="rect">
            <a:avLst/>
          </a:prstGeom>
          <a:noFill/>
          <a:ln>
            <a:noFill/>
          </a:ln>
        </p:spPr>
        <p:txBody>
          <a:bodyPr wrap="square" lIns="0" tIns="0" rIns="0" bIns="0" rtlCol="0" anchor="t">
            <a:noAutofit/>
          </a:bodyPr>
          <a:lstStyle/>
          <a:p>
            <a:pPr algn="l">
              <a:lnSpc>
                <a:spcPct val="110000"/>
              </a:lnSpc>
              <a:spcBef>
                <a:spcPts val="0"/>
              </a:spcBef>
              <a:spcAft>
                <a:spcPts val="0"/>
              </a:spcAft>
              <a:buNone/>
            </a:pPr>
            <a:r>
              <a:rPr lang="en-AU" sz="1200" dirty="0">
                <a:solidFill>
                  <a:schemeClr val="bg1"/>
                </a:solidFill>
                <a:latin typeface="Open Sans" pitchFamily="34" charset="0"/>
                <a:ea typeface="Open Sans" pitchFamily="34" charset="-122"/>
                <a:cs typeface="Open Sans" pitchFamily="34" charset="-120"/>
              </a:rPr>
              <a:t>New initiatives only come in where there’s a real gap.</a:t>
            </a:r>
          </a:p>
        </p:txBody>
      </p:sp>
      <p:sp>
        <p:nvSpPr>
          <p:cNvPr id="2" name="Slide Number Placeholder 1">
            <a:extLst>
              <a:ext uri="{FF2B5EF4-FFF2-40B4-BE49-F238E27FC236}">
                <a16:creationId xmlns:a16="http://schemas.microsoft.com/office/drawing/2014/main" id="{2B6BE33A-60B5-E311-CB42-7B2F0308709E}"/>
              </a:ext>
            </a:extLst>
          </p:cNvPr>
          <p:cNvSpPr txBox="1">
            <a:spLocks/>
          </p:cNvSpPr>
          <p:nvPr/>
        </p:nvSpPr>
        <p:spPr>
          <a:xfrm>
            <a:off x="9309830" y="642986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FA8BD019-05FF-F145-A6E1-6EE5A88665E4}" type="slidenum">
              <a:rPr kumimoji="0" lang="en-AU" sz="900" b="0" i="0" u="none" strike="noStrike" kern="1200" cap="none" spc="0" normalizeH="0" baseline="0" noProof="0" smtClean="0">
                <a:ln>
                  <a:noFill/>
                </a:ln>
                <a:solidFill>
                  <a:schemeClr val="bg2">
                    <a:lumMod val="10000"/>
                  </a:schemeClr>
                </a:solidFill>
                <a:effectLst/>
                <a:uLnTx/>
                <a:uFillTx/>
                <a:latin typeface="Aptos" panose="020B00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AU" sz="900" b="0" i="0" u="none" strike="noStrike" kern="1200" cap="none" spc="0" normalizeH="0" baseline="0" noProof="0" dirty="0">
              <a:ln>
                <a:noFill/>
              </a:ln>
              <a:solidFill>
                <a:schemeClr val="bg2">
                  <a:lumMod val="10000"/>
                </a:schemeClr>
              </a:solidFill>
              <a:effectLst/>
              <a:uLnTx/>
              <a:uFillTx/>
              <a:latin typeface="Aptos" panose="020B0004020202020204" pitchFamily="34" charset="0"/>
              <a:ea typeface="+mn-ea"/>
              <a:cs typeface="+mn-cs"/>
            </a:endParaRPr>
          </a:p>
        </p:txBody>
      </p:sp>
    </p:spTree>
    <p:extLst>
      <p:ext uri="{BB962C8B-B14F-4D97-AF65-F5344CB8AC3E}">
        <p14:creationId xmlns:p14="http://schemas.microsoft.com/office/powerpoint/2010/main" val="19222960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04E26-E604-813E-86D3-014AA1D9C32E}"/>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3608ACD3-B5DF-52A8-4DE1-4D5D28F05B17}"/>
              </a:ext>
            </a:extLst>
          </p:cNvPr>
          <p:cNvCxnSpPr>
            <a:cxnSpLocks/>
            <a:stCxn id="6" idx="3"/>
          </p:cNvCxnSpPr>
          <p:nvPr/>
        </p:nvCxnSpPr>
        <p:spPr>
          <a:xfrm>
            <a:off x="2609641" y="277669"/>
            <a:ext cx="9582359"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555E4999-7C88-D24F-75F2-28872F004E5D}"/>
              </a:ext>
            </a:extLst>
          </p:cNvPr>
          <p:cNvCxnSpPr>
            <a:cxnSpLocks/>
            <a:endCxn id="6" idx="1"/>
          </p:cNvCxnSpPr>
          <p:nvPr/>
        </p:nvCxnSpPr>
        <p:spPr>
          <a:xfrm>
            <a:off x="0" y="277669"/>
            <a:ext cx="548641"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 0">
            <a:extLst>
              <a:ext uri="{FF2B5EF4-FFF2-40B4-BE49-F238E27FC236}">
                <a16:creationId xmlns:a16="http://schemas.microsoft.com/office/drawing/2014/main" id="{93F24A76-699F-A050-BCAC-71BD08B264A2}"/>
              </a:ext>
            </a:extLst>
          </p:cNvPr>
          <p:cNvSpPr/>
          <p:nvPr/>
        </p:nvSpPr>
        <p:spPr>
          <a:xfrm>
            <a:off x="548641" y="165782"/>
            <a:ext cx="2061000" cy="223773"/>
          </a:xfrm>
          <a:prstGeom prst="roundRect">
            <a:avLst>
              <a:gd name="adj" fmla="val 50000"/>
            </a:avLst>
          </a:prstGeom>
          <a:noFill/>
          <a:ln w="3175">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i="0" u="none" strike="noStrike" kern="0" cap="none" normalizeH="0" baseline="0" noProof="0" dirty="0">
                <a:ln>
                  <a:noFill/>
                </a:ln>
                <a:solidFill>
                  <a:schemeClr val="accent6"/>
                </a:solidFill>
                <a:effectLst/>
                <a:uLnTx/>
                <a:uFillTx/>
                <a:latin typeface="Poppins" pitchFamily="34" charset="0"/>
                <a:ea typeface="Poppins" pitchFamily="34" charset="-122"/>
                <a:cs typeface="Poppins" pitchFamily="34" charset="-120"/>
              </a:rPr>
              <a:t>ISS GMT Working Session</a:t>
            </a:r>
          </a:p>
        </p:txBody>
      </p:sp>
      <p:sp>
        <p:nvSpPr>
          <p:cNvPr id="14" name="Title 4">
            <a:extLst>
              <a:ext uri="{FF2B5EF4-FFF2-40B4-BE49-F238E27FC236}">
                <a16:creationId xmlns:a16="http://schemas.microsoft.com/office/drawing/2014/main" id="{15B0D0C6-2A12-4A64-5CA6-AFD820857D29}"/>
              </a:ext>
            </a:extLst>
          </p:cNvPr>
          <p:cNvSpPr txBox="1">
            <a:spLocks/>
          </p:cNvSpPr>
          <p:nvPr/>
        </p:nvSpPr>
        <p:spPr>
          <a:xfrm>
            <a:off x="525018" y="573082"/>
            <a:ext cx="11200000" cy="880000"/>
          </a:xfrm>
          <a:prstGeom prst="rect">
            <a:avLst/>
          </a:prstGeom>
        </p:spPr>
        <p:txBody>
          <a:bodyPr vert="horz" lIns="91440" tIns="45720" rIns="91440" bIns="45720" rtlCol="0" anchor="t">
            <a:noAutofit/>
          </a:bodyPr>
          <a:lstStyle>
            <a:defPPr>
              <a:defRPr lang="en-US"/>
            </a:defPPr>
            <a:lvl1pPr>
              <a:lnSpc>
                <a:spcPct val="114000"/>
              </a:lnSpc>
              <a:spcBef>
                <a:spcPct val="0"/>
              </a:spcBef>
              <a:buNone/>
              <a:defRPr sz="2200">
                <a:solidFill>
                  <a:schemeClr val="accent6">
                    <a:lumMod val="75000"/>
                  </a:schemeClr>
                </a:solidFill>
                <a:latin typeface="Poppins SemiBold" panose="00000700000000000000" pitchFamily="2" charset="0"/>
                <a:ea typeface="+mj-ea"/>
                <a:cs typeface="Poppins SemiBold" panose="00000700000000000000" pitchFamily="2" charset="0"/>
              </a:defRPr>
            </a:lvl1pPr>
          </a:lstStyle>
          <a:p>
            <a:r>
              <a:rPr lang="en-AU" dirty="0"/>
              <a:t>Seventy-five minutes, built around </a:t>
            </a:r>
            <a:r>
              <a:rPr lang="en-AU" dirty="0">
                <a:solidFill>
                  <a:schemeClr val="accent3"/>
                </a:solidFill>
              </a:rPr>
              <a:t>four theme stations</a:t>
            </a:r>
            <a:endParaRPr lang="en-AU" dirty="0"/>
          </a:p>
        </p:txBody>
      </p:sp>
      <p:sp>
        <p:nvSpPr>
          <p:cNvPr id="118" name="Header 118"/>
          <p:cNvSpPr txBox="1"/>
          <p:nvPr/>
        </p:nvSpPr>
        <p:spPr>
          <a:xfrm>
            <a:off x="841248" y="1463040"/>
            <a:ext cx="2286000" cy="274320"/>
          </a:xfrm>
          <a:prstGeom prst="rect">
            <a:avLst/>
          </a:prstGeom>
          <a:noFill/>
          <a:ln>
            <a:noFill/>
          </a:ln>
        </p:spPr>
        <p:txBody>
          <a:bodyPr wrap="square" lIns="0" tIns="0" rIns="0" bIns="0" rtlCol="0" anchor="t">
            <a:noAutofit/>
          </a:bodyPr>
          <a:lstStyle/>
          <a:p>
            <a:pPr algn="l">
              <a:lnSpc>
                <a:spcPct val="100000"/>
              </a:lnSpc>
              <a:spcBef>
                <a:spcPts val="0"/>
              </a:spcBef>
              <a:spcAft>
                <a:spcPts val="0"/>
              </a:spcAft>
              <a:buNone/>
            </a:pPr>
            <a:r>
              <a:rPr lang="en-AU" sz="1000" b="1" dirty="0">
                <a:solidFill>
                  <a:schemeClr val="accent6"/>
                </a:solidFill>
                <a:latin typeface="Poppins SemiBold" pitchFamily="2" charset="0"/>
                <a:cs typeface="Poppins SemiBold" pitchFamily="2" charset="0"/>
              </a:rPr>
              <a:t>TIME</a:t>
            </a:r>
          </a:p>
        </p:txBody>
      </p:sp>
      <p:sp>
        <p:nvSpPr>
          <p:cNvPr id="119" name="Header 119"/>
          <p:cNvSpPr txBox="1"/>
          <p:nvPr/>
        </p:nvSpPr>
        <p:spPr>
          <a:xfrm>
            <a:off x="2258568" y="1463040"/>
            <a:ext cx="2286000" cy="274320"/>
          </a:xfrm>
          <a:prstGeom prst="rect">
            <a:avLst/>
          </a:prstGeom>
          <a:noFill/>
          <a:ln>
            <a:noFill/>
          </a:ln>
        </p:spPr>
        <p:txBody>
          <a:bodyPr wrap="square" lIns="0" tIns="0" rIns="0" bIns="0" rtlCol="0" anchor="t">
            <a:noAutofit/>
          </a:bodyPr>
          <a:lstStyle/>
          <a:p>
            <a:pPr algn="l">
              <a:lnSpc>
                <a:spcPct val="100000"/>
              </a:lnSpc>
              <a:spcBef>
                <a:spcPts val="0"/>
              </a:spcBef>
              <a:spcAft>
                <a:spcPts val="0"/>
              </a:spcAft>
              <a:buNone/>
            </a:pPr>
            <a:r>
              <a:rPr lang="en-AU" sz="1000" b="1" dirty="0">
                <a:solidFill>
                  <a:schemeClr val="accent6"/>
                </a:solidFill>
                <a:latin typeface="Poppins SemiBold" pitchFamily="2" charset="0"/>
                <a:cs typeface="Poppins SemiBold" pitchFamily="2" charset="0"/>
              </a:rPr>
              <a:t>ACTIVITY</a:t>
            </a:r>
          </a:p>
        </p:txBody>
      </p:sp>
      <p:sp>
        <p:nvSpPr>
          <p:cNvPr id="120" name="Header 120"/>
          <p:cNvSpPr txBox="1"/>
          <p:nvPr/>
        </p:nvSpPr>
        <p:spPr>
          <a:xfrm>
            <a:off x="4773168" y="1463040"/>
            <a:ext cx="2286000" cy="274320"/>
          </a:xfrm>
          <a:prstGeom prst="rect">
            <a:avLst/>
          </a:prstGeom>
          <a:noFill/>
          <a:ln>
            <a:noFill/>
          </a:ln>
        </p:spPr>
        <p:txBody>
          <a:bodyPr wrap="square" lIns="0" tIns="0" rIns="0" bIns="0" rtlCol="0" anchor="t">
            <a:noAutofit/>
          </a:bodyPr>
          <a:lstStyle/>
          <a:p>
            <a:pPr algn="l">
              <a:lnSpc>
                <a:spcPct val="100000"/>
              </a:lnSpc>
              <a:spcBef>
                <a:spcPts val="0"/>
              </a:spcBef>
              <a:spcAft>
                <a:spcPts val="0"/>
              </a:spcAft>
              <a:buNone/>
            </a:pPr>
            <a:r>
              <a:rPr lang="en-AU" sz="1000" b="1" dirty="0">
                <a:solidFill>
                  <a:schemeClr val="accent6"/>
                </a:solidFill>
                <a:latin typeface="Poppins SemiBold" pitchFamily="2" charset="0"/>
                <a:cs typeface="Poppins SemiBold" pitchFamily="2" charset="0"/>
              </a:rPr>
              <a:t>WHAT HAPPENS</a:t>
            </a:r>
          </a:p>
        </p:txBody>
      </p:sp>
      <p:sp>
        <p:nvSpPr>
          <p:cNvPr id="121" name="Header 121"/>
          <p:cNvSpPr txBox="1"/>
          <p:nvPr/>
        </p:nvSpPr>
        <p:spPr>
          <a:xfrm>
            <a:off x="10213848" y="1463040"/>
            <a:ext cx="2286000" cy="274320"/>
          </a:xfrm>
          <a:prstGeom prst="rect">
            <a:avLst/>
          </a:prstGeom>
          <a:noFill/>
          <a:ln>
            <a:noFill/>
          </a:ln>
        </p:spPr>
        <p:txBody>
          <a:bodyPr wrap="square" lIns="0" tIns="0" rIns="0" bIns="0" rtlCol="0" anchor="t">
            <a:noAutofit/>
          </a:bodyPr>
          <a:lstStyle/>
          <a:p>
            <a:pPr algn="l">
              <a:lnSpc>
                <a:spcPct val="100000"/>
              </a:lnSpc>
              <a:spcBef>
                <a:spcPts val="0"/>
              </a:spcBef>
              <a:spcAft>
                <a:spcPts val="0"/>
              </a:spcAft>
              <a:buNone/>
            </a:pPr>
            <a:r>
              <a:rPr lang="en-AU" sz="1000" b="1" dirty="0">
                <a:solidFill>
                  <a:schemeClr val="accent6"/>
                </a:solidFill>
                <a:latin typeface="Poppins SemiBold" pitchFamily="2" charset="0"/>
                <a:cs typeface="Poppins SemiBold" pitchFamily="2" charset="0"/>
              </a:rPr>
              <a:t>LEAD</a:t>
            </a:r>
          </a:p>
        </p:txBody>
      </p:sp>
      <p:sp>
        <p:nvSpPr>
          <p:cNvPr id="122" name="Row 122"/>
          <p:cNvSpPr/>
          <p:nvPr/>
        </p:nvSpPr>
        <p:spPr>
          <a:xfrm>
            <a:off x="566928" y="1828800"/>
            <a:ext cx="11064240" cy="694944"/>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p:spPr>
        <p:txBody>
          <a:bodyPr wrap="square" lIns="0" tIns="0" rIns="0" bIns="0" rtlCol="0" anchor="t">
            <a:noAutofit/>
          </a:bodyPr>
          <a:lstStyle/>
          <a:p>
            <a:endParaRPr lang="en-AU" sz="1000"/>
          </a:p>
        </p:txBody>
      </p:sp>
      <p:sp>
        <p:nvSpPr>
          <p:cNvPr id="123" name="Time 123"/>
          <p:cNvSpPr txBox="1"/>
          <p:nvPr/>
        </p:nvSpPr>
        <p:spPr>
          <a:xfrm>
            <a:off x="841248" y="1828800"/>
            <a:ext cx="1371600" cy="694944"/>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1400" b="1" dirty="0">
                <a:solidFill>
                  <a:schemeClr val="accent3"/>
                </a:solidFill>
                <a:latin typeface="Poppins SemiBold" pitchFamily="2" charset="0"/>
                <a:cs typeface="Poppins SemiBold" pitchFamily="2" charset="0"/>
              </a:rPr>
              <a:t>0:00–0:10</a:t>
            </a:r>
          </a:p>
        </p:txBody>
      </p:sp>
      <p:sp>
        <p:nvSpPr>
          <p:cNvPr id="124" name="Activity 124"/>
          <p:cNvSpPr txBox="1"/>
          <p:nvPr/>
        </p:nvSpPr>
        <p:spPr>
          <a:xfrm>
            <a:off x="2258568" y="1828800"/>
            <a:ext cx="2377440" cy="694944"/>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1400" b="1" dirty="0">
                <a:solidFill>
                  <a:schemeClr val="accent6">
                    <a:lumMod val="75000"/>
                  </a:schemeClr>
                </a:solidFill>
                <a:latin typeface="Poppins SemiBold" pitchFamily="2" charset="0"/>
                <a:cs typeface="Poppins SemiBold" pitchFamily="2" charset="0"/>
              </a:rPr>
              <a:t>Set the scene</a:t>
            </a:r>
          </a:p>
        </p:txBody>
      </p:sp>
      <p:sp>
        <p:nvSpPr>
          <p:cNvPr id="125" name="What 125"/>
          <p:cNvSpPr txBox="1"/>
          <p:nvPr/>
        </p:nvSpPr>
        <p:spPr>
          <a:xfrm>
            <a:off x="4773168" y="1828800"/>
            <a:ext cx="5212080" cy="694944"/>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1300" dirty="0">
                <a:solidFill>
                  <a:schemeClr val="accent6">
                    <a:lumMod val="75000"/>
                  </a:schemeClr>
                </a:solidFill>
                <a:latin typeface="Open Sans" pitchFamily="34" charset="0"/>
                <a:ea typeface="Open Sans" pitchFamily="34" charset="-122"/>
                <a:cs typeface="Open Sans" pitchFamily="34" charset="-120"/>
              </a:rPr>
              <a:t>ISS headline results, what is working, what needs to improve, and why this session matters</a:t>
            </a:r>
          </a:p>
        </p:txBody>
      </p:sp>
      <p:sp>
        <p:nvSpPr>
          <p:cNvPr id="126" name="Lead 126"/>
          <p:cNvSpPr/>
          <p:nvPr/>
        </p:nvSpPr>
        <p:spPr>
          <a:xfrm>
            <a:off x="10213848" y="1975104"/>
            <a:ext cx="1143000" cy="402336"/>
          </a:xfrm>
          <a:prstGeom prst="roundRect">
            <a:avLst>
              <a:gd name="adj" fmla="val 50000"/>
            </a:avLst>
          </a:prstGeom>
          <a:solidFill>
            <a:schemeClr val="bg1"/>
          </a:solidFill>
          <a:ln w="9525">
            <a:solidFill>
              <a:schemeClr val="accent6"/>
            </a:solidFill>
          </a:ln>
        </p:spPr>
        <p:txBody>
          <a:bodyPr wrap="square" lIns="0" tIns="0" rIns="0" bIns="0" rtlCol="0" anchor="ctr">
            <a:noAutofit/>
          </a:bodyPr>
          <a:lstStyle/>
          <a:p>
            <a:pPr algn="ctr">
              <a:lnSpc>
                <a:spcPct val="100000"/>
              </a:lnSpc>
              <a:spcBef>
                <a:spcPts val="0"/>
              </a:spcBef>
              <a:spcAft>
                <a:spcPts val="0"/>
              </a:spcAft>
              <a:buNone/>
            </a:pPr>
            <a:r>
              <a:rPr lang="en-AU" sz="1100" b="1" dirty="0">
                <a:solidFill>
                  <a:schemeClr val="accent6"/>
                </a:solidFill>
                <a:latin typeface="Poppins SemiBold" pitchFamily="2" charset="0"/>
                <a:cs typeface="Poppins SemiBold" pitchFamily="2" charset="0"/>
              </a:rPr>
              <a:t>Marcus</a:t>
            </a:r>
          </a:p>
        </p:txBody>
      </p:sp>
      <p:sp>
        <p:nvSpPr>
          <p:cNvPr id="127" name="Row 127"/>
          <p:cNvSpPr/>
          <p:nvPr/>
        </p:nvSpPr>
        <p:spPr>
          <a:xfrm>
            <a:off x="566928" y="2633472"/>
            <a:ext cx="11064240" cy="694944"/>
          </a:xfrm>
          <a:prstGeom prst="rect">
            <a:avLst/>
          </a:prstGeom>
          <a:solidFill>
            <a:schemeClr val="accent5">
              <a:lumMod val="5000"/>
              <a:lumOff val="95000"/>
            </a:schemeClr>
          </a:solidFill>
          <a:ln>
            <a:noFill/>
          </a:ln>
        </p:spPr>
        <p:txBody>
          <a:bodyPr wrap="square" lIns="0" tIns="0" rIns="0" bIns="0" rtlCol="0" anchor="t">
            <a:noAutofit/>
          </a:bodyPr>
          <a:lstStyle/>
          <a:p>
            <a:endParaRPr lang="en-AU" sz="1000"/>
          </a:p>
        </p:txBody>
      </p:sp>
      <p:sp>
        <p:nvSpPr>
          <p:cNvPr id="128" name="Time 128"/>
          <p:cNvSpPr txBox="1"/>
          <p:nvPr/>
        </p:nvSpPr>
        <p:spPr>
          <a:xfrm>
            <a:off x="841248" y="2633472"/>
            <a:ext cx="1371600" cy="694944"/>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1400" b="1" dirty="0">
                <a:solidFill>
                  <a:schemeClr val="accent3"/>
                </a:solidFill>
                <a:latin typeface="Poppins SemiBold" pitchFamily="2" charset="0"/>
                <a:cs typeface="Poppins SemiBold" pitchFamily="2" charset="0"/>
              </a:rPr>
              <a:t>0:10–0:15</a:t>
            </a:r>
          </a:p>
        </p:txBody>
      </p:sp>
      <p:sp>
        <p:nvSpPr>
          <p:cNvPr id="129" name="Activity 129"/>
          <p:cNvSpPr txBox="1"/>
          <p:nvPr/>
        </p:nvSpPr>
        <p:spPr>
          <a:xfrm>
            <a:off x="2258568" y="2633472"/>
            <a:ext cx="2377440" cy="694944"/>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1400" b="1" dirty="0">
                <a:solidFill>
                  <a:schemeClr val="accent6">
                    <a:lumMod val="75000"/>
                  </a:schemeClr>
                </a:solidFill>
                <a:latin typeface="Poppins SemiBold" pitchFamily="2" charset="0"/>
                <a:cs typeface="Poppins SemiBold" pitchFamily="2" charset="0"/>
              </a:rPr>
              <a:t>How today works</a:t>
            </a:r>
          </a:p>
        </p:txBody>
      </p:sp>
      <p:sp>
        <p:nvSpPr>
          <p:cNvPr id="130" name="What 130"/>
          <p:cNvSpPr txBox="1"/>
          <p:nvPr/>
        </p:nvSpPr>
        <p:spPr>
          <a:xfrm>
            <a:off x="4773168" y="2633472"/>
            <a:ext cx="5212080" cy="694944"/>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1300" dirty="0">
                <a:solidFill>
                  <a:schemeClr val="accent6">
                    <a:lumMod val="75000"/>
                  </a:schemeClr>
                </a:solidFill>
                <a:latin typeface="Open Sans" pitchFamily="34" charset="0"/>
                <a:ea typeface="Open Sans" pitchFamily="34" charset="-122"/>
                <a:cs typeface="Open Sans" pitchFamily="34" charset="-120"/>
              </a:rPr>
              <a:t>Stations, rotations and the impact-time matrix</a:t>
            </a:r>
          </a:p>
        </p:txBody>
      </p:sp>
      <p:sp>
        <p:nvSpPr>
          <p:cNvPr id="131" name="Lead 131"/>
          <p:cNvSpPr/>
          <p:nvPr/>
        </p:nvSpPr>
        <p:spPr>
          <a:xfrm>
            <a:off x="10213848" y="2779776"/>
            <a:ext cx="1143000" cy="402336"/>
          </a:xfrm>
          <a:prstGeom prst="roundRect">
            <a:avLst>
              <a:gd name="adj" fmla="val 50000"/>
            </a:avLst>
          </a:prstGeom>
          <a:solidFill>
            <a:schemeClr val="bg1"/>
          </a:solidFill>
          <a:ln w="9525">
            <a:solidFill>
              <a:schemeClr val="accent6"/>
            </a:solidFill>
          </a:ln>
        </p:spPr>
        <p:txBody>
          <a:bodyPr wrap="square" lIns="0" tIns="0" rIns="0" bIns="0" rtlCol="0" anchor="ctr">
            <a:noAutofit/>
          </a:bodyPr>
          <a:lstStyle/>
          <a:p>
            <a:pPr algn="ctr">
              <a:lnSpc>
                <a:spcPct val="100000"/>
              </a:lnSpc>
              <a:spcBef>
                <a:spcPts val="0"/>
              </a:spcBef>
              <a:spcAft>
                <a:spcPts val="0"/>
              </a:spcAft>
              <a:buNone/>
            </a:pPr>
            <a:r>
              <a:rPr lang="en-AU" sz="1100" b="1" dirty="0">
                <a:solidFill>
                  <a:schemeClr val="accent6"/>
                </a:solidFill>
                <a:latin typeface="Poppins SemiBold" pitchFamily="2" charset="0"/>
                <a:cs typeface="Poppins SemiBold" pitchFamily="2" charset="0"/>
              </a:rPr>
              <a:t>Alycia</a:t>
            </a:r>
          </a:p>
        </p:txBody>
      </p:sp>
      <p:sp>
        <p:nvSpPr>
          <p:cNvPr id="132" name="Row 132"/>
          <p:cNvSpPr/>
          <p:nvPr/>
        </p:nvSpPr>
        <p:spPr>
          <a:xfrm>
            <a:off x="566928" y="3438144"/>
            <a:ext cx="11064240" cy="694944"/>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p:spPr>
        <p:txBody>
          <a:bodyPr wrap="square" lIns="0" tIns="0" rIns="0" bIns="0" rtlCol="0" anchor="t">
            <a:noAutofit/>
          </a:bodyPr>
          <a:lstStyle/>
          <a:p>
            <a:endParaRPr lang="en-AU" sz="1000"/>
          </a:p>
        </p:txBody>
      </p:sp>
      <p:sp>
        <p:nvSpPr>
          <p:cNvPr id="133" name="Time 133"/>
          <p:cNvSpPr txBox="1"/>
          <p:nvPr/>
        </p:nvSpPr>
        <p:spPr>
          <a:xfrm>
            <a:off x="841248" y="3438144"/>
            <a:ext cx="1371600" cy="694944"/>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1400" b="1" dirty="0">
                <a:solidFill>
                  <a:schemeClr val="accent3"/>
                </a:solidFill>
                <a:latin typeface="Poppins SemiBold" pitchFamily="2" charset="0"/>
                <a:cs typeface="Poppins SemiBold" pitchFamily="2" charset="0"/>
              </a:rPr>
              <a:t>0:15–0:45</a:t>
            </a:r>
          </a:p>
        </p:txBody>
      </p:sp>
      <p:sp>
        <p:nvSpPr>
          <p:cNvPr id="134" name="Activity 134"/>
          <p:cNvSpPr txBox="1"/>
          <p:nvPr/>
        </p:nvSpPr>
        <p:spPr>
          <a:xfrm>
            <a:off x="2258568" y="3438144"/>
            <a:ext cx="2377440" cy="694944"/>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1400" b="1" dirty="0">
                <a:solidFill>
                  <a:schemeClr val="accent6">
                    <a:lumMod val="75000"/>
                  </a:schemeClr>
                </a:solidFill>
                <a:latin typeface="Poppins SemiBold" pitchFamily="2" charset="0"/>
                <a:cs typeface="Poppins SemiBold" pitchFamily="2" charset="0"/>
              </a:rPr>
              <a:t>Theme stations</a:t>
            </a:r>
          </a:p>
        </p:txBody>
      </p:sp>
      <p:sp>
        <p:nvSpPr>
          <p:cNvPr id="135" name="What 135"/>
          <p:cNvSpPr txBox="1"/>
          <p:nvPr/>
        </p:nvSpPr>
        <p:spPr>
          <a:xfrm>
            <a:off x="4773168" y="3438144"/>
            <a:ext cx="5212080" cy="694944"/>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1300" dirty="0">
                <a:solidFill>
                  <a:schemeClr val="accent6">
                    <a:lumMod val="75000"/>
                  </a:schemeClr>
                </a:solidFill>
                <a:latin typeface="Open Sans" pitchFamily="34" charset="0"/>
                <a:ea typeface="Open Sans" pitchFamily="34" charset="-122"/>
                <a:cs typeface="Open Sans" pitchFamily="34" charset="-120"/>
              </a:rPr>
              <a:t>Mixed groups work two of the four ISS themes, building on each other’s work</a:t>
            </a:r>
          </a:p>
        </p:txBody>
      </p:sp>
      <p:sp>
        <p:nvSpPr>
          <p:cNvPr id="136" name="Lead 136"/>
          <p:cNvSpPr/>
          <p:nvPr/>
        </p:nvSpPr>
        <p:spPr>
          <a:xfrm>
            <a:off x="10213848" y="3584448"/>
            <a:ext cx="1143000" cy="402336"/>
          </a:xfrm>
          <a:prstGeom prst="roundRect">
            <a:avLst>
              <a:gd name="adj" fmla="val 50000"/>
            </a:avLst>
          </a:prstGeom>
          <a:solidFill>
            <a:schemeClr val="bg1"/>
          </a:solidFill>
          <a:ln w="9525">
            <a:solidFill>
              <a:schemeClr val="accent6"/>
            </a:solidFill>
          </a:ln>
        </p:spPr>
        <p:txBody>
          <a:bodyPr wrap="square" lIns="0" tIns="0" rIns="0" bIns="0" rtlCol="0" anchor="ctr">
            <a:noAutofit/>
          </a:bodyPr>
          <a:lstStyle/>
          <a:p>
            <a:pPr algn="ctr">
              <a:lnSpc>
                <a:spcPct val="100000"/>
              </a:lnSpc>
              <a:spcBef>
                <a:spcPts val="0"/>
              </a:spcBef>
              <a:spcAft>
                <a:spcPts val="0"/>
              </a:spcAft>
              <a:buNone/>
            </a:pPr>
            <a:r>
              <a:rPr lang="en-AU" sz="1100" b="1" dirty="0">
                <a:solidFill>
                  <a:schemeClr val="accent6"/>
                </a:solidFill>
                <a:latin typeface="Poppins SemiBold" pitchFamily="2" charset="0"/>
                <a:cs typeface="Poppins SemiBold" pitchFamily="2" charset="0"/>
              </a:rPr>
              <a:t>Alycia</a:t>
            </a:r>
          </a:p>
        </p:txBody>
      </p:sp>
      <p:sp>
        <p:nvSpPr>
          <p:cNvPr id="137" name="Row 137"/>
          <p:cNvSpPr/>
          <p:nvPr/>
        </p:nvSpPr>
        <p:spPr>
          <a:xfrm>
            <a:off x="566928" y="4242816"/>
            <a:ext cx="11064240" cy="694944"/>
          </a:xfrm>
          <a:prstGeom prst="rect">
            <a:avLst/>
          </a:prstGeom>
          <a:solidFill>
            <a:schemeClr val="accent5">
              <a:lumMod val="5000"/>
              <a:lumOff val="95000"/>
            </a:schemeClr>
          </a:solidFill>
          <a:ln>
            <a:noFill/>
          </a:ln>
        </p:spPr>
        <p:txBody>
          <a:bodyPr wrap="square" lIns="0" tIns="0" rIns="0" bIns="0" rtlCol="0" anchor="t">
            <a:noAutofit/>
          </a:bodyPr>
          <a:lstStyle/>
          <a:p>
            <a:endParaRPr lang="en-AU" sz="1000"/>
          </a:p>
        </p:txBody>
      </p:sp>
      <p:sp>
        <p:nvSpPr>
          <p:cNvPr id="138" name="Time 138"/>
          <p:cNvSpPr txBox="1"/>
          <p:nvPr/>
        </p:nvSpPr>
        <p:spPr>
          <a:xfrm>
            <a:off x="841248" y="4242816"/>
            <a:ext cx="1371600" cy="694944"/>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1400" b="1" dirty="0">
                <a:solidFill>
                  <a:schemeClr val="accent3"/>
                </a:solidFill>
                <a:latin typeface="Poppins SemiBold" pitchFamily="2" charset="0"/>
                <a:cs typeface="Poppins SemiBold" pitchFamily="2" charset="0"/>
              </a:rPr>
              <a:t>0:45–1:05</a:t>
            </a:r>
          </a:p>
        </p:txBody>
      </p:sp>
      <p:sp>
        <p:nvSpPr>
          <p:cNvPr id="139" name="Activity 139"/>
          <p:cNvSpPr txBox="1"/>
          <p:nvPr/>
        </p:nvSpPr>
        <p:spPr>
          <a:xfrm>
            <a:off x="2258568" y="4242816"/>
            <a:ext cx="2377440" cy="694944"/>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1400" b="1" dirty="0">
                <a:solidFill>
                  <a:schemeClr val="accent6">
                    <a:lumMod val="75000"/>
                  </a:schemeClr>
                </a:solidFill>
                <a:latin typeface="Poppins SemiBold" pitchFamily="2" charset="0"/>
                <a:cs typeface="Poppins SemiBold" pitchFamily="2" charset="0"/>
              </a:rPr>
              <a:t>Play back and prioritise</a:t>
            </a:r>
          </a:p>
        </p:txBody>
      </p:sp>
      <p:sp>
        <p:nvSpPr>
          <p:cNvPr id="140" name="What 140"/>
          <p:cNvSpPr txBox="1"/>
          <p:nvPr/>
        </p:nvSpPr>
        <p:spPr>
          <a:xfrm>
            <a:off x="4773168" y="4242816"/>
            <a:ext cx="5212080" cy="694944"/>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1300" dirty="0">
                <a:solidFill>
                  <a:schemeClr val="accent6">
                    <a:lumMod val="75000"/>
                  </a:schemeClr>
                </a:solidFill>
                <a:latin typeface="Open Sans" pitchFamily="34" charset="0"/>
                <a:ea typeface="Open Sans" pitchFamily="34" charset="-122"/>
                <a:cs typeface="Open Sans" pitchFamily="34" charset="-120"/>
              </a:rPr>
              <a:t>Each station shares back, and priorities go onto the impact-time matrix</a:t>
            </a:r>
          </a:p>
        </p:txBody>
      </p:sp>
      <p:sp>
        <p:nvSpPr>
          <p:cNvPr id="141" name="Lead 141"/>
          <p:cNvSpPr/>
          <p:nvPr/>
        </p:nvSpPr>
        <p:spPr>
          <a:xfrm>
            <a:off x="10213848" y="4389120"/>
            <a:ext cx="1143000" cy="402336"/>
          </a:xfrm>
          <a:prstGeom prst="roundRect">
            <a:avLst>
              <a:gd name="adj" fmla="val 50000"/>
            </a:avLst>
          </a:prstGeom>
          <a:solidFill>
            <a:schemeClr val="bg1"/>
          </a:solidFill>
          <a:ln w="9525">
            <a:solidFill>
              <a:schemeClr val="accent6"/>
            </a:solidFill>
          </a:ln>
        </p:spPr>
        <p:txBody>
          <a:bodyPr wrap="square" lIns="0" tIns="0" rIns="0" bIns="0" rtlCol="0" anchor="ctr">
            <a:noAutofit/>
          </a:bodyPr>
          <a:lstStyle/>
          <a:p>
            <a:pPr algn="ctr">
              <a:lnSpc>
                <a:spcPct val="100000"/>
              </a:lnSpc>
              <a:spcBef>
                <a:spcPts val="0"/>
              </a:spcBef>
              <a:spcAft>
                <a:spcPts val="0"/>
              </a:spcAft>
              <a:buNone/>
            </a:pPr>
            <a:r>
              <a:rPr lang="en-AU" sz="1100" b="1" dirty="0">
                <a:solidFill>
                  <a:schemeClr val="accent6"/>
                </a:solidFill>
                <a:latin typeface="Poppins SemiBold" pitchFamily="2" charset="0"/>
                <a:cs typeface="Poppins SemiBold" pitchFamily="2" charset="0"/>
              </a:rPr>
              <a:t>All</a:t>
            </a:r>
          </a:p>
        </p:txBody>
      </p:sp>
      <p:sp>
        <p:nvSpPr>
          <p:cNvPr id="142" name="Row 142"/>
          <p:cNvSpPr/>
          <p:nvPr/>
        </p:nvSpPr>
        <p:spPr>
          <a:xfrm>
            <a:off x="566928" y="5047488"/>
            <a:ext cx="11064240" cy="694944"/>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p:spPr>
        <p:txBody>
          <a:bodyPr wrap="square" lIns="0" tIns="0" rIns="0" bIns="0" rtlCol="0" anchor="t">
            <a:noAutofit/>
          </a:bodyPr>
          <a:lstStyle/>
          <a:p>
            <a:endParaRPr lang="en-AU" sz="1000"/>
          </a:p>
        </p:txBody>
      </p:sp>
      <p:sp>
        <p:nvSpPr>
          <p:cNvPr id="143" name="Time 143"/>
          <p:cNvSpPr txBox="1"/>
          <p:nvPr/>
        </p:nvSpPr>
        <p:spPr>
          <a:xfrm>
            <a:off x="841248" y="5047488"/>
            <a:ext cx="1371600" cy="694944"/>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1400" b="1" dirty="0">
                <a:solidFill>
                  <a:schemeClr val="accent3"/>
                </a:solidFill>
                <a:latin typeface="Poppins SemiBold" pitchFamily="2" charset="0"/>
                <a:cs typeface="Poppins SemiBold" pitchFamily="2" charset="0"/>
              </a:rPr>
              <a:t>1:05–1:15</a:t>
            </a:r>
          </a:p>
        </p:txBody>
      </p:sp>
      <p:sp>
        <p:nvSpPr>
          <p:cNvPr id="144" name="Activity 144"/>
          <p:cNvSpPr txBox="1"/>
          <p:nvPr/>
        </p:nvSpPr>
        <p:spPr>
          <a:xfrm>
            <a:off x="2258568" y="5047488"/>
            <a:ext cx="2377440" cy="694944"/>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1400" b="1" dirty="0">
                <a:solidFill>
                  <a:schemeClr val="accent6">
                    <a:lumMod val="75000"/>
                  </a:schemeClr>
                </a:solidFill>
                <a:latin typeface="Poppins SemiBold" pitchFamily="2" charset="0"/>
                <a:cs typeface="Poppins SemiBold" pitchFamily="2" charset="0"/>
              </a:rPr>
              <a:t>Agree the plan</a:t>
            </a:r>
          </a:p>
        </p:txBody>
      </p:sp>
      <p:sp>
        <p:nvSpPr>
          <p:cNvPr id="145" name="What 145"/>
          <p:cNvSpPr txBox="1"/>
          <p:nvPr/>
        </p:nvSpPr>
        <p:spPr>
          <a:xfrm>
            <a:off x="4773168" y="5047488"/>
            <a:ext cx="5212080" cy="694944"/>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1300" dirty="0">
                <a:solidFill>
                  <a:schemeClr val="accent6">
                    <a:lumMod val="75000"/>
                  </a:schemeClr>
                </a:solidFill>
                <a:latin typeface="Open Sans" pitchFamily="34" charset="0"/>
                <a:ea typeface="Open Sans" pitchFamily="34" charset="-122"/>
                <a:cs typeface="Open Sans" pitchFamily="34" charset="-120"/>
              </a:rPr>
              <a:t>Confirm plan components, owners for gaps, and next steps</a:t>
            </a:r>
          </a:p>
        </p:txBody>
      </p:sp>
      <p:sp>
        <p:nvSpPr>
          <p:cNvPr id="146" name="Lead 146"/>
          <p:cNvSpPr/>
          <p:nvPr/>
        </p:nvSpPr>
        <p:spPr>
          <a:xfrm>
            <a:off x="10213848" y="5193792"/>
            <a:ext cx="1143000" cy="402336"/>
          </a:xfrm>
          <a:prstGeom prst="roundRect">
            <a:avLst>
              <a:gd name="adj" fmla="val 50000"/>
            </a:avLst>
          </a:prstGeom>
          <a:solidFill>
            <a:schemeClr val="bg1"/>
          </a:solidFill>
          <a:ln w="9525">
            <a:solidFill>
              <a:schemeClr val="accent6"/>
            </a:solidFill>
          </a:ln>
        </p:spPr>
        <p:txBody>
          <a:bodyPr wrap="square" lIns="0" tIns="0" rIns="0" bIns="0" rtlCol="0" anchor="ctr">
            <a:noAutofit/>
          </a:bodyPr>
          <a:lstStyle/>
          <a:p>
            <a:pPr algn="ctr">
              <a:lnSpc>
                <a:spcPct val="100000"/>
              </a:lnSpc>
              <a:spcBef>
                <a:spcPts val="0"/>
              </a:spcBef>
              <a:spcAft>
                <a:spcPts val="0"/>
              </a:spcAft>
              <a:buNone/>
            </a:pPr>
            <a:r>
              <a:rPr lang="en-AU" sz="1100" b="1" dirty="0">
                <a:solidFill>
                  <a:schemeClr val="accent6"/>
                </a:solidFill>
                <a:latin typeface="Poppins SemiBold" pitchFamily="2" charset="0"/>
                <a:cs typeface="Poppins SemiBold" pitchFamily="2" charset="0"/>
              </a:rPr>
              <a:t>Marcus</a:t>
            </a:r>
          </a:p>
        </p:txBody>
      </p:sp>
      <p:sp>
        <p:nvSpPr>
          <p:cNvPr id="147" name="Footnote 147"/>
          <p:cNvSpPr txBox="1"/>
          <p:nvPr/>
        </p:nvSpPr>
        <p:spPr>
          <a:xfrm>
            <a:off x="566928" y="5897880"/>
            <a:ext cx="11064240" cy="274320"/>
          </a:xfrm>
          <a:prstGeom prst="rect">
            <a:avLst/>
          </a:prstGeom>
          <a:noFill/>
          <a:ln>
            <a:noFill/>
          </a:ln>
        </p:spPr>
        <p:txBody>
          <a:bodyPr wrap="square" lIns="0" tIns="0" rIns="0" bIns="0" rtlCol="0" anchor="t">
            <a:noAutofit/>
          </a:bodyPr>
          <a:lstStyle/>
          <a:p>
            <a:pPr algn="l">
              <a:lnSpc>
                <a:spcPct val="100000"/>
              </a:lnSpc>
              <a:spcBef>
                <a:spcPts val="0"/>
              </a:spcBef>
              <a:spcAft>
                <a:spcPts val="0"/>
              </a:spcAft>
              <a:buNone/>
            </a:pPr>
            <a:r>
              <a:rPr lang="en-AU" sz="1100" i="1" dirty="0">
                <a:solidFill>
                  <a:schemeClr val="accent6"/>
                </a:solidFill>
                <a:latin typeface="Open Sans" pitchFamily="34" charset="0"/>
                <a:ea typeface="Open Sans" pitchFamily="34" charset="-122"/>
                <a:cs typeface="Open Sans" pitchFamily="34" charset="-120"/>
              </a:rPr>
              <a:t>More than half the session is hands-on.</a:t>
            </a:r>
          </a:p>
        </p:txBody>
      </p:sp>
      <p:sp>
        <p:nvSpPr>
          <p:cNvPr id="2" name="Slide Number Placeholder 1">
            <a:extLst>
              <a:ext uri="{FF2B5EF4-FFF2-40B4-BE49-F238E27FC236}">
                <a16:creationId xmlns:a16="http://schemas.microsoft.com/office/drawing/2014/main" id="{2B6BE33A-60B5-E311-CB42-7B2F0308709E}"/>
              </a:ext>
            </a:extLst>
          </p:cNvPr>
          <p:cNvSpPr txBox="1">
            <a:spLocks/>
          </p:cNvSpPr>
          <p:nvPr/>
        </p:nvSpPr>
        <p:spPr>
          <a:xfrm>
            <a:off x="9309830" y="642986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FA8BD019-05FF-F145-A6E1-6EE5A88665E4}" type="slidenum">
              <a:rPr kumimoji="0" lang="en-AU" sz="900" b="0" i="0" u="none" strike="noStrike" kern="1200" cap="none" spc="0" normalizeH="0" baseline="0" noProof="0" smtClean="0">
                <a:ln>
                  <a:noFill/>
                </a:ln>
                <a:solidFill>
                  <a:schemeClr val="bg2">
                    <a:lumMod val="10000"/>
                  </a:schemeClr>
                </a:solidFill>
                <a:effectLst/>
                <a:uLnTx/>
                <a:uFillTx/>
                <a:latin typeface="Aptos" panose="020B00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AU" sz="900" b="0" i="0" u="none" strike="noStrike" kern="1200" cap="none" spc="0" normalizeH="0" baseline="0" noProof="0" dirty="0">
              <a:ln>
                <a:noFill/>
              </a:ln>
              <a:solidFill>
                <a:schemeClr val="bg2">
                  <a:lumMod val="10000"/>
                </a:schemeClr>
              </a:solidFill>
              <a:effectLst/>
              <a:uLnTx/>
              <a:uFillTx/>
              <a:latin typeface="Aptos" panose="020B0004020202020204" pitchFamily="34" charset="0"/>
              <a:ea typeface="+mn-ea"/>
              <a:cs typeface="+mn-cs"/>
            </a:endParaRPr>
          </a:p>
        </p:txBody>
      </p:sp>
    </p:spTree>
    <p:extLst>
      <p:ext uri="{BB962C8B-B14F-4D97-AF65-F5344CB8AC3E}">
        <p14:creationId xmlns:p14="http://schemas.microsoft.com/office/powerpoint/2010/main" val="19222960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04E26-E604-813E-86D3-014AA1D9C32E}"/>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3608ACD3-B5DF-52A8-4DE1-4D5D28F05B17}"/>
              </a:ext>
            </a:extLst>
          </p:cNvPr>
          <p:cNvCxnSpPr>
            <a:cxnSpLocks/>
            <a:stCxn id="6" idx="3"/>
          </p:cNvCxnSpPr>
          <p:nvPr/>
        </p:nvCxnSpPr>
        <p:spPr>
          <a:xfrm>
            <a:off x="2609641" y="277669"/>
            <a:ext cx="9582359"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555E4999-7C88-D24F-75F2-28872F004E5D}"/>
              </a:ext>
            </a:extLst>
          </p:cNvPr>
          <p:cNvCxnSpPr>
            <a:cxnSpLocks/>
            <a:endCxn id="6" idx="1"/>
          </p:cNvCxnSpPr>
          <p:nvPr/>
        </p:nvCxnSpPr>
        <p:spPr>
          <a:xfrm>
            <a:off x="0" y="277669"/>
            <a:ext cx="548641"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 0">
            <a:extLst>
              <a:ext uri="{FF2B5EF4-FFF2-40B4-BE49-F238E27FC236}">
                <a16:creationId xmlns:a16="http://schemas.microsoft.com/office/drawing/2014/main" id="{93F24A76-699F-A050-BCAC-71BD08B264A2}"/>
              </a:ext>
            </a:extLst>
          </p:cNvPr>
          <p:cNvSpPr/>
          <p:nvPr/>
        </p:nvSpPr>
        <p:spPr>
          <a:xfrm>
            <a:off x="548641" y="165782"/>
            <a:ext cx="2061000" cy="223773"/>
          </a:xfrm>
          <a:prstGeom prst="roundRect">
            <a:avLst>
              <a:gd name="adj" fmla="val 50000"/>
            </a:avLst>
          </a:prstGeom>
          <a:noFill/>
          <a:ln w="3175">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i="0" u="none" strike="noStrike" kern="0" cap="none" normalizeH="0" baseline="0" noProof="0" dirty="0">
                <a:ln>
                  <a:noFill/>
                </a:ln>
                <a:solidFill>
                  <a:schemeClr val="accent6"/>
                </a:solidFill>
                <a:effectLst/>
                <a:uLnTx/>
                <a:uFillTx/>
                <a:latin typeface="Poppins" pitchFamily="34" charset="0"/>
                <a:ea typeface="Poppins" pitchFamily="34" charset="-122"/>
                <a:cs typeface="Poppins" pitchFamily="34" charset="-120"/>
              </a:rPr>
              <a:t>ISS GMT Working Session</a:t>
            </a:r>
          </a:p>
        </p:txBody>
      </p:sp>
      <p:sp>
        <p:nvSpPr>
          <p:cNvPr id="14" name="Title 4">
            <a:extLst>
              <a:ext uri="{FF2B5EF4-FFF2-40B4-BE49-F238E27FC236}">
                <a16:creationId xmlns:a16="http://schemas.microsoft.com/office/drawing/2014/main" id="{15B0D0C6-2A12-4A64-5CA6-AFD820857D29}"/>
              </a:ext>
            </a:extLst>
          </p:cNvPr>
          <p:cNvSpPr txBox="1">
            <a:spLocks/>
          </p:cNvSpPr>
          <p:nvPr/>
        </p:nvSpPr>
        <p:spPr>
          <a:xfrm>
            <a:off x="525018" y="573082"/>
            <a:ext cx="11200000" cy="880000"/>
          </a:xfrm>
          <a:prstGeom prst="rect">
            <a:avLst/>
          </a:prstGeom>
        </p:spPr>
        <p:txBody>
          <a:bodyPr vert="horz" lIns="91440" tIns="45720" rIns="91440" bIns="45720" rtlCol="0" anchor="t">
            <a:noAutofit/>
          </a:bodyPr>
          <a:lstStyle>
            <a:defPPr>
              <a:defRPr lang="en-US"/>
            </a:defPPr>
            <a:lvl1pPr>
              <a:lnSpc>
                <a:spcPct val="114000"/>
              </a:lnSpc>
              <a:spcBef>
                <a:spcPct val="0"/>
              </a:spcBef>
              <a:buNone/>
              <a:defRPr sz="2200">
                <a:solidFill>
                  <a:schemeClr val="accent6">
                    <a:lumMod val="75000"/>
                  </a:schemeClr>
                </a:solidFill>
                <a:latin typeface="Poppins SemiBold" panose="00000700000000000000" pitchFamily="2" charset="0"/>
                <a:ea typeface="+mj-ea"/>
                <a:cs typeface="Poppins SemiBold" panose="00000700000000000000" pitchFamily="2" charset="0"/>
              </a:defRPr>
            </a:lvl1pPr>
          </a:lstStyle>
          <a:p>
            <a:r>
              <a:rPr lang="en-AU" dirty="0"/>
              <a:t>Industry sentiment sits at </a:t>
            </a:r>
            <a:r>
              <a:rPr lang="en-AU" dirty="0">
                <a:solidFill>
                  <a:schemeClr val="accent3"/>
                </a:solidFill>
              </a:rPr>
              <a:t>65</a:t>
            </a:r>
            <a:r>
              <a:rPr lang="en-AU" dirty="0"/>
              <a:t>, with clear room to build confidence</a:t>
            </a:r>
            <a:endParaRPr lang="en-AU" dirty="0"/>
          </a:p>
        </p:txBody>
      </p:sp>
      <p:sp>
        <p:nvSpPr>
          <p:cNvPr id="148" name="Score tile 148"/>
          <p:cNvSpPr/>
          <p:nvPr/>
        </p:nvSpPr>
        <p:spPr>
          <a:xfrm>
            <a:off x="566928" y="1463040"/>
            <a:ext cx="2057400" cy="2148840"/>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p:spPr>
        <p:txBody>
          <a:bodyPr wrap="square" lIns="0" tIns="0" rIns="0" bIns="0" rtlCol="0" anchor="t">
            <a:noAutofit/>
          </a:bodyPr>
          <a:lstStyle/>
          <a:p>
            <a:endParaRPr lang="en-AU" sz="1000"/>
          </a:p>
        </p:txBody>
      </p:sp>
      <p:sp>
        <p:nvSpPr>
          <p:cNvPr id="149" name="Score 149"/>
          <p:cNvSpPr txBox="1"/>
          <p:nvPr/>
        </p:nvSpPr>
        <p:spPr>
          <a:xfrm>
            <a:off x="795528" y="1554480"/>
            <a:ext cx="1737360" cy="914400"/>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4400" b="1" dirty="0">
                <a:solidFill>
                  <a:schemeClr val="accent3"/>
                </a:solidFill>
                <a:latin typeface="Poppins SemiBold" pitchFamily="2" charset="0"/>
                <a:cs typeface="Poppins SemiBold" pitchFamily="2" charset="0"/>
              </a:rPr>
              <a:t>67</a:t>
            </a:r>
          </a:p>
        </p:txBody>
      </p:sp>
      <p:sp>
        <p:nvSpPr>
          <p:cNvPr id="150" name="Score label 150"/>
          <p:cNvSpPr txBox="1"/>
          <p:nvPr/>
        </p:nvSpPr>
        <p:spPr>
          <a:xfrm>
            <a:off x="795528" y="2468880"/>
            <a:ext cx="1691640" cy="457200"/>
          </a:xfrm>
          <a:prstGeom prst="rect">
            <a:avLst/>
          </a:prstGeom>
          <a:noFill/>
          <a:ln>
            <a:noFill/>
          </a:ln>
        </p:spPr>
        <p:txBody>
          <a:bodyPr wrap="square" lIns="0" tIns="0" rIns="0" bIns="0" rtlCol="0" anchor="b">
            <a:noAutofit/>
          </a:bodyPr>
          <a:lstStyle/>
          <a:p>
            <a:pPr algn="l">
              <a:lnSpc>
                <a:spcPct val="95000"/>
              </a:lnSpc>
              <a:spcBef>
                <a:spcPts val="0"/>
              </a:spcBef>
              <a:spcAft>
                <a:spcPts val="0"/>
              </a:spcAft>
              <a:buNone/>
            </a:pPr>
            <a:r>
              <a:rPr lang="en-AU" sz="1200" b="1" dirty="0">
                <a:solidFill>
                  <a:schemeClr val="accent6">
                    <a:lumMod val="75000"/>
                  </a:schemeClr>
                </a:solidFill>
                <a:latin typeface="Poppins SemiBold" pitchFamily="2" charset="0"/>
                <a:cs typeface="Poppins SemiBold" pitchFamily="2" charset="0"/>
              </a:rPr>
              <a:t>Relationship Score</a:t>
            </a:r>
          </a:p>
        </p:txBody>
      </p:sp>
      <p:sp>
        <p:nvSpPr>
          <p:cNvPr id="151" name="Score sub 151"/>
          <p:cNvSpPr txBox="1"/>
          <p:nvPr/>
        </p:nvSpPr>
        <p:spPr>
          <a:xfrm>
            <a:off x="795528" y="2971800"/>
            <a:ext cx="1691640" cy="594360"/>
          </a:xfrm>
          <a:prstGeom prst="rect">
            <a:avLst/>
          </a:prstGeom>
          <a:noFill/>
          <a:ln>
            <a:noFill/>
          </a:ln>
        </p:spPr>
        <p:txBody>
          <a:bodyPr wrap="square" lIns="0" tIns="0" rIns="0" bIns="0" rtlCol="0" anchor="t">
            <a:noAutofit/>
          </a:bodyPr>
          <a:lstStyle/>
          <a:p>
            <a:pPr algn="l">
              <a:lnSpc>
                <a:spcPct val="105000"/>
              </a:lnSpc>
              <a:spcBef>
                <a:spcPts val="0"/>
              </a:spcBef>
              <a:spcAft>
                <a:spcPts val="0"/>
              </a:spcAft>
              <a:buNone/>
            </a:pPr>
            <a:r>
              <a:rPr lang="en-AU" sz="1050" dirty="0">
                <a:solidFill>
                  <a:schemeClr val="accent6">
                    <a:lumMod val="75000"/>
                  </a:schemeClr>
                </a:solidFill>
                <a:latin typeface="Open Sans" pitchFamily="34" charset="0"/>
                <a:ea typeface="Open Sans" pitchFamily="34" charset="-122"/>
                <a:cs typeface="Open Sans" pitchFamily="34" charset="-120"/>
              </a:rPr>
              <a:t>How industry sees Coal Services as an organisation</a:t>
            </a:r>
          </a:p>
        </p:txBody>
      </p:sp>
      <p:sp>
        <p:nvSpPr>
          <p:cNvPr id="152" name="Score tile 152"/>
          <p:cNvSpPr/>
          <p:nvPr/>
        </p:nvSpPr>
        <p:spPr>
          <a:xfrm>
            <a:off x="2990088" y="1463040"/>
            <a:ext cx="2057400" cy="2148840"/>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p:spPr>
        <p:txBody>
          <a:bodyPr wrap="square" lIns="0" tIns="0" rIns="0" bIns="0" rtlCol="0" anchor="t">
            <a:noAutofit/>
          </a:bodyPr>
          <a:lstStyle/>
          <a:p>
            <a:endParaRPr lang="en-AU" sz="1000"/>
          </a:p>
        </p:txBody>
      </p:sp>
      <p:sp>
        <p:nvSpPr>
          <p:cNvPr id="153" name="Score 153"/>
          <p:cNvSpPr txBox="1"/>
          <p:nvPr/>
        </p:nvSpPr>
        <p:spPr>
          <a:xfrm>
            <a:off x="3218688" y="1554480"/>
            <a:ext cx="1737360" cy="914400"/>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4400" b="1" dirty="0">
                <a:solidFill>
                  <a:schemeClr val="accent3"/>
                </a:solidFill>
                <a:latin typeface="Poppins SemiBold" pitchFamily="2" charset="0"/>
                <a:cs typeface="Poppins SemiBold" pitchFamily="2" charset="0"/>
              </a:rPr>
              <a:t>64</a:t>
            </a:r>
          </a:p>
        </p:txBody>
      </p:sp>
      <p:sp>
        <p:nvSpPr>
          <p:cNvPr id="154" name="Score label 154"/>
          <p:cNvSpPr txBox="1"/>
          <p:nvPr/>
        </p:nvSpPr>
        <p:spPr>
          <a:xfrm>
            <a:off x="3218688" y="2468880"/>
            <a:ext cx="1691640" cy="457200"/>
          </a:xfrm>
          <a:prstGeom prst="rect">
            <a:avLst/>
          </a:prstGeom>
          <a:noFill/>
          <a:ln>
            <a:noFill/>
          </a:ln>
        </p:spPr>
        <p:txBody>
          <a:bodyPr wrap="square" lIns="0" tIns="0" rIns="0" bIns="0" rtlCol="0" anchor="b">
            <a:noAutofit/>
          </a:bodyPr>
          <a:lstStyle/>
          <a:p>
            <a:pPr algn="l">
              <a:lnSpc>
                <a:spcPct val="95000"/>
              </a:lnSpc>
              <a:spcBef>
                <a:spcPts val="0"/>
              </a:spcBef>
              <a:spcAft>
                <a:spcPts val="0"/>
              </a:spcAft>
              <a:buNone/>
            </a:pPr>
            <a:r>
              <a:rPr lang="en-AU" sz="1200" b="1" dirty="0">
                <a:solidFill>
                  <a:schemeClr val="accent6">
                    <a:lumMod val="75000"/>
                  </a:schemeClr>
                </a:solidFill>
                <a:latin typeface="Poppins SemiBold" pitchFamily="2" charset="0"/>
                <a:cs typeface="Poppins SemiBold" pitchFamily="2" charset="0"/>
              </a:rPr>
              <a:t>Business Unit Score</a:t>
            </a:r>
          </a:p>
        </p:txBody>
      </p:sp>
      <p:sp>
        <p:nvSpPr>
          <p:cNvPr id="155" name="Score sub 155"/>
          <p:cNvSpPr txBox="1"/>
          <p:nvPr/>
        </p:nvSpPr>
        <p:spPr>
          <a:xfrm>
            <a:off x="3218688" y="2971800"/>
            <a:ext cx="1691640" cy="594360"/>
          </a:xfrm>
          <a:prstGeom prst="rect">
            <a:avLst/>
          </a:prstGeom>
          <a:noFill/>
          <a:ln>
            <a:noFill/>
          </a:ln>
        </p:spPr>
        <p:txBody>
          <a:bodyPr wrap="square" lIns="0" tIns="0" rIns="0" bIns="0" rtlCol="0" anchor="t">
            <a:noAutofit/>
          </a:bodyPr>
          <a:lstStyle/>
          <a:p>
            <a:pPr algn="l">
              <a:lnSpc>
                <a:spcPct val="105000"/>
              </a:lnSpc>
              <a:spcBef>
                <a:spcPts val="0"/>
              </a:spcBef>
              <a:spcAft>
                <a:spcPts val="0"/>
              </a:spcAft>
              <a:buNone/>
            </a:pPr>
            <a:r>
              <a:rPr lang="en-AU" sz="1050" dirty="0">
                <a:solidFill>
                  <a:schemeClr val="accent6">
                    <a:lumMod val="75000"/>
                  </a:schemeClr>
                </a:solidFill>
                <a:latin typeface="Open Sans" pitchFamily="34" charset="0"/>
                <a:ea typeface="Open Sans" pitchFamily="34" charset="-122"/>
                <a:cs typeface="Open Sans" pitchFamily="34" charset="-120"/>
              </a:rPr>
              <a:t>How industry rates the units it deals with most</a:t>
            </a:r>
          </a:p>
        </p:txBody>
      </p:sp>
      <p:sp>
        <p:nvSpPr>
          <p:cNvPr id="156" name="Score tile 156"/>
          <p:cNvSpPr/>
          <p:nvPr/>
        </p:nvSpPr>
        <p:spPr>
          <a:xfrm>
            <a:off x="5413248" y="1463040"/>
            <a:ext cx="2057400" cy="2148840"/>
          </a:xfrm>
          <a:prstGeom prst="rect">
            <a:avLst/>
          </a:prstGeom>
          <a:solidFill>
            <a:schemeClr val="accent6"/>
          </a:solidFill>
          <a:ln>
            <a:noFill/>
          </a:ln>
        </p:spPr>
        <p:txBody>
          <a:bodyPr wrap="square" lIns="0" tIns="0" rIns="0" bIns="0" rtlCol="0" anchor="t">
            <a:noAutofit/>
          </a:bodyPr>
          <a:lstStyle/>
          <a:p>
            <a:endParaRPr lang="en-AU" sz="1000"/>
          </a:p>
        </p:txBody>
      </p:sp>
      <p:sp>
        <p:nvSpPr>
          <p:cNvPr id="157" name="Score 157"/>
          <p:cNvSpPr txBox="1"/>
          <p:nvPr/>
        </p:nvSpPr>
        <p:spPr>
          <a:xfrm>
            <a:off x="5641848" y="1554480"/>
            <a:ext cx="1737360" cy="914400"/>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4400" b="1" dirty="0">
                <a:solidFill>
                  <a:schemeClr val="accent5"/>
                </a:solidFill>
                <a:latin typeface="Poppins SemiBold" pitchFamily="2" charset="0"/>
                <a:cs typeface="Poppins SemiBold" pitchFamily="2" charset="0"/>
              </a:rPr>
              <a:t>65</a:t>
            </a:r>
          </a:p>
        </p:txBody>
      </p:sp>
      <p:sp>
        <p:nvSpPr>
          <p:cNvPr id="158" name="Score label 158"/>
          <p:cNvSpPr txBox="1"/>
          <p:nvPr/>
        </p:nvSpPr>
        <p:spPr>
          <a:xfrm>
            <a:off x="5641848" y="2468880"/>
            <a:ext cx="1691640" cy="457200"/>
          </a:xfrm>
          <a:prstGeom prst="rect">
            <a:avLst/>
          </a:prstGeom>
          <a:noFill/>
          <a:ln>
            <a:noFill/>
          </a:ln>
        </p:spPr>
        <p:txBody>
          <a:bodyPr wrap="square" lIns="0" tIns="0" rIns="0" bIns="0" rtlCol="0" anchor="b">
            <a:noAutofit/>
          </a:bodyPr>
          <a:lstStyle/>
          <a:p>
            <a:pPr algn="l">
              <a:lnSpc>
                <a:spcPct val="95000"/>
              </a:lnSpc>
              <a:spcBef>
                <a:spcPts val="0"/>
              </a:spcBef>
              <a:spcAft>
                <a:spcPts val="0"/>
              </a:spcAft>
              <a:buNone/>
            </a:pPr>
            <a:r>
              <a:rPr lang="en-AU" sz="1200" b="1" dirty="0">
                <a:solidFill>
                  <a:schemeClr val="bg1"/>
                </a:solidFill>
                <a:latin typeface="Poppins SemiBold" pitchFamily="2" charset="0"/>
                <a:cs typeface="Poppins SemiBold" pitchFamily="2" charset="0"/>
              </a:rPr>
              <a:t>Industry Sentiment Score</a:t>
            </a:r>
          </a:p>
        </p:txBody>
      </p:sp>
      <p:sp>
        <p:nvSpPr>
          <p:cNvPr id="159" name="Score sub 159"/>
          <p:cNvSpPr txBox="1"/>
          <p:nvPr/>
        </p:nvSpPr>
        <p:spPr>
          <a:xfrm>
            <a:off x="5641848" y="2971800"/>
            <a:ext cx="1691640" cy="594360"/>
          </a:xfrm>
          <a:prstGeom prst="rect">
            <a:avLst/>
          </a:prstGeom>
          <a:noFill/>
          <a:ln>
            <a:noFill/>
          </a:ln>
        </p:spPr>
        <p:txBody>
          <a:bodyPr wrap="square" lIns="0" tIns="0" rIns="0" bIns="0" rtlCol="0" anchor="t">
            <a:noAutofit/>
          </a:bodyPr>
          <a:lstStyle/>
          <a:p>
            <a:pPr algn="l">
              <a:lnSpc>
                <a:spcPct val="105000"/>
              </a:lnSpc>
              <a:spcBef>
                <a:spcPts val="0"/>
              </a:spcBef>
              <a:spcAft>
                <a:spcPts val="0"/>
              </a:spcAft>
              <a:buNone/>
            </a:pPr>
            <a:r>
              <a:rPr lang="en-AU" sz="1050" dirty="0">
                <a:solidFill>
                  <a:schemeClr val="bg1"/>
                </a:solidFill>
                <a:latin typeface="Open Sans" pitchFamily="34" charset="0"/>
                <a:ea typeface="Open Sans" pitchFamily="34" charset="-122"/>
                <a:cs typeface="Open Sans" pitchFamily="34" charset="-120"/>
              </a:rPr>
              <a:t>Guarded band. Cycle 2 target is Conditional (70+)</a:t>
            </a:r>
          </a:p>
        </p:txBody>
      </p:sp>
      <p:sp>
        <p:nvSpPr>
          <p:cNvPr id="160" name="Plus 160"/>
          <p:cNvSpPr txBox="1"/>
          <p:nvPr/>
        </p:nvSpPr>
        <p:spPr>
          <a:xfrm>
            <a:off x="2624328" y="2194560"/>
            <a:ext cx="365760" cy="457200"/>
          </a:xfrm>
          <a:prstGeom prst="rect">
            <a:avLst/>
          </a:prstGeom>
          <a:noFill/>
          <a:ln>
            <a:noFill/>
          </a:ln>
        </p:spPr>
        <p:txBody>
          <a:bodyPr wrap="square" lIns="0" tIns="0" rIns="0" bIns="0" rtlCol="0" anchor="ctr">
            <a:noAutofit/>
          </a:bodyPr>
          <a:lstStyle/>
          <a:p>
            <a:pPr algn="ctr">
              <a:lnSpc>
                <a:spcPct val="100000"/>
              </a:lnSpc>
              <a:spcBef>
                <a:spcPts val="0"/>
              </a:spcBef>
              <a:spcAft>
                <a:spcPts val="0"/>
              </a:spcAft>
              <a:buNone/>
            </a:pPr>
            <a:r>
              <a:rPr lang="en-AU" sz="2400" b="1" dirty="0">
                <a:solidFill>
                  <a:schemeClr val="accent6"/>
                </a:solidFill>
                <a:latin typeface="Poppins SemiBold" pitchFamily="2" charset="0"/>
                <a:cs typeface="Poppins SemiBold" pitchFamily="2" charset="0"/>
              </a:rPr>
              <a:t>+</a:t>
            </a:r>
          </a:p>
        </p:txBody>
      </p:sp>
      <p:sp>
        <p:nvSpPr>
          <p:cNvPr id="161" name="Equals 161"/>
          <p:cNvSpPr txBox="1"/>
          <p:nvPr/>
        </p:nvSpPr>
        <p:spPr>
          <a:xfrm>
            <a:off x="5047488" y="2194560"/>
            <a:ext cx="365760" cy="457200"/>
          </a:xfrm>
          <a:prstGeom prst="rect">
            <a:avLst/>
          </a:prstGeom>
          <a:noFill/>
          <a:ln>
            <a:noFill/>
          </a:ln>
        </p:spPr>
        <p:txBody>
          <a:bodyPr wrap="square" lIns="0" tIns="0" rIns="0" bIns="0" rtlCol="0" anchor="ctr">
            <a:noAutofit/>
          </a:bodyPr>
          <a:lstStyle/>
          <a:p>
            <a:pPr algn="ctr">
              <a:lnSpc>
                <a:spcPct val="100000"/>
              </a:lnSpc>
              <a:spcBef>
                <a:spcPts val="0"/>
              </a:spcBef>
              <a:spcAft>
                <a:spcPts val="0"/>
              </a:spcAft>
              <a:buNone/>
            </a:pPr>
            <a:r>
              <a:rPr lang="en-AU" sz="2400" b="1" dirty="0">
                <a:solidFill>
                  <a:schemeClr val="accent6"/>
                </a:solidFill>
                <a:latin typeface="Poppins SemiBold" pitchFamily="2" charset="0"/>
                <a:cs typeface="Poppins SemiBold" pitchFamily="2" charset="0"/>
              </a:rPr>
              <a:t>=</a:t>
            </a:r>
          </a:p>
        </p:txBody>
      </p:sp>
      <p:sp>
        <p:nvSpPr>
          <p:cNvPr id="162" name="Note 162"/>
          <p:cNvSpPr txBox="1"/>
          <p:nvPr/>
        </p:nvSpPr>
        <p:spPr>
          <a:xfrm>
            <a:off x="566928" y="3703320"/>
            <a:ext cx="6949440" cy="274320"/>
          </a:xfrm>
          <a:prstGeom prst="rect">
            <a:avLst/>
          </a:prstGeom>
          <a:noFill/>
          <a:ln>
            <a:noFill/>
          </a:ln>
        </p:spPr>
        <p:txBody>
          <a:bodyPr wrap="square" lIns="0" tIns="0" rIns="0" bIns="0" rtlCol="0" anchor="t">
            <a:noAutofit/>
          </a:bodyPr>
          <a:lstStyle/>
          <a:p>
            <a:pPr algn="l">
              <a:lnSpc>
                <a:spcPct val="100000"/>
              </a:lnSpc>
              <a:spcBef>
                <a:spcPts val="0"/>
              </a:spcBef>
              <a:spcAft>
                <a:spcPts val="0"/>
              </a:spcAft>
              <a:buNone/>
            </a:pPr>
            <a:r>
              <a:rPr lang="en-AU" sz="1050" i="1" dirty="0">
                <a:solidFill>
                  <a:schemeClr val="accent6"/>
                </a:solidFill>
                <a:latin typeface="Open Sans" pitchFamily="34" charset="0"/>
                <a:ea typeface="Open Sans" pitchFamily="34" charset="-122"/>
                <a:cs typeface="Open Sans" pitchFamily="34" charset="-120"/>
              </a:rPr>
              <a:t>Based on 30 senior stakeholder interviews across the Minerals Council and the MEU.</a:t>
            </a:r>
          </a:p>
        </p:txBody>
      </p:sp>
      <p:sp>
        <p:nvSpPr>
          <p:cNvPr id="163" name="Means panel 163"/>
          <p:cNvSpPr/>
          <p:nvPr/>
        </p:nvSpPr>
        <p:spPr>
          <a:xfrm>
            <a:off x="7882128" y="1463040"/>
            <a:ext cx="3749040" cy="2514600"/>
          </a:xfrm>
          <a:prstGeom prst="rect">
            <a:avLst/>
          </a:prstGeom>
          <a:solidFill>
            <a:schemeClr val="bg1"/>
          </a:solidFill>
          <a:ln w="9525">
            <a:solidFill>
              <a:schemeClr val="accent3">
                <a:lumMod val="40000"/>
                <a:lumOff val="60000"/>
              </a:schemeClr>
            </a:solidFill>
          </a:ln>
        </p:spPr>
        <p:txBody>
          <a:bodyPr wrap="square" lIns="0" tIns="0" rIns="0" bIns="0" rtlCol="0" anchor="t">
            <a:noAutofit/>
          </a:bodyPr>
          <a:lstStyle/>
          <a:p>
            <a:endParaRPr lang="en-AU" sz="1000"/>
          </a:p>
        </p:txBody>
      </p:sp>
      <p:sp>
        <p:nvSpPr>
          <p:cNvPr id="164" name="Label 164"/>
          <p:cNvSpPr txBox="1"/>
          <p:nvPr/>
        </p:nvSpPr>
        <p:spPr>
          <a:xfrm>
            <a:off x="8156448" y="1600200"/>
            <a:ext cx="3200400" cy="320040"/>
          </a:xfrm>
          <a:prstGeom prst="rect">
            <a:avLst/>
          </a:prstGeom>
          <a:noFill/>
          <a:ln>
            <a:noFill/>
          </a:ln>
        </p:spPr>
        <p:txBody>
          <a:bodyPr wrap="square" lIns="0" tIns="0" rIns="0" bIns="0" rtlCol="0" anchor="t">
            <a:noAutofit/>
          </a:bodyPr>
          <a:lstStyle/>
          <a:p>
            <a:pPr algn="l">
              <a:lnSpc>
                <a:spcPct val="100000"/>
              </a:lnSpc>
              <a:spcBef>
                <a:spcPts val="0"/>
              </a:spcBef>
              <a:spcAft>
                <a:spcPts val="0"/>
              </a:spcAft>
              <a:buNone/>
            </a:pPr>
            <a:r>
              <a:rPr lang="en-AU" sz="1100" b="1" dirty="0">
                <a:solidFill>
                  <a:schemeClr val="accent3"/>
                </a:solidFill>
                <a:latin typeface="Poppins SemiBold" pitchFamily="2" charset="0"/>
                <a:cs typeface="Poppins SemiBold" pitchFamily="2" charset="0"/>
              </a:rPr>
              <a:t>WHAT THIS MEANS FOR TODAY</a:t>
            </a:r>
          </a:p>
        </p:txBody>
      </p:sp>
      <p:sp>
        <p:nvSpPr>
          <p:cNvPr id="165" name="Means 165"/>
          <p:cNvSpPr txBox="1"/>
          <p:nvPr/>
        </p:nvSpPr>
        <p:spPr>
          <a:xfrm>
            <a:off x="8156448" y="1965960"/>
            <a:ext cx="3200400" cy="1920240"/>
          </a:xfrm>
          <a:prstGeom prst="rect">
            <a:avLst/>
          </a:prstGeom>
          <a:noFill/>
          <a:ln>
            <a:noFill/>
          </a:ln>
        </p:spPr>
        <p:txBody>
          <a:bodyPr wrap="square" lIns="0" tIns="0" rIns="0" bIns="0" rtlCol="0" anchor="t">
            <a:noAutofit/>
          </a:bodyPr>
          <a:lstStyle/>
          <a:p>
            <a:pPr marL="228600" indent="-228600">
              <a:lnSpc>
                <a:spcPct val="105000"/>
              </a:lnSpc>
              <a:spcAft>
                <a:spcPts val="600"/>
              </a:spcAft>
              <a:buClr>
                <a:schemeClr val="accent3"/>
              </a:buClr>
              <a:buFont typeface="Arial"/>
              <a:buChar char="•"/>
            </a:pPr>
            <a:r>
              <a:rPr lang="en-AU" sz="1250" dirty="0">
                <a:solidFill>
                  <a:schemeClr val="accent6">
                    <a:lumMod val="75000"/>
                  </a:schemeClr>
                </a:solidFill>
                <a:latin typeface="Open Sans" pitchFamily="34" charset="0"/>
                <a:ea typeface="Open Sans" pitchFamily="34" charset="-122"/>
                <a:cs typeface="Open Sans" pitchFamily="34" charset="-120"/>
              </a:rPr>
              <a:t>Strengths give stakeholders a reason to stay engaged</a:t>
            </a:r>
          </a:p>
          <a:p>
            <a:pPr marL="228600" indent="-228600">
              <a:lnSpc>
                <a:spcPct val="105000"/>
              </a:lnSpc>
              <a:spcAft>
                <a:spcPts val="600"/>
              </a:spcAft>
              <a:buClr>
                <a:schemeClr val="accent3"/>
              </a:buClr>
              <a:buFont typeface="Arial"/>
              <a:buChar char="•"/>
            </a:pPr>
            <a:r>
              <a:rPr lang="en-AU" sz="1250" dirty="0">
                <a:solidFill>
                  <a:schemeClr val="accent6">
                    <a:lumMod val="75000"/>
                  </a:schemeClr>
                </a:solidFill>
                <a:latin typeface="Open Sans" pitchFamily="34" charset="0"/>
                <a:ea typeface="Open Sans" pitchFamily="34" charset="-122"/>
                <a:cs typeface="Open Sans" pitchFamily="34" charset="-120"/>
              </a:rPr>
              <a:t>The gaps are fixable, and many fixes are already underway</a:t>
            </a:r>
          </a:p>
          <a:p>
            <a:pPr marL="228600" indent="-228600">
              <a:lnSpc>
                <a:spcPct val="105000"/>
              </a:lnSpc>
              <a:spcAft>
                <a:spcPts val="600"/>
              </a:spcAft>
              <a:buClr>
                <a:schemeClr val="accent3"/>
              </a:buClr>
              <a:buFont typeface="Arial"/>
              <a:buChar char="•"/>
            </a:pPr>
            <a:r>
              <a:rPr lang="en-AU" sz="1250" dirty="0">
                <a:solidFill>
                  <a:schemeClr val="accent6">
                    <a:lumMod val="75000"/>
                  </a:schemeClr>
                </a:solidFill>
                <a:latin typeface="Open Sans" pitchFamily="34" charset="0"/>
                <a:ea typeface="Open Sans" pitchFamily="34" charset="-122"/>
                <a:cs typeface="Open Sans" pitchFamily="34" charset="-120"/>
              </a:rPr>
              <a:t>Stakeholders need to see progress, and know when to expect it</a:t>
            </a:r>
          </a:p>
        </p:txBody>
      </p:sp>
      <p:sp>
        <p:nvSpPr>
          <p:cNvPr id="166" name="Label 166"/>
          <p:cNvSpPr txBox="1"/>
          <p:nvPr/>
        </p:nvSpPr>
        <p:spPr>
          <a:xfrm>
            <a:off x="566928" y="4206240"/>
            <a:ext cx="5486400" cy="274320"/>
          </a:xfrm>
          <a:prstGeom prst="rect">
            <a:avLst/>
          </a:prstGeom>
          <a:noFill/>
          <a:ln>
            <a:noFill/>
          </a:ln>
        </p:spPr>
        <p:txBody>
          <a:bodyPr wrap="square" lIns="0" tIns="0" rIns="0" bIns="0" rtlCol="0" anchor="t">
            <a:noAutofit/>
          </a:bodyPr>
          <a:lstStyle/>
          <a:p>
            <a:pPr algn="l">
              <a:lnSpc>
                <a:spcPct val="100000"/>
              </a:lnSpc>
              <a:spcBef>
                <a:spcPts val="0"/>
              </a:spcBef>
              <a:spcAft>
                <a:spcPts val="0"/>
              </a:spcAft>
              <a:buNone/>
            </a:pPr>
            <a:r>
              <a:rPr lang="en-AU" sz="1100" b="1" dirty="0">
                <a:solidFill>
                  <a:schemeClr val="accent3"/>
                </a:solidFill>
                <a:latin typeface="Poppins SemiBold" pitchFamily="2" charset="0"/>
                <a:cs typeface="Poppins SemiBold" pitchFamily="2" charset="0"/>
              </a:rPr>
              <a:t>SIX WEIGHTED DIMENSIONS</a:t>
            </a:r>
          </a:p>
        </p:txBody>
      </p:sp>
      <p:sp>
        <p:nvSpPr>
          <p:cNvPr id="167" name="Dimension 167"/>
          <p:cNvSpPr/>
          <p:nvPr/>
        </p:nvSpPr>
        <p:spPr>
          <a:xfrm>
            <a:off x="566928" y="4526280"/>
            <a:ext cx="1767840" cy="1417320"/>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p:spPr>
        <p:txBody>
          <a:bodyPr wrap="square" lIns="0" tIns="0" rIns="0" bIns="0" rtlCol="0" anchor="t">
            <a:noAutofit/>
          </a:bodyPr>
          <a:lstStyle/>
          <a:p>
            <a:endParaRPr lang="en-AU" sz="1000"/>
          </a:p>
        </p:txBody>
      </p:sp>
      <p:sp>
        <p:nvSpPr>
          <p:cNvPr id="168" name="Weight 168"/>
          <p:cNvSpPr txBox="1"/>
          <p:nvPr/>
        </p:nvSpPr>
        <p:spPr>
          <a:xfrm>
            <a:off x="749808" y="4572000"/>
            <a:ext cx="1493520" cy="502920"/>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2000" b="1" dirty="0">
                <a:solidFill>
                  <a:schemeClr val="accent3">
                    <a:lumMod val="75000"/>
                  </a:schemeClr>
                </a:solidFill>
                <a:latin typeface="Poppins SemiBold" pitchFamily="2" charset="0"/>
                <a:cs typeface="Poppins SemiBold" pitchFamily="2" charset="0"/>
              </a:rPr>
              <a:t>30%</a:t>
            </a:r>
          </a:p>
        </p:txBody>
      </p:sp>
      <p:sp>
        <p:nvSpPr>
          <p:cNvPr id="169" name="Dimension name 169"/>
          <p:cNvSpPr txBox="1"/>
          <p:nvPr/>
        </p:nvSpPr>
        <p:spPr>
          <a:xfrm>
            <a:off x="749808" y="5074920"/>
            <a:ext cx="1493520" cy="457200"/>
          </a:xfrm>
          <a:prstGeom prst="rect">
            <a:avLst/>
          </a:prstGeom>
          <a:noFill/>
          <a:ln>
            <a:noFill/>
          </a:ln>
        </p:spPr>
        <p:txBody>
          <a:bodyPr wrap="square" lIns="0" tIns="0" rIns="0" bIns="0" rtlCol="0" anchor="t">
            <a:noAutofit/>
          </a:bodyPr>
          <a:lstStyle/>
          <a:p>
            <a:pPr algn="l">
              <a:lnSpc>
                <a:spcPct val="95000"/>
              </a:lnSpc>
              <a:spcBef>
                <a:spcPts val="0"/>
              </a:spcBef>
              <a:spcAft>
                <a:spcPts val="0"/>
              </a:spcAft>
              <a:buNone/>
            </a:pPr>
            <a:r>
              <a:rPr lang="en-AU" sz="1050" b="1" dirty="0">
                <a:solidFill>
                  <a:schemeClr val="accent6">
                    <a:lumMod val="75000"/>
                  </a:schemeClr>
                </a:solidFill>
                <a:latin typeface="Poppins SemiBold" pitchFamily="2" charset="0"/>
                <a:cs typeface="Poppins SemiBold" pitchFamily="2" charset="0"/>
              </a:rPr>
              <a:t>Trust</a:t>
            </a:r>
          </a:p>
        </p:txBody>
      </p:sp>
      <p:sp>
        <p:nvSpPr>
          <p:cNvPr id="170" name="Track 170"/>
          <p:cNvSpPr/>
          <p:nvPr/>
        </p:nvSpPr>
        <p:spPr>
          <a:xfrm>
            <a:off x="749808" y="5623560"/>
            <a:ext cx="1402080" cy="109728"/>
          </a:xfrm>
          <a:prstGeom prst="rect">
            <a:avLst/>
          </a:prstGeom>
          <a:solidFill>
            <a:schemeClr val="bg1"/>
          </a:solidFill>
          <a:ln>
            <a:noFill/>
          </a:ln>
        </p:spPr>
        <p:txBody>
          <a:bodyPr wrap="square" lIns="0" tIns="0" rIns="0" bIns="0" rtlCol="0" anchor="t">
            <a:noAutofit/>
          </a:bodyPr>
          <a:lstStyle/>
          <a:p>
            <a:endParaRPr lang="en-AU" sz="1000"/>
          </a:p>
        </p:txBody>
      </p:sp>
      <p:sp>
        <p:nvSpPr>
          <p:cNvPr id="171" name="Weight bar 171"/>
          <p:cNvSpPr/>
          <p:nvPr/>
        </p:nvSpPr>
        <p:spPr>
          <a:xfrm>
            <a:off x="749808" y="5623560"/>
            <a:ext cx="1402080" cy="109728"/>
          </a:xfrm>
          <a:prstGeom prst="rect">
            <a:avLst/>
          </a:prstGeom>
          <a:solidFill>
            <a:schemeClr val="accent3"/>
          </a:solidFill>
          <a:ln>
            <a:noFill/>
          </a:ln>
        </p:spPr>
        <p:txBody>
          <a:bodyPr wrap="square" lIns="0" tIns="0" rIns="0" bIns="0" rtlCol="0" anchor="t">
            <a:noAutofit/>
          </a:bodyPr>
          <a:lstStyle/>
          <a:p>
            <a:endParaRPr lang="en-AU" sz="1000"/>
          </a:p>
        </p:txBody>
      </p:sp>
      <p:sp>
        <p:nvSpPr>
          <p:cNvPr id="172" name="Dimension 172"/>
          <p:cNvSpPr/>
          <p:nvPr/>
        </p:nvSpPr>
        <p:spPr>
          <a:xfrm>
            <a:off x="2426208" y="4526280"/>
            <a:ext cx="1767840" cy="1417320"/>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p:spPr>
        <p:txBody>
          <a:bodyPr wrap="square" lIns="0" tIns="0" rIns="0" bIns="0" rtlCol="0" anchor="t">
            <a:noAutofit/>
          </a:bodyPr>
          <a:lstStyle/>
          <a:p>
            <a:endParaRPr lang="en-AU" sz="1000"/>
          </a:p>
        </p:txBody>
      </p:sp>
      <p:sp>
        <p:nvSpPr>
          <p:cNvPr id="173" name="Weight 173"/>
          <p:cNvSpPr txBox="1"/>
          <p:nvPr/>
        </p:nvSpPr>
        <p:spPr>
          <a:xfrm>
            <a:off x="2609088" y="4572000"/>
            <a:ext cx="1493520" cy="502920"/>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2000" b="1" dirty="0">
                <a:solidFill>
                  <a:schemeClr val="accent3">
                    <a:lumMod val="75000"/>
                  </a:schemeClr>
                </a:solidFill>
                <a:latin typeface="Poppins SemiBold" pitchFamily="2" charset="0"/>
                <a:cs typeface="Poppins SemiBold" pitchFamily="2" charset="0"/>
              </a:rPr>
              <a:t>20%</a:t>
            </a:r>
          </a:p>
        </p:txBody>
      </p:sp>
      <p:sp>
        <p:nvSpPr>
          <p:cNvPr id="174" name="Dimension name 174"/>
          <p:cNvSpPr txBox="1"/>
          <p:nvPr/>
        </p:nvSpPr>
        <p:spPr>
          <a:xfrm>
            <a:off x="2609088" y="5074920"/>
            <a:ext cx="1493520" cy="457200"/>
          </a:xfrm>
          <a:prstGeom prst="rect">
            <a:avLst/>
          </a:prstGeom>
          <a:noFill/>
          <a:ln>
            <a:noFill/>
          </a:ln>
        </p:spPr>
        <p:txBody>
          <a:bodyPr wrap="square" lIns="0" tIns="0" rIns="0" bIns="0" rtlCol="0" anchor="t">
            <a:noAutofit/>
          </a:bodyPr>
          <a:lstStyle/>
          <a:p>
            <a:pPr algn="l">
              <a:lnSpc>
                <a:spcPct val="95000"/>
              </a:lnSpc>
              <a:spcBef>
                <a:spcPts val="0"/>
              </a:spcBef>
              <a:spcAft>
                <a:spcPts val="0"/>
              </a:spcAft>
              <a:buNone/>
            </a:pPr>
            <a:r>
              <a:rPr lang="en-AU" sz="1050" b="1" dirty="0">
                <a:solidFill>
                  <a:schemeClr val="accent6">
                    <a:lumMod val="75000"/>
                  </a:schemeClr>
                </a:solidFill>
                <a:latin typeface="Poppins SemiBold" pitchFamily="2" charset="0"/>
                <a:cs typeface="Poppins SemiBold" pitchFamily="2" charset="0"/>
              </a:rPr>
              <a:t>Responsiveness</a:t>
            </a:r>
          </a:p>
        </p:txBody>
      </p:sp>
      <p:sp>
        <p:nvSpPr>
          <p:cNvPr id="175" name="Track 175"/>
          <p:cNvSpPr/>
          <p:nvPr/>
        </p:nvSpPr>
        <p:spPr>
          <a:xfrm>
            <a:off x="2609088" y="5623560"/>
            <a:ext cx="1402080" cy="109728"/>
          </a:xfrm>
          <a:prstGeom prst="rect">
            <a:avLst/>
          </a:prstGeom>
          <a:solidFill>
            <a:schemeClr val="bg1"/>
          </a:solidFill>
          <a:ln>
            <a:noFill/>
          </a:ln>
        </p:spPr>
        <p:txBody>
          <a:bodyPr wrap="square" lIns="0" tIns="0" rIns="0" bIns="0" rtlCol="0" anchor="t">
            <a:noAutofit/>
          </a:bodyPr>
          <a:lstStyle/>
          <a:p>
            <a:endParaRPr lang="en-AU" sz="1000"/>
          </a:p>
        </p:txBody>
      </p:sp>
      <p:sp>
        <p:nvSpPr>
          <p:cNvPr id="176" name="Weight bar 176"/>
          <p:cNvSpPr/>
          <p:nvPr/>
        </p:nvSpPr>
        <p:spPr>
          <a:xfrm>
            <a:off x="2609088" y="5623560"/>
            <a:ext cx="934720" cy="109728"/>
          </a:xfrm>
          <a:prstGeom prst="rect">
            <a:avLst/>
          </a:prstGeom>
          <a:solidFill>
            <a:schemeClr val="accent3"/>
          </a:solidFill>
          <a:ln>
            <a:noFill/>
          </a:ln>
        </p:spPr>
        <p:txBody>
          <a:bodyPr wrap="square" lIns="0" tIns="0" rIns="0" bIns="0" rtlCol="0" anchor="t">
            <a:noAutofit/>
          </a:bodyPr>
          <a:lstStyle/>
          <a:p>
            <a:endParaRPr lang="en-AU" sz="1000"/>
          </a:p>
        </p:txBody>
      </p:sp>
      <p:sp>
        <p:nvSpPr>
          <p:cNvPr id="177" name="Dimension 177"/>
          <p:cNvSpPr/>
          <p:nvPr/>
        </p:nvSpPr>
        <p:spPr>
          <a:xfrm>
            <a:off x="4285488" y="4526280"/>
            <a:ext cx="1767840" cy="1417320"/>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p:spPr>
        <p:txBody>
          <a:bodyPr wrap="square" lIns="0" tIns="0" rIns="0" bIns="0" rtlCol="0" anchor="t">
            <a:noAutofit/>
          </a:bodyPr>
          <a:lstStyle/>
          <a:p>
            <a:endParaRPr lang="en-AU" sz="1000"/>
          </a:p>
        </p:txBody>
      </p:sp>
      <p:sp>
        <p:nvSpPr>
          <p:cNvPr id="178" name="Weight 178"/>
          <p:cNvSpPr txBox="1"/>
          <p:nvPr/>
        </p:nvSpPr>
        <p:spPr>
          <a:xfrm>
            <a:off x="4468368" y="4572000"/>
            <a:ext cx="1493520" cy="502920"/>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2000" b="1" dirty="0">
                <a:solidFill>
                  <a:schemeClr val="accent3">
                    <a:lumMod val="75000"/>
                  </a:schemeClr>
                </a:solidFill>
                <a:latin typeface="Poppins SemiBold" pitchFamily="2" charset="0"/>
                <a:cs typeface="Poppins SemiBold" pitchFamily="2" charset="0"/>
              </a:rPr>
              <a:t>15%</a:t>
            </a:r>
          </a:p>
        </p:txBody>
      </p:sp>
      <p:sp>
        <p:nvSpPr>
          <p:cNvPr id="179" name="Dimension name 179"/>
          <p:cNvSpPr txBox="1"/>
          <p:nvPr/>
        </p:nvSpPr>
        <p:spPr>
          <a:xfrm>
            <a:off x="4468368" y="5074920"/>
            <a:ext cx="1493520" cy="457200"/>
          </a:xfrm>
          <a:prstGeom prst="rect">
            <a:avLst/>
          </a:prstGeom>
          <a:noFill/>
          <a:ln>
            <a:noFill/>
          </a:ln>
        </p:spPr>
        <p:txBody>
          <a:bodyPr wrap="square" lIns="0" tIns="0" rIns="0" bIns="0" rtlCol="0" anchor="t">
            <a:noAutofit/>
          </a:bodyPr>
          <a:lstStyle/>
          <a:p>
            <a:pPr algn="l">
              <a:lnSpc>
                <a:spcPct val="95000"/>
              </a:lnSpc>
              <a:spcBef>
                <a:spcPts val="0"/>
              </a:spcBef>
              <a:spcAft>
                <a:spcPts val="0"/>
              </a:spcAft>
              <a:buNone/>
            </a:pPr>
            <a:r>
              <a:rPr lang="en-AU" sz="1050" b="1" dirty="0">
                <a:solidFill>
                  <a:schemeClr val="accent6">
                    <a:lumMod val="75000"/>
                  </a:schemeClr>
                </a:solidFill>
                <a:latin typeface="Poppins SemiBold" pitchFamily="2" charset="0"/>
                <a:cs typeface="Poppins SemiBold" pitchFamily="2" charset="0"/>
              </a:rPr>
              <a:t>Value &amp; Strategic Alignment</a:t>
            </a:r>
          </a:p>
        </p:txBody>
      </p:sp>
      <p:sp>
        <p:nvSpPr>
          <p:cNvPr id="180" name="Track 180"/>
          <p:cNvSpPr/>
          <p:nvPr/>
        </p:nvSpPr>
        <p:spPr>
          <a:xfrm>
            <a:off x="4468368" y="5623560"/>
            <a:ext cx="1402080" cy="109728"/>
          </a:xfrm>
          <a:prstGeom prst="rect">
            <a:avLst/>
          </a:prstGeom>
          <a:solidFill>
            <a:schemeClr val="bg1"/>
          </a:solidFill>
          <a:ln>
            <a:noFill/>
          </a:ln>
        </p:spPr>
        <p:txBody>
          <a:bodyPr wrap="square" lIns="0" tIns="0" rIns="0" bIns="0" rtlCol="0" anchor="t">
            <a:noAutofit/>
          </a:bodyPr>
          <a:lstStyle/>
          <a:p>
            <a:endParaRPr lang="en-AU" sz="1000"/>
          </a:p>
        </p:txBody>
      </p:sp>
      <p:sp>
        <p:nvSpPr>
          <p:cNvPr id="181" name="Weight bar 181"/>
          <p:cNvSpPr/>
          <p:nvPr/>
        </p:nvSpPr>
        <p:spPr>
          <a:xfrm>
            <a:off x="4468368" y="5623560"/>
            <a:ext cx="701040" cy="109728"/>
          </a:xfrm>
          <a:prstGeom prst="rect">
            <a:avLst/>
          </a:prstGeom>
          <a:solidFill>
            <a:schemeClr val="accent3"/>
          </a:solidFill>
          <a:ln>
            <a:noFill/>
          </a:ln>
        </p:spPr>
        <p:txBody>
          <a:bodyPr wrap="square" lIns="0" tIns="0" rIns="0" bIns="0" rtlCol="0" anchor="t">
            <a:noAutofit/>
          </a:bodyPr>
          <a:lstStyle/>
          <a:p>
            <a:endParaRPr lang="en-AU" sz="1000"/>
          </a:p>
        </p:txBody>
      </p:sp>
      <p:sp>
        <p:nvSpPr>
          <p:cNvPr id="182" name="Dimension 182"/>
          <p:cNvSpPr/>
          <p:nvPr/>
        </p:nvSpPr>
        <p:spPr>
          <a:xfrm>
            <a:off x="6144768" y="4526280"/>
            <a:ext cx="1767840" cy="1417320"/>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p:spPr>
        <p:txBody>
          <a:bodyPr wrap="square" lIns="0" tIns="0" rIns="0" bIns="0" rtlCol="0" anchor="t">
            <a:noAutofit/>
          </a:bodyPr>
          <a:lstStyle/>
          <a:p>
            <a:endParaRPr lang="en-AU" sz="1000"/>
          </a:p>
        </p:txBody>
      </p:sp>
      <p:sp>
        <p:nvSpPr>
          <p:cNvPr id="183" name="Weight 183"/>
          <p:cNvSpPr txBox="1"/>
          <p:nvPr/>
        </p:nvSpPr>
        <p:spPr>
          <a:xfrm>
            <a:off x="6327648" y="4572000"/>
            <a:ext cx="1493520" cy="502920"/>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2000" b="1" dirty="0">
                <a:solidFill>
                  <a:schemeClr val="accent3">
                    <a:lumMod val="75000"/>
                  </a:schemeClr>
                </a:solidFill>
                <a:latin typeface="Poppins SemiBold" pitchFamily="2" charset="0"/>
                <a:cs typeface="Poppins SemiBold" pitchFamily="2" charset="0"/>
              </a:rPr>
              <a:t>15%</a:t>
            </a:r>
          </a:p>
        </p:txBody>
      </p:sp>
      <p:sp>
        <p:nvSpPr>
          <p:cNvPr id="184" name="Dimension name 184"/>
          <p:cNvSpPr txBox="1"/>
          <p:nvPr/>
        </p:nvSpPr>
        <p:spPr>
          <a:xfrm>
            <a:off x="6327648" y="5074920"/>
            <a:ext cx="1493520" cy="457200"/>
          </a:xfrm>
          <a:prstGeom prst="rect">
            <a:avLst/>
          </a:prstGeom>
          <a:noFill/>
          <a:ln>
            <a:noFill/>
          </a:ln>
        </p:spPr>
        <p:txBody>
          <a:bodyPr wrap="square" lIns="0" tIns="0" rIns="0" bIns="0" rtlCol="0" anchor="t">
            <a:noAutofit/>
          </a:bodyPr>
          <a:lstStyle/>
          <a:p>
            <a:pPr algn="l">
              <a:lnSpc>
                <a:spcPct val="95000"/>
              </a:lnSpc>
              <a:spcBef>
                <a:spcPts val="0"/>
              </a:spcBef>
              <a:spcAft>
                <a:spcPts val="0"/>
              </a:spcAft>
              <a:buNone/>
            </a:pPr>
            <a:r>
              <a:rPr lang="en-AU" sz="1050" b="1" dirty="0">
                <a:solidFill>
                  <a:schemeClr val="accent6">
                    <a:lumMod val="75000"/>
                  </a:schemeClr>
                </a:solidFill>
                <a:latin typeface="Poppins SemiBold" pitchFamily="2" charset="0"/>
                <a:cs typeface="Poppins SemiBold" pitchFamily="2" charset="0"/>
              </a:rPr>
              <a:t>Effort to Engage</a:t>
            </a:r>
          </a:p>
        </p:txBody>
      </p:sp>
      <p:sp>
        <p:nvSpPr>
          <p:cNvPr id="185" name="Track 185"/>
          <p:cNvSpPr/>
          <p:nvPr/>
        </p:nvSpPr>
        <p:spPr>
          <a:xfrm>
            <a:off x="6327648" y="5623560"/>
            <a:ext cx="1402080" cy="109728"/>
          </a:xfrm>
          <a:prstGeom prst="rect">
            <a:avLst/>
          </a:prstGeom>
          <a:solidFill>
            <a:schemeClr val="bg1"/>
          </a:solidFill>
          <a:ln>
            <a:noFill/>
          </a:ln>
        </p:spPr>
        <p:txBody>
          <a:bodyPr wrap="square" lIns="0" tIns="0" rIns="0" bIns="0" rtlCol="0" anchor="t">
            <a:noAutofit/>
          </a:bodyPr>
          <a:lstStyle/>
          <a:p>
            <a:endParaRPr lang="en-AU" sz="1000"/>
          </a:p>
        </p:txBody>
      </p:sp>
      <p:sp>
        <p:nvSpPr>
          <p:cNvPr id="186" name="Weight bar 186"/>
          <p:cNvSpPr/>
          <p:nvPr/>
        </p:nvSpPr>
        <p:spPr>
          <a:xfrm>
            <a:off x="6327648" y="5623560"/>
            <a:ext cx="701040" cy="109728"/>
          </a:xfrm>
          <a:prstGeom prst="rect">
            <a:avLst/>
          </a:prstGeom>
          <a:solidFill>
            <a:schemeClr val="accent3"/>
          </a:solidFill>
          <a:ln>
            <a:noFill/>
          </a:ln>
        </p:spPr>
        <p:txBody>
          <a:bodyPr wrap="square" lIns="0" tIns="0" rIns="0" bIns="0" rtlCol="0" anchor="t">
            <a:noAutofit/>
          </a:bodyPr>
          <a:lstStyle/>
          <a:p>
            <a:endParaRPr lang="en-AU" sz="1000"/>
          </a:p>
        </p:txBody>
      </p:sp>
      <p:sp>
        <p:nvSpPr>
          <p:cNvPr id="187" name="Dimension 187"/>
          <p:cNvSpPr/>
          <p:nvPr/>
        </p:nvSpPr>
        <p:spPr>
          <a:xfrm>
            <a:off x="8004048" y="4526280"/>
            <a:ext cx="1767840" cy="1417320"/>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p:spPr>
        <p:txBody>
          <a:bodyPr wrap="square" lIns="0" tIns="0" rIns="0" bIns="0" rtlCol="0" anchor="t">
            <a:noAutofit/>
          </a:bodyPr>
          <a:lstStyle/>
          <a:p>
            <a:endParaRPr lang="en-AU" sz="1000"/>
          </a:p>
        </p:txBody>
      </p:sp>
      <p:sp>
        <p:nvSpPr>
          <p:cNvPr id="188" name="Weight 188"/>
          <p:cNvSpPr txBox="1"/>
          <p:nvPr/>
        </p:nvSpPr>
        <p:spPr>
          <a:xfrm>
            <a:off x="8186928" y="4572000"/>
            <a:ext cx="1493520" cy="502920"/>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2000" b="1" dirty="0">
                <a:solidFill>
                  <a:schemeClr val="accent3">
                    <a:lumMod val="75000"/>
                  </a:schemeClr>
                </a:solidFill>
                <a:latin typeface="Poppins SemiBold" pitchFamily="2" charset="0"/>
                <a:cs typeface="Poppins SemiBold" pitchFamily="2" charset="0"/>
              </a:rPr>
              <a:t>10%</a:t>
            </a:r>
          </a:p>
        </p:txBody>
      </p:sp>
      <p:sp>
        <p:nvSpPr>
          <p:cNvPr id="189" name="Dimension name 189"/>
          <p:cNvSpPr txBox="1"/>
          <p:nvPr/>
        </p:nvSpPr>
        <p:spPr>
          <a:xfrm>
            <a:off x="8186928" y="5074920"/>
            <a:ext cx="1493520" cy="457200"/>
          </a:xfrm>
          <a:prstGeom prst="rect">
            <a:avLst/>
          </a:prstGeom>
          <a:noFill/>
          <a:ln>
            <a:noFill/>
          </a:ln>
        </p:spPr>
        <p:txBody>
          <a:bodyPr wrap="square" lIns="0" tIns="0" rIns="0" bIns="0" rtlCol="0" anchor="t">
            <a:noAutofit/>
          </a:bodyPr>
          <a:lstStyle/>
          <a:p>
            <a:pPr algn="l">
              <a:lnSpc>
                <a:spcPct val="95000"/>
              </a:lnSpc>
              <a:spcBef>
                <a:spcPts val="0"/>
              </a:spcBef>
              <a:spcAft>
                <a:spcPts val="0"/>
              </a:spcAft>
              <a:buNone/>
            </a:pPr>
            <a:r>
              <a:rPr lang="en-AU" sz="1050" b="1" dirty="0">
                <a:solidFill>
                  <a:schemeClr val="accent6">
                    <a:lumMod val="75000"/>
                  </a:schemeClr>
                </a:solidFill>
                <a:latin typeface="Poppins SemiBold" pitchFamily="2" charset="0"/>
                <a:cs typeface="Poppins SemiBold" pitchFamily="2" charset="0"/>
              </a:rPr>
              <a:t>Communication</a:t>
            </a:r>
          </a:p>
        </p:txBody>
      </p:sp>
      <p:sp>
        <p:nvSpPr>
          <p:cNvPr id="190" name="Track 190"/>
          <p:cNvSpPr/>
          <p:nvPr/>
        </p:nvSpPr>
        <p:spPr>
          <a:xfrm>
            <a:off x="8186928" y="5623560"/>
            <a:ext cx="1402080" cy="109728"/>
          </a:xfrm>
          <a:prstGeom prst="rect">
            <a:avLst/>
          </a:prstGeom>
          <a:solidFill>
            <a:schemeClr val="bg1"/>
          </a:solidFill>
          <a:ln>
            <a:noFill/>
          </a:ln>
        </p:spPr>
        <p:txBody>
          <a:bodyPr wrap="square" lIns="0" tIns="0" rIns="0" bIns="0" rtlCol="0" anchor="t">
            <a:noAutofit/>
          </a:bodyPr>
          <a:lstStyle/>
          <a:p>
            <a:endParaRPr lang="en-AU" sz="1000"/>
          </a:p>
        </p:txBody>
      </p:sp>
      <p:sp>
        <p:nvSpPr>
          <p:cNvPr id="191" name="Weight bar 191"/>
          <p:cNvSpPr/>
          <p:nvPr/>
        </p:nvSpPr>
        <p:spPr>
          <a:xfrm>
            <a:off x="8186928" y="5623560"/>
            <a:ext cx="467360" cy="109728"/>
          </a:xfrm>
          <a:prstGeom prst="rect">
            <a:avLst/>
          </a:prstGeom>
          <a:solidFill>
            <a:schemeClr val="accent3"/>
          </a:solidFill>
          <a:ln>
            <a:noFill/>
          </a:ln>
        </p:spPr>
        <p:txBody>
          <a:bodyPr wrap="square" lIns="0" tIns="0" rIns="0" bIns="0" rtlCol="0" anchor="t">
            <a:noAutofit/>
          </a:bodyPr>
          <a:lstStyle/>
          <a:p>
            <a:endParaRPr lang="en-AU" sz="1000"/>
          </a:p>
        </p:txBody>
      </p:sp>
      <p:sp>
        <p:nvSpPr>
          <p:cNvPr id="192" name="Dimension 192"/>
          <p:cNvSpPr/>
          <p:nvPr/>
        </p:nvSpPr>
        <p:spPr>
          <a:xfrm>
            <a:off x="9863328" y="4526280"/>
            <a:ext cx="1767840" cy="1417320"/>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p:spPr>
        <p:txBody>
          <a:bodyPr wrap="square" lIns="0" tIns="0" rIns="0" bIns="0" rtlCol="0" anchor="t">
            <a:noAutofit/>
          </a:bodyPr>
          <a:lstStyle/>
          <a:p>
            <a:endParaRPr lang="en-AU" sz="1000"/>
          </a:p>
        </p:txBody>
      </p:sp>
      <p:sp>
        <p:nvSpPr>
          <p:cNvPr id="193" name="Weight 193"/>
          <p:cNvSpPr txBox="1"/>
          <p:nvPr/>
        </p:nvSpPr>
        <p:spPr>
          <a:xfrm>
            <a:off x="10046208" y="4572000"/>
            <a:ext cx="1493520" cy="502920"/>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2000" b="1" dirty="0">
                <a:solidFill>
                  <a:schemeClr val="accent3">
                    <a:lumMod val="75000"/>
                  </a:schemeClr>
                </a:solidFill>
                <a:latin typeface="Poppins SemiBold" pitchFamily="2" charset="0"/>
                <a:cs typeface="Poppins SemiBold" pitchFamily="2" charset="0"/>
              </a:rPr>
              <a:t>10%</a:t>
            </a:r>
          </a:p>
        </p:txBody>
      </p:sp>
      <p:sp>
        <p:nvSpPr>
          <p:cNvPr id="194" name="Dimension name 194"/>
          <p:cNvSpPr txBox="1"/>
          <p:nvPr/>
        </p:nvSpPr>
        <p:spPr>
          <a:xfrm>
            <a:off x="10046208" y="5074920"/>
            <a:ext cx="1493520" cy="457200"/>
          </a:xfrm>
          <a:prstGeom prst="rect">
            <a:avLst/>
          </a:prstGeom>
          <a:noFill/>
          <a:ln>
            <a:noFill/>
          </a:ln>
        </p:spPr>
        <p:txBody>
          <a:bodyPr wrap="square" lIns="0" tIns="0" rIns="0" bIns="0" rtlCol="0" anchor="t">
            <a:noAutofit/>
          </a:bodyPr>
          <a:lstStyle/>
          <a:p>
            <a:pPr algn="l">
              <a:lnSpc>
                <a:spcPct val="95000"/>
              </a:lnSpc>
              <a:spcBef>
                <a:spcPts val="0"/>
              </a:spcBef>
              <a:spcAft>
                <a:spcPts val="0"/>
              </a:spcAft>
              <a:buNone/>
            </a:pPr>
            <a:r>
              <a:rPr lang="en-AU" sz="1050" b="1" dirty="0">
                <a:solidFill>
                  <a:schemeClr val="accent6">
                    <a:lumMod val="75000"/>
                  </a:schemeClr>
                </a:solidFill>
                <a:latin typeface="Poppins SemiBold" pitchFamily="2" charset="0"/>
                <a:cs typeface="Poppins SemiBold" pitchFamily="2" charset="0"/>
              </a:rPr>
              <a:t>Consistency</a:t>
            </a:r>
          </a:p>
        </p:txBody>
      </p:sp>
      <p:sp>
        <p:nvSpPr>
          <p:cNvPr id="195" name="Track 195"/>
          <p:cNvSpPr/>
          <p:nvPr/>
        </p:nvSpPr>
        <p:spPr>
          <a:xfrm>
            <a:off x="10046208" y="5623560"/>
            <a:ext cx="1402080" cy="109728"/>
          </a:xfrm>
          <a:prstGeom prst="rect">
            <a:avLst/>
          </a:prstGeom>
          <a:solidFill>
            <a:schemeClr val="bg1"/>
          </a:solidFill>
          <a:ln>
            <a:noFill/>
          </a:ln>
        </p:spPr>
        <p:txBody>
          <a:bodyPr wrap="square" lIns="0" tIns="0" rIns="0" bIns="0" rtlCol="0" anchor="t">
            <a:noAutofit/>
          </a:bodyPr>
          <a:lstStyle/>
          <a:p>
            <a:endParaRPr lang="en-AU" sz="1000"/>
          </a:p>
        </p:txBody>
      </p:sp>
      <p:sp>
        <p:nvSpPr>
          <p:cNvPr id="196" name="Weight bar 196"/>
          <p:cNvSpPr/>
          <p:nvPr/>
        </p:nvSpPr>
        <p:spPr>
          <a:xfrm>
            <a:off x="10046208" y="5623560"/>
            <a:ext cx="467360" cy="109728"/>
          </a:xfrm>
          <a:prstGeom prst="rect">
            <a:avLst/>
          </a:prstGeom>
          <a:solidFill>
            <a:schemeClr val="accent3"/>
          </a:solidFill>
          <a:ln>
            <a:noFill/>
          </a:ln>
        </p:spPr>
        <p:txBody>
          <a:bodyPr wrap="square" lIns="0" tIns="0" rIns="0" bIns="0" rtlCol="0" anchor="t">
            <a:noAutofit/>
          </a:bodyPr>
          <a:lstStyle/>
          <a:p>
            <a:endParaRPr lang="en-AU" sz="1000"/>
          </a:p>
        </p:txBody>
      </p:sp>
      <p:sp>
        <p:nvSpPr>
          <p:cNvPr id="2" name="Slide Number Placeholder 1">
            <a:extLst>
              <a:ext uri="{FF2B5EF4-FFF2-40B4-BE49-F238E27FC236}">
                <a16:creationId xmlns:a16="http://schemas.microsoft.com/office/drawing/2014/main" id="{2B6BE33A-60B5-E311-CB42-7B2F0308709E}"/>
              </a:ext>
            </a:extLst>
          </p:cNvPr>
          <p:cNvSpPr txBox="1">
            <a:spLocks/>
          </p:cNvSpPr>
          <p:nvPr/>
        </p:nvSpPr>
        <p:spPr>
          <a:xfrm>
            <a:off x="9309830" y="642986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FA8BD019-05FF-F145-A6E1-6EE5A88665E4}" type="slidenum">
              <a:rPr kumimoji="0" lang="en-AU" sz="900" b="0" i="0" u="none" strike="noStrike" kern="1200" cap="none" spc="0" normalizeH="0" baseline="0" noProof="0" smtClean="0">
                <a:ln>
                  <a:noFill/>
                </a:ln>
                <a:solidFill>
                  <a:schemeClr val="bg2">
                    <a:lumMod val="10000"/>
                  </a:schemeClr>
                </a:solidFill>
                <a:effectLst/>
                <a:uLnTx/>
                <a:uFillTx/>
                <a:latin typeface="Aptos" panose="020B00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AU" sz="900" b="0" i="0" u="none" strike="noStrike" kern="1200" cap="none" spc="0" normalizeH="0" baseline="0" noProof="0" dirty="0">
              <a:ln>
                <a:noFill/>
              </a:ln>
              <a:solidFill>
                <a:schemeClr val="bg2">
                  <a:lumMod val="10000"/>
                </a:schemeClr>
              </a:solidFill>
              <a:effectLst/>
              <a:uLnTx/>
              <a:uFillTx/>
              <a:latin typeface="Aptos" panose="020B0004020202020204" pitchFamily="34" charset="0"/>
              <a:ea typeface="+mn-ea"/>
              <a:cs typeface="+mn-cs"/>
            </a:endParaRPr>
          </a:p>
        </p:txBody>
      </p:sp>
    </p:spTree>
    <p:extLst>
      <p:ext uri="{BB962C8B-B14F-4D97-AF65-F5344CB8AC3E}">
        <p14:creationId xmlns:p14="http://schemas.microsoft.com/office/powerpoint/2010/main" val="19222960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04E26-E604-813E-86D3-014AA1D9C32E}"/>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3608ACD3-B5DF-52A8-4DE1-4D5D28F05B17}"/>
              </a:ext>
            </a:extLst>
          </p:cNvPr>
          <p:cNvCxnSpPr>
            <a:cxnSpLocks/>
            <a:stCxn id="6" idx="3"/>
          </p:cNvCxnSpPr>
          <p:nvPr/>
        </p:nvCxnSpPr>
        <p:spPr>
          <a:xfrm>
            <a:off x="2609641" y="277669"/>
            <a:ext cx="9582359"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555E4999-7C88-D24F-75F2-28872F004E5D}"/>
              </a:ext>
            </a:extLst>
          </p:cNvPr>
          <p:cNvCxnSpPr>
            <a:cxnSpLocks/>
            <a:endCxn id="6" idx="1"/>
          </p:cNvCxnSpPr>
          <p:nvPr/>
        </p:nvCxnSpPr>
        <p:spPr>
          <a:xfrm>
            <a:off x="0" y="277669"/>
            <a:ext cx="548641"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 0">
            <a:extLst>
              <a:ext uri="{FF2B5EF4-FFF2-40B4-BE49-F238E27FC236}">
                <a16:creationId xmlns:a16="http://schemas.microsoft.com/office/drawing/2014/main" id="{93F24A76-699F-A050-BCAC-71BD08B264A2}"/>
              </a:ext>
            </a:extLst>
          </p:cNvPr>
          <p:cNvSpPr/>
          <p:nvPr/>
        </p:nvSpPr>
        <p:spPr>
          <a:xfrm>
            <a:off x="548641" y="165782"/>
            <a:ext cx="2061000" cy="223773"/>
          </a:xfrm>
          <a:prstGeom prst="roundRect">
            <a:avLst>
              <a:gd name="adj" fmla="val 50000"/>
            </a:avLst>
          </a:prstGeom>
          <a:noFill/>
          <a:ln w="3175">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i="0" u="none" strike="noStrike" kern="0" cap="none" normalizeH="0" baseline="0" noProof="0" dirty="0">
                <a:ln>
                  <a:noFill/>
                </a:ln>
                <a:solidFill>
                  <a:schemeClr val="accent6"/>
                </a:solidFill>
                <a:effectLst/>
                <a:uLnTx/>
                <a:uFillTx/>
                <a:latin typeface="Poppins" pitchFamily="34" charset="0"/>
                <a:ea typeface="Poppins" pitchFamily="34" charset="-122"/>
                <a:cs typeface="Poppins" pitchFamily="34" charset="-120"/>
              </a:rPr>
              <a:t>ISS GMT Working Session</a:t>
            </a:r>
          </a:p>
        </p:txBody>
      </p:sp>
      <p:sp>
        <p:nvSpPr>
          <p:cNvPr id="14" name="Title 4">
            <a:extLst>
              <a:ext uri="{FF2B5EF4-FFF2-40B4-BE49-F238E27FC236}">
                <a16:creationId xmlns:a16="http://schemas.microsoft.com/office/drawing/2014/main" id="{15B0D0C6-2A12-4A64-5CA6-AFD820857D29}"/>
              </a:ext>
            </a:extLst>
          </p:cNvPr>
          <p:cNvSpPr txBox="1">
            <a:spLocks/>
          </p:cNvSpPr>
          <p:nvPr/>
        </p:nvSpPr>
        <p:spPr>
          <a:xfrm>
            <a:off x="525018" y="573082"/>
            <a:ext cx="11200000" cy="880000"/>
          </a:xfrm>
          <a:prstGeom prst="rect">
            <a:avLst/>
          </a:prstGeom>
        </p:spPr>
        <p:txBody>
          <a:bodyPr vert="horz" lIns="91440" tIns="45720" rIns="91440" bIns="45720" rtlCol="0" anchor="t">
            <a:noAutofit/>
          </a:bodyPr>
          <a:lstStyle>
            <a:defPPr>
              <a:defRPr lang="en-US"/>
            </a:defPPr>
            <a:lvl1pPr>
              <a:lnSpc>
                <a:spcPct val="114000"/>
              </a:lnSpc>
              <a:spcBef>
                <a:spcPct val="0"/>
              </a:spcBef>
              <a:buNone/>
              <a:defRPr sz="2200">
                <a:solidFill>
                  <a:schemeClr val="accent6">
                    <a:lumMod val="75000"/>
                  </a:schemeClr>
                </a:solidFill>
                <a:latin typeface="Poppins SemiBold" panose="00000700000000000000" pitchFamily="2" charset="0"/>
                <a:ea typeface="+mj-ea"/>
                <a:cs typeface="Poppins SemiBold" panose="00000700000000000000" pitchFamily="2" charset="0"/>
              </a:defRPr>
            </a:lvl1pPr>
          </a:lstStyle>
          <a:p>
            <a:r>
              <a:rPr lang="en-AU" dirty="0"/>
              <a:t>Stakeholders value </a:t>
            </a:r>
            <a:r>
              <a:rPr lang="en-AU" dirty="0">
                <a:solidFill>
                  <a:schemeClr val="accent3"/>
                </a:solidFill>
              </a:rPr>
              <a:t>the people, the purpose and consultation done well</a:t>
            </a:r>
            <a:endParaRPr lang="en-AU" dirty="0"/>
          </a:p>
        </p:txBody>
      </p:sp>
      <p:sp>
        <p:nvSpPr>
          <p:cNvPr id="197" name="Card 197"/>
          <p:cNvSpPr/>
          <p:nvPr/>
        </p:nvSpPr>
        <p:spPr>
          <a:xfrm>
            <a:off x="566928" y="1463040"/>
            <a:ext cx="3566160" cy="2194560"/>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p:spPr>
        <p:txBody>
          <a:bodyPr wrap="square" lIns="0" tIns="0" rIns="0" bIns="0" rtlCol="0" anchor="t">
            <a:noAutofit/>
          </a:bodyPr>
          <a:lstStyle/>
          <a:p>
            <a:endParaRPr lang="en-AU" sz="1000"/>
          </a:p>
        </p:txBody>
      </p:sp>
      <p:sp>
        <p:nvSpPr>
          <p:cNvPr id="198" name="Dot 198"/>
          <p:cNvSpPr/>
          <p:nvPr/>
        </p:nvSpPr>
        <p:spPr>
          <a:xfrm>
            <a:off x="841248" y="1792224"/>
            <a:ext cx="182880" cy="182880"/>
          </a:xfrm>
          <a:prstGeom prst="ellipse">
            <a:avLst/>
          </a:prstGeom>
          <a:solidFill>
            <a:schemeClr val="accent3"/>
          </a:solidFill>
          <a:ln>
            <a:noFill/>
          </a:ln>
        </p:spPr>
        <p:txBody>
          <a:bodyPr wrap="square" lIns="0" tIns="0" rIns="0" bIns="0" rtlCol="0" anchor="t">
            <a:noAutofit/>
          </a:bodyPr>
          <a:lstStyle/>
          <a:p>
            <a:endParaRPr lang="en-AU" sz="1000"/>
          </a:p>
        </p:txBody>
      </p:sp>
      <p:sp>
        <p:nvSpPr>
          <p:cNvPr id="199" name="Card head 199"/>
          <p:cNvSpPr txBox="1"/>
          <p:nvPr/>
        </p:nvSpPr>
        <p:spPr>
          <a:xfrm>
            <a:off x="1133856" y="1691640"/>
            <a:ext cx="2743200" cy="566928"/>
          </a:xfrm>
          <a:prstGeom prst="rect">
            <a:avLst/>
          </a:prstGeom>
          <a:noFill/>
          <a:ln>
            <a:noFill/>
          </a:ln>
        </p:spPr>
        <p:txBody>
          <a:bodyPr wrap="square" lIns="0" tIns="0" rIns="0" bIns="0" rtlCol="0" anchor="t">
            <a:noAutofit/>
          </a:bodyPr>
          <a:lstStyle/>
          <a:p>
            <a:pPr algn="l">
              <a:lnSpc>
                <a:spcPct val="100000"/>
              </a:lnSpc>
              <a:spcBef>
                <a:spcPts val="0"/>
              </a:spcBef>
              <a:spcAft>
                <a:spcPts val="0"/>
              </a:spcAft>
              <a:buNone/>
            </a:pPr>
            <a:r>
              <a:rPr lang="en-AU" sz="1500" b="1" dirty="0">
                <a:solidFill>
                  <a:schemeClr val="accent6">
                    <a:lumMod val="75000"/>
                  </a:schemeClr>
                </a:solidFill>
                <a:latin typeface="Poppins SemiBold" pitchFamily="2" charset="0"/>
                <a:cs typeface="Poppins SemiBold" pitchFamily="2" charset="0"/>
              </a:rPr>
              <a:t>A purpose worth backing</a:t>
            </a:r>
          </a:p>
        </p:txBody>
      </p:sp>
      <p:sp>
        <p:nvSpPr>
          <p:cNvPr id="200" name="Card body 200"/>
          <p:cNvSpPr txBox="1"/>
          <p:nvPr/>
        </p:nvSpPr>
        <p:spPr>
          <a:xfrm>
            <a:off x="841248" y="2331720"/>
            <a:ext cx="3017520" cy="1188720"/>
          </a:xfrm>
          <a:prstGeom prst="rect">
            <a:avLst/>
          </a:prstGeom>
          <a:noFill/>
          <a:ln>
            <a:noFill/>
          </a:ln>
        </p:spPr>
        <p:txBody>
          <a:bodyPr wrap="square" lIns="0" tIns="0" rIns="0" bIns="0" rtlCol="0" anchor="t">
            <a:noAutofit/>
          </a:bodyPr>
          <a:lstStyle/>
          <a:p>
            <a:pPr algn="l">
              <a:lnSpc>
                <a:spcPct val="115000"/>
              </a:lnSpc>
              <a:spcBef>
                <a:spcPts val="0"/>
              </a:spcBef>
              <a:spcAft>
                <a:spcPts val="0"/>
              </a:spcAft>
              <a:buNone/>
            </a:pPr>
            <a:r>
              <a:rPr lang="en-AU" sz="1200" dirty="0">
                <a:solidFill>
                  <a:schemeClr val="accent6">
                    <a:lumMod val="75000"/>
                  </a:schemeClr>
                </a:solidFill>
                <a:latin typeface="Open Sans" pitchFamily="34" charset="0"/>
                <a:ea typeface="Open Sans" pitchFamily="34" charset="-122"/>
                <a:cs typeface="Open Sans" pitchFamily="34" charset="-120"/>
              </a:rPr>
              <a:t>Both shareholder groups see a coal-specific scheme as better suited to industry than the commercial alternative.</a:t>
            </a:r>
          </a:p>
        </p:txBody>
      </p:sp>
      <p:sp>
        <p:nvSpPr>
          <p:cNvPr id="201" name="Card 201"/>
          <p:cNvSpPr/>
          <p:nvPr/>
        </p:nvSpPr>
        <p:spPr>
          <a:xfrm>
            <a:off x="4361688" y="1463040"/>
            <a:ext cx="3566160" cy="2194560"/>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p:spPr>
        <p:txBody>
          <a:bodyPr wrap="square" lIns="0" tIns="0" rIns="0" bIns="0" rtlCol="0" anchor="t">
            <a:noAutofit/>
          </a:bodyPr>
          <a:lstStyle/>
          <a:p>
            <a:endParaRPr lang="en-AU" sz="1000"/>
          </a:p>
        </p:txBody>
      </p:sp>
      <p:sp>
        <p:nvSpPr>
          <p:cNvPr id="202" name="Dot 202"/>
          <p:cNvSpPr/>
          <p:nvPr/>
        </p:nvSpPr>
        <p:spPr>
          <a:xfrm>
            <a:off x="4636008" y="1792224"/>
            <a:ext cx="182880" cy="182880"/>
          </a:xfrm>
          <a:prstGeom prst="ellipse">
            <a:avLst/>
          </a:prstGeom>
          <a:solidFill>
            <a:schemeClr val="accent3"/>
          </a:solidFill>
          <a:ln>
            <a:noFill/>
          </a:ln>
        </p:spPr>
        <p:txBody>
          <a:bodyPr wrap="square" lIns="0" tIns="0" rIns="0" bIns="0" rtlCol="0" anchor="t">
            <a:noAutofit/>
          </a:bodyPr>
          <a:lstStyle/>
          <a:p>
            <a:endParaRPr lang="en-AU" sz="1000"/>
          </a:p>
        </p:txBody>
      </p:sp>
      <p:sp>
        <p:nvSpPr>
          <p:cNvPr id="203" name="Card head 203"/>
          <p:cNvSpPr txBox="1"/>
          <p:nvPr/>
        </p:nvSpPr>
        <p:spPr>
          <a:xfrm>
            <a:off x="4928616" y="1691640"/>
            <a:ext cx="2743200" cy="566928"/>
          </a:xfrm>
          <a:prstGeom prst="rect">
            <a:avLst/>
          </a:prstGeom>
          <a:noFill/>
          <a:ln>
            <a:noFill/>
          </a:ln>
        </p:spPr>
        <p:txBody>
          <a:bodyPr wrap="square" lIns="0" tIns="0" rIns="0" bIns="0" rtlCol="0" anchor="t">
            <a:noAutofit/>
          </a:bodyPr>
          <a:lstStyle/>
          <a:p>
            <a:pPr algn="l">
              <a:lnSpc>
                <a:spcPct val="100000"/>
              </a:lnSpc>
              <a:spcBef>
                <a:spcPts val="0"/>
              </a:spcBef>
              <a:spcAft>
                <a:spcPts val="0"/>
              </a:spcAft>
              <a:buNone/>
            </a:pPr>
            <a:r>
              <a:rPr lang="en-AU" sz="1500" b="1" dirty="0">
                <a:solidFill>
                  <a:schemeClr val="accent6">
                    <a:lumMod val="75000"/>
                  </a:schemeClr>
                </a:solidFill>
                <a:latin typeface="Poppins SemiBold" pitchFamily="2" charset="0"/>
                <a:cs typeface="Poppins SemiBold" pitchFamily="2" charset="0"/>
              </a:rPr>
              <a:t>Capable, committed people</a:t>
            </a:r>
          </a:p>
        </p:txBody>
      </p:sp>
      <p:sp>
        <p:nvSpPr>
          <p:cNvPr id="204" name="Card body 204"/>
          <p:cNvSpPr txBox="1"/>
          <p:nvPr/>
        </p:nvSpPr>
        <p:spPr>
          <a:xfrm>
            <a:off x="4636008" y="2331720"/>
            <a:ext cx="3017520" cy="1188720"/>
          </a:xfrm>
          <a:prstGeom prst="rect">
            <a:avLst/>
          </a:prstGeom>
          <a:noFill/>
          <a:ln>
            <a:noFill/>
          </a:ln>
        </p:spPr>
        <p:txBody>
          <a:bodyPr wrap="square" lIns="0" tIns="0" rIns="0" bIns="0" rtlCol="0" anchor="t">
            <a:noAutofit/>
          </a:bodyPr>
          <a:lstStyle/>
          <a:p>
            <a:pPr algn="l">
              <a:lnSpc>
                <a:spcPct val="115000"/>
              </a:lnSpc>
              <a:spcBef>
                <a:spcPts val="0"/>
              </a:spcBef>
              <a:spcAft>
                <a:spcPts val="0"/>
              </a:spcAft>
              <a:buNone/>
            </a:pPr>
            <a:r>
              <a:rPr lang="en-AU" sz="1200" dirty="0">
                <a:solidFill>
                  <a:schemeClr val="accent6">
                    <a:lumMod val="75000"/>
                  </a:schemeClr>
                </a:solidFill>
                <a:latin typeface="Open Sans" pitchFamily="34" charset="0"/>
                <a:ea typeface="Open Sans" pitchFamily="34" charset="-122"/>
                <a:cs typeface="Open Sans" pitchFamily="34" charset="-120"/>
              </a:rPr>
              <a:t>Account managers and senior staff are described as competent, knowledgeable and acting in good faith.</a:t>
            </a:r>
          </a:p>
        </p:txBody>
      </p:sp>
      <p:sp>
        <p:nvSpPr>
          <p:cNvPr id="205" name="Card 205"/>
          <p:cNvSpPr/>
          <p:nvPr/>
        </p:nvSpPr>
        <p:spPr>
          <a:xfrm>
            <a:off x="566928" y="3886200"/>
            <a:ext cx="3566160" cy="2194560"/>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p:spPr>
        <p:txBody>
          <a:bodyPr wrap="square" lIns="0" tIns="0" rIns="0" bIns="0" rtlCol="0" anchor="t">
            <a:noAutofit/>
          </a:bodyPr>
          <a:lstStyle/>
          <a:p>
            <a:endParaRPr lang="en-AU" sz="1000"/>
          </a:p>
        </p:txBody>
      </p:sp>
      <p:sp>
        <p:nvSpPr>
          <p:cNvPr id="206" name="Dot 206"/>
          <p:cNvSpPr/>
          <p:nvPr/>
        </p:nvSpPr>
        <p:spPr>
          <a:xfrm>
            <a:off x="841248" y="4215384"/>
            <a:ext cx="182880" cy="182880"/>
          </a:xfrm>
          <a:prstGeom prst="ellipse">
            <a:avLst/>
          </a:prstGeom>
          <a:solidFill>
            <a:schemeClr val="accent3"/>
          </a:solidFill>
          <a:ln>
            <a:noFill/>
          </a:ln>
        </p:spPr>
        <p:txBody>
          <a:bodyPr wrap="square" lIns="0" tIns="0" rIns="0" bIns="0" rtlCol="0" anchor="t">
            <a:noAutofit/>
          </a:bodyPr>
          <a:lstStyle/>
          <a:p>
            <a:endParaRPr lang="en-AU" sz="1000"/>
          </a:p>
        </p:txBody>
      </p:sp>
      <p:sp>
        <p:nvSpPr>
          <p:cNvPr id="207" name="Card head 207"/>
          <p:cNvSpPr txBox="1"/>
          <p:nvPr/>
        </p:nvSpPr>
        <p:spPr>
          <a:xfrm>
            <a:off x="1133856" y="4114800"/>
            <a:ext cx="2743200" cy="566928"/>
          </a:xfrm>
          <a:prstGeom prst="rect">
            <a:avLst/>
          </a:prstGeom>
          <a:noFill/>
          <a:ln>
            <a:noFill/>
          </a:ln>
        </p:spPr>
        <p:txBody>
          <a:bodyPr wrap="square" lIns="0" tIns="0" rIns="0" bIns="0" rtlCol="0" anchor="t">
            <a:noAutofit/>
          </a:bodyPr>
          <a:lstStyle/>
          <a:p>
            <a:pPr algn="l">
              <a:lnSpc>
                <a:spcPct val="100000"/>
              </a:lnSpc>
              <a:spcBef>
                <a:spcPts val="0"/>
              </a:spcBef>
              <a:spcAft>
                <a:spcPts val="0"/>
              </a:spcAft>
              <a:buNone/>
            </a:pPr>
            <a:r>
              <a:rPr lang="en-AU" sz="1500" b="1" dirty="0">
                <a:solidFill>
                  <a:schemeClr val="accent6">
                    <a:lumMod val="75000"/>
                  </a:schemeClr>
                </a:solidFill>
                <a:latin typeface="Poppins SemiBold" pitchFamily="2" charset="0"/>
                <a:cs typeface="Poppins SemiBold" pitchFamily="2" charset="0"/>
              </a:rPr>
              <a:t>Consultation that works</a:t>
            </a:r>
          </a:p>
        </p:txBody>
      </p:sp>
      <p:sp>
        <p:nvSpPr>
          <p:cNvPr id="208" name="Card body 208"/>
          <p:cNvSpPr txBox="1"/>
          <p:nvPr/>
        </p:nvSpPr>
        <p:spPr>
          <a:xfrm>
            <a:off x="841248" y="4754880"/>
            <a:ext cx="3017520" cy="1188720"/>
          </a:xfrm>
          <a:prstGeom prst="rect">
            <a:avLst/>
          </a:prstGeom>
          <a:noFill/>
          <a:ln>
            <a:noFill/>
          </a:ln>
        </p:spPr>
        <p:txBody>
          <a:bodyPr wrap="square" lIns="0" tIns="0" rIns="0" bIns="0" rtlCol="0" anchor="t">
            <a:noAutofit/>
          </a:bodyPr>
          <a:lstStyle/>
          <a:p>
            <a:pPr algn="l">
              <a:lnSpc>
                <a:spcPct val="115000"/>
              </a:lnSpc>
              <a:spcBef>
                <a:spcPts val="0"/>
              </a:spcBef>
              <a:spcAft>
                <a:spcPts val="0"/>
              </a:spcAft>
              <a:buNone/>
            </a:pPr>
            <a:r>
              <a:rPr lang="en-AU" sz="1200" dirty="0">
                <a:solidFill>
                  <a:schemeClr val="accent6">
                    <a:lumMod val="75000"/>
                  </a:schemeClr>
                </a:solidFill>
                <a:latin typeface="Open Sans" pitchFamily="34" charset="0"/>
                <a:ea typeface="Open Sans" pitchFamily="34" charset="-122"/>
                <a:cs typeface="Open Sans" pitchFamily="34" charset="-120"/>
              </a:rPr>
              <a:t>The Standing Dust Committee, MRS Working Group and Order 45 consultation are named as open engagement that produced better outcomes.</a:t>
            </a:r>
          </a:p>
        </p:txBody>
      </p:sp>
      <p:sp>
        <p:nvSpPr>
          <p:cNvPr id="209" name="Card 209"/>
          <p:cNvSpPr/>
          <p:nvPr/>
        </p:nvSpPr>
        <p:spPr>
          <a:xfrm>
            <a:off x="4361688" y="3886200"/>
            <a:ext cx="3566160" cy="2194560"/>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p:spPr>
        <p:txBody>
          <a:bodyPr wrap="square" lIns="0" tIns="0" rIns="0" bIns="0" rtlCol="0" anchor="t">
            <a:noAutofit/>
          </a:bodyPr>
          <a:lstStyle/>
          <a:p>
            <a:endParaRPr lang="en-AU" sz="1000"/>
          </a:p>
        </p:txBody>
      </p:sp>
      <p:sp>
        <p:nvSpPr>
          <p:cNvPr id="210" name="Dot 210"/>
          <p:cNvSpPr/>
          <p:nvPr/>
        </p:nvSpPr>
        <p:spPr>
          <a:xfrm>
            <a:off x="4636008" y="4215384"/>
            <a:ext cx="182880" cy="182880"/>
          </a:xfrm>
          <a:prstGeom prst="ellipse">
            <a:avLst/>
          </a:prstGeom>
          <a:solidFill>
            <a:schemeClr val="accent3"/>
          </a:solidFill>
          <a:ln>
            <a:noFill/>
          </a:ln>
        </p:spPr>
        <p:txBody>
          <a:bodyPr wrap="square" lIns="0" tIns="0" rIns="0" bIns="0" rtlCol="0" anchor="t">
            <a:noAutofit/>
          </a:bodyPr>
          <a:lstStyle/>
          <a:p>
            <a:endParaRPr lang="en-AU" sz="1000"/>
          </a:p>
        </p:txBody>
      </p:sp>
      <p:sp>
        <p:nvSpPr>
          <p:cNvPr id="211" name="Card head 211"/>
          <p:cNvSpPr txBox="1"/>
          <p:nvPr/>
        </p:nvSpPr>
        <p:spPr>
          <a:xfrm>
            <a:off x="4928616" y="4114800"/>
            <a:ext cx="2743200" cy="566928"/>
          </a:xfrm>
          <a:prstGeom prst="rect">
            <a:avLst/>
          </a:prstGeom>
          <a:noFill/>
          <a:ln>
            <a:noFill/>
          </a:ln>
        </p:spPr>
        <p:txBody>
          <a:bodyPr wrap="square" lIns="0" tIns="0" rIns="0" bIns="0" rtlCol="0" anchor="t">
            <a:noAutofit/>
          </a:bodyPr>
          <a:lstStyle/>
          <a:p>
            <a:pPr algn="l">
              <a:lnSpc>
                <a:spcPct val="100000"/>
              </a:lnSpc>
              <a:spcBef>
                <a:spcPts val="0"/>
              </a:spcBef>
              <a:spcAft>
                <a:spcPts val="0"/>
              </a:spcAft>
              <a:buNone/>
            </a:pPr>
            <a:r>
              <a:rPr lang="en-AU" sz="1500" b="1" dirty="0">
                <a:solidFill>
                  <a:schemeClr val="accent6">
                    <a:lumMod val="75000"/>
                  </a:schemeClr>
                </a:solidFill>
                <a:latin typeface="Poppins SemiBold" pitchFamily="2" charset="0"/>
                <a:cs typeface="Poppins SemiBold" pitchFamily="2" charset="0"/>
              </a:rPr>
              <a:t>Change is being noticed</a:t>
            </a:r>
          </a:p>
        </p:txBody>
      </p:sp>
      <p:sp>
        <p:nvSpPr>
          <p:cNvPr id="212" name="Card body 212"/>
          <p:cNvSpPr txBox="1"/>
          <p:nvPr/>
        </p:nvSpPr>
        <p:spPr>
          <a:xfrm>
            <a:off x="4636008" y="4754880"/>
            <a:ext cx="3017520" cy="1188720"/>
          </a:xfrm>
          <a:prstGeom prst="rect">
            <a:avLst/>
          </a:prstGeom>
          <a:noFill/>
          <a:ln>
            <a:noFill/>
          </a:ln>
        </p:spPr>
        <p:txBody>
          <a:bodyPr wrap="square" lIns="0" tIns="0" rIns="0" bIns="0" rtlCol="0" anchor="t">
            <a:noAutofit/>
          </a:bodyPr>
          <a:lstStyle/>
          <a:p>
            <a:pPr algn="l">
              <a:lnSpc>
                <a:spcPct val="115000"/>
              </a:lnSpc>
              <a:spcBef>
                <a:spcPts val="0"/>
              </a:spcBef>
              <a:spcAft>
                <a:spcPts val="0"/>
              </a:spcAft>
              <a:buNone/>
            </a:pPr>
            <a:r>
              <a:rPr lang="en-AU" sz="1200" dirty="0">
                <a:solidFill>
                  <a:schemeClr val="accent6">
                    <a:lumMod val="75000"/>
                  </a:schemeClr>
                </a:solidFill>
                <a:latin typeface="Open Sans" pitchFamily="34" charset="0"/>
                <a:ea typeface="Open Sans" pitchFamily="34" charset="-122"/>
                <a:cs typeface="Open Sans" pitchFamily="34" charset="-120"/>
              </a:rPr>
              <a:t>Respondents credit recent leadership with more open engagement, and see real momentum in CS Health.</a:t>
            </a:r>
          </a:p>
        </p:txBody>
      </p:sp>
      <p:sp>
        <p:nvSpPr>
          <p:cNvPr id="213" name="Quote card 213"/>
          <p:cNvSpPr/>
          <p:nvPr/>
        </p:nvSpPr>
        <p:spPr>
          <a:xfrm>
            <a:off x="8156448" y="1463040"/>
            <a:ext cx="3474720" cy="4617720"/>
          </a:xfrm>
          <a:prstGeom prst="rect">
            <a:avLst/>
          </a:prstGeom>
          <a:solidFill>
            <a:schemeClr val="accent6"/>
          </a:solidFill>
          <a:ln>
            <a:noFill/>
          </a:ln>
        </p:spPr>
        <p:txBody>
          <a:bodyPr wrap="square" lIns="0" tIns="0" rIns="0" bIns="0" rtlCol="0" anchor="t">
            <a:noAutofit/>
          </a:bodyPr>
          <a:lstStyle/>
          <a:p>
            <a:endParaRPr lang="en-AU" sz="1000"/>
          </a:p>
        </p:txBody>
      </p:sp>
      <p:sp>
        <p:nvSpPr>
          <p:cNvPr id="214" name="Quote mark 214"/>
          <p:cNvSpPr txBox="1"/>
          <p:nvPr/>
        </p:nvSpPr>
        <p:spPr>
          <a:xfrm>
            <a:off x="8476488" y="1645920"/>
            <a:ext cx="914400" cy="731520"/>
          </a:xfrm>
          <a:prstGeom prst="rect">
            <a:avLst/>
          </a:prstGeom>
          <a:noFill/>
          <a:ln>
            <a:noFill/>
          </a:ln>
        </p:spPr>
        <p:txBody>
          <a:bodyPr wrap="square" lIns="0" tIns="0" rIns="0" bIns="0" rtlCol="0" anchor="t">
            <a:noAutofit/>
          </a:bodyPr>
          <a:lstStyle/>
          <a:p>
            <a:pPr algn="l">
              <a:lnSpc>
                <a:spcPct val="100000"/>
              </a:lnSpc>
              <a:spcBef>
                <a:spcPts val="0"/>
              </a:spcBef>
              <a:spcAft>
                <a:spcPts val="0"/>
              </a:spcAft>
              <a:buNone/>
            </a:pPr>
            <a:r>
              <a:rPr lang="en-AU" sz="6000" b="1" dirty="0">
                <a:solidFill>
                  <a:schemeClr val="accent5"/>
                </a:solidFill>
                <a:latin typeface="Poppins SemiBold" pitchFamily="2" charset="0"/>
                <a:cs typeface="Poppins SemiBold" pitchFamily="2" charset="0"/>
              </a:rPr>
              <a:t>“</a:t>
            </a:r>
          </a:p>
        </p:txBody>
      </p:sp>
      <p:sp>
        <p:nvSpPr>
          <p:cNvPr id="215" name="Quote 215"/>
          <p:cNvSpPr txBox="1"/>
          <p:nvPr/>
        </p:nvSpPr>
        <p:spPr>
          <a:xfrm>
            <a:off x="8476488" y="2423160"/>
            <a:ext cx="2834640" cy="2788920"/>
          </a:xfrm>
          <a:prstGeom prst="rect">
            <a:avLst/>
          </a:prstGeom>
          <a:noFill/>
          <a:ln>
            <a:noFill/>
          </a:ln>
        </p:spPr>
        <p:txBody>
          <a:bodyPr wrap="square" lIns="0" tIns="0" rIns="0" bIns="0" rtlCol="0" anchor="t">
            <a:noAutofit/>
          </a:bodyPr>
          <a:lstStyle/>
          <a:p>
            <a:pPr algn="l">
              <a:lnSpc>
                <a:spcPct val="115000"/>
              </a:lnSpc>
              <a:spcBef>
                <a:spcPts val="0"/>
              </a:spcBef>
              <a:spcAft>
                <a:spcPts val="0"/>
              </a:spcAft>
              <a:buNone/>
            </a:pPr>
            <a:r>
              <a:rPr lang="en-AU" sz="1500" i="1" dirty="0">
                <a:solidFill>
                  <a:schemeClr val="bg1"/>
                </a:solidFill>
                <a:latin typeface="Poppins SemiBold" pitchFamily="2" charset="0"/>
                <a:cs typeface="Poppins SemiBold" pitchFamily="2" charset="0"/>
              </a:rPr>
              <a:t>We don’t want to get rid of them... We want them to be stronger and providing a greater service to the industry.</a:t>
            </a:r>
          </a:p>
        </p:txBody>
      </p:sp>
      <p:sp>
        <p:nvSpPr>
          <p:cNvPr id="216" name="Attribution 216"/>
          <p:cNvSpPr txBox="1"/>
          <p:nvPr/>
        </p:nvSpPr>
        <p:spPr>
          <a:xfrm>
            <a:off x="8476488" y="5349240"/>
            <a:ext cx="2834640" cy="457200"/>
          </a:xfrm>
          <a:prstGeom prst="rect">
            <a:avLst/>
          </a:prstGeom>
          <a:noFill/>
          <a:ln>
            <a:noFill/>
          </a:ln>
        </p:spPr>
        <p:txBody>
          <a:bodyPr wrap="square" lIns="0" tIns="0" rIns="0" bIns="0" rtlCol="0" anchor="b">
            <a:noAutofit/>
          </a:bodyPr>
          <a:lstStyle/>
          <a:p>
            <a:pPr algn="l">
              <a:lnSpc>
                <a:spcPct val="100000"/>
              </a:lnSpc>
              <a:spcBef>
                <a:spcPts val="0"/>
              </a:spcBef>
              <a:spcAft>
                <a:spcPts val="0"/>
              </a:spcAft>
              <a:buNone/>
            </a:pPr>
            <a:r>
              <a:rPr lang="en-AU" sz="1100" b="1" dirty="0">
                <a:solidFill>
                  <a:schemeClr val="accent5"/>
                </a:solidFill>
                <a:latin typeface="Poppins SemiBold" pitchFamily="2" charset="0"/>
                <a:cs typeface="Poppins SemiBold" pitchFamily="2" charset="0"/>
              </a:rPr>
              <a:t>MINING AND ENERGY UNION RESPONDENT</a:t>
            </a:r>
          </a:p>
        </p:txBody>
      </p:sp>
      <p:sp>
        <p:nvSpPr>
          <p:cNvPr id="2" name="Slide Number Placeholder 1">
            <a:extLst>
              <a:ext uri="{FF2B5EF4-FFF2-40B4-BE49-F238E27FC236}">
                <a16:creationId xmlns:a16="http://schemas.microsoft.com/office/drawing/2014/main" id="{2B6BE33A-60B5-E311-CB42-7B2F0308709E}"/>
              </a:ext>
            </a:extLst>
          </p:cNvPr>
          <p:cNvSpPr txBox="1">
            <a:spLocks/>
          </p:cNvSpPr>
          <p:nvPr/>
        </p:nvSpPr>
        <p:spPr>
          <a:xfrm>
            <a:off x="9309830" y="642986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FA8BD019-05FF-F145-A6E1-6EE5A88665E4}" type="slidenum">
              <a:rPr kumimoji="0" lang="en-AU" sz="900" b="0" i="0" u="none" strike="noStrike" kern="1200" cap="none" spc="0" normalizeH="0" baseline="0" noProof="0" smtClean="0">
                <a:ln>
                  <a:noFill/>
                </a:ln>
                <a:solidFill>
                  <a:schemeClr val="bg2">
                    <a:lumMod val="10000"/>
                  </a:schemeClr>
                </a:solidFill>
                <a:effectLst/>
                <a:uLnTx/>
                <a:uFillTx/>
                <a:latin typeface="Aptos" panose="020B00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AU" sz="900" b="0" i="0" u="none" strike="noStrike" kern="1200" cap="none" spc="0" normalizeH="0" baseline="0" noProof="0" dirty="0">
              <a:ln>
                <a:noFill/>
              </a:ln>
              <a:solidFill>
                <a:schemeClr val="bg2">
                  <a:lumMod val="10000"/>
                </a:schemeClr>
              </a:solidFill>
              <a:effectLst/>
              <a:uLnTx/>
              <a:uFillTx/>
              <a:latin typeface="Aptos" panose="020B0004020202020204" pitchFamily="34" charset="0"/>
              <a:ea typeface="+mn-ea"/>
              <a:cs typeface="+mn-cs"/>
            </a:endParaRPr>
          </a:p>
        </p:txBody>
      </p:sp>
    </p:spTree>
    <p:extLst>
      <p:ext uri="{BB962C8B-B14F-4D97-AF65-F5344CB8AC3E}">
        <p14:creationId xmlns:p14="http://schemas.microsoft.com/office/powerpoint/2010/main" val="19222960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04E26-E604-813E-86D3-014AA1D9C32E}"/>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3608ACD3-B5DF-52A8-4DE1-4D5D28F05B17}"/>
              </a:ext>
            </a:extLst>
          </p:cNvPr>
          <p:cNvCxnSpPr>
            <a:cxnSpLocks/>
            <a:stCxn id="6" idx="3"/>
          </p:cNvCxnSpPr>
          <p:nvPr/>
        </p:nvCxnSpPr>
        <p:spPr>
          <a:xfrm>
            <a:off x="2609641" y="277669"/>
            <a:ext cx="9582359"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555E4999-7C88-D24F-75F2-28872F004E5D}"/>
              </a:ext>
            </a:extLst>
          </p:cNvPr>
          <p:cNvCxnSpPr>
            <a:cxnSpLocks/>
            <a:endCxn id="6" idx="1"/>
          </p:cNvCxnSpPr>
          <p:nvPr/>
        </p:nvCxnSpPr>
        <p:spPr>
          <a:xfrm>
            <a:off x="0" y="277669"/>
            <a:ext cx="548641"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 0">
            <a:extLst>
              <a:ext uri="{FF2B5EF4-FFF2-40B4-BE49-F238E27FC236}">
                <a16:creationId xmlns:a16="http://schemas.microsoft.com/office/drawing/2014/main" id="{93F24A76-699F-A050-BCAC-71BD08B264A2}"/>
              </a:ext>
            </a:extLst>
          </p:cNvPr>
          <p:cNvSpPr/>
          <p:nvPr/>
        </p:nvSpPr>
        <p:spPr>
          <a:xfrm>
            <a:off x="548641" y="165782"/>
            <a:ext cx="2061000" cy="223773"/>
          </a:xfrm>
          <a:prstGeom prst="roundRect">
            <a:avLst>
              <a:gd name="adj" fmla="val 50000"/>
            </a:avLst>
          </a:prstGeom>
          <a:noFill/>
          <a:ln w="3175">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i="0" u="none" strike="noStrike" kern="0" cap="none" normalizeH="0" baseline="0" noProof="0" dirty="0">
                <a:ln>
                  <a:noFill/>
                </a:ln>
                <a:solidFill>
                  <a:schemeClr val="accent6"/>
                </a:solidFill>
                <a:effectLst/>
                <a:uLnTx/>
                <a:uFillTx/>
                <a:latin typeface="Poppins" pitchFamily="34" charset="0"/>
                <a:ea typeface="Poppins" pitchFamily="34" charset="-122"/>
                <a:cs typeface="Poppins" pitchFamily="34" charset="-120"/>
              </a:rPr>
              <a:t>ISS GMT Working Session</a:t>
            </a:r>
          </a:p>
        </p:txBody>
      </p:sp>
      <p:sp>
        <p:nvSpPr>
          <p:cNvPr id="14" name="Title 4">
            <a:extLst>
              <a:ext uri="{FF2B5EF4-FFF2-40B4-BE49-F238E27FC236}">
                <a16:creationId xmlns:a16="http://schemas.microsoft.com/office/drawing/2014/main" id="{15B0D0C6-2A12-4A64-5CA6-AFD820857D29}"/>
              </a:ext>
            </a:extLst>
          </p:cNvPr>
          <p:cNvSpPr txBox="1">
            <a:spLocks/>
          </p:cNvSpPr>
          <p:nvPr/>
        </p:nvSpPr>
        <p:spPr>
          <a:xfrm>
            <a:off x="525018" y="573082"/>
            <a:ext cx="11200000" cy="880000"/>
          </a:xfrm>
          <a:prstGeom prst="rect">
            <a:avLst/>
          </a:prstGeom>
        </p:spPr>
        <p:txBody>
          <a:bodyPr vert="horz" lIns="91440" tIns="45720" rIns="91440" bIns="45720" rtlCol="0" anchor="t">
            <a:noAutofit/>
          </a:bodyPr>
          <a:lstStyle>
            <a:defPPr>
              <a:defRPr lang="en-US"/>
            </a:defPPr>
            <a:lvl1pPr>
              <a:lnSpc>
                <a:spcPct val="114000"/>
              </a:lnSpc>
              <a:spcBef>
                <a:spcPct val="0"/>
              </a:spcBef>
              <a:buNone/>
              <a:defRPr sz="2200">
                <a:solidFill>
                  <a:schemeClr val="accent6">
                    <a:lumMod val="75000"/>
                  </a:schemeClr>
                </a:solidFill>
                <a:latin typeface="Poppins SemiBold" panose="00000700000000000000" pitchFamily="2" charset="0"/>
                <a:ea typeface="+mj-ea"/>
                <a:cs typeface="Poppins SemiBold" panose="00000700000000000000" pitchFamily="2" charset="0"/>
              </a:defRPr>
            </a:lvl1pPr>
          </a:lstStyle>
          <a:p>
            <a:r>
              <a:rPr lang="en-AU" dirty="0"/>
              <a:t>The bright spots show what good looks like, </a:t>
            </a:r>
            <a:r>
              <a:rPr lang="en-AU" dirty="0">
                <a:solidFill>
                  <a:schemeClr val="accent3"/>
                </a:solidFill>
              </a:rPr>
              <a:t>and it can be repeated</a:t>
            </a:r>
            <a:endParaRPr lang="en-AU" dirty="0"/>
          </a:p>
        </p:txBody>
      </p:sp>
      <p:sp>
        <p:nvSpPr>
          <p:cNvPr id="217" name="Stat card 217"/>
          <p:cNvSpPr/>
          <p:nvPr/>
        </p:nvSpPr>
        <p:spPr>
          <a:xfrm>
            <a:off x="566928" y="1463040"/>
            <a:ext cx="4023360" cy="1371600"/>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p:spPr>
        <p:txBody>
          <a:bodyPr wrap="square" lIns="0" tIns="0" rIns="0" bIns="0" rtlCol="0" anchor="t">
            <a:noAutofit/>
          </a:bodyPr>
          <a:lstStyle/>
          <a:p>
            <a:endParaRPr lang="en-AU" sz="1000"/>
          </a:p>
        </p:txBody>
      </p:sp>
      <p:sp>
        <p:nvSpPr>
          <p:cNvPr id="218" name="Stat 218"/>
          <p:cNvSpPr txBox="1"/>
          <p:nvPr/>
        </p:nvSpPr>
        <p:spPr>
          <a:xfrm>
            <a:off x="841248" y="1463040"/>
            <a:ext cx="1371600" cy="1371600"/>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4000" b="1" dirty="0">
                <a:solidFill>
                  <a:srgbClr val="3799AC"/>
                </a:solidFill>
                <a:latin typeface="Poppins SemiBold" pitchFamily="2" charset="0"/>
                <a:cs typeface="Poppins SemiBold" pitchFamily="2" charset="0"/>
              </a:rPr>
              <a:t>86</a:t>
            </a:r>
          </a:p>
        </p:txBody>
      </p:sp>
      <p:sp>
        <p:nvSpPr>
          <p:cNvPr id="219" name="Stat label 219"/>
          <p:cNvSpPr txBox="1"/>
          <p:nvPr/>
        </p:nvSpPr>
        <p:spPr>
          <a:xfrm>
            <a:off x="2258568" y="1463040"/>
            <a:ext cx="2194560" cy="1371600"/>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1400" b="1" dirty="0">
                <a:solidFill>
                  <a:schemeClr val="accent6">
                    <a:lumMod val="75000"/>
                  </a:schemeClr>
                </a:solidFill>
                <a:latin typeface="Poppins SemiBold" pitchFamily="2" charset="0"/>
                <a:cs typeface="Poppins SemiBold" pitchFamily="2" charset="0"/>
              </a:rPr>
              <a:t>MSOH score</a:t>
            </a:r>
          </a:p>
          <a:p>
            <a:pPr algn="l">
              <a:lnSpc>
                <a:spcPct val="100000"/>
              </a:lnSpc>
              <a:spcBef>
                <a:spcPts val="0"/>
              </a:spcBef>
              <a:spcAft>
                <a:spcPts val="0"/>
              </a:spcAft>
              <a:buNone/>
            </a:pPr>
            <a:r>
              <a:rPr lang="en-AU" sz="1150" dirty="0">
                <a:solidFill>
                  <a:schemeClr val="accent6">
                    <a:lumMod val="75000"/>
                  </a:schemeClr>
                </a:solidFill>
                <a:latin typeface="Open Sans" pitchFamily="34" charset="0"/>
                <a:ea typeface="Open Sans" pitchFamily="34" charset="-122"/>
                <a:cs typeface="Open Sans" pitchFamily="34" charset="-120"/>
              </a:rPr>
              <a:t>Highest-rated business unit</a:t>
            </a:r>
          </a:p>
        </p:txBody>
      </p:sp>
      <p:sp>
        <p:nvSpPr>
          <p:cNvPr id="220" name="Stat card 220"/>
          <p:cNvSpPr/>
          <p:nvPr/>
        </p:nvSpPr>
        <p:spPr>
          <a:xfrm>
            <a:off x="566928" y="2999232"/>
            <a:ext cx="4023360" cy="1371600"/>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p:spPr>
        <p:txBody>
          <a:bodyPr wrap="square" lIns="0" tIns="0" rIns="0" bIns="0" rtlCol="0" anchor="t">
            <a:noAutofit/>
          </a:bodyPr>
          <a:lstStyle/>
          <a:p>
            <a:endParaRPr lang="en-AU" sz="1000"/>
          </a:p>
        </p:txBody>
      </p:sp>
      <p:sp>
        <p:nvSpPr>
          <p:cNvPr id="221" name="Stat 221"/>
          <p:cNvSpPr txBox="1"/>
          <p:nvPr/>
        </p:nvSpPr>
        <p:spPr>
          <a:xfrm>
            <a:off x="841248" y="2999232"/>
            <a:ext cx="1371600" cy="1371600"/>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4000" b="1" dirty="0">
                <a:solidFill>
                  <a:srgbClr val="8A8F2E"/>
                </a:solidFill>
                <a:latin typeface="Poppins SemiBold" pitchFamily="2" charset="0"/>
                <a:cs typeface="Poppins SemiBold" pitchFamily="2" charset="0"/>
              </a:rPr>
              <a:t>83</a:t>
            </a:r>
          </a:p>
        </p:txBody>
      </p:sp>
      <p:sp>
        <p:nvSpPr>
          <p:cNvPr id="222" name="Stat label 222"/>
          <p:cNvSpPr txBox="1"/>
          <p:nvPr/>
        </p:nvSpPr>
        <p:spPr>
          <a:xfrm>
            <a:off x="2258568" y="2999232"/>
            <a:ext cx="2194560" cy="1371600"/>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1400" b="1" dirty="0">
                <a:solidFill>
                  <a:schemeClr val="accent6">
                    <a:lumMod val="75000"/>
                  </a:schemeClr>
                </a:solidFill>
                <a:latin typeface="Poppins SemiBold" pitchFamily="2" charset="0"/>
                <a:cs typeface="Poppins SemiBold" pitchFamily="2" charset="0"/>
              </a:rPr>
              <a:t>MRS score</a:t>
            </a:r>
          </a:p>
          <a:p>
            <a:pPr algn="l">
              <a:lnSpc>
                <a:spcPct val="100000"/>
              </a:lnSpc>
              <a:spcBef>
                <a:spcPts val="0"/>
              </a:spcBef>
              <a:spcAft>
                <a:spcPts val="0"/>
              </a:spcAft>
              <a:buNone/>
            </a:pPr>
            <a:r>
              <a:rPr lang="en-AU" sz="1150" dirty="0">
                <a:solidFill>
                  <a:schemeClr val="accent6">
                    <a:lumMod val="75000"/>
                  </a:schemeClr>
                </a:solidFill>
                <a:latin typeface="Open Sans" pitchFamily="34" charset="0"/>
                <a:ea typeface="Open Sans" pitchFamily="34" charset="-122"/>
                <a:cs typeface="Open Sans" pitchFamily="34" charset="-120"/>
              </a:rPr>
              <a:t>Seen as a levy worth paying</a:t>
            </a:r>
          </a:p>
        </p:txBody>
      </p:sp>
      <p:sp>
        <p:nvSpPr>
          <p:cNvPr id="223" name="Stat card 223"/>
          <p:cNvSpPr/>
          <p:nvPr/>
        </p:nvSpPr>
        <p:spPr>
          <a:xfrm>
            <a:off x="566928" y="4535424"/>
            <a:ext cx="4023360" cy="1371600"/>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p:spPr>
        <p:txBody>
          <a:bodyPr wrap="square" lIns="0" tIns="0" rIns="0" bIns="0" rtlCol="0" anchor="t">
            <a:noAutofit/>
          </a:bodyPr>
          <a:lstStyle/>
          <a:p>
            <a:endParaRPr lang="en-AU" sz="1000"/>
          </a:p>
        </p:txBody>
      </p:sp>
      <p:sp>
        <p:nvSpPr>
          <p:cNvPr id="224" name="Stat 224"/>
          <p:cNvSpPr txBox="1"/>
          <p:nvPr/>
        </p:nvSpPr>
        <p:spPr>
          <a:xfrm>
            <a:off x="841248" y="4535424"/>
            <a:ext cx="1371600" cy="1371600"/>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4000" b="1" dirty="0">
                <a:solidFill>
                  <a:srgbClr val="0E98D7"/>
                </a:solidFill>
                <a:latin typeface="Poppins SemiBold" pitchFamily="2" charset="0"/>
                <a:cs typeface="Poppins SemiBold" pitchFamily="2" charset="0"/>
              </a:rPr>
              <a:t>70</a:t>
            </a:r>
          </a:p>
        </p:txBody>
      </p:sp>
      <p:sp>
        <p:nvSpPr>
          <p:cNvPr id="225" name="Stat label 225"/>
          <p:cNvSpPr txBox="1"/>
          <p:nvPr/>
        </p:nvSpPr>
        <p:spPr>
          <a:xfrm>
            <a:off x="2258568" y="4535424"/>
            <a:ext cx="2194560" cy="1371600"/>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1400" b="1" dirty="0">
                <a:solidFill>
                  <a:schemeClr val="accent6">
                    <a:lumMod val="75000"/>
                  </a:schemeClr>
                </a:solidFill>
                <a:latin typeface="Poppins SemiBold" pitchFamily="2" charset="0"/>
                <a:cs typeface="Poppins SemiBold" pitchFamily="2" charset="0"/>
              </a:rPr>
              <a:t>Communication</a:t>
            </a:r>
          </a:p>
          <a:p>
            <a:pPr algn="l">
              <a:lnSpc>
                <a:spcPct val="100000"/>
              </a:lnSpc>
              <a:spcBef>
                <a:spcPts val="0"/>
              </a:spcBef>
              <a:spcAft>
                <a:spcPts val="0"/>
              </a:spcAft>
              <a:buNone/>
            </a:pPr>
            <a:r>
              <a:rPr lang="en-AU" sz="1150" dirty="0">
                <a:solidFill>
                  <a:schemeClr val="accent6">
                    <a:lumMod val="75000"/>
                  </a:schemeClr>
                </a:solidFill>
                <a:latin typeface="Open Sans" pitchFamily="34" charset="0"/>
                <a:ea typeface="Open Sans" pitchFamily="34" charset="-122"/>
                <a:cs typeface="Open Sans" pitchFamily="34" charset="-120"/>
              </a:rPr>
              <a:t>Strongest of the six dimensions</a:t>
            </a:r>
          </a:p>
        </p:txBody>
      </p:sp>
      <p:sp>
        <p:nvSpPr>
          <p:cNvPr id="226" name="Label 226"/>
          <p:cNvSpPr txBox="1"/>
          <p:nvPr/>
        </p:nvSpPr>
        <p:spPr>
          <a:xfrm>
            <a:off x="5001768" y="1463040"/>
            <a:ext cx="6400800" cy="365760"/>
          </a:xfrm>
          <a:prstGeom prst="rect">
            <a:avLst/>
          </a:prstGeom>
          <a:noFill/>
          <a:ln>
            <a:noFill/>
          </a:ln>
        </p:spPr>
        <p:txBody>
          <a:bodyPr wrap="square" lIns="0" tIns="0" rIns="0" bIns="0" rtlCol="0" anchor="t">
            <a:noAutofit/>
          </a:bodyPr>
          <a:lstStyle/>
          <a:p>
            <a:pPr algn="l">
              <a:lnSpc>
                <a:spcPct val="100000"/>
              </a:lnSpc>
              <a:spcBef>
                <a:spcPts val="0"/>
              </a:spcBef>
              <a:spcAft>
                <a:spcPts val="0"/>
              </a:spcAft>
              <a:buNone/>
            </a:pPr>
            <a:r>
              <a:rPr lang="en-AU" sz="1100" b="1" dirty="0">
                <a:solidFill>
                  <a:schemeClr val="accent3"/>
                </a:solidFill>
                <a:latin typeface="Poppins SemiBold" pitchFamily="2" charset="0"/>
                <a:cs typeface="Poppins SemiBold" pitchFamily="2" charset="0"/>
              </a:rPr>
              <a:t>WHAT THE BRIGHT SPOTS HAVE IN COMMON</a:t>
            </a:r>
          </a:p>
        </p:txBody>
      </p:sp>
      <p:sp>
        <p:nvSpPr>
          <p:cNvPr id="227" name="Number 227"/>
          <p:cNvSpPr/>
          <p:nvPr/>
        </p:nvSpPr>
        <p:spPr>
          <a:xfrm>
            <a:off x="5001768" y="2057400"/>
            <a:ext cx="502920" cy="502920"/>
          </a:xfrm>
          <a:prstGeom prst="ellipse">
            <a:avLst/>
          </a:prstGeom>
          <a:solidFill>
            <a:schemeClr val="accent5">
              <a:lumMod val="20000"/>
              <a:lumOff val="80000"/>
            </a:schemeClr>
          </a:solidFill>
          <a:ln>
            <a:noFill/>
          </a:ln>
        </p:spPr>
        <p:txBody>
          <a:bodyPr wrap="square" lIns="0" tIns="0" rIns="0" bIns="0" rtlCol="0" anchor="ctr">
            <a:noAutofit/>
          </a:bodyPr>
          <a:lstStyle/>
          <a:p>
            <a:pPr algn="ctr">
              <a:lnSpc>
                <a:spcPct val="100000"/>
              </a:lnSpc>
              <a:spcBef>
                <a:spcPts val="0"/>
              </a:spcBef>
              <a:spcAft>
                <a:spcPts val="0"/>
              </a:spcAft>
              <a:buNone/>
            </a:pPr>
            <a:r>
              <a:rPr lang="en-AU" sz="1600" b="1" dirty="0">
                <a:solidFill>
                  <a:schemeClr val="accent3">
                    <a:lumMod val="75000"/>
                  </a:schemeClr>
                </a:solidFill>
                <a:latin typeface="Poppins SemiBold" pitchFamily="2" charset="0"/>
                <a:cs typeface="Poppins SemiBold" pitchFamily="2" charset="0"/>
              </a:rPr>
              <a:t>1</a:t>
            </a:r>
          </a:p>
        </p:txBody>
      </p:sp>
      <p:sp>
        <p:nvSpPr>
          <p:cNvPr id="228" name="Pattern 228"/>
          <p:cNvSpPr txBox="1"/>
          <p:nvPr/>
        </p:nvSpPr>
        <p:spPr>
          <a:xfrm>
            <a:off x="5687568" y="1965960"/>
            <a:ext cx="5943600" cy="868680"/>
          </a:xfrm>
          <a:prstGeom prst="rect">
            <a:avLst/>
          </a:prstGeom>
          <a:noFill/>
          <a:ln>
            <a:noFill/>
          </a:ln>
        </p:spPr>
        <p:txBody>
          <a:bodyPr wrap="square" lIns="0" tIns="0" rIns="0" bIns="0" rtlCol="0" anchor="ctr">
            <a:noAutofit/>
          </a:bodyPr>
          <a:lstStyle/>
          <a:p>
            <a:pPr algn="l">
              <a:lnSpc>
                <a:spcPct val="110000"/>
              </a:lnSpc>
              <a:spcBef>
                <a:spcPts val="0"/>
              </a:spcBef>
              <a:spcAft>
                <a:spcPts val="0"/>
              </a:spcAft>
              <a:buNone/>
            </a:pPr>
            <a:r>
              <a:rPr lang="en-AU" sz="1300" b="1" dirty="0">
                <a:solidFill>
                  <a:schemeClr val="accent6">
                    <a:lumMod val="75000"/>
                  </a:schemeClr>
                </a:solidFill>
                <a:latin typeface="Poppins SemiBold" pitchFamily="2" charset="0"/>
                <a:cs typeface="Poppins SemiBold" pitchFamily="2" charset="0"/>
              </a:rPr>
              <a:t>A named contact.</a:t>
            </a:r>
            <a:r>
              <a:rPr lang="en-AU" sz="1300" dirty="0">
                <a:solidFill>
                  <a:schemeClr val="accent6">
                    <a:lumMod val="75000"/>
                  </a:schemeClr>
                </a:solidFill>
                <a:latin typeface="Open Sans" pitchFamily="34" charset="0"/>
                <a:ea typeface="Open Sans" pitchFamily="34" charset="-122"/>
                <a:cs typeface="Open Sans" pitchFamily="34" charset="-120"/>
              </a:rPr>
              <a:t> Where an account manager or established contact exists, responsiveness is rated highly and matters are settled first time.</a:t>
            </a:r>
          </a:p>
        </p:txBody>
      </p:sp>
      <p:sp>
        <p:nvSpPr>
          <p:cNvPr id="229" name="Number 229"/>
          <p:cNvSpPr/>
          <p:nvPr/>
        </p:nvSpPr>
        <p:spPr>
          <a:xfrm>
            <a:off x="5001768" y="3063240"/>
            <a:ext cx="502920" cy="502920"/>
          </a:xfrm>
          <a:prstGeom prst="ellipse">
            <a:avLst/>
          </a:prstGeom>
          <a:solidFill>
            <a:schemeClr val="accent5">
              <a:lumMod val="20000"/>
              <a:lumOff val="80000"/>
            </a:schemeClr>
          </a:solidFill>
          <a:ln>
            <a:noFill/>
          </a:ln>
        </p:spPr>
        <p:txBody>
          <a:bodyPr wrap="square" lIns="0" tIns="0" rIns="0" bIns="0" rtlCol="0" anchor="ctr">
            <a:noAutofit/>
          </a:bodyPr>
          <a:lstStyle/>
          <a:p>
            <a:pPr algn="ctr">
              <a:lnSpc>
                <a:spcPct val="100000"/>
              </a:lnSpc>
              <a:spcBef>
                <a:spcPts val="0"/>
              </a:spcBef>
              <a:spcAft>
                <a:spcPts val="0"/>
              </a:spcAft>
              <a:buNone/>
            </a:pPr>
            <a:r>
              <a:rPr lang="en-AU" sz="1600" b="1" dirty="0">
                <a:solidFill>
                  <a:schemeClr val="accent3">
                    <a:lumMod val="75000"/>
                  </a:schemeClr>
                </a:solidFill>
                <a:latin typeface="Poppins SemiBold" pitchFamily="2" charset="0"/>
                <a:cs typeface="Poppins SemiBold" pitchFamily="2" charset="0"/>
              </a:rPr>
              <a:t>2</a:t>
            </a:r>
          </a:p>
        </p:txBody>
      </p:sp>
      <p:sp>
        <p:nvSpPr>
          <p:cNvPr id="230" name="Pattern 230"/>
          <p:cNvSpPr txBox="1"/>
          <p:nvPr/>
        </p:nvSpPr>
        <p:spPr>
          <a:xfrm>
            <a:off x="5687568" y="2971800"/>
            <a:ext cx="5943600" cy="868680"/>
          </a:xfrm>
          <a:prstGeom prst="rect">
            <a:avLst/>
          </a:prstGeom>
          <a:noFill/>
          <a:ln>
            <a:noFill/>
          </a:ln>
        </p:spPr>
        <p:txBody>
          <a:bodyPr wrap="square" lIns="0" tIns="0" rIns="0" bIns="0" rtlCol="0" anchor="ctr">
            <a:noAutofit/>
          </a:bodyPr>
          <a:lstStyle/>
          <a:p>
            <a:pPr algn="l">
              <a:lnSpc>
                <a:spcPct val="110000"/>
              </a:lnSpc>
              <a:spcBef>
                <a:spcPts val="0"/>
              </a:spcBef>
              <a:spcAft>
                <a:spcPts val="0"/>
              </a:spcAft>
              <a:buNone/>
            </a:pPr>
            <a:r>
              <a:rPr lang="en-AU" sz="1300" b="1" dirty="0">
                <a:solidFill>
                  <a:schemeClr val="accent6">
                    <a:lumMod val="75000"/>
                  </a:schemeClr>
                </a:solidFill>
                <a:latin typeface="Poppins SemiBold" pitchFamily="2" charset="0"/>
                <a:cs typeface="Poppins SemiBold" pitchFamily="2" charset="0"/>
              </a:rPr>
              <a:t>Planned communication.</a:t>
            </a:r>
            <a:r>
              <a:rPr lang="en-AU" sz="1300" dirty="0">
                <a:solidFill>
                  <a:schemeClr val="accent6">
                    <a:lumMod val="75000"/>
                  </a:schemeClr>
                </a:solidFill>
                <a:latin typeface="Open Sans" pitchFamily="34" charset="0"/>
                <a:ea typeface="Open Sans" pitchFamily="34" charset="-122"/>
                <a:cs typeface="Open Sans" pitchFamily="34" charset="-120"/>
              </a:rPr>
              <a:t> Regular updates, forums and webinars are described as timely, clear and relevant.</a:t>
            </a:r>
          </a:p>
        </p:txBody>
      </p:sp>
      <p:sp>
        <p:nvSpPr>
          <p:cNvPr id="231" name="Number 231"/>
          <p:cNvSpPr/>
          <p:nvPr/>
        </p:nvSpPr>
        <p:spPr>
          <a:xfrm>
            <a:off x="5001768" y="4069080"/>
            <a:ext cx="502920" cy="502920"/>
          </a:xfrm>
          <a:prstGeom prst="ellipse">
            <a:avLst/>
          </a:prstGeom>
          <a:solidFill>
            <a:schemeClr val="accent5">
              <a:lumMod val="20000"/>
              <a:lumOff val="80000"/>
            </a:schemeClr>
          </a:solidFill>
          <a:ln>
            <a:noFill/>
          </a:ln>
        </p:spPr>
        <p:txBody>
          <a:bodyPr wrap="square" lIns="0" tIns="0" rIns="0" bIns="0" rtlCol="0" anchor="ctr">
            <a:noAutofit/>
          </a:bodyPr>
          <a:lstStyle/>
          <a:p>
            <a:pPr algn="ctr">
              <a:lnSpc>
                <a:spcPct val="100000"/>
              </a:lnSpc>
              <a:spcBef>
                <a:spcPts val="0"/>
              </a:spcBef>
              <a:spcAft>
                <a:spcPts val="0"/>
              </a:spcAft>
              <a:buNone/>
            </a:pPr>
            <a:r>
              <a:rPr lang="en-AU" sz="1600" b="1" dirty="0">
                <a:solidFill>
                  <a:schemeClr val="accent3">
                    <a:lumMod val="75000"/>
                  </a:schemeClr>
                </a:solidFill>
                <a:latin typeface="Poppins SemiBold" pitchFamily="2" charset="0"/>
                <a:cs typeface="Poppins SemiBold" pitchFamily="2" charset="0"/>
              </a:rPr>
              <a:t>3</a:t>
            </a:r>
          </a:p>
        </p:txBody>
      </p:sp>
      <p:sp>
        <p:nvSpPr>
          <p:cNvPr id="232" name="Pattern 232"/>
          <p:cNvSpPr txBox="1"/>
          <p:nvPr/>
        </p:nvSpPr>
        <p:spPr>
          <a:xfrm>
            <a:off x="5687568" y="3977640"/>
            <a:ext cx="5943600" cy="868680"/>
          </a:xfrm>
          <a:prstGeom prst="rect">
            <a:avLst/>
          </a:prstGeom>
          <a:noFill/>
          <a:ln>
            <a:noFill/>
          </a:ln>
        </p:spPr>
        <p:txBody>
          <a:bodyPr wrap="square" lIns="0" tIns="0" rIns="0" bIns="0" rtlCol="0" anchor="ctr">
            <a:noAutofit/>
          </a:bodyPr>
          <a:lstStyle/>
          <a:p>
            <a:pPr algn="l">
              <a:lnSpc>
                <a:spcPct val="110000"/>
              </a:lnSpc>
              <a:spcBef>
                <a:spcPts val="0"/>
              </a:spcBef>
              <a:spcAft>
                <a:spcPts val="0"/>
              </a:spcAft>
              <a:buNone/>
            </a:pPr>
            <a:r>
              <a:rPr lang="en-AU" sz="1300" b="1" dirty="0">
                <a:solidFill>
                  <a:schemeClr val="accent6">
                    <a:lumMod val="75000"/>
                  </a:schemeClr>
                </a:solidFill>
                <a:latin typeface="Poppins SemiBold" pitchFamily="2" charset="0"/>
                <a:cs typeface="Poppins SemiBold" pitchFamily="2" charset="0"/>
              </a:rPr>
              <a:t>Genuine consultation.</a:t>
            </a:r>
            <a:r>
              <a:rPr lang="en-AU" sz="1300" dirty="0">
                <a:solidFill>
                  <a:schemeClr val="accent6">
                    <a:lumMod val="75000"/>
                  </a:schemeClr>
                </a:solidFill>
                <a:latin typeface="Open Sans" pitchFamily="34" charset="0"/>
                <a:ea typeface="Open Sans" pitchFamily="34" charset="-122"/>
                <a:cs typeface="Open Sans" pitchFamily="34" charset="-120"/>
              </a:rPr>
              <a:t> Scores lift where stakeholders are consulted, not just informed of a decision already made.</a:t>
            </a:r>
          </a:p>
        </p:txBody>
      </p:sp>
      <p:sp>
        <p:nvSpPr>
          <p:cNvPr id="233" name="Number 233"/>
          <p:cNvSpPr/>
          <p:nvPr/>
        </p:nvSpPr>
        <p:spPr>
          <a:xfrm>
            <a:off x="5001768" y="5074920"/>
            <a:ext cx="502920" cy="502920"/>
          </a:xfrm>
          <a:prstGeom prst="ellipse">
            <a:avLst/>
          </a:prstGeom>
          <a:solidFill>
            <a:schemeClr val="accent5">
              <a:lumMod val="20000"/>
              <a:lumOff val="80000"/>
            </a:schemeClr>
          </a:solidFill>
          <a:ln>
            <a:noFill/>
          </a:ln>
        </p:spPr>
        <p:txBody>
          <a:bodyPr wrap="square" lIns="0" tIns="0" rIns="0" bIns="0" rtlCol="0" anchor="ctr">
            <a:noAutofit/>
          </a:bodyPr>
          <a:lstStyle/>
          <a:p>
            <a:pPr algn="ctr">
              <a:lnSpc>
                <a:spcPct val="100000"/>
              </a:lnSpc>
              <a:spcBef>
                <a:spcPts val="0"/>
              </a:spcBef>
              <a:spcAft>
                <a:spcPts val="0"/>
              </a:spcAft>
              <a:buNone/>
            </a:pPr>
            <a:r>
              <a:rPr lang="en-AU" sz="1600" b="1" dirty="0">
                <a:solidFill>
                  <a:schemeClr val="accent3">
                    <a:lumMod val="75000"/>
                  </a:schemeClr>
                </a:solidFill>
                <a:latin typeface="Poppins SemiBold" pitchFamily="2" charset="0"/>
                <a:cs typeface="Poppins SemiBold" pitchFamily="2" charset="0"/>
              </a:rPr>
              <a:t>4</a:t>
            </a:r>
          </a:p>
        </p:txBody>
      </p:sp>
      <p:sp>
        <p:nvSpPr>
          <p:cNvPr id="234" name="Pattern 234"/>
          <p:cNvSpPr txBox="1"/>
          <p:nvPr/>
        </p:nvSpPr>
        <p:spPr>
          <a:xfrm>
            <a:off x="5687568" y="4983480"/>
            <a:ext cx="5943600" cy="868680"/>
          </a:xfrm>
          <a:prstGeom prst="rect">
            <a:avLst/>
          </a:prstGeom>
          <a:noFill/>
          <a:ln>
            <a:noFill/>
          </a:ln>
        </p:spPr>
        <p:txBody>
          <a:bodyPr wrap="square" lIns="0" tIns="0" rIns="0" bIns="0" rtlCol="0" anchor="ctr">
            <a:noAutofit/>
          </a:bodyPr>
          <a:lstStyle/>
          <a:p>
            <a:pPr algn="l">
              <a:lnSpc>
                <a:spcPct val="110000"/>
              </a:lnSpc>
              <a:spcBef>
                <a:spcPts val="0"/>
              </a:spcBef>
              <a:spcAft>
                <a:spcPts val="0"/>
              </a:spcAft>
              <a:buNone/>
            </a:pPr>
            <a:r>
              <a:rPr lang="en-AU" sz="1300" b="1" dirty="0">
                <a:solidFill>
                  <a:schemeClr val="accent6">
                    <a:lumMod val="75000"/>
                  </a:schemeClr>
                </a:solidFill>
                <a:latin typeface="Poppins SemiBold" pitchFamily="2" charset="0"/>
                <a:cs typeface="Poppins SemiBold" pitchFamily="2" charset="0"/>
              </a:rPr>
              <a:t>A predictable process.</a:t>
            </a:r>
            <a:r>
              <a:rPr lang="en-AU" sz="1300" dirty="0">
                <a:solidFill>
                  <a:schemeClr val="accent6">
                    <a:lumMod val="75000"/>
                  </a:schemeClr>
                </a:solidFill>
                <a:latin typeface="Open Sans" pitchFamily="34" charset="0"/>
                <a:ea typeface="Open Sans" pitchFamily="34" charset="-122"/>
                <a:cs typeface="Open Sans" pitchFamily="34" charset="-120"/>
              </a:rPr>
              <a:t> A known, repeatable process lets stakeholders set expectations, even when they cannot change the outcome.</a:t>
            </a:r>
          </a:p>
        </p:txBody>
      </p:sp>
      <p:sp>
        <p:nvSpPr>
          <p:cNvPr id="2" name="Slide Number Placeholder 1">
            <a:extLst>
              <a:ext uri="{FF2B5EF4-FFF2-40B4-BE49-F238E27FC236}">
                <a16:creationId xmlns:a16="http://schemas.microsoft.com/office/drawing/2014/main" id="{2B6BE33A-60B5-E311-CB42-7B2F0308709E}"/>
              </a:ext>
            </a:extLst>
          </p:cNvPr>
          <p:cNvSpPr txBox="1">
            <a:spLocks/>
          </p:cNvSpPr>
          <p:nvPr/>
        </p:nvSpPr>
        <p:spPr>
          <a:xfrm>
            <a:off x="9309830" y="642986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FA8BD019-05FF-F145-A6E1-6EE5A88665E4}" type="slidenum">
              <a:rPr kumimoji="0" lang="en-AU" sz="900" b="0" i="0" u="none" strike="noStrike" kern="1200" cap="none" spc="0" normalizeH="0" baseline="0" noProof="0" smtClean="0">
                <a:ln>
                  <a:noFill/>
                </a:ln>
                <a:solidFill>
                  <a:schemeClr val="bg2">
                    <a:lumMod val="10000"/>
                  </a:schemeClr>
                </a:solidFill>
                <a:effectLst/>
                <a:uLnTx/>
                <a:uFillTx/>
                <a:latin typeface="Aptos" panose="020B00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AU" sz="900" b="0" i="0" u="none" strike="noStrike" kern="1200" cap="none" spc="0" normalizeH="0" baseline="0" noProof="0" dirty="0">
              <a:ln>
                <a:noFill/>
              </a:ln>
              <a:solidFill>
                <a:schemeClr val="bg2">
                  <a:lumMod val="10000"/>
                </a:schemeClr>
              </a:solidFill>
              <a:effectLst/>
              <a:uLnTx/>
              <a:uFillTx/>
              <a:latin typeface="Aptos" panose="020B0004020202020204" pitchFamily="34" charset="0"/>
              <a:ea typeface="+mn-ea"/>
              <a:cs typeface="+mn-cs"/>
            </a:endParaRPr>
          </a:p>
        </p:txBody>
      </p:sp>
    </p:spTree>
    <p:extLst>
      <p:ext uri="{BB962C8B-B14F-4D97-AF65-F5344CB8AC3E}">
        <p14:creationId xmlns:p14="http://schemas.microsoft.com/office/powerpoint/2010/main" val="19222960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04E26-E604-813E-86D3-014AA1D9C32E}"/>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3608ACD3-B5DF-52A8-4DE1-4D5D28F05B17}"/>
              </a:ext>
            </a:extLst>
          </p:cNvPr>
          <p:cNvCxnSpPr>
            <a:cxnSpLocks/>
            <a:stCxn id="6" idx="3"/>
          </p:cNvCxnSpPr>
          <p:nvPr/>
        </p:nvCxnSpPr>
        <p:spPr>
          <a:xfrm>
            <a:off x="2609641" y="277669"/>
            <a:ext cx="9582359"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555E4999-7C88-D24F-75F2-28872F004E5D}"/>
              </a:ext>
            </a:extLst>
          </p:cNvPr>
          <p:cNvCxnSpPr>
            <a:cxnSpLocks/>
            <a:endCxn id="6" idx="1"/>
          </p:cNvCxnSpPr>
          <p:nvPr/>
        </p:nvCxnSpPr>
        <p:spPr>
          <a:xfrm>
            <a:off x="0" y="277669"/>
            <a:ext cx="548641"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 0">
            <a:extLst>
              <a:ext uri="{FF2B5EF4-FFF2-40B4-BE49-F238E27FC236}">
                <a16:creationId xmlns:a16="http://schemas.microsoft.com/office/drawing/2014/main" id="{93F24A76-699F-A050-BCAC-71BD08B264A2}"/>
              </a:ext>
            </a:extLst>
          </p:cNvPr>
          <p:cNvSpPr/>
          <p:nvPr/>
        </p:nvSpPr>
        <p:spPr>
          <a:xfrm>
            <a:off x="548641" y="165782"/>
            <a:ext cx="2061000" cy="223773"/>
          </a:xfrm>
          <a:prstGeom prst="roundRect">
            <a:avLst>
              <a:gd name="adj" fmla="val 50000"/>
            </a:avLst>
          </a:prstGeom>
          <a:noFill/>
          <a:ln w="3175">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i="0" u="none" strike="noStrike" kern="0" cap="none" normalizeH="0" baseline="0" noProof="0" dirty="0">
                <a:ln>
                  <a:noFill/>
                </a:ln>
                <a:solidFill>
                  <a:schemeClr val="accent6"/>
                </a:solidFill>
                <a:effectLst/>
                <a:uLnTx/>
                <a:uFillTx/>
                <a:latin typeface="Poppins" pitchFamily="34" charset="0"/>
                <a:ea typeface="Poppins" pitchFamily="34" charset="-122"/>
                <a:cs typeface="Poppins" pitchFamily="34" charset="-120"/>
              </a:rPr>
              <a:t>ISS GMT Working Session</a:t>
            </a:r>
          </a:p>
        </p:txBody>
      </p:sp>
      <p:sp>
        <p:nvSpPr>
          <p:cNvPr id="14" name="Title 4">
            <a:extLst>
              <a:ext uri="{FF2B5EF4-FFF2-40B4-BE49-F238E27FC236}">
                <a16:creationId xmlns:a16="http://schemas.microsoft.com/office/drawing/2014/main" id="{15B0D0C6-2A12-4A64-5CA6-AFD820857D29}"/>
              </a:ext>
            </a:extLst>
          </p:cNvPr>
          <p:cNvSpPr txBox="1">
            <a:spLocks/>
          </p:cNvSpPr>
          <p:nvPr/>
        </p:nvSpPr>
        <p:spPr>
          <a:xfrm>
            <a:off x="525018" y="573082"/>
            <a:ext cx="11200000" cy="880000"/>
          </a:xfrm>
          <a:prstGeom prst="rect">
            <a:avLst/>
          </a:prstGeom>
        </p:spPr>
        <p:txBody>
          <a:bodyPr vert="horz" lIns="91440" tIns="45720" rIns="91440" bIns="45720" rtlCol="0" anchor="t">
            <a:noAutofit/>
          </a:bodyPr>
          <a:lstStyle>
            <a:defPPr>
              <a:defRPr lang="en-US"/>
            </a:defPPr>
            <a:lvl1pPr>
              <a:lnSpc>
                <a:spcPct val="114000"/>
              </a:lnSpc>
              <a:spcBef>
                <a:spcPct val="0"/>
              </a:spcBef>
              <a:buNone/>
              <a:defRPr sz="2200">
                <a:solidFill>
                  <a:schemeClr val="accent6">
                    <a:lumMod val="75000"/>
                  </a:schemeClr>
                </a:solidFill>
                <a:latin typeface="Poppins SemiBold" panose="00000700000000000000" pitchFamily="2" charset="0"/>
                <a:ea typeface="+mj-ea"/>
                <a:cs typeface="Poppins SemiBold" panose="00000700000000000000" pitchFamily="2" charset="0"/>
              </a:defRPr>
            </a:lvl1pPr>
          </a:lstStyle>
          <a:p>
            <a:r>
              <a:rPr lang="en-AU" dirty="0"/>
              <a:t>Trust and value score lowest, </a:t>
            </a:r>
            <a:r>
              <a:rPr lang="en-AU" dirty="0">
                <a:solidFill>
                  <a:schemeClr val="accent3"/>
                </a:solidFill>
              </a:rPr>
              <a:t>and Trust carries the most weight</a:t>
            </a:r>
            <a:endParaRPr lang="en-AU" dirty="0"/>
          </a:p>
        </p:txBody>
      </p:sp>
      <p:sp>
        <p:nvSpPr>
          <p:cNvPr id="235" name="Chart panel 235"/>
          <p:cNvSpPr/>
          <p:nvPr/>
        </p:nvSpPr>
        <p:spPr>
          <a:xfrm>
            <a:off x="566928" y="1463040"/>
            <a:ext cx="6035040" cy="4251960"/>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p:spPr>
        <p:txBody>
          <a:bodyPr wrap="square" lIns="0" tIns="0" rIns="0" bIns="0" rtlCol="0" anchor="t">
            <a:noAutofit/>
          </a:bodyPr>
          <a:lstStyle/>
          <a:p>
            <a:endParaRPr lang="en-AU" sz="1000"/>
          </a:p>
        </p:txBody>
      </p:sp>
      <p:sp>
        <p:nvSpPr>
          <p:cNvPr id="236" name="Caption 236"/>
          <p:cNvSpPr txBox="1"/>
          <p:nvPr/>
        </p:nvSpPr>
        <p:spPr>
          <a:xfrm>
            <a:off x="566928" y="5779008"/>
            <a:ext cx="6035040" cy="274320"/>
          </a:xfrm>
          <a:prstGeom prst="rect">
            <a:avLst/>
          </a:prstGeom>
          <a:noFill/>
          <a:ln>
            <a:noFill/>
          </a:ln>
        </p:spPr>
        <p:txBody>
          <a:bodyPr wrap="square" lIns="0" tIns="0" rIns="0" bIns="0" rtlCol="0" anchor="t">
            <a:noAutofit/>
          </a:bodyPr>
          <a:lstStyle/>
          <a:p>
            <a:pPr algn="l">
              <a:lnSpc>
                <a:spcPct val="100000"/>
              </a:lnSpc>
              <a:spcBef>
                <a:spcPts val="0"/>
              </a:spcBef>
              <a:spcAft>
                <a:spcPts val="0"/>
              </a:spcAft>
              <a:buNone/>
            </a:pPr>
            <a:r>
              <a:rPr lang="en-AU" sz="1050" i="1" dirty="0">
                <a:solidFill>
                  <a:schemeClr val="accent6"/>
                </a:solidFill>
                <a:latin typeface="Open Sans" pitchFamily="34" charset="0"/>
                <a:ea typeface="Open Sans" pitchFamily="34" charset="-122"/>
                <a:cs typeface="Open Sans" pitchFamily="34" charset="-120"/>
              </a:rPr>
              <a:t>Overall dimension scores, lowest first</a:t>
            </a:r>
          </a:p>
        </p:txBody>
      </p:sp>
      <p:sp>
        <p:nvSpPr>
          <p:cNvPr id="237" name="Number 237"/>
          <p:cNvSpPr/>
          <p:nvPr/>
        </p:nvSpPr>
        <p:spPr>
          <a:xfrm>
            <a:off x="6922008" y="1508760"/>
            <a:ext cx="502920" cy="502920"/>
          </a:xfrm>
          <a:prstGeom prst="ellipse">
            <a:avLst/>
          </a:prstGeom>
          <a:solidFill>
            <a:schemeClr val="accent5">
              <a:lumMod val="20000"/>
              <a:lumOff val="80000"/>
            </a:schemeClr>
          </a:solidFill>
          <a:ln>
            <a:noFill/>
          </a:ln>
        </p:spPr>
        <p:txBody>
          <a:bodyPr wrap="square" lIns="0" tIns="0" rIns="0" bIns="0" rtlCol="0" anchor="ctr">
            <a:noAutofit/>
          </a:bodyPr>
          <a:lstStyle/>
          <a:p>
            <a:pPr algn="ctr">
              <a:lnSpc>
                <a:spcPct val="100000"/>
              </a:lnSpc>
              <a:spcBef>
                <a:spcPts val="0"/>
              </a:spcBef>
              <a:spcAft>
                <a:spcPts val="0"/>
              </a:spcAft>
              <a:buNone/>
            </a:pPr>
            <a:r>
              <a:rPr lang="en-AU" sz="1600" b="1" dirty="0">
                <a:solidFill>
                  <a:schemeClr val="accent3">
                    <a:lumMod val="75000"/>
                  </a:schemeClr>
                </a:solidFill>
                <a:latin typeface="Poppins SemiBold" pitchFamily="2" charset="0"/>
                <a:cs typeface="Poppins SemiBold" pitchFamily="2" charset="0"/>
              </a:rPr>
              <a:t>1</a:t>
            </a:r>
          </a:p>
        </p:txBody>
      </p:sp>
      <p:sp>
        <p:nvSpPr>
          <p:cNvPr id="238" name="Point 238"/>
          <p:cNvSpPr txBox="1"/>
          <p:nvPr/>
        </p:nvSpPr>
        <p:spPr>
          <a:xfrm>
            <a:off x="7607808" y="1463040"/>
            <a:ext cx="4023360" cy="1371600"/>
          </a:xfrm>
          <a:prstGeom prst="rect">
            <a:avLst/>
          </a:prstGeom>
          <a:noFill/>
          <a:ln>
            <a:noFill/>
          </a:ln>
        </p:spPr>
        <p:txBody>
          <a:bodyPr wrap="square" lIns="0" tIns="0" rIns="0" bIns="0" rtlCol="0" anchor="t">
            <a:noAutofit/>
          </a:bodyPr>
          <a:lstStyle/>
          <a:p>
            <a:pPr algn="l">
              <a:lnSpc>
                <a:spcPct val="100000"/>
              </a:lnSpc>
              <a:spcBef>
                <a:spcPts val="0"/>
              </a:spcBef>
              <a:spcAft>
                <a:spcPts val="400"/>
              </a:spcAft>
              <a:buNone/>
            </a:pPr>
            <a:r>
              <a:rPr lang="en-AU" sz="1400" b="1" dirty="0">
                <a:solidFill>
                  <a:schemeClr val="accent6">
                    <a:lumMod val="75000"/>
                  </a:schemeClr>
                </a:solidFill>
                <a:latin typeface="Poppins SemiBold" pitchFamily="2" charset="0"/>
                <a:cs typeface="Poppins SemiBold" pitchFamily="2" charset="0"/>
              </a:rPr>
              <a:t>Trust moves the score most</a:t>
            </a:r>
          </a:p>
          <a:p>
            <a:pPr algn="l">
              <a:lnSpc>
                <a:spcPct val="110000"/>
              </a:lnSpc>
              <a:spcBef>
                <a:spcPts val="0"/>
              </a:spcBef>
              <a:spcAft>
                <a:spcPts val="0"/>
              </a:spcAft>
              <a:buNone/>
            </a:pPr>
            <a:r>
              <a:rPr lang="en-AU" sz="1250" dirty="0">
                <a:solidFill>
                  <a:schemeClr val="accent6">
                    <a:lumMod val="75000"/>
                  </a:schemeClr>
                </a:solidFill>
                <a:latin typeface="Open Sans" pitchFamily="34" charset="0"/>
                <a:ea typeface="Open Sans" pitchFamily="34" charset="-122"/>
                <a:cs typeface="Open Sans" pitchFamily="34" charset="-120"/>
              </a:rPr>
              <a:t>At 60, Trust is the weakest dimension and makes up 30% of the ISS. Lifting it does more for the overall score than any other dimension.</a:t>
            </a:r>
          </a:p>
        </p:txBody>
      </p:sp>
      <p:sp>
        <p:nvSpPr>
          <p:cNvPr id="239" name="Number 239"/>
          <p:cNvSpPr/>
          <p:nvPr/>
        </p:nvSpPr>
        <p:spPr>
          <a:xfrm>
            <a:off x="6922008" y="2971800"/>
            <a:ext cx="502920" cy="502920"/>
          </a:xfrm>
          <a:prstGeom prst="ellipse">
            <a:avLst/>
          </a:prstGeom>
          <a:solidFill>
            <a:schemeClr val="accent5">
              <a:lumMod val="20000"/>
              <a:lumOff val="80000"/>
            </a:schemeClr>
          </a:solidFill>
          <a:ln>
            <a:noFill/>
          </a:ln>
        </p:spPr>
        <p:txBody>
          <a:bodyPr wrap="square" lIns="0" tIns="0" rIns="0" bIns="0" rtlCol="0" anchor="ctr">
            <a:noAutofit/>
          </a:bodyPr>
          <a:lstStyle/>
          <a:p>
            <a:pPr algn="ctr">
              <a:lnSpc>
                <a:spcPct val="100000"/>
              </a:lnSpc>
              <a:spcBef>
                <a:spcPts val="0"/>
              </a:spcBef>
              <a:spcAft>
                <a:spcPts val="0"/>
              </a:spcAft>
              <a:buNone/>
            </a:pPr>
            <a:r>
              <a:rPr lang="en-AU" sz="1600" b="1" dirty="0">
                <a:solidFill>
                  <a:schemeClr val="accent3">
                    <a:lumMod val="75000"/>
                  </a:schemeClr>
                </a:solidFill>
                <a:latin typeface="Poppins SemiBold" pitchFamily="2" charset="0"/>
                <a:cs typeface="Poppins SemiBold" pitchFamily="2" charset="0"/>
              </a:rPr>
              <a:t>2</a:t>
            </a:r>
          </a:p>
        </p:txBody>
      </p:sp>
      <p:sp>
        <p:nvSpPr>
          <p:cNvPr id="240" name="Point 240"/>
          <p:cNvSpPr txBox="1"/>
          <p:nvPr/>
        </p:nvSpPr>
        <p:spPr>
          <a:xfrm>
            <a:off x="7607808" y="2926080"/>
            <a:ext cx="4023360" cy="1371600"/>
          </a:xfrm>
          <a:prstGeom prst="rect">
            <a:avLst/>
          </a:prstGeom>
          <a:noFill/>
          <a:ln>
            <a:noFill/>
          </a:ln>
        </p:spPr>
        <p:txBody>
          <a:bodyPr wrap="square" lIns="0" tIns="0" rIns="0" bIns="0" rtlCol="0" anchor="t">
            <a:noAutofit/>
          </a:bodyPr>
          <a:lstStyle/>
          <a:p>
            <a:pPr algn="l">
              <a:lnSpc>
                <a:spcPct val="100000"/>
              </a:lnSpc>
              <a:spcBef>
                <a:spcPts val="0"/>
              </a:spcBef>
              <a:spcAft>
                <a:spcPts val="400"/>
              </a:spcAft>
              <a:buNone/>
            </a:pPr>
            <a:r>
              <a:rPr lang="en-AU" sz="1400" b="1" dirty="0">
                <a:solidFill>
                  <a:schemeClr val="accent6">
                    <a:lumMod val="75000"/>
                  </a:schemeClr>
                </a:solidFill>
                <a:latin typeface="Poppins SemiBold" pitchFamily="2" charset="0"/>
                <a:cs typeface="Poppins SemiBold" pitchFamily="2" charset="0"/>
              </a:rPr>
              <a:t>Value is not in dispute, priorities are</a:t>
            </a:r>
          </a:p>
          <a:p>
            <a:pPr algn="l">
              <a:lnSpc>
                <a:spcPct val="110000"/>
              </a:lnSpc>
              <a:spcBef>
                <a:spcPts val="0"/>
              </a:spcBef>
              <a:spcAft>
                <a:spcPts val="0"/>
              </a:spcAft>
              <a:buNone/>
            </a:pPr>
            <a:r>
              <a:rPr lang="en-AU" sz="1250" dirty="0">
                <a:solidFill>
                  <a:schemeClr val="accent6">
                    <a:lumMod val="75000"/>
                  </a:schemeClr>
                </a:solidFill>
                <a:latin typeface="Open Sans" pitchFamily="34" charset="0"/>
                <a:ea typeface="Open Sans" pitchFamily="34" charset="-122"/>
                <a:cs typeface="Open Sans" pitchFamily="34" charset="-120"/>
              </a:rPr>
              <a:t>Industry rates the purpose highly, but questions whether Coal Services’ priorities and pace match what both shareholders need.</a:t>
            </a:r>
          </a:p>
        </p:txBody>
      </p:sp>
      <p:sp>
        <p:nvSpPr>
          <p:cNvPr id="241" name="Number 241"/>
          <p:cNvSpPr/>
          <p:nvPr/>
        </p:nvSpPr>
        <p:spPr>
          <a:xfrm>
            <a:off x="6922008" y="4434840"/>
            <a:ext cx="502920" cy="502920"/>
          </a:xfrm>
          <a:prstGeom prst="ellipse">
            <a:avLst/>
          </a:prstGeom>
          <a:solidFill>
            <a:schemeClr val="accent5">
              <a:lumMod val="20000"/>
              <a:lumOff val="80000"/>
            </a:schemeClr>
          </a:solidFill>
          <a:ln>
            <a:noFill/>
          </a:ln>
        </p:spPr>
        <p:txBody>
          <a:bodyPr wrap="square" lIns="0" tIns="0" rIns="0" bIns="0" rtlCol="0" anchor="ctr">
            <a:noAutofit/>
          </a:bodyPr>
          <a:lstStyle/>
          <a:p>
            <a:pPr algn="ctr">
              <a:lnSpc>
                <a:spcPct val="100000"/>
              </a:lnSpc>
              <a:spcBef>
                <a:spcPts val="0"/>
              </a:spcBef>
              <a:spcAft>
                <a:spcPts val="0"/>
              </a:spcAft>
              <a:buNone/>
            </a:pPr>
            <a:r>
              <a:rPr lang="en-AU" sz="1600" b="1" dirty="0">
                <a:solidFill>
                  <a:schemeClr val="accent3">
                    <a:lumMod val="75000"/>
                  </a:schemeClr>
                </a:solidFill>
                <a:latin typeface="Poppins SemiBold" pitchFamily="2" charset="0"/>
                <a:cs typeface="Poppins SemiBold" pitchFamily="2" charset="0"/>
              </a:rPr>
              <a:t>3</a:t>
            </a:r>
          </a:p>
        </p:txBody>
      </p:sp>
      <p:sp>
        <p:nvSpPr>
          <p:cNvPr id="242" name="Point 242"/>
          <p:cNvSpPr txBox="1"/>
          <p:nvPr/>
        </p:nvSpPr>
        <p:spPr>
          <a:xfrm>
            <a:off x="7607808" y="4389120"/>
            <a:ext cx="4023360" cy="1371600"/>
          </a:xfrm>
          <a:prstGeom prst="rect">
            <a:avLst/>
          </a:prstGeom>
          <a:noFill/>
          <a:ln>
            <a:noFill/>
          </a:ln>
        </p:spPr>
        <p:txBody>
          <a:bodyPr wrap="square" lIns="0" tIns="0" rIns="0" bIns="0" rtlCol="0" anchor="t">
            <a:noAutofit/>
          </a:bodyPr>
          <a:lstStyle/>
          <a:p>
            <a:pPr algn="l">
              <a:lnSpc>
                <a:spcPct val="100000"/>
              </a:lnSpc>
              <a:spcBef>
                <a:spcPts val="0"/>
              </a:spcBef>
              <a:spcAft>
                <a:spcPts val="400"/>
              </a:spcAft>
              <a:buNone/>
            </a:pPr>
            <a:r>
              <a:rPr lang="en-AU" sz="1400" b="1" dirty="0">
                <a:solidFill>
                  <a:schemeClr val="accent6">
                    <a:lumMod val="75000"/>
                  </a:schemeClr>
                </a:solidFill>
                <a:latin typeface="Poppins SemiBold" pitchFamily="2" charset="0"/>
                <a:cs typeface="Poppins SemiBold" pitchFamily="2" charset="0"/>
              </a:rPr>
              <a:t>The gap sits in systems, not people</a:t>
            </a:r>
          </a:p>
          <a:p>
            <a:pPr algn="l">
              <a:lnSpc>
                <a:spcPct val="110000"/>
              </a:lnSpc>
              <a:spcBef>
                <a:spcPts val="0"/>
              </a:spcBef>
              <a:spcAft>
                <a:spcPts val="0"/>
              </a:spcAft>
              <a:buNone/>
            </a:pPr>
            <a:r>
              <a:rPr lang="en-AU" sz="1250" dirty="0">
                <a:solidFill>
                  <a:schemeClr val="accent6">
                    <a:lumMod val="75000"/>
                  </a:schemeClr>
                </a:solidFill>
                <a:latin typeface="Open Sans" pitchFamily="34" charset="0"/>
                <a:ea typeface="Open Sans" pitchFamily="34" charset="-122"/>
                <a:cs typeface="Open Sans" pitchFamily="34" charset="-120"/>
              </a:rPr>
              <a:t>Confidence sits with the individuals stakeholders deal with, not yet with the processes behind them.</a:t>
            </a:r>
          </a:p>
        </p:txBody>
      </p:sp>
      <p:sp>
        <p:nvSpPr>
          <p:cNvPr id="2" name="Slide Number Placeholder 1">
            <a:extLst>
              <a:ext uri="{FF2B5EF4-FFF2-40B4-BE49-F238E27FC236}">
                <a16:creationId xmlns:a16="http://schemas.microsoft.com/office/drawing/2014/main" id="{2B6BE33A-60B5-E311-CB42-7B2F0308709E}"/>
              </a:ext>
            </a:extLst>
          </p:cNvPr>
          <p:cNvSpPr txBox="1">
            <a:spLocks/>
          </p:cNvSpPr>
          <p:nvPr/>
        </p:nvSpPr>
        <p:spPr>
          <a:xfrm>
            <a:off x="9309830" y="642986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FA8BD019-05FF-F145-A6E1-6EE5A88665E4}" type="slidenum">
              <a:rPr kumimoji="0" lang="en-AU" sz="900" b="0" i="0" u="none" strike="noStrike" kern="1200" cap="none" spc="0" normalizeH="0" baseline="0" noProof="0" smtClean="0">
                <a:ln>
                  <a:noFill/>
                </a:ln>
                <a:solidFill>
                  <a:schemeClr val="bg2">
                    <a:lumMod val="10000"/>
                  </a:schemeClr>
                </a:solidFill>
                <a:effectLst/>
                <a:uLnTx/>
                <a:uFillTx/>
                <a:latin typeface="Aptos" panose="020B00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AU" sz="900" b="0" i="0" u="none" strike="noStrike" kern="1200" cap="none" spc="0" normalizeH="0" baseline="0" noProof="0" dirty="0">
              <a:ln>
                <a:noFill/>
              </a:ln>
              <a:solidFill>
                <a:schemeClr val="bg2">
                  <a:lumMod val="10000"/>
                </a:schemeClr>
              </a:solidFill>
              <a:effectLst/>
              <a:uLnTx/>
              <a:uFillTx/>
              <a:latin typeface="Aptos" panose="020B0004020202020204" pitchFamily="34" charset="0"/>
              <a:ea typeface="+mn-ea"/>
              <a:cs typeface="+mn-cs"/>
            </a:endParaRPr>
          </a:p>
        </p:txBody>
      </p:sp>
      <p:graphicFrame>
        <p:nvGraphicFramePr>
          <p:cNvPr id="243" name="Dimension scores chart"/>
          <p:cNvGraphicFramePr>
            <a:graphicFrameLocks noGrp="1"/>
          </p:cNvGraphicFramePr>
          <p:nvPr/>
        </p:nvGraphicFramePr>
        <p:xfrm>
          <a:off x="749808" y="1600200"/>
          <a:ext cx="5669280" cy="4023360"/>
        </p:xfrm>
        <a:graphic>
          <a:graphicData uri="http://schemas.openxmlformats.org/drawingml/2006/chart">
            <c:chart xmlns:c="http://schemas.openxmlformats.org/drawingml/2006/chart" r:id="rId3"/>
          </a:graphicData>
        </a:graphic>
      </p:graphicFrame>
    </p:spTree>
    <p:extLst>
      <p:ext uri="{BB962C8B-B14F-4D97-AF65-F5344CB8AC3E}">
        <p14:creationId xmlns:p14="http://schemas.microsoft.com/office/powerpoint/2010/main" val="19222960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04E26-E604-813E-86D3-014AA1D9C32E}"/>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3608ACD3-B5DF-52A8-4DE1-4D5D28F05B17}"/>
              </a:ext>
            </a:extLst>
          </p:cNvPr>
          <p:cNvCxnSpPr>
            <a:cxnSpLocks/>
            <a:stCxn id="6" idx="3"/>
          </p:cNvCxnSpPr>
          <p:nvPr/>
        </p:nvCxnSpPr>
        <p:spPr>
          <a:xfrm>
            <a:off x="2609641" y="277669"/>
            <a:ext cx="9582359"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555E4999-7C88-D24F-75F2-28872F004E5D}"/>
              </a:ext>
            </a:extLst>
          </p:cNvPr>
          <p:cNvCxnSpPr>
            <a:cxnSpLocks/>
            <a:endCxn id="6" idx="1"/>
          </p:cNvCxnSpPr>
          <p:nvPr/>
        </p:nvCxnSpPr>
        <p:spPr>
          <a:xfrm>
            <a:off x="0" y="277669"/>
            <a:ext cx="548641"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 0">
            <a:extLst>
              <a:ext uri="{FF2B5EF4-FFF2-40B4-BE49-F238E27FC236}">
                <a16:creationId xmlns:a16="http://schemas.microsoft.com/office/drawing/2014/main" id="{93F24A76-699F-A050-BCAC-71BD08B264A2}"/>
              </a:ext>
            </a:extLst>
          </p:cNvPr>
          <p:cNvSpPr/>
          <p:nvPr/>
        </p:nvSpPr>
        <p:spPr>
          <a:xfrm>
            <a:off x="548641" y="165782"/>
            <a:ext cx="2061000" cy="223773"/>
          </a:xfrm>
          <a:prstGeom prst="roundRect">
            <a:avLst>
              <a:gd name="adj" fmla="val 50000"/>
            </a:avLst>
          </a:prstGeom>
          <a:noFill/>
          <a:ln w="3175">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i="0" u="none" strike="noStrike" kern="0" cap="none" normalizeH="0" baseline="0" noProof="0" dirty="0">
                <a:ln>
                  <a:noFill/>
                </a:ln>
                <a:solidFill>
                  <a:schemeClr val="accent6"/>
                </a:solidFill>
                <a:effectLst/>
                <a:uLnTx/>
                <a:uFillTx/>
                <a:latin typeface="Poppins" pitchFamily="34" charset="0"/>
                <a:ea typeface="Poppins" pitchFamily="34" charset="-122"/>
                <a:cs typeface="Poppins" pitchFamily="34" charset="-120"/>
              </a:rPr>
              <a:t>ISS GMT Working Session</a:t>
            </a:r>
          </a:p>
        </p:txBody>
      </p:sp>
      <p:sp>
        <p:nvSpPr>
          <p:cNvPr id="14" name="Title 4">
            <a:extLst>
              <a:ext uri="{FF2B5EF4-FFF2-40B4-BE49-F238E27FC236}">
                <a16:creationId xmlns:a16="http://schemas.microsoft.com/office/drawing/2014/main" id="{15B0D0C6-2A12-4A64-5CA6-AFD820857D29}"/>
              </a:ext>
            </a:extLst>
          </p:cNvPr>
          <p:cNvSpPr txBox="1">
            <a:spLocks/>
          </p:cNvSpPr>
          <p:nvPr/>
        </p:nvSpPr>
        <p:spPr>
          <a:xfrm>
            <a:off x="525018" y="573082"/>
            <a:ext cx="11200000" cy="880000"/>
          </a:xfrm>
          <a:prstGeom prst="rect">
            <a:avLst/>
          </a:prstGeom>
        </p:spPr>
        <p:txBody>
          <a:bodyPr vert="horz" lIns="91440" tIns="45720" rIns="91440" bIns="45720" rtlCol="0" anchor="t">
            <a:noAutofit/>
          </a:bodyPr>
          <a:lstStyle>
            <a:defPPr>
              <a:defRPr lang="en-US"/>
            </a:defPPr>
            <a:lvl1pPr>
              <a:lnSpc>
                <a:spcPct val="114000"/>
              </a:lnSpc>
              <a:spcBef>
                <a:spcPct val="0"/>
              </a:spcBef>
              <a:buNone/>
              <a:defRPr sz="2200">
                <a:solidFill>
                  <a:schemeClr val="accent6">
                    <a:lumMod val="75000"/>
                  </a:schemeClr>
                </a:solidFill>
                <a:latin typeface="Poppins SemiBold" panose="00000700000000000000" pitchFamily="2" charset="0"/>
                <a:ea typeface="+mj-ea"/>
                <a:cs typeface="Poppins SemiBold" panose="00000700000000000000" pitchFamily="2" charset="0"/>
              </a:defRPr>
            </a:lvl1pPr>
          </a:lstStyle>
          <a:p>
            <a:r>
              <a:rPr lang="en-AU" dirty="0"/>
              <a:t>Good delivery happens </a:t>
            </a:r>
            <a:r>
              <a:rPr lang="en-AU" dirty="0">
                <a:solidFill>
                  <a:schemeClr val="accent3"/>
                </a:solidFill>
              </a:rPr>
              <a:t>by exception, not by design</a:t>
            </a:r>
            <a:endParaRPr lang="en-AU" dirty="0"/>
          </a:p>
        </p:txBody>
      </p:sp>
      <p:sp>
        <p:nvSpPr>
          <p:cNvPr id="243" name="Card 243"/>
          <p:cNvSpPr/>
          <p:nvPr/>
        </p:nvSpPr>
        <p:spPr>
          <a:xfrm>
            <a:off x="566928" y="1463040"/>
            <a:ext cx="3566160" cy="2194560"/>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p:spPr>
        <p:txBody>
          <a:bodyPr wrap="square" lIns="0" tIns="0" rIns="0" bIns="0" rtlCol="0" anchor="t">
            <a:noAutofit/>
          </a:bodyPr>
          <a:lstStyle/>
          <a:p>
            <a:endParaRPr lang="en-AU" sz="1000"/>
          </a:p>
        </p:txBody>
      </p:sp>
      <p:sp>
        <p:nvSpPr>
          <p:cNvPr id="244" name="Dot 244"/>
          <p:cNvSpPr/>
          <p:nvPr/>
        </p:nvSpPr>
        <p:spPr>
          <a:xfrm>
            <a:off x="841248" y="1792224"/>
            <a:ext cx="182880" cy="182880"/>
          </a:xfrm>
          <a:prstGeom prst="ellipse">
            <a:avLst/>
          </a:prstGeom>
          <a:solidFill>
            <a:schemeClr val="accent3"/>
          </a:solidFill>
          <a:ln>
            <a:noFill/>
          </a:ln>
        </p:spPr>
        <p:txBody>
          <a:bodyPr wrap="square" lIns="0" tIns="0" rIns="0" bIns="0" rtlCol="0" anchor="t">
            <a:noAutofit/>
          </a:bodyPr>
          <a:lstStyle/>
          <a:p>
            <a:endParaRPr lang="en-AU" sz="1000"/>
          </a:p>
        </p:txBody>
      </p:sp>
      <p:sp>
        <p:nvSpPr>
          <p:cNvPr id="245" name="Card head 245"/>
          <p:cNvSpPr txBox="1"/>
          <p:nvPr/>
        </p:nvSpPr>
        <p:spPr>
          <a:xfrm>
            <a:off x="1133856" y="1691640"/>
            <a:ext cx="2743200" cy="566928"/>
          </a:xfrm>
          <a:prstGeom prst="rect">
            <a:avLst/>
          </a:prstGeom>
          <a:noFill/>
          <a:ln>
            <a:noFill/>
          </a:ln>
        </p:spPr>
        <p:txBody>
          <a:bodyPr wrap="square" lIns="0" tIns="0" rIns="0" bIns="0" rtlCol="0" anchor="t">
            <a:noAutofit/>
          </a:bodyPr>
          <a:lstStyle/>
          <a:p>
            <a:pPr algn="l">
              <a:lnSpc>
                <a:spcPct val="100000"/>
              </a:lnSpc>
              <a:spcBef>
                <a:spcPts val="0"/>
              </a:spcBef>
              <a:spcAft>
                <a:spcPts val="0"/>
              </a:spcAft>
              <a:buNone/>
            </a:pPr>
            <a:r>
              <a:rPr lang="en-AU" sz="1500" b="1" dirty="0">
                <a:solidFill>
                  <a:schemeClr val="accent6">
                    <a:lumMod val="75000"/>
                  </a:schemeClr>
                </a:solidFill>
                <a:latin typeface="Poppins SemiBold" pitchFamily="2" charset="0"/>
                <a:cs typeface="Poppins SemiBold" pitchFamily="2" charset="0"/>
              </a:rPr>
              <a:t>Commitments are not followed through</a:t>
            </a:r>
          </a:p>
        </p:txBody>
      </p:sp>
      <p:sp>
        <p:nvSpPr>
          <p:cNvPr id="246" name="Card body 246"/>
          <p:cNvSpPr txBox="1"/>
          <p:nvPr/>
        </p:nvSpPr>
        <p:spPr>
          <a:xfrm>
            <a:off x="841248" y="2331720"/>
            <a:ext cx="3017520" cy="1188720"/>
          </a:xfrm>
          <a:prstGeom prst="rect">
            <a:avLst/>
          </a:prstGeom>
          <a:noFill/>
          <a:ln>
            <a:noFill/>
          </a:ln>
        </p:spPr>
        <p:txBody>
          <a:bodyPr wrap="square" lIns="0" tIns="0" rIns="0" bIns="0" rtlCol="0" anchor="t">
            <a:noAutofit/>
          </a:bodyPr>
          <a:lstStyle/>
          <a:p>
            <a:pPr algn="l">
              <a:lnSpc>
                <a:spcPct val="115000"/>
              </a:lnSpc>
              <a:spcBef>
                <a:spcPts val="0"/>
              </a:spcBef>
              <a:spcAft>
                <a:spcPts val="0"/>
              </a:spcAft>
              <a:buNone/>
            </a:pPr>
            <a:r>
              <a:rPr lang="en-AU" sz="1200" dirty="0">
                <a:solidFill>
                  <a:schemeClr val="accent6">
                    <a:lumMod val="75000"/>
                  </a:schemeClr>
                </a:solidFill>
                <a:latin typeface="Open Sans" pitchFamily="34" charset="0"/>
                <a:ea typeface="Open Sans" pitchFamily="34" charset="-122"/>
                <a:cs typeface="Open Sans" pitchFamily="34" charset="-120"/>
              </a:rPr>
              <a:t>Promises, plans and forward commitments do not produce a visible outcome, which holds confidence back.</a:t>
            </a:r>
          </a:p>
        </p:txBody>
      </p:sp>
      <p:sp>
        <p:nvSpPr>
          <p:cNvPr id="247" name="Card 247"/>
          <p:cNvSpPr/>
          <p:nvPr/>
        </p:nvSpPr>
        <p:spPr>
          <a:xfrm>
            <a:off x="4361688" y="1463040"/>
            <a:ext cx="3566160" cy="2194560"/>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p:spPr>
        <p:txBody>
          <a:bodyPr wrap="square" lIns="0" tIns="0" rIns="0" bIns="0" rtlCol="0" anchor="t">
            <a:noAutofit/>
          </a:bodyPr>
          <a:lstStyle/>
          <a:p>
            <a:endParaRPr lang="en-AU" sz="1000"/>
          </a:p>
        </p:txBody>
      </p:sp>
      <p:sp>
        <p:nvSpPr>
          <p:cNvPr id="248" name="Dot 248"/>
          <p:cNvSpPr/>
          <p:nvPr/>
        </p:nvSpPr>
        <p:spPr>
          <a:xfrm>
            <a:off x="4636008" y="1792224"/>
            <a:ext cx="182880" cy="182880"/>
          </a:xfrm>
          <a:prstGeom prst="ellipse">
            <a:avLst/>
          </a:prstGeom>
          <a:solidFill>
            <a:schemeClr val="accent3"/>
          </a:solidFill>
          <a:ln>
            <a:noFill/>
          </a:ln>
        </p:spPr>
        <p:txBody>
          <a:bodyPr wrap="square" lIns="0" tIns="0" rIns="0" bIns="0" rtlCol="0" anchor="t">
            <a:noAutofit/>
          </a:bodyPr>
          <a:lstStyle/>
          <a:p>
            <a:endParaRPr lang="en-AU" sz="1000"/>
          </a:p>
        </p:txBody>
      </p:sp>
      <p:sp>
        <p:nvSpPr>
          <p:cNvPr id="249" name="Card head 249"/>
          <p:cNvSpPr txBox="1"/>
          <p:nvPr/>
        </p:nvSpPr>
        <p:spPr>
          <a:xfrm>
            <a:off x="4928616" y="1691640"/>
            <a:ext cx="2743200" cy="566928"/>
          </a:xfrm>
          <a:prstGeom prst="rect">
            <a:avLst/>
          </a:prstGeom>
          <a:noFill/>
          <a:ln>
            <a:noFill/>
          </a:ln>
        </p:spPr>
        <p:txBody>
          <a:bodyPr wrap="square" lIns="0" tIns="0" rIns="0" bIns="0" rtlCol="0" anchor="t">
            <a:noAutofit/>
          </a:bodyPr>
          <a:lstStyle/>
          <a:p>
            <a:pPr algn="l">
              <a:lnSpc>
                <a:spcPct val="100000"/>
              </a:lnSpc>
              <a:spcBef>
                <a:spcPts val="0"/>
              </a:spcBef>
              <a:spcAft>
                <a:spcPts val="0"/>
              </a:spcAft>
              <a:buNone/>
            </a:pPr>
            <a:r>
              <a:rPr lang="en-AU" sz="1500" b="1" dirty="0">
                <a:solidFill>
                  <a:schemeClr val="accent6">
                    <a:lumMod val="75000"/>
                  </a:schemeClr>
                </a:solidFill>
                <a:latin typeface="Poppins SemiBold" pitchFamily="2" charset="0"/>
                <a:cs typeface="Poppins SemiBold" pitchFamily="2" charset="0"/>
              </a:rPr>
              <a:t>Outcomes arrive without the reasoning</a:t>
            </a:r>
          </a:p>
        </p:txBody>
      </p:sp>
      <p:sp>
        <p:nvSpPr>
          <p:cNvPr id="250" name="Card body 250"/>
          <p:cNvSpPr txBox="1"/>
          <p:nvPr/>
        </p:nvSpPr>
        <p:spPr>
          <a:xfrm>
            <a:off x="4636008" y="2331720"/>
            <a:ext cx="3017520" cy="1188720"/>
          </a:xfrm>
          <a:prstGeom prst="rect">
            <a:avLst/>
          </a:prstGeom>
          <a:noFill/>
          <a:ln>
            <a:noFill/>
          </a:ln>
        </p:spPr>
        <p:txBody>
          <a:bodyPr wrap="square" lIns="0" tIns="0" rIns="0" bIns="0" rtlCol="0" anchor="t">
            <a:noAutofit/>
          </a:bodyPr>
          <a:lstStyle/>
          <a:p>
            <a:pPr algn="l">
              <a:lnSpc>
                <a:spcPct val="115000"/>
              </a:lnSpc>
              <a:spcBef>
                <a:spcPts val="0"/>
              </a:spcBef>
              <a:spcAft>
                <a:spcPts val="0"/>
              </a:spcAft>
              <a:buNone/>
            </a:pPr>
            <a:r>
              <a:rPr lang="en-AU" sz="1200" dirty="0">
                <a:solidFill>
                  <a:schemeClr val="accent6">
                    <a:lumMod val="75000"/>
                  </a:schemeClr>
                </a:solidFill>
                <a:latin typeface="Open Sans" pitchFamily="34" charset="0"/>
                <a:ea typeface="Open Sans" pitchFamily="34" charset="-122"/>
                <a:cs typeface="Open Sans" pitchFamily="34" charset="-120"/>
              </a:rPr>
              <a:t>Notices, determinations and premium decisions come with a result but no explanation, so stakeholders chase.</a:t>
            </a:r>
          </a:p>
        </p:txBody>
      </p:sp>
      <p:sp>
        <p:nvSpPr>
          <p:cNvPr id="251" name="Card 251"/>
          <p:cNvSpPr/>
          <p:nvPr/>
        </p:nvSpPr>
        <p:spPr>
          <a:xfrm>
            <a:off x="566928" y="3886200"/>
            <a:ext cx="3566160" cy="2194560"/>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p:spPr>
        <p:txBody>
          <a:bodyPr wrap="square" lIns="0" tIns="0" rIns="0" bIns="0" rtlCol="0" anchor="t">
            <a:noAutofit/>
          </a:bodyPr>
          <a:lstStyle/>
          <a:p>
            <a:endParaRPr lang="en-AU" sz="1000"/>
          </a:p>
        </p:txBody>
      </p:sp>
      <p:sp>
        <p:nvSpPr>
          <p:cNvPr id="252" name="Dot 252"/>
          <p:cNvSpPr/>
          <p:nvPr/>
        </p:nvSpPr>
        <p:spPr>
          <a:xfrm>
            <a:off x="841248" y="4215384"/>
            <a:ext cx="182880" cy="182880"/>
          </a:xfrm>
          <a:prstGeom prst="ellipse">
            <a:avLst/>
          </a:prstGeom>
          <a:solidFill>
            <a:schemeClr val="accent3"/>
          </a:solidFill>
          <a:ln>
            <a:noFill/>
          </a:ln>
        </p:spPr>
        <p:txBody>
          <a:bodyPr wrap="square" lIns="0" tIns="0" rIns="0" bIns="0" rtlCol="0" anchor="t">
            <a:noAutofit/>
          </a:bodyPr>
          <a:lstStyle/>
          <a:p>
            <a:endParaRPr lang="en-AU" sz="1000"/>
          </a:p>
        </p:txBody>
      </p:sp>
      <p:sp>
        <p:nvSpPr>
          <p:cNvPr id="253" name="Card head 253"/>
          <p:cNvSpPr txBox="1"/>
          <p:nvPr/>
        </p:nvSpPr>
        <p:spPr>
          <a:xfrm>
            <a:off x="1133856" y="4114800"/>
            <a:ext cx="2743200" cy="566928"/>
          </a:xfrm>
          <a:prstGeom prst="rect">
            <a:avLst/>
          </a:prstGeom>
          <a:noFill/>
          <a:ln>
            <a:noFill/>
          </a:ln>
        </p:spPr>
        <p:txBody>
          <a:bodyPr wrap="square" lIns="0" tIns="0" rIns="0" bIns="0" rtlCol="0" anchor="t">
            <a:noAutofit/>
          </a:bodyPr>
          <a:lstStyle/>
          <a:p>
            <a:pPr algn="l">
              <a:lnSpc>
                <a:spcPct val="100000"/>
              </a:lnSpc>
              <a:spcBef>
                <a:spcPts val="0"/>
              </a:spcBef>
              <a:spcAft>
                <a:spcPts val="0"/>
              </a:spcAft>
              <a:buNone/>
            </a:pPr>
            <a:r>
              <a:rPr lang="en-AU" sz="1500" b="1" dirty="0">
                <a:solidFill>
                  <a:schemeClr val="accent6">
                    <a:lumMod val="75000"/>
                  </a:schemeClr>
                </a:solidFill>
                <a:latin typeface="Poppins SemiBold" pitchFamily="2" charset="0"/>
                <a:cs typeface="Poppins SemiBold" pitchFamily="2" charset="0"/>
              </a:rPr>
              <a:t>Service depends on who you get</a:t>
            </a:r>
          </a:p>
        </p:txBody>
      </p:sp>
      <p:sp>
        <p:nvSpPr>
          <p:cNvPr id="254" name="Card body 254"/>
          <p:cNvSpPr txBox="1"/>
          <p:nvPr/>
        </p:nvSpPr>
        <p:spPr>
          <a:xfrm>
            <a:off x="841248" y="4754880"/>
            <a:ext cx="3017520" cy="1188720"/>
          </a:xfrm>
          <a:prstGeom prst="rect">
            <a:avLst/>
          </a:prstGeom>
          <a:noFill/>
          <a:ln>
            <a:noFill/>
          </a:ln>
        </p:spPr>
        <p:txBody>
          <a:bodyPr wrap="square" lIns="0" tIns="0" rIns="0" bIns="0" rtlCol="0" anchor="t">
            <a:noAutofit/>
          </a:bodyPr>
          <a:lstStyle/>
          <a:p>
            <a:pPr algn="l">
              <a:lnSpc>
                <a:spcPct val="115000"/>
              </a:lnSpc>
              <a:spcBef>
                <a:spcPts val="0"/>
              </a:spcBef>
              <a:spcAft>
                <a:spcPts val="0"/>
              </a:spcAft>
              <a:buNone/>
            </a:pPr>
            <a:r>
              <a:rPr lang="en-AU" sz="1200" dirty="0">
                <a:solidFill>
                  <a:schemeClr val="accent6">
                    <a:lumMod val="75000"/>
                  </a:schemeClr>
                </a:solidFill>
                <a:latin typeface="Open Sans" pitchFamily="34" charset="0"/>
                <a:ea typeface="Open Sans" pitchFamily="34" charset="-122"/>
                <a:cs typeface="Open Sans" pitchFamily="34" charset="-120"/>
              </a:rPr>
              <a:t>The same request produces different results depending on the person. Standards exist but are not holding at the point of delivery.</a:t>
            </a:r>
          </a:p>
        </p:txBody>
      </p:sp>
      <p:sp>
        <p:nvSpPr>
          <p:cNvPr id="255" name="Card 255"/>
          <p:cNvSpPr/>
          <p:nvPr/>
        </p:nvSpPr>
        <p:spPr>
          <a:xfrm>
            <a:off x="4361688" y="3886200"/>
            <a:ext cx="3566160" cy="2194560"/>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p:spPr>
        <p:txBody>
          <a:bodyPr wrap="square" lIns="0" tIns="0" rIns="0" bIns="0" rtlCol="0" anchor="t">
            <a:noAutofit/>
          </a:bodyPr>
          <a:lstStyle/>
          <a:p>
            <a:endParaRPr lang="en-AU" sz="1000"/>
          </a:p>
        </p:txBody>
      </p:sp>
      <p:sp>
        <p:nvSpPr>
          <p:cNvPr id="256" name="Dot 256"/>
          <p:cNvSpPr/>
          <p:nvPr/>
        </p:nvSpPr>
        <p:spPr>
          <a:xfrm>
            <a:off x="4636008" y="4215384"/>
            <a:ext cx="182880" cy="182880"/>
          </a:xfrm>
          <a:prstGeom prst="ellipse">
            <a:avLst/>
          </a:prstGeom>
          <a:solidFill>
            <a:schemeClr val="accent3"/>
          </a:solidFill>
          <a:ln>
            <a:noFill/>
          </a:ln>
        </p:spPr>
        <p:txBody>
          <a:bodyPr wrap="square" lIns="0" tIns="0" rIns="0" bIns="0" rtlCol="0" anchor="t">
            <a:noAutofit/>
          </a:bodyPr>
          <a:lstStyle/>
          <a:p>
            <a:endParaRPr lang="en-AU" sz="1000"/>
          </a:p>
        </p:txBody>
      </p:sp>
      <p:sp>
        <p:nvSpPr>
          <p:cNvPr id="257" name="Card head 257"/>
          <p:cNvSpPr txBox="1"/>
          <p:nvPr/>
        </p:nvSpPr>
        <p:spPr>
          <a:xfrm>
            <a:off x="4928616" y="4114800"/>
            <a:ext cx="2743200" cy="566928"/>
          </a:xfrm>
          <a:prstGeom prst="rect">
            <a:avLst/>
          </a:prstGeom>
          <a:noFill/>
          <a:ln>
            <a:noFill/>
          </a:ln>
        </p:spPr>
        <p:txBody>
          <a:bodyPr wrap="square" lIns="0" tIns="0" rIns="0" bIns="0" rtlCol="0" anchor="t">
            <a:noAutofit/>
          </a:bodyPr>
          <a:lstStyle/>
          <a:p>
            <a:pPr algn="l">
              <a:lnSpc>
                <a:spcPct val="100000"/>
              </a:lnSpc>
              <a:spcBef>
                <a:spcPts val="0"/>
              </a:spcBef>
              <a:spcAft>
                <a:spcPts val="0"/>
              </a:spcAft>
              <a:buNone/>
            </a:pPr>
            <a:r>
              <a:rPr lang="en-AU" sz="1500" b="1" dirty="0">
                <a:solidFill>
                  <a:schemeClr val="accent6">
                    <a:lumMod val="75000"/>
                  </a:schemeClr>
                </a:solidFill>
                <a:latin typeface="Poppins SemiBold" pitchFamily="2" charset="0"/>
                <a:cs typeface="Poppins SemiBold" pitchFamily="2" charset="0"/>
              </a:rPr>
              <a:t>Escalation has become the system</a:t>
            </a:r>
          </a:p>
        </p:txBody>
      </p:sp>
      <p:sp>
        <p:nvSpPr>
          <p:cNvPr id="258" name="Card body 258"/>
          <p:cNvSpPr txBox="1"/>
          <p:nvPr/>
        </p:nvSpPr>
        <p:spPr>
          <a:xfrm>
            <a:off x="4636008" y="4754880"/>
            <a:ext cx="3017520" cy="1188720"/>
          </a:xfrm>
          <a:prstGeom prst="rect">
            <a:avLst/>
          </a:prstGeom>
          <a:noFill/>
          <a:ln>
            <a:noFill/>
          </a:ln>
        </p:spPr>
        <p:txBody>
          <a:bodyPr wrap="square" lIns="0" tIns="0" rIns="0" bIns="0" rtlCol="0" anchor="t">
            <a:noAutofit/>
          </a:bodyPr>
          <a:lstStyle/>
          <a:p>
            <a:pPr algn="l">
              <a:lnSpc>
                <a:spcPct val="115000"/>
              </a:lnSpc>
              <a:spcBef>
                <a:spcPts val="0"/>
              </a:spcBef>
              <a:spcAft>
                <a:spcPts val="0"/>
              </a:spcAft>
              <a:buNone/>
            </a:pPr>
            <a:r>
              <a:rPr lang="en-AU" sz="1200" dirty="0">
                <a:solidFill>
                  <a:schemeClr val="accent6">
                    <a:lumMod val="75000"/>
                  </a:schemeClr>
                </a:solidFill>
                <a:latin typeface="Open Sans" pitchFamily="34" charset="0"/>
                <a:ea typeface="Open Sans" pitchFamily="34" charset="-122"/>
                <a:cs typeface="Open Sans" pitchFamily="34" charset="-120"/>
              </a:rPr>
              <a:t>Matters move quickly once they reach a senior contact, so industry builds workarounds to get there.</a:t>
            </a:r>
          </a:p>
        </p:txBody>
      </p:sp>
      <p:sp>
        <p:nvSpPr>
          <p:cNvPr id="259" name="Quote card 259"/>
          <p:cNvSpPr/>
          <p:nvPr/>
        </p:nvSpPr>
        <p:spPr>
          <a:xfrm>
            <a:off x="8156448" y="1463040"/>
            <a:ext cx="3474720" cy="4617720"/>
          </a:xfrm>
          <a:prstGeom prst="rect">
            <a:avLst/>
          </a:prstGeom>
          <a:solidFill>
            <a:schemeClr val="accent6"/>
          </a:solidFill>
          <a:ln>
            <a:noFill/>
          </a:ln>
        </p:spPr>
        <p:txBody>
          <a:bodyPr wrap="square" lIns="0" tIns="0" rIns="0" bIns="0" rtlCol="0" anchor="t">
            <a:noAutofit/>
          </a:bodyPr>
          <a:lstStyle/>
          <a:p>
            <a:endParaRPr lang="en-AU" sz="1000"/>
          </a:p>
        </p:txBody>
      </p:sp>
      <p:sp>
        <p:nvSpPr>
          <p:cNvPr id="260" name="Quote mark 260"/>
          <p:cNvSpPr txBox="1"/>
          <p:nvPr/>
        </p:nvSpPr>
        <p:spPr>
          <a:xfrm>
            <a:off x="8476488" y="1645920"/>
            <a:ext cx="914400" cy="731520"/>
          </a:xfrm>
          <a:prstGeom prst="rect">
            <a:avLst/>
          </a:prstGeom>
          <a:noFill/>
          <a:ln>
            <a:noFill/>
          </a:ln>
        </p:spPr>
        <p:txBody>
          <a:bodyPr wrap="square" lIns="0" tIns="0" rIns="0" bIns="0" rtlCol="0" anchor="t">
            <a:noAutofit/>
          </a:bodyPr>
          <a:lstStyle/>
          <a:p>
            <a:pPr algn="l">
              <a:lnSpc>
                <a:spcPct val="100000"/>
              </a:lnSpc>
              <a:spcBef>
                <a:spcPts val="0"/>
              </a:spcBef>
              <a:spcAft>
                <a:spcPts val="0"/>
              </a:spcAft>
              <a:buNone/>
            </a:pPr>
            <a:r>
              <a:rPr lang="en-AU" sz="6000" b="1" dirty="0">
                <a:solidFill>
                  <a:schemeClr val="accent5"/>
                </a:solidFill>
                <a:latin typeface="Poppins SemiBold" pitchFamily="2" charset="0"/>
                <a:cs typeface="Poppins SemiBold" pitchFamily="2" charset="0"/>
              </a:rPr>
              <a:t>“</a:t>
            </a:r>
          </a:p>
        </p:txBody>
      </p:sp>
      <p:sp>
        <p:nvSpPr>
          <p:cNvPr id="261" name="Quote 261"/>
          <p:cNvSpPr txBox="1"/>
          <p:nvPr/>
        </p:nvSpPr>
        <p:spPr>
          <a:xfrm>
            <a:off x="8476488" y="2423160"/>
            <a:ext cx="2834640" cy="2788920"/>
          </a:xfrm>
          <a:prstGeom prst="rect">
            <a:avLst/>
          </a:prstGeom>
          <a:noFill/>
          <a:ln>
            <a:noFill/>
          </a:ln>
        </p:spPr>
        <p:txBody>
          <a:bodyPr wrap="square" lIns="0" tIns="0" rIns="0" bIns="0" rtlCol="0" anchor="t">
            <a:noAutofit/>
          </a:bodyPr>
          <a:lstStyle/>
          <a:p>
            <a:pPr algn="l">
              <a:lnSpc>
                <a:spcPct val="115000"/>
              </a:lnSpc>
              <a:spcBef>
                <a:spcPts val="0"/>
              </a:spcBef>
              <a:spcAft>
                <a:spcPts val="0"/>
              </a:spcAft>
              <a:buNone/>
            </a:pPr>
            <a:r>
              <a:rPr lang="en-AU" sz="1500" i="1" dirty="0">
                <a:solidFill>
                  <a:schemeClr val="bg1"/>
                </a:solidFill>
                <a:latin typeface="Poppins SemiBold" pitchFamily="2" charset="0"/>
                <a:cs typeface="Poppins SemiBold" pitchFamily="2" charset="0"/>
              </a:rPr>
              <a:t>There are times where I don’t hear back, and I have to escalate it to our account manager, because then I’ll get a response.</a:t>
            </a:r>
          </a:p>
        </p:txBody>
      </p:sp>
      <p:sp>
        <p:nvSpPr>
          <p:cNvPr id="262" name="Attribution 262"/>
          <p:cNvSpPr txBox="1"/>
          <p:nvPr/>
        </p:nvSpPr>
        <p:spPr>
          <a:xfrm>
            <a:off x="8476488" y="5349240"/>
            <a:ext cx="2834640" cy="457200"/>
          </a:xfrm>
          <a:prstGeom prst="rect">
            <a:avLst/>
          </a:prstGeom>
          <a:noFill/>
          <a:ln>
            <a:noFill/>
          </a:ln>
        </p:spPr>
        <p:txBody>
          <a:bodyPr wrap="square" lIns="0" tIns="0" rIns="0" bIns="0" rtlCol="0" anchor="b">
            <a:noAutofit/>
          </a:bodyPr>
          <a:lstStyle/>
          <a:p>
            <a:pPr algn="l">
              <a:lnSpc>
                <a:spcPct val="100000"/>
              </a:lnSpc>
              <a:spcBef>
                <a:spcPts val="0"/>
              </a:spcBef>
              <a:spcAft>
                <a:spcPts val="0"/>
              </a:spcAft>
              <a:buNone/>
            </a:pPr>
            <a:r>
              <a:rPr lang="en-AU" sz="1100" b="1" dirty="0">
                <a:solidFill>
                  <a:schemeClr val="accent5"/>
                </a:solidFill>
                <a:latin typeface="Poppins SemiBold" pitchFamily="2" charset="0"/>
                <a:cs typeface="Poppins SemiBold" pitchFamily="2" charset="0"/>
              </a:rPr>
              <a:t>MINERALS COUNCIL RESPONDENT</a:t>
            </a:r>
          </a:p>
        </p:txBody>
      </p:sp>
      <p:sp>
        <p:nvSpPr>
          <p:cNvPr id="2" name="Slide Number Placeholder 1">
            <a:extLst>
              <a:ext uri="{FF2B5EF4-FFF2-40B4-BE49-F238E27FC236}">
                <a16:creationId xmlns:a16="http://schemas.microsoft.com/office/drawing/2014/main" id="{2B6BE33A-60B5-E311-CB42-7B2F0308709E}"/>
              </a:ext>
            </a:extLst>
          </p:cNvPr>
          <p:cNvSpPr txBox="1">
            <a:spLocks/>
          </p:cNvSpPr>
          <p:nvPr/>
        </p:nvSpPr>
        <p:spPr>
          <a:xfrm>
            <a:off x="9309830" y="642986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FA8BD019-05FF-F145-A6E1-6EE5A88665E4}" type="slidenum">
              <a:rPr kumimoji="0" lang="en-AU" sz="900" b="0" i="0" u="none" strike="noStrike" kern="1200" cap="none" spc="0" normalizeH="0" baseline="0" noProof="0" smtClean="0">
                <a:ln>
                  <a:noFill/>
                </a:ln>
                <a:solidFill>
                  <a:schemeClr val="bg2">
                    <a:lumMod val="10000"/>
                  </a:schemeClr>
                </a:solidFill>
                <a:effectLst/>
                <a:uLnTx/>
                <a:uFillTx/>
                <a:latin typeface="Aptos" panose="020B00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AU" sz="900" b="0" i="0" u="none" strike="noStrike" kern="1200" cap="none" spc="0" normalizeH="0" baseline="0" noProof="0" dirty="0">
              <a:ln>
                <a:noFill/>
              </a:ln>
              <a:solidFill>
                <a:schemeClr val="bg2">
                  <a:lumMod val="10000"/>
                </a:schemeClr>
              </a:solidFill>
              <a:effectLst/>
              <a:uLnTx/>
              <a:uFillTx/>
              <a:latin typeface="Aptos" panose="020B0004020202020204" pitchFamily="34" charset="0"/>
              <a:ea typeface="+mn-ea"/>
              <a:cs typeface="+mn-cs"/>
            </a:endParaRPr>
          </a:p>
        </p:txBody>
      </p:sp>
    </p:spTree>
    <p:extLst>
      <p:ext uri="{BB962C8B-B14F-4D97-AF65-F5344CB8AC3E}">
        <p14:creationId xmlns:p14="http://schemas.microsoft.com/office/powerpoint/2010/main" val="19222960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04E26-E604-813E-86D3-014AA1D9C32E}"/>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3608ACD3-B5DF-52A8-4DE1-4D5D28F05B17}"/>
              </a:ext>
            </a:extLst>
          </p:cNvPr>
          <p:cNvCxnSpPr>
            <a:cxnSpLocks/>
            <a:stCxn id="6" idx="3"/>
          </p:cNvCxnSpPr>
          <p:nvPr/>
        </p:nvCxnSpPr>
        <p:spPr>
          <a:xfrm>
            <a:off x="2609641" y="277669"/>
            <a:ext cx="9582359"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555E4999-7C88-D24F-75F2-28872F004E5D}"/>
              </a:ext>
            </a:extLst>
          </p:cNvPr>
          <p:cNvCxnSpPr>
            <a:cxnSpLocks/>
            <a:endCxn id="6" idx="1"/>
          </p:cNvCxnSpPr>
          <p:nvPr/>
        </p:nvCxnSpPr>
        <p:spPr>
          <a:xfrm>
            <a:off x="0" y="277669"/>
            <a:ext cx="548641"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 0">
            <a:extLst>
              <a:ext uri="{FF2B5EF4-FFF2-40B4-BE49-F238E27FC236}">
                <a16:creationId xmlns:a16="http://schemas.microsoft.com/office/drawing/2014/main" id="{93F24A76-699F-A050-BCAC-71BD08B264A2}"/>
              </a:ext>
            </a:extLst>
          </p:cNvPr>
          <p:cNvSpPr/>
          <p:nvPr/>
        </p:nvSpPr>
        <p:spPr>
          <a:xfrm>
            <a:off x="548641" y="165782"/>
            <a:ext cx="2061000" cy="223773"/>
          </a:xfrm>
          <a:prstGeom prst="roundRect">
            <a:avLst>
              <a:gd name="adj" fmla="val 50000"/>
            </a:avLst>
          </a:prstGeom>
          <a:noFill/>
          <a:ln w="3175">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i="0" u="none" strike="noStrike" kern="0" cap="none" normalizeH="0" baseline="0" noProof="0" dirty="0">
                <a:ln>
                  <a:noFill/>
                </a:ln>
                <a:solidFill>
                  <a:schemeClr val="accent6"/>
                </a:solidFill>
                <a:effectLst/>
                <a:uLnTx/>
                <a:uFillTx/>
                <a:latin typeface="Poppins" pitchFamily="34" charset="0"/>
                <a:ea typeface="Poppins" pitchFamily="34" charset="-122"/>
                <a:cs typeface="Poppins" pitchFamily="34" charset="-120"/>
              </a:rPr>
              <a:t>ISS GMT Working Session</a:t>
            </a:r>
          </a:p>
        </p:txBody>
      </p:sp>
      <p:sp>
        <p:nvSpPr>
          <p:cNvPr id="14" name="Title 4">
            <a:extLst>
              <a:ext uri="{FF2B5EF4-FFF2-40B4-BE49-F238E27FC236}">
                <a16:creationId xmlns:a16="http://schemas.microsoft.com/office/drawing/2014/main" id="{15B0D0C6-2A12-4A64-5CA6-AFD820857D29}"/>
              </a:ext>
            </a:extLst>
          </p:cNvPr>
          <p:cNvSpPr txBox="1">
            <a:spLocks/>
          </p:cNvSpPr>
          <p:nvPr/>
        </p:nvSpPr>
        <p:spPr>
          <a:xfrm>
            <a:off x="525018" y="573082"/>
            <a:ext cx="11200000" cy="880000"/>
          </a:xfrm>
          <a:prstGeom prst="rect">
            <a:avLst/>
          </a:prstGeom>
        </p:spPr>
        <p:txBody>
          <a:bodyPr vert="horz" lIns="91440" tIns="45720" rIns="91440" bIns="45720" rtlCol="0" anchor="t">
            <a:noAutofit/>
          </a:bodyPr>
          <a:lstStyle>
            <a:defPPr>
              <a:defRPr lang="en-US"/>
            </a:defPPr>
            <a:lvl1pPr>
              <a:lnSpc>
                <a:spcPct val="114000"/>
              </a:lnSpc>
              <a:spcBef>
                <a:spcPct val="0"/>
              </a:spcBef>
              <a:buNone/>
              <a:defRPr sz="2200">
                <a:solidFill>
                  <a:schemeClr val="accent6">
                    <a:lumMod val="75000"/>
                  </a:schemeClr>
                </a:solidFill>
                <a:latin typeface="Poppins SemiBold" panose="00000700000000000000" pitchFamily="2" charset="0"/>
                <a:ea typeface="+mj-ea"/>
                <a:cs typeface="Poppins SemiBold" panose="00000700000000000000" pitchFamily="2" charset="0"/>
              </a:defRPr>
            </a:lvl1pPr>
          </a:lstStyle>
          <a:p>
            <a:r>
              <a:rPr lang="en-AU" dirty="0"/>
              <a:t>The ISS is the thread that links existing work, </a:t>
            </a:r>
            <a:r>
              <a:rPr lang="en-AU" dirty="0">
                <a:solidFill>
                  <a:schemeClr val="accent3"/>
                </a:solidFill>
              </a:rPr>
              <a:t>not another program on top</a:t>
            </a:r>
            <a:endParaRPr lang="en-AU" dirty="0"/>
          </a:p>
        </p:txBody>
      </p:sp>
      <p:sp>
        <p:nvSpPr>
          <p:cNvPr id="263" name="Diagram panel 263"/>
          <p:cNvSpPr/>
          <p:nvPr/>
        </p:nvSpPr>
        <p:spPr>
          <a:xfrm>
            <a:off x="566928" y="1463040"/>
            <a:ext cx="6583680" cy="4480560"/>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p:spPr>
        <p:txBody>
          <a:bodyPr wrap="square" lIns="0" tIns="0" rIns="0" bIns="0" rtlCol="0" anchor="t">
            <a:noAutofit/>
          </a:bodyPr>
          <a:lstStyle/>
          <a:p>
            <a:endParaRPr lang="en-AU" sz="1000"/>
          </a:p>
        </p:txBody>
      </p:sp>
      <p:cxnSp>
        <p:nvCxnSpPr>
          <p:cNvPr id="264" name="Connector 264"/>
          <p:cNvCxnSpPr/>
          <p:nvPr/>
        </p:nvCxnSpPr>
        <p:spPr>
          <a:xfrm flipV="1">
            <a:off x="3813048" y="2011680"/>
            <a:ext cx="0" cy="1691640"/>
          </a:xfrm>
          <a:prstGeom prst="line">
            <a:avLst/>
          </a:prstGeom>
          <a:ln w="19050">
            <a:solidFill>
              <a:schemeClr val="accent3">
                <a:lumMod val="40000"/>
                <a:lumOff val="60000"/>
              </a:schemeClr>
            </a:solidFill>
          </a:ln>
        </p:spPr>
      </p:cxnSp>
      <p:cxnSp>
        <p:nvCxnSpPr>
          <p:cNvPr id="265" name="Connector 265"/>
          <p:cNvCxnSpPr/>
          <p:nvPr/>
        </p:nvCxnSpPr>
        <p:spPr>
          <a:xfrm flipV="1">
            <a:off x="3813048" y="2857500"/>
            <a:ext cx="1940139" cy="845820"/>
          </a:xfrm>
          <a:prstGeom prst="line">
            <a:avLst/>
          </a:prstGeom>
          <a:ln w="19050">
            <a:solidFill>
              <a:schemeClr val="accent3">
                <a:lumMod val="40000"/>
                <a:lumOff val="60000"/>
              </a:schemeClr>
            </a:solidFill>
          </a:ln>
        </p:spPr>
      </p:cxnSp>
      <p:cxnSp>
        <p:nvCxnSpPr>
          <p:cNvPr id="266" name="Connector 266"/>
          <p:cNvCxnSpPr/>
          <p:nvPr/>
        </p:nvCxnSpPr>
        <p:spPr>
          <a:xfrm>
            <a:off x="3813048" y="3703320"/>
            <a:ext cx="1940139" cy="845820"/>
          </a:xfrm>
          <a:prstGeom prst="line">
            <a:avLst/>
          </a:prstGeom>
          <a:ln w="19050">
            <a:solidFill>
              <a:schemeClr val="accent3">
                <a:lumMod val="40000"/>
                <a:lumOff val="60000"/>
              </a:schemeClr>
            </a:solidFill>
          </a:ln>
        </p:spPr>
      </p:cxnSp>
      <p:cxnSp>
        <p:nvCxnSpPr>
          <p:cNvPr id="267" name="Connector 267"/>
          <p:cNvCxnSpPr/>
          <p:nvPr/>
        </p:nvCxnSpPr>
        <p:spPr>
          <a:xfrm>
            <a:off x="3813048" y="3703320"/>
            <a:ext cx="0" cy="1691640"/>
          </a:xfrm>
          <a:prstGeom prst="line">
            <a:avLst/>
          </a:prstGeom>
          <a:ln w="19050">
            <a:solidFill>
              <a:schemeClr val="accent3">
                <a:lumMod val="40000"/>
                <a:lumOff val="60000"/>
              </a:schemeClr>
            </a:solidFill>
          </a:ln>
        </p:spPr>
      </p:cxnSp>
      <p:cxnSp>
        <p:nvCxnSpPr>
          <p:cNvPr id="268" name="Connector 268"/>
          <p:cNvCxnSpPr/>
          <p:nvPr/>
        </p:nvCxnSpPr>
        <p:spPr>
          <a:xfrm flipH="1">
            <a:off x="1872909" y="3703320"/>
            <a:ext cx="1940139" cy="845820"/>
          </a:xfrm>
          <a:prstGeom prst="line">
            <a:avLst/>
          </a:prstGeom>
          <a:ln w="19050">
            <a:solidFill>
              <a:schemeClr val="accent3">
                <a:lumMod val="40000"/>
                <a:lumOff val="60000"/>
              </a:schemeClr>
            </a:solidFill>
          </a:ln>
        </p:spPr>
      </p:cxnSp>
      <p:cxnSp>
        <p:nvCxnSpPr>
          <p:cNvPr id="269" name="Connector 269"/>
          <p:cNvCxnSpPr/>
          <p:nvPr/>
        </p:nvCxnSpPr>
        <p:spPr>
          <a:xfrm flipH="1" flipV="1">
            <a:off x="1872909" y="2857500"/>
            <a:ext cx="1940139" cy="845820"/>
          </a:xfrm>
          <a:prstGeom prst="line">
            <a:avLst/>
          </a:prstGeom>
          <a:ln w="19050">
            <a:solidFill>
              <a:schemeClr val="accent3">
                <a:lumMod val="40000"/>
                <a:lumOff val="60000"/>
              </a:schemeClr>
            </a:solidFill>
          </a:ln>
        </p:spPr>
      </p:cxnSp>
      <p:sp>
        <p:nvSpPr>
          <p:cNvPr id="270" name="Satellite 270"/>
          <p:cNvSpPr/>
          <p:nvPr/>
        </p:nvSpPr>
        <p:spPr>
          <a:xfrm>
            <a:off x="2898648" y="1737360"/>
            <a:ext cx="1828800" cy="548640"/>
          </a:xfrm>
          <a:prstGeom prst="roundRect">
            <a:avLst>
              <a:gd name="adj" fmla="val 30000"/>
            </a:avLst>
          </a:prstGeom>
          <a:solidFill>
            <a:schemeClr val="bg1"/>
          </a:solidFill>
          <a:ln>
            <a:noFill/>
          </a:ln>
          <a:effectLst>
            <a:outerShdw blurRad="76200" dist="12700" dir="5400000" algn="t" rotWithShape="0">
              <a:srgbClr val="445469">
                <a:alpha val="14000"/>
              </a:srgbClr>
            </a:outerShdw>
          </a:effectLst>
        </p:spPr>
        <p:txBody>
          <a:bodyPr wrap="square" lIns="73152" tIns="0" rIns="73152" bIns="0" rtlCol="0" anchor="ctr">
            <a:noAutofit/>
          </a:bodyPr>
          <a:lstStyle/>
          <a:p>
            <a:pPr algn="ctr">
              <a:lnSpc>
                <a:spcPct val="95000"/>
              </a:lnSpc>
              <a:spcBef>
                <a:spcPts val="0"/>
              </a:spcBef>
              <a:spcAft>
                <a:spcPts val="0"/>
              </a:spcAft>
              <a:buNone/>
            </a:pPr>
            <a:r>
              <a:rPr lang="en-AU" sz="1050" b="1" dirty="0">
                <a:solidFill>
                  <a:schemeClr val="accent6">
                    <a:lumMod val="75000"/>
                  </a:schemeClr>
                </a:solidFill>
                <a:latin typeface="Poppins SemiBold" pitchFamily="2" charset="0"/>
                <a:cs typeface="Poppins SemiBold" pitchFamily="2" charset="0"/>
              </a:rPr>
              <a:t>Control Tower initiatives</a:t>
            </a:r>
          </a:p>
        </p:txBody>
      </p:sp>
      <p:sp>
        <p:nvSpPr>
          <p:cNvPr id="271" name="Satellite 271"/>
          <p:cNvSpPr/>
          <p:nvPr/>
        </p:nvSpPr>
        <p:spPr>
          <a:xfrm>
            <a:off x="4838787" y="2583180"/>
            <a:ext cx="1828800" cy="548640"/>
          </a:xfrm>
          <a:prstGeom prst="roundRect">
            <a:avLst>
              <a:gd name="adj" fmla="val 30000"/>
            </a:avLst>
          </a:prstGeom>
          <a:solidFill>
            <a:schemeClr val="bg1"/>
          </a:solidFill>
          <a:ln>
            <a:noFill/>
          </a:ln>
          <a:effectLst>
            <a:outerShdw blurRad="76200" dist="12700" dir="5400000" algn="t" rotWithShape="0">
              <a:srgbClr val="445469">
                <a:alpha val="14000"/>
              </a:srgbClr>
            </a:outerShdw>
          </a:effectLst>
        </p:spPr>
        <p:txBody>
          <a:bodyPr wrap="square" lIns="73152" tIns="0" rIns="73152" bIns="0" rtlCol="0" anchor="ctr">
            <a:noAutofit/>
          </a:bodyPr>
          <a:lstStyle/>
          <a:p>
            <a:pPr algn="ctr">
              <a:lnSpc>
                <a:spcPct val="95000"/>
              </a:lnSpc>
              <a:spcBef>
                <a:spcPts val="0"/>
              </a:spcBef>
              <a:spcAft>
                <a:spcPts val="0"/>
              </a:spcAft>
              <a:buNone/>
            </a:pPr>
            <a:r>
              <a:rPr lang="en-AU" sz="1050" b="1" dirty="0">
                <a:solidFill>
                  <a:schemeClr val="accent6">
                    <a:lumMod val="75000"/>
                  </a:schemeClr>
                </a:solidFill>
                <a:latin typeface="Poppins SemiBold" pitchFamily="2" charset="0"/>
                <a:cs typeface="Poppins SemiBold" pitchFamily="2" charset="0"/>
              </a:rPr>
              <a:t>IT and digital</a:t>
            </a:r>
          </a:p>
        </p:txBody>
      </p:sp>
      <p:sp>
        <p:nvSpPr>
          <p:cNvPr id="272" name="Satellite 272"/>
          <p:cNvSpPr/>
          <p:nvPr/>
        </p:nvSpPr>
        <p:spPr>
          <a:xfrm>
            <a:off x="4838787" y="4274820"/>
            <a:ext cx="1828800" cy="548640"/>
          </a:xfrm>
          <a:prstGeom prst="roundRect">
            <a:avLst>
              <a:gd name="adj" fmla="val 30000"/>
            </a:avLst>
          </a:prstGeom>
          <a:solidFill>
            <a:schemeClr val="bg1"/>
          </a:solidFill>
          <a:ln>
            <a:noFill/>
          </a:ln>
          <a:effectLst>
            <a:outerShdw blurRad="76200" dist="12700" dir="5400000" algn="t" rotWithShape="0">
              <a:srgbClr val="445469">
                <a:alpha val="14000"/>
              </a:srgbClr>
            </a:outerShdw>
          </a:effectLst>
        </p:spPr>
        <p:txBody>
          <a:bodyPr wrap="square" lIns="73152" tIns="0" rIns="73152" bIns="0" rtlCol="0" anchor="ctr">
            <a:noAutofit/>
          </a:bodyPr>
          <a:lstStyle/>
          <a:p>
            <a:pPr algn="ctr">
              <a:lnSpc>
                <a:spcPct val="95000"/>
              </a:lnSpc>
              <a:spcBef>
                <a:spcPts val="0"/>
              </a:spcBef>
              <a:spcAft>
                <a:spcPts val="0"/>
              </a:spcAft>
              <a:buNone/>
            </a:pPr>
            <a:r>
              <a:rPr lang="en-AU" sz="1050" b="1" dirty="0">
                <a:solidFill>
                  <a:schemeClr val="accent6">
                    <a:lumMod val="75000"/>
                  </a:schemeClr>
                </a:solidFill>
                <a:latin typeface="Poppins SemiBold" pitchFamily="2" charset="0"/>
                <a:cs typeface="Poppins SemiBold" pitchFamily="2" charset="0"/>
              </a:rPr>
              <a:t>Risk and legal</a:t>
            </a:r>
          </a:p>
        </p:txBody>
      </p:sp>
      <p:sp>
        <p:nvSpPr>
          <p:cNvPr id="273" name="Satellite 273"/>
          <p:cNvSpPr/>
          <p:nvPr/>
        </p:nvSpPr>
        <p:spPr>
          <a:xfrm>
            <a:off x="2898648" y="5120640"/>
            <a:ext cx="1828800" cy="548640"/>
          </a:xfrm>
          <a:prstGeom prst="roundRect">
            <a:avLst>
              <a:gd name="adj" fmla="val 30000"/>
            </a:avLst>
          </a:prstGeom>
          <a:solidFill>
            <a:schemeClr val="bg1"/>
          </a:solidFill>
          <a:ln>
            <a:noFill/>
          </a:ln>
          <a:effectLst>
            <a:outerShdw blurRad="76200" dist="12700" dir="5400000" algn="t" rotWithShape="0">
              <a:srgbClr val="445469">
                <a:alpha val="14000"/>
              </a:srgbClr>
            </a:outerShdw>
          </a:effectLst>
        </p:spPr>
        <p:txBody>
          <a:bodyPr wrap="square" lIns="73152" tIns="0" rIns="73152" bIns="0" rtlCol="0" anchor="ctr">
            <a:noAutofit/>
          </a:bodyPr>
          <a:lstStyle/>
          <a:p>
            <a:pPr algn="ctr">
              <a:lnSpc>
                <a:spcPct val="95000"/>
              </a:lnSpc>
              <a:spcBef>
                <a:spcPts val="0"/>
              </a:spcBef>
              <a:spcAft>
                <a:spcPts val="0"/>
              </a:spcAft>
              <a:buNone/>
            </a:pPr>
            <a:r>
              <a:rPr lang="en-AU" sz="1050" b="1" dirty="0">
                <a:solidFill>
                  <a:schemeClr val="accent6">
                    <a:lumMod val="75000"/>
                  </a:schemeClr>
                </a:solidFill>
                <a:latin typeface="Poppins SemiBold" pitchFamily="2" charset="0"/>
                <a:cs typeface="Poppins SemiBold" pitchFamily="2" charset="0"/>
              </a:rPr>
              <a:t>Closed-loop feedback</a:t>
            </a:r>
          </a:p>
        </p:txBody>
      </p:sp>
      <p:sp>
        <p:nvSpPr>
          <p:cNvPr id="274" name="Satellite 274"/>
          <p:cNvSpPr/>
          <p:nvPr/>
        </p:nvSpPr>
        <p:spPr>
          <a:xfrm>
            <a:off x="958509" y="4274820"/>
            <a:ext cx="1828800" cy="548640"/>
          </a:xfrm>
          <a:prstGeom prst="roundRect">
            <a:avLst>
              <a:gd name="adj" fmla="val 30000"/>
            </a:avLst>
          </a:prstGeom>
          <a:solidFill>
            <a:schemeClr val="bg1"/>
          </a:solidFill>
          <a:ln>
            <a:noFill/>
          </a:ln>
          <a:effectLst>
            <a:outerShdw blurRad="76200" dist="12700" dir="5400000" algn="t" rotWithShape="0">
              <a:srgbClr val="445469">
                <a:alpha val="14000"/>
              </a:srgbClr>
            </a:outerShdw>
          </a:effectLst>
        </p:spPr>
        <p:txBody>
          <a:bodyPr wrap="square" lIns="73152" tIns="0" rIns="73152" bIns="0" rtlCol="0" anchor="ctr">
            <a:noAutofit/>
          </a:bodyPr>
          <a:lstStyle/>
          <a:p>
            <a:pPr algn="ctr">
              <a:lnSpc>
                <a:spcPct val="95000"/>
              </a:lnSpc>
              <a:spcBef>
                <a:spcPts val="0"/>
              </a:spcBef>
              <a:spcAft>
                <a:spcPts val="0"/>
              </a:spcAft>
              <a:buNone/>
            </a:pPr>
            <a:r>
              <a:rPr lang="en-AU" sz="1050" b="1" dirty="0">
                <a:solidFill>
                  <a:schemeClr val="accent6">
                    <a:lumMod val="75000"/>
                  </a:schemeClr>
                </a:solidFill>
                <a:latin typeface="Poppins SemiBold" pitchFamily="2" charset="0"/>
                <a:cs typeface="Poppins SemiBold" pitchFamily="2" charset="0"/>
              </a:rPr>
              <a:t>Stakeholder engagement</a:t>
            </a:r>
          </a:p>
        </p:txBody>
      </p:sp>
      <p:sp>
        <p:nvSpPr>
          <p:cNvPr id="275" name="Satellite 275"/>
          <p:cNvSpPr/>
          <p:nvPr/>
        </p:nvSpPr>
        <p:spPr>
          <a:xfrm>
            <a:off x="958509" y="2583180"/>
            <a:ext cx="1828800" cy="548640"/>
          </a:xfrm>
          <a:prstGeom prst="roundRect">
            <a:avLst>
              <a:gd name="adj" fmla="val 30000"/>
            </a:avLst>
          </a:prstGeom>
          <a:solidFill>
            <a:schemeClr val="bg1"/>
          </a:solidFill>
          <a:ln>
            <a:noFill/>
          </a:ln>
          <a:effectLst>
            <a:outerShdw blurRad="76200" dist="12700" dir="5400000" algn="t" rotWithShape="0">
              <a:srgbClr val="445469">
                <a:alpha val="14000"/>
              </a:srgbClr>
            </a:outerShdw>
          </a:effectLst>
        </p:spPr>
        <p:txBody>
          <a:bodyPr wrap="square" lIns="73152" tIns="0" rIns="73152" bIns="0" rtlCol="0" anchor="ctr">
            <a:noAutofit/>
          </a:bodyPr>
          <a:lstStyle/>
          <a:p>
            <a:pPr algn="ctr">
              <a:lnSpc>
                <a:spcPct val="95000"/>
              </a:lnSpc>
              <a:spcBef>
                <a:spcPts val="0"/>
              </a:spcBef>
              <a:spcAft>
                <a:spcPts val="0"/>
              </a:spcAft>
              <a:buNone/>
            </a:pPr>
            <a:r>
              <a:rPr lang="en-AU" sz="1050" b="1" dirty="0">
                <a:solidFill>
                  <a:schemeClr val="accent6">
                    <a:lumMod val="75000"/>
                  </a:schemeClr>
                </a:solidFill>
                <a:latin typeface="Poppins SemiBold" pitchFamily="2" charset="0"/>
                <a:cs typeface="Poppins SemiBold" pitchFamily="2" charset="0"/>
              </a:rPr>
              <a:t>BU plans: CMI, CSH, MRS, MSOH</a:t>
            </a:r>
          </a:p>
        </p:txBody>
      </p:sp>
      <p:sp>
        <p:nvSpPr>
          <p:cNvPr id="276" name="Hub 276"/>
          <p:cNvSpPr/>
          <p:nvPr/>
        </p:nvSpPr>
        <p:spPr>
          <a:xfrm>
            <a:off x="2898648" y="2788920"/>
            <a:ext cx="1828800" cy="1828800"/>
          </a:xfrm>
          <a:prstGeom prst="ellipse">
            <a:avLst/>
          </a:prstGeom>
          <a:solidFill>
            <a:schemeClr val="accent3"/>
          </a:solidFill>
          <a:ln>
            <a:noFill/>
          </a:ln>
        </p:spPr>
        <p:txBody>
          <a:bodyPr wrap="square" lIns="137160" tIns="0" rIns="137160" bIns="0" rtlCol="0" anchor="ctr">
            <a:noAutofit/>
          </a:bodyPr>
          <a:lstStyle/>
          <a:p>
            <a:pPr algn="ctr">
              <a:lnSpc>
                <a:spcPct val="100000"/>
              </a:lnSpc>
              <a:spcBef>
                <a:spcPts val="0"/>
              </a:spcBef>
              <a:spcAft>
                <a:spcPts val="0"/>
              </a:spcAft>
              <a:buNone/>
            </a:pPr>
            <a:r>
              <a:rPr lang="en-AU" sz="2400" b="1" dirty="0">
                <a:solidFill>
                  <a:schemeClr val="bg1"/>
                </a:solidFill>
                <a:latin typeface="Poppins SemiBold" pitchFamily="2" charset="0"/>
                <a:cs typeface="Poppins SemiBold" pitchFamily="2" charset="0"/>
              </a:rPr>
              <a:t>ISS</a:t>
            </a:r>
          </a:p>
          <a:p>
            <a:pPr algn="ctr">
              <a:lnSpc>
                <a:spcPct val="95000"/>
              </a:lnSpc>
              <a:spcBef>
                <a:spcPts val="0"/>
              </a:spcBef>
              <a:spcAft>
                <a:spcPts val="0"/>
              </a:spcAft>
              <a:buNone/>
            </a:pPr>
            <a:r>
              <a:rPr lang="en-AU" sz="1000" dirty="0">
                <a:solidFill>
                  <a:schemeClr val="bg1"/>
                </a:solidFill>
                <a:latin typeface="Poppins SemiBold" pitchFamily="2" charset="0"/>
                <a:cs typeface="Poppins SemiBold" pitchFamily="2" charset="0"/>
              </a:rPr>
              <a:t>shared themes and measures</a:t>
            </a:r>
          </a:p>
        </p:txBody>
      </p:sp>
      <p:sp>
        <p:nvSpPr>
          <p:cNvPr id="277" name="Number 277"/>
          <p:cNvSpPr/>
          <p:nvPr/>
        </p:nvSpPr>
        <p:spPr>
          <a:xfrm>
            <a:off x="7470648" y="1645920"/>
            <a:ext cx="502920" cy="502920"/>
          </a:xfrm>
          <a:prstGeom prst="ellipse">
            <a:avLst/>
          </a:prstGeom>
          <a:solidFill>
            <a:schemeClr val="accent5">
              <a:lumMod val="20000"/>
              <a:lumOff val="80000"/>
            </a:schemeClr>
          </a:solidFill>
          <a:ln>
            <a:noFill/>
          </a:ln>
        </p:spPr>
        <p:txBody>
          <a:bodyPr wrap="square" lIns="0" tIns="0" rIns="0" bIns="0" rtlCol="0" anchor="ctr">
            <a:noAutofit/>
          </a:bodyPr>
          <a:lstStyle/>
          <a:p>
            <a:pPr algn="ctr">
              <a:lnSpc>
                <a:spcPct val="100000"/>
              </a:lnSpc>
              <a:spcBef>
                <a:spcPts val="0"/>
              </a:spcBef>
              <a:spcAft>
                <a:spcPts val="0"/>
              </a:spcAft>
              <a:buNone/>
            </a:pPr>
            <a:r>
              <a:rPr lang="en-AU" sz="1600" b="1" dirty="0">
                <a:solidFill>
                  <a:schemeClr val="accent3">
                    <a:lumMod val="75000"/>
                  </a:schemeClr>
                </a:solidFill>
                <a:latin typeface="Poppins SemiBold" pitchFamily="2" charset="0"/>
                <a:cs typeface="Poppins SemiBold" pitchFamily="2" charset="0"/>
              </a:rPr>
              <a:t>1</a:t>
            </a:r>
          </a:p>
        </p:txBody>
      </p:sp>
      <p:sp>
        <p:nvSpPr>
          <p:cNvPr id="278" name="Point 278"/>
          <p:cNvSpPr txBox="1"/>
          <p:nvPr/>
        </p:nvSpPr>
        <p:spPr>
          <a:xfrm>
            <a:off x="8156448" y="1600200"/>
            <a:ext cx="3474720" cy="1280160"/>
          </a:xfrm>
          <a:prstGeom prst="rect">
            <a:avLst/>
          </a:prstGeom>
          <a:noFill/>
          <a:ln>
            <a:noFill/>
          </a:ln>
        </p:spPr>
        <p:txBody>
          <a:bodyPr wrap="square" lIns="0" tIns="0" rIns="0" bIns="0" rtlCol="0" anchor="t">
            <a:noAutofit/>
          </a:bodyPr>
          <a:lstStyle/>
          <a:p>
            <a:pPr algn="l">
              <a:lnSpc>
                <a:spcPct val="100000"/>
              </a:lnSpc>
              <a:spcBef>
                <a:spcPts val="0"/>
              </a:spcBef>
              <a:spcAft>
                <a:spcPts val="400"/>
              </a:spcAft>
              <a:buNone/>
            </a:pPr>
            <a:r>
              <a:rPr lang="en-AU" sz="1400" b="1" dirty="0">
                <a:solidFill>
                  <a:schemeClr val="accent6">
                    <a:lumMod val="75000"/>
                  </a:schemeClr>
                </a:solidFill>
                <a:latin typeface="Poppins SemiBold" pitchFamily="2" charset="0"/>
                <a:cs typeface="Poppins SemiBold" pitchFamily="2" charset="0"/>
              </a:rPr>
              <a:t>A clear why</a:t>
            </a:r>
          </a:p>
          <a:p>
            <a:pPr algn="l">
              <a:lnSpc>
                <a:spcPct val="110000"/>
              </a:lnSpc>
              <a:spcBef>
                <a:spcPts val="0"/>
              </a:spcBef>
              <a:spcAft>
                <a:spcPts val="0"/>
              </a:spcAft>
              <a:buNone/>
            </a:pPr>
            <a:r>
              <a:rPr lang="en-AU" sz="1250" dirty="0">
                <a:solidFill>
                  <a:schemeClr val="accent6">
                    <a:lumMod val="75000"/>
                  </a:schemeClr>
                </a:solidFill>
                <a:latin typeface="Open Sans" pitchFamily="34" charset="0"/>
                <a:ea typeface="Open Sans" pitchFamily="34" charset="-122"/>
                <a:cs typeface="Open Sans" pitchFamily="34" charset="-120"/>
              </a:rPr>
              <a:t>ISS findings show which stakeholder problem each initiative is solving</a:t>
            </a:r>
          </a:p>
        </p:txBody>
      </p:sp>
      <p:sp>
        <p:nvSpPr>
          <p:cNvPr id="279" name="Number 279"/>
          <p:cNvSpPr/>
          <p:nvPr/>
        </p:nvSpPr>
        <p:spPr>
          <a:xfrm>
            <a:off x="7470648" y="3063240"/>
            <a:ext cx="502920" cy="502920"/>
          </a:xfrm>
          <a:prstGeom prst="ellipse">
            <a:avLst/>
          </a:prstGeom>
          <a:solidFill>
            <a:schemeClr val="accent5">
              <a:lumMod val="20000"/>
              <a:lumOff val="80000"/>
            </a:schemeClr>
          </a:solidFill>
          <a:ln>
            <a:noFill/>
          </a:ln>
        </p:spPr>
        <p:txBody>
          <a:bodyPr wrap="square" lIns="0" tIns="0" rIns="0" bIns="0" rtlCol="0" anchor="ctr">
            <a:noAutofit/>
          </a:bodyPr>
          <a:lstStyle/>
          <a:p>
            <a:pPr algn="ctr">
              <a:lnSpc>
                <a:spcPct val="100000"/>
              </a:lnSpc>
              <a:spcBef>
                <a:spcPts val="0"/>
              </a:spcBef>
              <a:spcAft>
                <a:spcPts val="0"/>
              </a:spcAft>
              <a:buNone/>
            </a:pPr>
            <a:r>
              <a:rPr lang="en-AU" sz="1600" b="1" dirty="0">
                <a:solidFill>
                  <a:schemeClr val="accent3">
                    <a:lumMod val="75000"/>
                  </a:schemeClr>
                </a:solidFill>
                <a:latin typeface="Poppins SemiBold" pitchFamily="2" charset="0"/>
                <a:cs typeface="Poppins SemiBold" pitchFamily="2" charset="0"/>
              </a:rPr>
              <a:t>2</a:t>
            </a:r>
          </a:p>
        </p:txBody>
      </p:sp>
      <p:sp>
        <p:nvSpPr>
          <p:cNvPr id="280" name="Point 280"/>
          <p:cNvSpPr txBox="1"/>
          <p:nvPr/>
        </p:nvSpPr>
        <p:spPr>
          <a:xfrm>
            <a:off x="8156448" y="3017520"/>
            <a:ext cx="3474720" cy="1280160"/>
          </a:xfrm>
          <a:prstGeom prst="rect">
            <a:avLst/>
          </a:prstGeom>
          <a:noFill/>
          <a:ln>
            <a:noFill/>
          </a:ln>
        </p:spPr>
        <p:txBody>
          <a:bodyPr wrap="square" lIns="0" tIns="0" rIns="0" bIns="0" rtlCol="0" anchor="t">
            <a:noAutofit/>
          </a:bodyPr>
          <a:lstStyle/>
          <a:p>
            <a:pPr algn="l">
              <a:lnSpc>
                <a:spcPct val="100000"/>
              </a:lnSpc>
              <a:spcBef>
                <a:spcPts val="0"/>
              </a:spcBef>
              <a:spcAft>
                <a:spcPts val="400"/>
              </a:spcAft>
              <a:buNone/>
            </a:pPr>
            <a:r>
              <a:rPr lang="en-AU" sz="1400" b="1" dirty="0">
                <a:solidFill>
                  <a:schemeClr val="accent6">
                    <a:lumMod val="75000"/>
                  </a:schemeClr>
                </a:solidFill>
                <a:latin typeface="Poppins SemiBold" pitchFamily="2" charset="0"/>
                <a:cs typeface="Poppins SemiBold" pitchFamily="2" charset="0"/>
              </a:rPr>
              <a:t>One set of themes</a:t>
            </a:r>
          </a:p>
          <a:p>
            <a:pPr algn="l">
              <a:lnSpc>
                <a:spcPct val="110000"/>
              </a:lnSpc>
              <a:spcBef>
                <a:spcPts val="0"/>
              </a:spcBef>
              <a:spcAft>
                <a:spcPts val="0"/>
              </a:spcAft>
              <a:buNone/>
            </a:pPr>
            <a:r>
              <a:rPr lang="en-AU" sz="1250" dirty="0">
                <a:solidFill>
                  <a:schemeClr val="accent6">
                    <a:lumMod val="75000"/>
                  </a:schemeClr>
                </a:solidFill>
                <a:latin typeface="Open Sans" pitchFamily="34" charset="0"/>
                <a:ea typeface="Open Sans" pitchFamily="34" charset="-122"/>
                <a:cs typeface="Open Sans" pitchFamily="34" charset="-120"/>
              </a:rPr>
              <a:t>Progress is visible across BUs, not just within them</a:t>
            </a:r>
          </a:p>
        </p:txBody>
      </p:sp>
      <p:sp>
        <p:nvSpPr>
          <p:cNvPr id="281" name="Number 281"/>
          <p:cNvSpPr/>
          <p:nvPr/>
        </p:nvSpPr>
        <p:spPr>
          <a:xfrm>
            <a:off x="7470648" y="4480560"/>
            <a:ext cx="502920" cy="502920"/>
          </a:xfrm>
          <a:prstGeom prst="ellipse">
            <a:avLst/>
          </a:prstGeom>
          <a:solidFill>
            <a:schemeClr val="accent5">
              <a:lumMod val="20000"/>
              <a:lumOff val="80000"/>
            </a:schemeClr>
          </a:solidFill>
          <a:ln>
            <a:noFill/>
          </a:ln>
        </p:spPr>
        <p:txBody>
          <a:bodyPr wrap="square" lIns="0" tIns="0" rIns="0" bIns="0" rtlCol="0" anchor="ctr">
            <a:noAutofit/>
          </a:bodyPr>
          <a:lstStyle/>
          <a:p>
            <a:pPr algn="ctr">
              <a:lnSpc>
                <a:spcPct val="100000"/>
              </a:lnSpc>
              <a:spcBef>
                <a:spcPts val="0"/>
              </a:spcBef>
              <a:spcAft>
                <a:spcPts val="0"/>
              </a:spcAft>
              <a:buNone/>
            </a:pPr>
            <a:r>
              <a:rPr lang="en-AU" sz="1600" b="1" dirty="0">
                <a:solidFill>
                  <a:schemeClr val="accent3">
                    <a:lumMod val="75000"/>
                  </a:schemeClr>
                </a:solidFill>
                <a:latin typeface="Poppins SemiBold" pitchFamily="2" charset="0"/>
                <a:cs typeface="Poppins SemiBold" pitchFamily="2" charset="0"/>
              </a:rPr>
              <a:t>3</a:t>
            </a:r>
          </a:p>
        </p:txBody>
      </p:sp>
      <p:sp>
        <p:nvSpPr>
          <p:cNvPr id="282" name="Point 282"/>
          <p:cNvSpPr txBox="1"/>
          <p:nvPr/>
        </p:nvSpPr>
        <p:spPr>
          <a:xfrm>
            <a:off x="8156448" y="4434840"/>
            <a:ext cx="3474720" cy="1280160"/>
          </a:xfrm>
          <a:prstGeom prst="rect">
            <a:avLst/>
          </a:prstGeom>
          <a:noFill/>
          <a:ln>
            <a:noFill/>
          </a:ln>
        </p:spPr>
        <p:txBody>
          <a:bodyPr wrap="square" lIns="0" tIns="0" rIns="0" bIns="0" rtlCol="0" anchor="t">
            <a:noAutofit/>
          </a:bodyPr>
          <a:lstStyle/>
          <a:p>
            <a:pPr algn="l">
              <a:lnSpc>
                <a:spcPct val="100000"/>
              </a:lnSpc>
              <a:spcBef>
                <a:spcPts val="0"/>
              </a:spcBef>
              <a:spcAft>
                <a:spcPts val="400"/>
              </a:spcAft>
              <a:buNone/>
            </a:pPr>
            <a:r>
              <a:rPr lang="en-AU" sz="1400" b="1" dirty="0">
                <a:solidFill>
                  <a:schemeClr val="accent6">
                    <a:lumMod val="75000"/>
                  </a:schemeClr>
                </a:solidFill>
                <a:latin typeface="Poppins SemiBold" pitchFamily="2" charset="0"/>
                <a:cs typeface="Poppins SemiBold" pitchFamily="2" charset="0"/>
              </a:rPr>
              <a:t>No surprises</a:t>
            </a:r>
          </a:p>
          <a:p>
            <a:pPr algn="l">
              <a:lnSpc>
                <a:spcPct val="110000"/>
              </a:lnSpc>
              <a:spcBef>
                <a:spcPts val="0"/>
              </a:spcBef>
              <a:spcAft>
                <a:spcPts val="0"/>
              </a:spcAft>
              <a:buNone/>
            </a:pPr>
            <a:r>
              <a:rPr lang="en-AU" sz="1250" dirty="0">
                <a:solidFill>
                  <a:schemeClr val="accent6">
                    <a:lumMod val="75000"/>
                  </a:schemeClr>
                </a:solidFill>
                <a:latin typeface="Open Sans" pitchFamily="34" charset="0"/>
                <a:ea typeface="Open Sans" pitchFamily="34" charset="-122"/>
                <a:cs typeface="Open Sans" pitchFamily="34" charset="-120"/>
              </a:rPr>
              <a:t>A single view of progress for the executive, GMs and Board</a:t>
            </a:r>
          </a:p>
        </p:txBody>
      </p:sp>
      <p:sp>
        <p:nvSpPr>
          <p:cNvPr id="2" name="Slide Number Placeholder 1">
            <a:extLst>
              <a:ext uri="{FF2B5EF4-FFF2-40B4-BE49-F238E27FC236}">
                <a16:creationId xmlns:a16="http://schemas.microsoft.com/office/drawing/2014/main" id="{2B6BE33A-60B5-E311-CB42-7B2F0308709E}"/>
              </a:ext>
            </a:extLst>
          </p:cNvPr>
          <p:cNvSpPr txBox="1">
            <a:spLocks/>
          </p:cNvSpPr>
          <p:nvPr/>
        </p:nvSpPr>
        <p:spPr>
          <a:xfrm>
            <a:off x="9309830" y="642986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FA8BD019-05FF-F145-A6E1-6EE5A88665E4}" type="slidenum">
              <a:rPr kumimoji="0" lang="en-AU" sz="900" b="0" i="0" u="none" strike="noStrike" kern="1200" cap="none" spc="0" normalizeH="0" baseline="0" noProof="0" smtClean="0">
                <a:ln>
                  <a:noFill/>
                </a:ln>
                <a:solidFill>
                  <a:schemeClr val="bg2">
                    <a:lumMod val="10000"/>
                  </a:schemeClr>
                </a:solidFill>
                <a:effectLst/>
                <a:uLnTx/>
                <a:uFillTx/>
                <a:latin typeface="Aptos" panose="020B00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AU" sz="900" b="0" i="0" u="none" strike="noStrike" kern="1200" cap="none" spc="0" normalizeH="0" baseline="0" noProof="0" dirty="0">
              <a:ln>
                <a:noFill/>
              </a:ln>
              <a:solidFill>
                <a:schemeClr val="bg2">
                  <a:lumMod val="10000"/>
                </a:schemeClr>
              </a:solidFill>
              <a:effectLst/>
              <a:uLnTx/>
              <a:uFillTx/>
              <a:latin typeface="Aptos" panose="020B0004020202020204" pitchFamily="34" charset="0"/>
              <a:ea typeface="+mn-ea"/>
              <a:cs typeface="+mn-cs"/>
            </a:endParaRPr>
          </a:p>
        </p:txBody>
      </p:sp>
    </p:spTree>
    <p:extLst>
      <p:ext uri="{BB962C8B-B14F-4D97-AF65-F5344CB8AC3E}">
        <p14:creationId xmlns:p14="http://schemas.microsoft.com/office/powerpoint/2010/main" val="19222960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04E26-E604-813E-86D3-014AA1D9C32E}"/>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3608ACD3-B5DF-52A8-4DE1-4D5D28F05B17}"/>
              </a:ext>
            </a:extLst>
          </p:cNvPr>
          <p:cNvCxnSpPr>
            <a:cxnSpLocks/>
            <a:stCxn id="6" idx="3"/>
          </p:cNvCxnSpPr>
          <p:nvPr/>
        </p:nvCxnSpPr>
        <p:spPr>
          <a:xfrm>
            <a:off x="2609641" y="277669"/>
            <a:ext cx="9582359"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555E4999-7C88-D24F-75F2-28872F004E5D}"/>
              </a:ext>
            </a:extLst>
          </p:cNvPr>
          <p:cNvCxnSpPr>
            <a:cxnSpLocks/>
            <a:endCxn id="6" idx="1"/>
          </p:cNvCxnSpPr>
          <p:nvPr/>
        </p:nvCxnSpPr>
        <p:spPr>
          <a:xfrm>
            <a:off x="0" y="277669"/>
            <a:ext cx="548641"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 0">
            <a:extLst>
              <a:ext uri="{FF2B5EF4-FFF2-40B4-BE49-F238E27FC236}">
                <a16:creationId xmlns:a16="http://schemas.microsoft.com/office/drawing/2014/main" id="{93F24A76-699F-A050-BCAC-71BD08B264A2}"/>
              </a:ext>
            </a:extLst>
          </p:cNvPr>
          <p:cNvSpPr/>
          <p:nvPr/>
        </p:nvSpPr>
        <p:spPr>
          <a:xfrm>
            <a:off x="548641" y="165782"/>
            <a:ext cx="2061000" cy="223773"/>
          </a:xfrm>
          <a:prstGeom prst="roundRect">
            <a:avLst>
              <a:gd name="adj" fmla="val 50000"/>
            </a:avLst>
          </a:prstGeom>
          <a:noFill/>
          <a:ln w="3175">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i="0" u="none" strike="noStrike" kern="0" cap="none" normalizeH="0" baseline="0" noProof="0" dirty="0">
                <a:ln>
                  <a:noFill/>
                </a:ln>
                <a:solidFill>
                  <a:schemeClr val="accent6"/>
                </a:solidFill>
                <a:effectLst/>
                <a:uLnTx/>
                <a:uFillTx/>
                <a:latin typeface="Poppins" pitchFamily="34" charset="0"/>
                <a:ea typeface="Poppins" pitchFamily="34" charset="-122"/>
                <a:cs typeface="Poppins" pitchFamily="34" charset="-120"/>
              </a:rPr>
              <a:t>ISS GMT Working Session</a:t>
            </a:r>
          </a:p>
        </p:txBody>
      </p:sp>
      <p:sp>
        <p:nvSpPr>
          <p:cNvPr id="14" name="Title 4">
            <a:extLst>
              <a:ext uri="{FF2B5EF4-FFF2-40B4-BE49-F238E27FC236}">
                <a16:creationId xmlns:a16="http://schemas.microsoft.com/office/drawing/2014/main" id="{15B0D0C6-2A12-4A64-5CA6-AFD820857D29}"/>
              </a:ext>
            </a:extLst>
          </p:cNvPr>
          <p:cNvSpPr txBox="1">
            <a:spLocks/>
          </p:cNvSpPr>
          <p:nvPr/>
        </p:nvSpPr>
        <p:spPr>
          <a:xfrm>
            <a:off x="525018" y="573082"/>
            <a:ext cx="11200000" cy="880000"/>
          </a:xfrm>
          <a:prstGeom prst="rect">
            <a:avLst/>
          </a:prstGeom>
        </p:spPr>
        <p:txBody>
          <a:bodyPr vert="horz" lIns="91440" tIns="45720" rIns="91440" bIns="45720" rtlCol="0" anchor="t">
            <a:noAutofit/>
          </a:bodyPr>
          <a:lstStyle>
            <a:defPPr>
              <a:defRPr lang="en-US"/>
            </a:defPPr>
            <a:lvl1pPr>
              <a:lnSpc>
                <a:spcPct val="114000"/>
              </a:lnSpc>
              <a:spcBef>
                <a:spcPct val="0"/>
              </a:spcBef>
              <a:buNone/>
              <a:defRPr sz="2200">
                <a:solidFill>
                  <a:schemeClr val="accent6">
                    <a:lumMod val="75000"/>
                  </a:schemeClr>
                </a:solidFill>
                <a:latin typeface="Poppins SemiBold" panose="00000700000000000000" pitchFamily="2" charset="0"/>
                <a:ea typeface="+mj-ea"/>
                <a:cs typeface="Poppins SemiBold" panose="00000700000000000000" pitchFamily="2" charset="0"/>
              </a:defRPr>
            </a:lvl1pPr>
          </a:lstStyle>
          <a:p>
            <a:r>
              <a:rPr lang="en-AU" dirty="0"/>
              <a:t>Four stations, each anchored in </a:t>
            </a:r>
            <a:r>
              <a:rPr lang="en-AU" dirty="0">
                <a:solidFill>
                  <a:schemeClr val="accent3"/>
                </a:solidFill>
              </a:rPr>
              <a:t>what stakeholders told us</a:t>
            </a:r>
            <a:endParaRPr lang="en-AU" dirty="0"/>
          </a:p>
        </p:txBody>
      </p:sp>
      <p:sp>
        <p:nvSpPr>
          <p:cNvPr id="283" name="Station card 283"/>
          <p:cNvSpPr/>
          <p:nvPr/>
        </p:nvSpPr>
        <p:spPr>
          <a:xfrm>
            <a:off x="566928" y="1463040"/>
            <a:ext cx="2594610" cy="4526280"/>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p:spPr>
        <p:txBody>
          <a:bodyPr wrap="square" lIns="0" tIns="0" rIns="0" bIns="0" rtlCol="0" anchor="t">
            <a:noAutofit/>
          </a:bodyPr>
          <a:lstStyle/>
          <a:p>
            <a:endParaRPr lang="en-AU" sz="1000"/>
          </a:p>
        </p:txBody>
      </p:sp>
      <p:sp>
        <p:nvSpPr>
          <p:cNvPr id="284" name="Number 284"/>
          <p:cNvSpPr/>
          <p:nvPr/>
        </p:nvSpPr>
        <p:spPr>
          <a:xfrm>
            <a:off x="795528" y="1691640"/>
            <a:ext cx="640080" cy="640080"/>
          </a:xfrm>
          <a:prstGeom prst="ellipse">
            <a:avLst/>
          </a:prstGeom>
          <a:solidFill>
            <a:schemeClr val="accent3"/>
          </a:solidFill>
          <a:ln>
            <a:noFill/>
          </a:ln>
        </p:spPr>
        <p:txBody>
          <a:bodyPr wrap="square" lIns="0" tIns="0" rIns="0" bIns="0" rtlCol="0" anchor="ctr">
            <a:noAutofit/>
          </a:bodyPr>
          <a:lstStyle/>
          <a:p>
            <a:pPr algn="ctr">
              <a:lnSpc>
                <a:spcPct val="100000"/>
              </a:lnSpc>
              <a:spcBef>
                <a:spcPts val="0"/>
              </a:spcBef>
              <a:spcAft>
                <a:spcPts val="0"/>
              </a:spcAft>
              <a:buNone/>
            </a:pPr>
            <a:r>
              <a:rPr lang="en-AU" sz="2000" b="1" dirty="0">
                <a:solidFill>
                  <a:schemeClr val="bg1"/>
                </a:solidFill>
                <a:latin typeface="Poppins SemiBold" pitchFamily="2" charset="0"/>
                <a:cs typeface="Poppins SemiBold" pitchFamily="2" charset="0"/>
              </a:rPr>
              <a:t>1</a:t>
            </a:r>
          </a:p>
        </p:txBody>
      </p:sp>
      <p:sp>
        <p:nvSpPr>
          <p:cNvPr id="285" name="Station 285"/>
          <p:cNvSpPr txBox="1"/>
          <p:nvPr/>
        </p:nvSpPr>
        <p:spPr>
          <a:xfrm>
            <a:off x="795528" y="2514600"/>
            <a:ext cx="2137410" cy="274320"/>
          </a:xfrm>
          <a:prstGeom prst="rect">
            <a:avLst/>
          </a:prstGeom>
          <a:noFill/>
          <a:ln>
            <a:noFill/>
          </a:ln>
        </p:spPr>
        <p:txBody>
          <a:bodyPr wrap="square" lIns="0" tIns="0" rIns="0" bIns="0" rtlCol="0" anchor="t">
            <a:noAutofit/>
          </a:bodyPr>
          <a:lstStyle/>
          <a:p>
            <a:pPr algn="l">
              <a:lnSpc>
                <a:spcPct val="100000"/>
              </a:lnSpc>
              <a:spcBef>
                <a:spcPts val="0"/>
              </a:spcBef>
              <a:spcAft>
                <a:spcPts val="0"/>
              </a:spcAft>
              <a:buNone/>
            </a:pPr>
            <a:r>
              <a:rPr lang="en-AU" sz="1050" b="1" dirty="0">
                <a:solidFill>
                  <a:schemeClr val="accent3"/>
                </a:solidFill>
                <a:latin typeface="Poppins SemiBold" pitchFamily="2" charset="0"/>
                <a:cs typeface="Poppins SemiBold" pitchFamily="2" charset="0"/>
              </a:rPr>
              <a:t>STATION 1</a:t>
            </a:r>
          </a:p>
        </p:txBody>
      </p:sp>
      <p:sp>
        <p:nvSpPr>
          <p:cNvPr id="286" name="Theme 286"/>
          <p:cNvSpPr txBox="1"/>
          <p:nvPr/>
        </p:nvSpPr>
        <p:spPr>
          <a:xfrm>
            <a:off x="795528" y="2788920"/>
            <a:ext cx="2137410" cy="731520"/>
          </a:xfrm>
          <a:prstGeom prst="rect">
            <a:avLst/>
          </a:prstGeom>
          <a:noFill/>
          <a:ln>
            <a:noFill/>
          </a:ln>
        </p:spPr>
        <p:txBody>
          <a:bodyPr wrap="square" lIns="0" tIns="0" rIns="0" bIns="0" rtlCol="0" anchor="t">
            <a:noAutofit/>
          </a:bodyPr>
          <a:lstStyle/>
          <a:p>
            <a:pPr algn="l">
              <a:lnSpc>
                <a:spcPct val="100000"/>
              </a:lnSpc>
              <a:spcBef>
                <a:spcPts val="0"/>
              </a:spcBef>
              <a:spcAft>
                <a:spcPts val="0"/>
              </a:spcAft>
              <a:buNone/>
            </a:pPr>
            <a:r>
              <a:rPr lang="en-AU" sz="1450" b="1" dirty="0">
                <a:solidFill>
                  <a:schemeClr val="accent6">
                    <a:lumMod val="75000"/>
                  </a:schemeClr>
                </a:solidFill>
                <a:latin typeface="Poppins SemiBold" pitchFamily="2" charset="0"/>
                <a:cs typeface="Poppins SemiBold" pitchFamily="2" charset="0"/>
              </a:rPr>
              <a:t>Show the reasoning behind every decision</a:t>
            </a:r>
          </a:p>
        </p:txBody>
      </p:sp>
      <p:sp>
        <p:nvSpPr>
          <p:cNvPr id="287" name="HMW 287"/>
          <p:cNvSpPr txBox="1"/>
          <p:nvPr/>
        </p:nvSpPr>
        <p:spPr>
          <a:xfrm>
            <a:off x="795528" y="3657600"/>
            <a:ext cx="2137410" cy="1188720"/>
          </a:xfrm>
          <a:prstGeom prst="rect">
            <a:avLst/>
          </a:prstGeom>
          <a:noFill/>
          <a:ln>
            <a:noFill/>
          </a:ln>
        </p:spPr>
        <p:txBody>
          <a:bodyPr wrap="square" lIns="0" tIns="0" rIns="0" bIns="0" rtlCol="0" anchor="t">
            <a:noAutofit/>
          </a:bodyPr>
          <a:lstStyle/>
          <a:p>
            <a:pPr algn="l">
              <a:lnSpc>
                <a:spcPct val="110000"/>
              </a:lnSpc>
              <a:spcBef>
                <a:spcPts val="0"/>
              </a:spcBef>
              <a:spcAft>
                <a:spcPts val="0"/>
              </a:spcAft>
              <a:buNone/>
            </a:pPr>
            <a:r>
              <a:rPr lang="en-AU" sz="1200" i="1" dirty="0">
                <a:solidFill>
                  <a:schemeClr val="accent3">
                    <a:lumMod val="75000"/>
                  </a:schemeClr>
                </a:solidFill>
                <a:latin typeface="Open Sans" pitchFamily="34" charset="0"/>
                <a:ea typeface="Open Sans" pitchFamily="34" charset="-122"/>
                <a:cs typeface="Open Sans" pitchFamily="34" charset="-120"/>
              </a:rPr>
              <a:t>How might we make the reasoning behind our decisions visible to the people they affect?</a:t>
            </a:r>
          </a:p>
        </p:txBody>
      </p:sp>
      <p:sp>
        <p:nvSpPr>
          <p:cNvPr id="288" name="Strength 288"/>
          <p:cNvSpPr txBox="1"/>
          <p:nvPr/>
        </p:nvSpPr>
        <p:spPr>
          <a:xfrm>
            <a:off x="795528" y="4846320"/>
            <a:ext cx="2137410" cy="1051560"/>
          </a:xfrm>
          <a:prstGeom prst="rect">
            <a:avLst/>
          </a:prstGeom>
          <a:noFill/>
          <a:ln>
            <a:noFill/>
          </a:ln>
        </p:spPr>
        <p:txBody>
          <a:bodyPr wrap="square" lIns="0" tIns="0" rIns="0" bIns="0" rtlCol="0" anchor="t">
            <a:noAutofit/>
          </a:bodyPr>
          <a:lstStyle/>
          <a:p>
            <a:pPr algn="l">
              <a:lnSpc>
                <a:spcPct val="100000"/>
              </a:lnSpc>
              <a:spcBef>
                <a:spcPts val="0"/>
              </a:spcBef>
              <a:spcAft>
                <a:spcPts val="200"/>
              </a:spcAft>
              <a:buNone/>
            </a:pPr>
            <a:r>
              <a:rPr lang="en-AU" sz="1000" b="1" dirty="0">
                <a:solidFill>
                  <a:schemeClr val="accent4">
                    <a:lumMod val="75000"/>
                  </a:schemeClr>
                </a:solidFill>
                <a:latin typeface="Poppins SemiBold" pitchFamily="2" charset="0"/>
                <a:cs typeface="Poppins SemiBold" pitchFamily="2" charset="0"/>
              </a:rPr>
              <a:t>STRENGTH TO PROTECT</a:t>
            </a:r>
          </a:p>
          <a:p>
            <a:pPr algn="l">
              <a:lnSpc>
                <a:spcPct val="105000"/>
              </a:lnSpc>
              <a:spcBef>
                <a:spcPts val="0"/>
              </a:spcBef>
              <a:spcAft>
                <a:spcPts val="0"/>
              </a:spcAft>
              <a:buNone/>
            </a:pPr>
            <a:r>
              <a:rPr lang="en-AU" sz="1050" dirty="0">
                <a:solidFill>
                  <a:schemeClr val="accent6">
                    <a:lumMod val="75000"/>
                  </a:schemeClr>
                </a:solidFill>
                <a:latin typeface="Open Sans" pitchFamily="34" charset="0"/>
                <a:ea typeface="Open Sans" pitchFamily="34" charset="-122"/>
                <a:cs typeface="Open Sans" pitchFamily="34" charset="-120"/>
              </a:rPr>
              <a:t>MRS Working Group’s prepared papers and openness about plans</a:t>
            </a:r>
          </a:p>
        </p:txBody>
      </p:sp>
      <p:sp>
        <p:nvSpPr>
          <p:cNvPr id="289" name="Station card 289"/>
          <p:cNvSpPr/>
          <p:nvPr/>
        </p:nvSpPr>
        <p:spPr>
          <a:xfrm>
            <a:off x="3390138" y="1463040"/>
            <a:ext cx="2594610" cy="4526280"/>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p:spPr>
        <p:txBody>
          <a:bodyPr wrap="square" lIns="0" tIns="0" rIns="0" bIns="0" rtlCol="0" anchor="t">
            <a:noAutofit/>
          </a:bodyPr>
          <a:lstStyle/>
          <a:p>
            <a:endParaRPr lang="en-AU" sz="1000"/>
          </a:p>
        </p:txBody>
      </p:sp>
      <p:sp>
        <p:nvSpPr>
          <p:cNvPr id="290" name="Number 290"/>
          <p:cNvSpPr/>
          <p:nvPr/>
        </p:nvSpPr>
        <p:spPr>
          <a:xfrm>
            <a:off x="3618738" y="1691640"/>
            <a:ext cx="640080" cy="640080"/>
          </a:xfrm>
          <a:prstGeom prst="ellipse">
            <a:avLst/>
          </a:prstGeom>
          <a:solidFill>
            <a:schemeClr val="accent3"/>
          </a:solidFill>
          <a:ln>
            <a:noFill/>
          </a:ln>
        </p:spPr>
        <p:txBody>
          <a:bodyPr wrap="square" lIns="0" tIns="0" rIns="0" bIns="0" rtlCol="0" anchor="ctr">
            <a:noAutofit/>
          </a:bodyPr>
          <a:lstStyle/>
          <a:p>
            <a:pPr algn="ctr">
              <a:lnSpc>
                <a:spcPct val="100000"/>
              </a:lnSpc>
              <a:spcBef>
                <a:spcPts val="0"/>
              </a:spcBef>
              <a:spcAft>
                <a:spcPts val="0"/>
              </a:spcAft>
              <a:buNone/>
            </a:pPr>
            <a:r>
              <a:rPr lang="en-AU" sz="2000" b="1" dirty="0">
                <a:solidFill>
                  <a:schemeClr val="bg1"/>
                </a:solidFill>
                <a:latin typeface="Poppins SemiBold" pitchFamily="2" charset="0"/>
                <a:cs typeface="Poppins SemiBold" pitchFamily="2" charset="0"/>
              </a:rPr>
              <a:t>2</a:t>
            </a:r>
          </a:p>
        </p:txBody>
      </p:sp>
      <p:sp>
        <p:nvSpPr>
          <p:cNvPr id="291" name="Station 291"/>
          <p:cNvSpPr txBox="1"/>
          <p:nvPr/>
        </p:nvSpPr>
        <p:spPr>
          <a:xfrm>
            <a:off x="3618738" y="2514600"/>
            <a:ext cx="2137410" cy="274320"/>
          </a:xfrm>
          <a:prstGeom prst="rect">
            <a:avLst/>
          </a:prstGeom>
          <a:noFill/>
          <a:ln>
            <a:noFill/>
          </a:ln>
        </p:spPr>
        <p:txBody>
          <a:bodyPr wrap="square" lIns="0" tIns="0" rIns="0" bIns="0" rtlCol="0" anchor="t">
            <a:noAutofit/>
          </a:bodyPr>
          <a:lstStyle/>
          <a:p>
            <a:pPr algn="l">
              <a:lnSpc>
                <a:spcPct val="100000"/>
              </a:lnSpc>
              <a:spcBef>
                <a:spcPts val="0"/>
              </a:spcBef>
              <a:spcAft>
                <a:spcPts val="0"/>
              </a:spcAft>
              <a:buNone/>
            </a:pPr>
            <a:r>
              <a:rPr lang="en-AU" sz="1050" b="1" dirty="0">
                <a:solidFill>
                  <a:schemeClr val="accent3"/>
                </a:solidFill>
                <a:latin typeface="Poppins SemiBold" pitchFamily="2" charset="0"/>
                <a:cs typeface="Poppins SemiBold" pitchFamily="2" charset="0"/>
              </a:rPr>
              <a:t>STATION 2</a:t>
            </a:r>
          </a:p>
        </p:txBody>
      </p:sp>
      <p:sp>
        <p:nvSpPr>
          <p:cNvPr id="292" name="Theme 292"/>
          <p:cNvSpPr txBox="1"/>
          <p:nvPr/>
        </p:nvSpPr>
        <p:spPr>
          <a:xfrm>
            <a:off x="3618738" y="2788920"/>
            <a:ext cx="2137410" cy="731520"/>
          </a:xfrm>
          <a:prstGeom prst="rect">
            <a:avLst/>
          </a:prstGeom>
          <a:noFill/>
          <a:ln>
            <a:noFill/>
          </a:ln>
        </p:spPr>
        <p:txBody>
          <a:bodyPr wrap="square" lIns="0" tIns="0" rIns="0" bIns="0" rtlCol="0" anchor="t">
            <a:noAutofit/>
          </a:bodyPr>
          <a:lstStyle/>
          <a:p>
            <a:pPr algn="l">
              <a:lnSpc>
                <a:spcPct val="100000"/>
              </a:lnSpc>
              <a:spcBef>
                <a:spcPts val="0"/>
              </a:spcBef>
              <a:spcAft>
                <a:spcPts val="0"/>
              </a:spcAft>
              <a:buNone/>
            </a:pPr>
            <a:r>
              <a:rPr lang="en-AU" sz="1450" b="1" dirty="0">
                <a:solidFill>
                  <a:schemeClr val="accent6">
                    <a:lumMod val="75000"/>
                  </a:schemeClr>
                </a:solidFill>
                <a:latin typeface="Poppins SemiBold" pitchFamily="2" charset="0"/>
                <a:cs typeface="Poppins SemiBold" pitchFamily="2" charset="0"/>
              </a:rPr>
              <a:t>Timeliness</a:t>
            </a:r>
          </a:p>
        </p:txBody>
      </p:sp>
      <p:sp>
        <p:nvSpPr>
          <p:cNvPr id="293" name="HMW 293"/>
          <p:cNvSpPr txBox="1"/>
          <p:nvPr/>
        </p:nvSpPr>
        <p:spPr>
          <a:xfrm>
            <a:off x="3618738" y="3657600"/>
            <a:ext cx="2137410" cy="1188720"/>
          </a:xfrm>
          <a:prstGeom prst="rect">
            <a:avLst/>
          </a:prstGeom>
          <a:noFill/>
          <a:ln>
            <a:noFill/>
          </a:ln>
        </p:spPr>
        <p:txBody>
          <a:bodyPr wrap="square" lIns="0" tIns="0" rIns="0" bIns="0" rtlCol="0" anchor="t">
            <a:noAutofit/>
          </a:bodyPr>
          <a:lstStyle/>
          <a:p>
            <a:pPr algn="l">
              <a:lnSpc>
                <a:spcPct val="110000"/>
              </a:lnSpc>
              <a:spcBef>
                <a:spcPts val="0"/>
              </a:spcBef>
              <a:spcAft>
                <a:spcPts val="0"/>
              </a:spcAft>
              <a:buNone/>
            </a:pPr>
            <a:r>
              <a:rPr lang="en-AU" sz="1200" i="1" dirty="0">
                <a:solidFill>
                  <a:schemeClr val="accent3">
                    <a:lumMod val="75000"/>
                  </a:schemeClr>
                </a:solidFill>
                <a:latin typeface="Open Sans" pitchFamily="34" charset="0"/>
                <a:ea typeface="Open Sans" pitchFamily="34" charset="-122"/>
                <a:cs typeface="Open Sans" pitchFamily="34" charset="-120"/>
              </a:rPr>
              <a:t>How might we make sure every worker and site gets a timely response, without needing a senior contact to step in?</a:t>
            </a:r>
          </a:p>
        </p:txBody>
      </p:sp>
      <p:sp>
        <p:nvSpPr>
          <p:cNvPr id="294" name="Strength 294"/>
          <p:cNvSpPr txBox="1"/>
          <p:nvPr/>
        </p:nvSpPr>
        <p:spPr>
          <a:xfrm>
            <a:off x="3618738" y="4846320"/>
            <a:ext cx="2137410" cy="1051560"/>
          </a:xfrm>
          <a:prstGeom prst="rect">
            <a:avLst/>
          </a:prstGeom>
          <a:noFill/>
          <a:ln>
            <a:noFill/>
          </a:ln>
        </p:spPr>
        <p:txBody>
          <a:bodyPr wrap="square" lIns="0" tIns="0" rIns="0" bIns="0" rtlCol="0" anchor="t">
            <a:noAutofit/>
          </a:bodyPr>
          <a:lstStyle/>
          <a:p>
            <a:pPr algn="l">
              <a:lnSpc>
                <a:spcPct val="100000"/>
              </a:lnSpc>
              <a:spcBef>
                <a:spcPts val="0"/>
              </a:spcBef>
              <a:spcAft>
                <a:spcPts val="200"/>
              </a:spcAft>
              <a:buNone/>
            </a:pPr>
            <a:r>
              <a:rPr lang="en-AU" sz="1000" b="1" dirty="0">
                <a:solidFill>
                  <a:schemeClr val="accent4">
                    <a:lumMod val="75000"/>
                  </a:schemeClr>
                </a:solidFill>
                <a:latin typeface="Poppins SemiBold" pitchFamily="2" charset="0"/>
                <a:cs typeface="Poppins SemiBold" pitchFamily="2" charset="0"/>
              </a:rPr>
              <a:t>STRENGTH TO PROTECT</a:t>
            </a:r>
          </a:p>
          <a:p>
            <a:pPr algn="l">
              <a:lnSpc>
                <a:spcPct val="105000"/>
              </a:lnSpc>
              <a:spcBef>
                <a:spcPts val="0"/>
              </a:spcBef>
              <a:spcAft>
                <a:spcPts val="0"/>
              </a:spcAft>
              <a:buNone/>
            </a:pPr>
            <a:r>
              <a:rPr lang="en-AU" sz="1050" dirty="0">
                <a:solidFill>
                  <a:schemeClr val="accent6">
                    <a:lumMod val="75000"/>
                  </a:schemeClr>
                </a:solidFill>
                <a:latin typeface="Open Sans" pitchFamily="34" charset="0"/>
                <a:ea typeface="Open Sans" pitchFamily="34" charset="-122"/>
                <a:cs typeface="Open Sans" pitchFamily="34" charset="-120"/>
              </a:rPr>
              <a:t>Account managers who call ahead and follow through</a:t>
            </a:r>
          </a:p>
        </p:txBody>
      </p:sp>
      <p:sp>
        <p:nvSpPr>
          <p:cNvPr id="295" name="Station card 295"/>
          <p:cNvSpPr/>
          <p:nvPr/>
        </p:nvSpPr>
        <p:spPr>
          <a:xfrm>
            <a:off x="6213348" y="1463040"/>
            <a:ext cx="2594610" cy="4526280"/>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p:spPr>
        <p:txBody>
          <a:bodyPr wrap="square" lIns="0" tIns="0" rIns="0" bIns="0" rtlCol="0" anchor="t">
            <a:noAutofit/>
          </a:bodyPr>
          <a:lstStyle/>
          <a:p>
            <a:endParaRPr lang="en-AU" sz="1000"/>
          </a:p>
        </p:txBody>
      </p:sp>
      <p:sp>
        <p:nvSpPr>
          <p:cNvPr id="296" name="Number 296"/>
          <p:cNvSpPr/>
          <p:nvPr/>
        </p:nvSpPr>
        <p:spPr>
          <a:xfrm>
            <a:off x="6441948" y="1691640"/>
            <a:ext cx="640080" cy="640080"/>
          </a:xfrm>
          <a:prstGeom prst="ellipse">
            <a:avLst/>
          </a:prstGeom>
          <a:solidFill>
            <a:schemeClr val="accent3"/>
          </a:solidFill>
          <a:ln>
            <a:noFill/>
          </a:ln>
        </p:spPr>
        <p:txBody>
          <a:bodyPr wrap="square" lIns="0" tIns="0" rIns="0" bIns="0" rtlCol="0" anchor="ctr">
            <a:noAutofit/>
          </a:bodyPr>
          <a:lstStyle/>
          <a:p>
            <a:pPr algn="ctr">
              <a:lnSpc>
                <a:spcPct val="100000"/>
              </a:lnSpc>
              <a:spcBef>
                <a:spcPts val="0"/>
              </a:spcBef>
              <a:spcAft>
                <a:spcPts val="0"/>
              </a:spcAft>
              <a:buNone/>
            </a:pPr>
            <a:r>
              <a:rPr lang="en-AU" sz="2000" b="1" dirty="0">
                <a:solidFill>
                  <a:schemeClr val="bg1"/>
                </a:solidFill>
                <a:latin typeface="Poppins SemiBold" pitchFamily="2" charset="0"/>
                <a:cs typeface="Poppins SemiBold" pitchFamily="2" charset="0"/>
              </a:rPr>
              <a:t>3</a:t>
            </a:r>
          </a:p>
        </p:txBody>
      </p:sp>
      <p:sp>
        <p:nvSpPr>
          <p:cNvPr id="297" name="Station 297"/>
          <p:cNvSpPr txBox="1"/>
          <p:nvPr/>
        </p:nvSpPr>
        <p:spPr>
          <a:xfrm>
            <a:off x="6441948" y="2514600"/>
            <a:ext cx="2137410" cy="274320"/>
          </a:xfrm>
          <a:prstGeom prst="rect">
            <a:avLst/>
          </a:prstGeom>
          <a:noFill/>
          <a:ln>
            <a:noFill/>
          </a:ln>
        </p:spPr>
        <p:txBody>
          <a:bodyPr wrap="square" lIns="0" tIns="0" rIns="0" bIns="0" rtlCol="0" anchor="t">
            <a:noAutofit/>
          </a:bodyPr>
          <a:lstStyle/>
          <a:p>
            <a:pPr algn="l">
              <a:lnSpc>
                <a:spcPct val="100000"/>
              </a:lnSpc>
              <a:spcBef>
                <a:spcPts val="0"/>
              </a:spcBef>
              <a:spcAft>
                <a:spcPts val="0"/>
              </a:spcAft>
              <a:buNone/>
            </a:pPr>
            <a:r>
              <a:rPr lang="en-AU" sz="1050" b="1" dirty="0">
                <a:solidFill>
                  <a:schemeClr val="accent3"/>
                </a:solidFill>
                <a:latin typeface="Poppins SemiBold" pitchFamily="2" charset="0"/>
                <a:cs typeface="Poppins SemiBold" pitchFamily="2" charset="0"/>
              </a:rPr>
              <a:t>STATION 3</a:t>
            </a:r>
          </a:p>
        </p:txBody>
      </p:sp>
      <p:sp>
        <p:nvSpPr>
          <p:cNvPr id="298" name="Theme 298"/>
          <p:cNvSpPr txBox="1"/>
          <p:nvPr/>
        </p:nvSpPr>
        <p:spPr>
          <a:xfrm>
            <a:off x="6441948" y="2788920"/>
            <a:ext cx="2137410" cy="731520"/>
          </a:xfrm>
          <a:prstGeom prst="rect">
            <a:avLst/>
          </a:prstGeom>
          <a:noFill/>
          <a:ln>
            <a:noFill/>
          </a:ln>
        </p:spPr>
        <p:txBody>
          <a:bodyPr wrap="square" lIns="0" tIns="0" rIns="0" bIns="0" rtlCol="0" anchor="t">
            <a:noAutofit/>
          </a:bodyPr>
          <a:lstStyle/>
          <a:p>
            <a:pPr algn="l">
              <a:lnSpc>
                <a:spcPct val="100000"/>
              </a:lnSpc>
              <a:spcBef>
                <a:spcPts val="0"/>
              </a:spcBef>
              <a:spcAft>
                <a:spcPts val="0"/>
              </a:spcAft>
              <a:buNone/>
            </a:pPr>
            <a:r>
              <a:rPr lang="en-AU" sz="1450" b="1" dirty="0">
                <a:solidFill>
                  <a:schemeClr val="accent6">
                    <a:lumMod val="75000"/>
                  </a:schemeClr>
                </a:solidFill>
                <a:latin typeface="Poppins SemiBold" pitchFamily="2" charset="0"/>
                <a:cs typeface="Poppins SemiBold" pitchFamily="2" charset="0"/>
              </a:rPr>
              <a:t>Consistency</a:t>
            </a:r>
          </a:p>
        </p:txBody>
      </p:sp>
      <p:sp>
        <p:nvSpPr>
          <p:cNvPr id="299" name="HMW 299"/>
          <p:cNvSpPr txBox="1"/>
          <p:nvPr/>
        </p:nvSpPr>
        <p:spPr>
          <a:xfrm>
            <a:off x="6441948" y="3657600"/>
            <a:ext cx="2137410" cy="1188720"/>
          </a:xfrm>
          <a:prstGeom prst="rect">
            <a:avLst/>
          </a:prstGeom>
          <a:noFill/>
          <a:ln>
            <a:noFill/>
          </a:ln>
        </p:spPr>
        <p:txBody>
          <a:bodyPr wrap="square" lIns="0" tIns="0" rIns="0" bIns="0" rtlCol="0" anchor="t">
            <a:noAutofit/>
          </a:bodyPr>
          <a:lstStyle/>
          <a:p>
            <a:pPr algn="l">
              <a:lnSpc>
                <a:spcPct val="110000"/>
              </a:lnSpc>
              <a:spcBef>
                <a:spcPts val="0"/>
              </a:spcBef>
              <a:spcAft>
                <a:spcPts val="0"/>
              </a:spcAft>
              <a:buNone/>
            </a:pPr>
            <a:r>
              <a:rPr lang="en-AU" sz="1200" i="1" dirty="0">
                <a:solidFill>
                  <a:schemeClr val="accent3">
                    <a:lumMod val="75000"/>
                  </a:schemeClr>
                </a:solidFill>
                <a:latin typeface="Open Sans" pitchFamily="34" charset="0"/>
                <a:ea typeface="Open Sans" pitchFamily="34" charset="-122"/>
                <a:cs typeface="Open Sans" pitchFamily="34" charset="-120"/>
              </a:rPr>
              <a:t>How might we make service quality consistent regardless of who handles it?</a:t>
            </a:r>
          </a:p>
        </p:txBody>
      </p:sp>
      <p:sp>
        <p:nvSpPr>
          <p:cNvPr id="300" name="Strength 300"/>
          <p:cNvSpPr txBox="1"/>
          <p:nvPr/>
        </p:nvSpPr>
        <p:spPr>
          <a:xfrm>
            <a:off x="6441948" y="4846320"/>
            <a:ext cx="2137410" cy="1051560"/>
          </a:xfrm>
          <a:prstGeom prst="rect">
            <a:avLst/>
          </a:prstGeom>
          <a:noFill/>
          <a:ln>
            <a:noFill/>
          </a:ln>
        </p:spPr>
        <p:txBody>
          <a:bodyPr wrap="square" lIns="0" tIns="0" rIns="0" bIns="0" rtlCol="0" anchor="t">
            <a:noAutofit/>
          </a:bodyPr>
          <a:lstStyle/>
          <a:p>
            <a:pPr algn="l">
              <a:lnSpc>
                <a:spcPct val="100000"/>
              </a:lnSpc>
              <a:spcBef>
                <a:spcPts val="0"/>
              </a:spcBef>
              <a:spcAft>
                <a:spcPts val="200"/>
              </a:spcAft>
              <a:buNone/>
            </a:pPr>
            <a:r>
              <a:rPr lang="en-AU" sz="1000" b="1" dirty="0">
                <a:solidFill>
                  <a:schemeClr val="accent4">
                    <a:lumMod val="75000"/>
                  </a:schemeClr>
                </a:solidFill>
                <a:latin typeface="Poppins SemiBold" pitchFamily="2" charset="0"/>
                <a:cs typeface="Poppins SemiBold" pitchFamily="2" charset="0"/>
              </a:rPr>
              <a:t>STRENGTH TO PROTECT</a:t>
            </a:r>
          </a:p>
          <a:p>
            <a:pPr algn="l">
              <a:lnSpc>
                <a:spcPct val="105000"/>
              </a:lnSpc>
              <a:spcBef>
                <a:spcPts val="0"/>
              </a:spcBef>
              <a:spcAft>
                <a:spcPts val="0"/>
              </a:spcAft>
              <a:buNone/>
            </a:pPr>
            <a:r>
              <a:rPr lang="en-AU" sz="1050" dirty="0">
                <a:solidFill>
                  <a:schemeClr val="accent6">
                    <a:lumMod val="75000"/>
                  </a:schemeClr>
                </a:solidFill>
                <a:latin typeface="Open Sans" pitchFamily="34" charset="0"/>
                <a:ea typeface="Open Sans" pitchFamily="34" charset="-122"/>
                <a:cs typeface="Open Sans" pitchFamily="34" charset="-120"/>
              </a:rPr>
              <a:t>MSOH’s statutory dust reporting arriving without prompting</a:t>
            </a:r>
          </a:p>
        </p:txBody>
      </p:sp>
      <p:sp>
        <p:nvSpPr>
          <p:cNvPr id="301" name="Station card 301"/>
          <p:cNvSpPr/>
          <p:nvPr/>
        </p:nvSpPr>
        <p:spPr>
          <a:xfrm>
            <a:off x="9036558" y="1463040"/>
            <a:ext cx="2594610" cy="4526280"/>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p:spPr>
        <p:txBody>
          <a:bodyPr wrap="square" lIns="0" tIns="0" rIns="0" bIns="0" rtlCol="0" anchor="t">
            <a:noAutofit/>
          </a:bodyPr>
          <a:lstStyle/>
          <a:p>
            <a:endParaRPr lang="en-AU" sz="1000"/>
          </a:p>
        </p:txBody>
      </p:sp>
      <p:sp>
        <p:nvSpPr>
          <p:cNvPr id="302" name="Number 302"/>
          <p:cNvSpPr/>
          <p:nvPr/>
        </p:nvSpPr>
        <p:spPr>
          <a:xfrm>
            <a:off x="9265158" y="1691640"/>
            <a:ext cx="640080" cy="640080"/>
          </a:xfrm>
          <a:prstGeom prst="ellipse">
            <a:avLst/>
          </a:prstGeom>
          <a:solidFill>
            <a:schemeClr val="accent3"/>
          </a:solidFill>
          <a:ln>
            <a:noFill/>
          </a:ln>
        </p:spPr>
        <p:txBody>
          <a:bodyPr wrap="square" lIns="0" tIns="0" rIns="0" bIns="0" rtlCol="0" anchor="ctr">
            <a:noAutofit/>
          </a:bodyPr>
          <a:lstStyle/>
          <a:p>
            <a:pPr algn="ctr">
              <a:lnSpc>
                <a:spcPct val="100000"/>
              </a:lnSpc>
              <a:spcBef>
                <a:spcPts val="0"/>
              </a:spcBef>
              <a:spcAft>
                <a:spcPts val="0"/>
              </a:spcAft>
              <a:buNone/>
            </a:pPr>
            <a:r>
              <a:rPr lang="en-AU" sz="2000" b="1" dirty="0">
                <a:solidFill>
                  <a:schemeClr val="bg1"/>
                </a:solidFill>
                <a:latin typeface="Poppins SemiBold" pitchFamily="2" charset="0"/>
                <a:cs typeface="Poppins SemiBold" pitchFamily="2" charset="0"/>
              </a:rPr>
              <a:t>4</a:t>
            </a:r>
          </a:p>
        </p:txBody>
      </p:sp>
      <p:sp>
        <p:nvSpPr>
          <p:cNvPr id="303" name="Station 303"/>
          <p:cNvSpPr txBox="1"/>
          <p:nvPr/>
        </p:nvSpPr>
        <p:spPr>
          <a:xfrm>
            <a:off x="9265158" y="2514600"/>
            <a:ext cx="2137410" cy="274320"/>
          </a:xfrm>
          <a:prstGeom prst="rect">
            <a:avLst/>
          </a:prstGeom>
          <a:noFill/>
          <a:ln>
            <a:noFill/>
          </a:ln>
        </p:spPr>
        <p:txBody>
          <a:bodyPr wrap="square" lIns="0" tIns="0" rIns="0" bIns="0" rtlCol="0" anchor="t">
            <a:noAutofit/>
          </a:bodyPr>
          <a:lstStyle/>
          <a:p>
            <a:pPr algn="l">
              <a:lnSpc>
                <a:spcPct val="100000"/>
              </a:lnSpc>
              <a:spcBef>
                <a:spcPts val="0"/>
              </a:spcBef>
              <a:spcAft>
                <a:spcPts val="0"/>
              </a:spcAft>
              <a:buNone/>
            </a:pPr>
            <a:r>
              <a:rPr lang="en-AU" sz="1050" b="1" dirty="0">
                <a:solidFill>
                  <a:schemeClr val="accent3"/>
                </a:solidFill>
                <a:latin typeface="Poppins SemiBold" pitchFamily="2" charset="0"/>
                <a:cs typeface="Poppins SemiBold" pitchFamily="2" charset="0"/>
              </a:rPr>
              <a:t>STATION 4</a:t>
            </a:r>
          </a:p>
        </p:txBody>
      </p:sp>
      <p:sp>
        <p:nvSpPr>
          <p:cNvPr id="304" name="Theme 304"/>
          <p:cNvSpPr txBox="1"/>
          <p:nvPr/>
        </p:nvSpPr>
        <p:spPr>
          <a:xfrm>
            <a:off x="9265158" y="2788920"/>
            <a:ext cx="2137410" cy="731520"/>
          </a:xfrm>
          <a:prstGeom prst="rect">
            <a:avLst/>
          </a:prstGeom>
          <a:noFill/>
          <a:ln>
            <a:noFill/>
          </a:ln>
        </p:spPr>
        <p:txBody>
          <a:bodyPr wrap="square" lIns="0" tIns="0" rIns="0" bIns="0" rtlCol="0" anchor="t">
            <a:noAutofit/>
          </a:bodyPr>
          <a:lstStyle/>
          <a:p>
            <a:pPr algn="l">
              <a:lnSpc>
                <a:spcPct val="100000"/>
              </a:lnSpc>
              <a:spcBef>
                <a:spcPts val="0"/>
              </a:spcBef>
              <a:spcAft>
                <a:spcPts val="0"/>
              </a:spcAft>
              <a:buNone/>
            </a:pPr>
            <a:r>
              <a:rPr lang="en-AU" sz="1450" b="1" dirty="0">
                <a:solidFill>
                  <a:schemeClr val="accent6">
                    <a:lumMod val="75000"/>
                  </a:schemeClr>
                </a:solidFill>
                <a:latin typeface="Poppins SemiBold" pitchFamily="2" charset="0"/>
                <a:cs typeface="Poppins SemiBold" pitchFamily="2" charset="0"/>
              </a:rPr>
              <a:t>Engage industry before decisions are made, not after</a:t>
            </a:r>
          </a:p>
        </p:txBody>
      </p:sp>
      <p:sp>
        <p:nvSpPr>
          <p:cNvPr id="305" name="HMW 305"/>
          <p:cNvSpPr txBox="1"/>
          <p:nvPr/>
        </p:nvSpPr>
        <p:spPr>
          <a:xfrm>
            <a:off x="9265158" y="3657600"/>
            <a:ext cx="2137410" cy="1188720"/>
          </a:xfrm>
          <a:prstGeom prst="rect">
            <a:avLst/>
          </a:prstGeom>
          <a:noFill/>
          <a:ln>
            <a:noFill/>
          </a:ln>
        </p:spPr>
        <p:txBody>
          <a:bodyPr wrap="square" lIns="0" tIns="0" rIns="0" bIns="0" rtlCol="0" anchor="t">
            <a:noAutofit/>
          </a:bodyPr>
          <a:lstStyle/>
          <a:p>
            <a:pPr algn="l">
              <a:lnSpc>
                <a:spcPct val="110000"/>
              </a:lnSpc>
              <a:spcBef>
                <a:spcPts val="0"/>
              </a:spcBef>
              <a:spcAft>
                <a:spcPts val="0"/>
              </a:spcAft>
              <a:buNone/>
            </a:pPr>
            <a:r>
              <a:rPr lang="en-AU" sz="1200" i="1" dirty="0">
                <a:solidFill>
                  <a:schemeClr val="accent3">
                    <a:lumMod val="75000"/>
                  </a:schemeClr>
                </a:solidFill>
                <a:latin typeface="Open Sans" pitchFamily="34" charset="0"/>
                <a:ea typeface="Open Sans" pitchFamily="34" charset="-122"/>
                <a:cs typeface="Open Sans" pitchFamily="34" charset="-120"/>
              </a:rPr>
              <a:t>How might we make engaging first the default across Coal Services?</a:t>
            </a:r>
          </a:p>
        </p:txBody>
      </p:sp>
      <p:sp>
        <p:nvSpPr>
          <p:cNvPr id="306" name="Strength 306"/>
          <p:cNvSpPr txBox="1"/>
          <p:nvPr/>
        </p:nvSpPr>
        <p:spPr>
          <a:xfrm>
            <a:off x="9265158" y="4846320"/>
            <a:ext cx="2137410" cy="1051560"/>
          </a:xfrm>
          <a:prstGeom prst="rect">
            <a:avLst/>
          </a:prstGeom>
          <a:noFill/>
          <a:ln>
            <a:noFill/>
          </a:ln>
        </p:spPr>
        <p:txBody>
          <a:bodyPr wrap="square" lIns="0" tIns="0" rIns="0" bIns="0" rtlCol="0" anchor="t">
            <a:noAutofit/>
          </a:bodyPr>
          <a:lstStyle/>
          <a:p>
            <a:pPr algn="l">
              <a:lnSpc>
                <a:spcPct val="100000"/>
              </a:lnSpc>
              <a:spcBef>
                <a:spcPts val="0"/>
              </a:spcBef>
              <a:spcAft>
                <a:spcPts val="200"/>
              </a:spcAft>
              <a:buNone/>
            </a:pPr>
            <a:r>
              <a:rPr lang="en-AU" sz="1000" b="1" dirty="0">
                <a:solidFill>
                  <a:schemeClr val="accent4">
                    <a:lumMod val="75000"/>
                  </a:schemeClr>
                </a:solidFill>
                <a:latin typeface="Poppins SemiBold" pitchFamily="2" charset="0"/>
                <a:cs typeface="Poppins SemiBold" pitchFamily="2" charset="0"/>
              </a:rPr>
              <a:t>STRENGTH TO PROTECT</a:t>
            </a:r>
          </a:p>
          <a:p>
            <a:pPr algn="l">
              <a:lnSpc>
                <a:spcPct val="105000"/>
              </a:lnSpc>
              <a:spcBef>
                <a:spcPts val="0"/>
              </a:spcBef>
              <a:spcAft>
                <a:spcPts val="0"/>
              </a:spcAft>
              <a:buNone/>
            </a:pPr>
            <a:r>
              <a:rPr lang="en-AU" sz="1050" dirty="0">
                <a:solidFill>
                  <a:schemeClr val="accent6">
                    <a:lumMod val="75000"/>
                  </a:schemeClr>
                </a:solidFill>
                <a:latin typeface="Open Sans" pitchFamily="34" charset="0"/>
                <a:ea typeface="Open Sans" pitchFamily="34" charset="-122"/>
                <a:cs typeface="Open Sans" pitchFamily="34" charset="-120"/>
              </a:rPr>
              <a:t>Order 45 consultation, the Standing Dust Committee, and recent improvement in CMI dispute handling</a:t>
            </a:r>
          </a:p>
        </p:txBody>
      </p:sp>
      <p:sp>
        <p:nvSpPr>
          <p:cNvPr id="2" name="Slide Number Placeholder 1">
            <a:extLst>
              <a:ext uri="{FF2B5EF4-FFF2-40B4-BE49-F238E27FC236}">
                <a16:creationId xmlns:a16="http://schemas.microsoft.com/office/drawing/2014/main" id="{2B6BE33A-60B5-E311-CB42-7B2F0308709E}"/>
              </a:ext>
            </a:extLst>
          </p:cNvPr>
          <p:cNvSpPr txBox="1">
            <a:spLocks/>
          </p:cNvSpPr>
          <p:nvPr/>
        </p:nvSpPr>
        <p:spPr>
          <a:xfrm>
            <a:off x="9309830" y="642986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FA8BD019-05FF-F145-A6E1-6EE5A88665E4}" type="slidenum">
              <a:rPr kumimoji="0" lang="en-AU" sz="900" b="0" i="0" u="none" strike="noStrike" kern="1200" cap="none" spc="0" normalizeH="0" baseline="0" noProof="0" smtClean="0">
                <a:ln>
                  <a:noFill/>
                </a:ln>
                <a:solidFill>
                  <a:schemeClr val="bg2">
                    <a:lumMod val="10000"/>
                  </a:schemeClr>
                </a:solidFill>
                <a:effectLst/>
                <a:uLnTx/>
                <a:uFillTx/>
                <a:latin typeface="Aptos" panose="020B00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AU" sz="900" b="0" i="0" u="none" strike="noStrike" kern="1200" cap="none" spc="0" normalizeH="0" baseline="0" noProof="0" dirty="0">
              <a:ln>
                <a:noFill/>
              </a:ln>
              <a:solidFill>
                <a:schemeClr val="bg2">
                  <a:lumMod val="10000"/>
                </a:schemeClr>
              </a:solidFill>
              <a:effectLst/>
              <a:uLnTx/>
              <a:uFillTx/>
              <a:latin typeface="Aptos" panose="020B0004020202020204" pitchFamily="34" charset="0"/>
              <a:ea typeface="+mn-ea"/>
              <a:cs typeface="+mn-cs"/>
            </a:endParaRPr>
          </a:p>
        </p:txBody>
      </p:sp>
    </p:spTree>
    <p:extLst>
      <p:ext uri="{BB962C8B-B14F-4D97-AF65-F5344CB8AC3E}">
        <p14:creationId xmlns:p14="http://schemas.microsoft.com/office/powerpoint/2010/main" val="19222960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04E26-E604-813E-86D3-014AA1D9C32E}"/>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3608ACD3-B5DF-52A8-4DE1-4D5D28F05B17}"/>
              </a:ext>
            </a:extLst>
          </p:cNvPr>
          <p:cNvCxnSpPr>
            <a:cxnSpLocks/>
            <a:stCxn id="6" idx="3"/>
          </p:cNvCxnSpPr>
          <p:nvPr/>
        </p:nvCxnSpPr>
        <p:spPr>
          <a:xfrm>
            <a:off x="2609641" y="277669"/>
            <a:ext cx="9582359"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555E4999-7C88-D24F-75F2-28872F004E5D}"/>
              </a:ext>
            </a:extLst>
          </p:cNvPr>
          <p:cNvCxnSpPr>
            <a:cxnSpLocks/>
            <a:endCxn id="6" idx="1"/>
          </p:cNvCxnSpPr>
          <p:nvPr/>
        </p:nvCxnSpPr>
        <p:spPr>
          <a:xfrm>
            <a:off x="0" y="277669"/>
            <a:ext cx="548641"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 0">
            <a:extLst>
              <a:ext uri="{FF2B5EF4-FFF2-40B4-BE49-F238E27FC236}">
                <a16:creationId xmlns:a16="http://schemas.microsoft.com/office/drawing/2014/main" id="{93F24A76-699F-A050-BCAC-71BD08B264A2}"/>
              </a:ext>
            </a:extLst>
          </p:cNvPr>
          <p:cNvSpPr/>
          <p:nvPr/>
        </p:nvSpPr>
        <p:spPr>
          <a:xfrm>
            <a:off x="548641" y="165782"/>
            <a:ext cx="2061000" cy="223773"/>
          </a:xfrm>
          <a:prstGeom prst="roundRect">
            <a:avLst>
              <a:gd name="adj" fmla="val 50000"/>
            </a:avLst>
          </a:prstGeom>
          <a:noFill/>
          <a:ln w="3175">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i="0" u="none" strike="noStrike" kern="0" cap="none" normalizeH="0" baseline="0" noProof="0" dirty="0">
                <a:ln>
                  <a:noFill/>
                </a:ln>
                <a:solidFill>
                  <a:schemeClr val="accent6"/>
                </a:solidFill>
                <a:effectLst/>
                <a:uLnTx/>
                <a:uFillTx/>
                <a:latin typeface="Poppins" pitchFamily="34" charset="0"/>
                <a:ea typeface="Poppins" pitchFamily="34" charset="-122"/>
                <a:cs typeface="Poppins" pitchFamily="34" charset="-120"/>
              </a:rPr>
              <a:t>ISS GMT Working Session</a:t>
            </a:r>
          </a:p>
        </p:txBody>
      </p:sp>
      <p:sp>
        <p:nvSpPr>
          <p:cNvPr id="14" name="Title 4">
            <a:extLst>
              <a:ext uri="{FF2B5EF4-FFF2-40B4-BE49-F238E27FC236}">
                <a16:creationId xmlns:a16="http://schemas.microsoft.com/office/drawing/2014/main" id="{15B0D0C6-2A12-4A64-5CA6-AFD820857D29}"/>
              </a:ext>
            </a:extLst>
          </p:cNvPr>
          <p:cNvSpPr txBox="1">
            <a:spLocks/>
          </p:cNvSpPr>
          <p:nvPr/>
        </p:nvSpPr>
        <p:spPr>
          <a:xfrm>
            <a:off x="525018" y="573082"/>
            <a:ext cx="11200000" cy="880000"/>
          </a:xfrm>
          <a:prstGeom prst="rect">
            <a:avLst/>
          </a:prstGeom>
        </p:spPr>
        <p:txBody>
          <a:bodyPr vert="horz" lIns="91440" tIns="45720" rIns="91440" bIns="45720" rtlCol="0" anchor="t">
            <a:noAutofit/>
          </a:bodyPr>
          <a:lstStyle>
            <a:defPPr>
              <a:defRPr lang="en-US"/>
            </a:defPPr>
            <a:lvl1pPr>
              <a:lnSpc>
                <a:spcPct val="114000"/>
              </a:lnSpc>
              <a:spcBef>
                <a:spcPct val="0"/>
              </a:spcBef>
              <a:buNone/>
              <a:defRPr sz="2200">
                <a:solidFill>
                  <a:schemeClr val="accent6">
                    <a:lumMod val="75000"/>
                  </a:schemeClr>
                </a:solidFill>
                <a:latin typeface="Poppins SemiBold" panose="00000700000000000000" pitchFamily="2" charset="0"/>
                <a:ea typeface="+mj-ea"/>
                <a:cs typeface="Poppins SemiBold" panose="00000700000000000000" pitchFamily="2" charset="0"/>
              </a:defRPr>
            </a:lvl1pPr>
          </a:lstStyle>
          <a:p>
            <a:r>
              <a:rPr lang="en-AU" dirty="0"/>
              <a:t>Two rounds per group, </a:t>
            </a:r>
            <a:r>
              <a:rPr lang="en-AU" dirty="0">
                <a:solidFill>
                  <a:schemeClr val="accent3"/>
                </a:solidFill>
              </a:rPr>
              <a:t>with the second building on the first</a:t>
            </a:r>
            <a:endParaRPr lang="en-AU" dirty="0"/>
          </a:p>
        </p:txBody>
      </p:sp>
      <p:sp>
        <p:nvSpPr>
          <p:cNvPr id="307" name="Round card 307"/>
          <p:cNvSpPr/>
          <p:nvPr/>
        </p:nvSpPr>
        <p:spPr>
          <a:xfrm>
            <a:off x="566928" y="1463040"/>
            <a:ext cx="5166360" cy="3017520"/>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p:spPr>
        <p:txBody>
          <a:bodyPr wrap="square" lIns="0" tIns="0" rIns="0" bIns="0" rtlCol="0" anchor="t">
            <a:noAutofit/>
          </a:bodyPr>
          <a:lstStyle/>
          <a:p>
            <a:endParaRPr lang="en-AU" sz="1000"/>
          </a:p>
        </p:txBody>
      </p:sp>
      <p:sp>
        <p:nvSpPr>
          <p:cNvPr id="308" name="Number 308"/>
          <p:cNvSpPr/>
          <p:nvPr/>
        </p:nvSpPr>
        <p:spPr>
          <a:xfrm>
            <a:off x="886968" y="1691640"/>
            <a:ext cx="640080" cy="640080"/>
          </a:xfrm>
          <a:prstGeom prst="ellipse">
            <a:avLst/>
          </a:prstGeom>
          <a:solidFill>
            <a:schemeClr val="accent3"/>
          </a:solidFill>
          <a:ln>
            <a:noFill/>
          </a:ln>
        </p:spPr>
        <p:txBody>
          <a:bodyPr wrap="square" lIns="0" tIns="0" rIns="0" bIns="0" rtlCol="0" anchor="ctr">
            <a:noAutofit/>
          </a:bodyPr>
          <a:lstStyle/>
          <a:p>
            <a:pPr algn="ctr">
              <a:lnSpc>
                <a:spcPct val="100000"/>
              </a:lnSpc>
              <a:spcBef>
                <a:spcPts val="0"/>
              </a:spcBef>
              <a:spcAft>
                <a:spcPts val="0"/>
              </a:spcAft>
              <a:buNone/>
            </a:pPr>
            <a:r>
              <a:rPr lang="en-AU" sz="2000" b="1" dirty="0">
                <a:solidFill>
                  <a:schemeClr val="bg1"/>
                </a:solidFill>
                <a:latin typeface="Poppins SemiBold" pitchFamily="2" charset="0"/>
                <a:cs typeface="Poppins SemiBold" pitchFamily="2" charset="0"/>
              </a:rPr>
              <a:t>1</a:t>
            </a:r>
          </a:p>
        </p:txBody>
      </p:sp>
      <p:sp>
        <p:nvSpPr>
          <p:cNvPr id="309" name="Round label 309"/>
          <p:cNvSpPr txBox="1"/>
          <p:nvPr/>
        </p:nvSpPr>
        <p:spPr>
          <a:xfrm>
            <a:off x="1709928" y="1691640"/>
            <a:ext cx="3794760" cy="274320"/>
          </a:xfrm>
          <a:prstGeom prst="rect">
            <a:avLst/>
          </a:prstGeom>
          <a:noFill/>
          <a:ln>
            <a:noFill/>
          </a:ln>
        </p:spPr>
        <p:txBody>
          <a:bodyPr wrap="square" lIns="0" tIns="0" rIns="0" bIns="0" rtlCol="0" anchor="t">
            <a:noAutofit/>
          </a:bodyPr>
          <a:lstStyle/>
          <a:p>
            <a:pPr algn="l">
              <a:lnSpc>
                <a:spcPct val="100000"/>
              </a:lnSpc>
              <a:spcBef>
                <a:spcPts val="0"/>
              </a:spcBef>
              <a:spcAft>
                <a:spcPts val="0"/>
              </a:spcAft>
              <a:buNone/>
            </a:pPr>
            <a:r>
              <a:rPr lang="en-AU" sz="1050" b="1" dirty="0">
                <a:solidFill>
                  <a:schemeClr val="accent3"/>
                </a:solidFill>
                <a:latin typeface="Poppins SemiBold" pitchFamily="2" charset="0"/>
                <a:cs typeface="Poppins SemiBold" pitchFamily="2" charset="0"/>
              </a:rPr>
              <a:t>ROUND 1  |  12 MIN  |  FIRST STATION</a:t>
            </a:r>
          </a:p>
        </p:txBody>
      </p:sp>
      <p:sp>
        <p:nvSpPr>
          <p:cNvPr id="310" name="Round head 310"/>
          <p:cNvSpPr txBox="1"/>
          <p:nvPr/>
        </p:nvSpPr>
        <p:spPr>
          <a:xfrm>
            <a:off x="1709928" y="1965960"/>
            <a:ext cx="3794760" cy="411480"/>
          </a:xfrm>
          <a:prstGeom prst="rect">
            <a:avLst/>
          </a:prstGeom>
          <a:noFill/>
          <a:ln>
            <a:noFill/>
          </a:ln>
        </p:spPr>
        <p:txBody>
          <a:bodyPr wrap="square" lIns="0" tIns="0" rIns="0" bIns="0" rtlCol="0" anchor="t">
            <a:noAutofit/>
          </a:bodyPr>
          <a:lstStyle/>
          <a:p>
            <a:pPr algn="l">
              <a:lnSpc>
                <a:spcPct val="100000"/>
              </a:lnSpc>
              <a:spcBef>
                <a:spcPts val="0"/>
              </a:spcBef>
              <a:spcAft>
                <a:spcPts val="0"/>
              </a:spcAft>
              <a:buNone/>
            </a:pPr>
            <a:r>
              <a:rPr lang="en-AU" sz="1800" b="1" dirty="0">
                <a:solidFill>
                  <a:schemeClr val="accent6">
                    <a:lumMod val="75000"/>
                  </a:schemeClr>
                </a:solidFill>
                <a:latin typeface="Poppins SemiBold" pitchFamily="2" charset="0"/>
                <a:cs typeface="Poppins SemiBold" pitchFamily="2" charset="0"/>
              </a:rPr>
              <a:t>Map and find the gaps</a:t>
            </a:r>
          </a:p>
        </p:txBody>
      </p:sp>
      <p:sp>
        <p:nvSpPr>
          <p:cNvPr id="311" name="Round body 311"/>
          <p:cNvSpPr txBox="1"/>
          <p:nvPr/>
        </p:nvSpPr>
        <p:spPr>
          <a:xfrm>
            <a:off x="886968" y="2606040"/>
            <a:ext cx="4526280" cy="1737360"/>
          </a:xfrm>
          <a:prstGeom prst="rect">
            <a:avLst/>
          </a:prstGeom>
          <a:noFill/>
          <a:ln>
            <a:noFill/>
          </a:ln>
        </p:spPr>
        <p:txBody>
          <a:bodyPr wrap="square" lIns="0" tIns="0" rIns="0" bIns="0" rtlCol="0" anchor="t">
            <a:noAutofit/>
          </a:bodyPr>
          <a:lstStyle/>
          <a:p>
            <a:pPr marL="228600" indent="-228600">
              <a:lnSpc>
                <a:spcPct val="105000"/>
              </a:lnSpc>
              <a:spcAft>
                <a:spcPts val="800"/>
              </a:spcAft>
              <a:buClr>
                <a:schemeClr val="accent3"/>
              </a:buClr>
              <a:buFont typeface="Arial"/>
              <a:buChar char="•"/>
            </a:pPr>
            <a:r>
              <a:rPr lang="en-AU" sz="1300" dirty="0">
                <a:solidFill>
                  <a:schemeClr val="accent6">
                    <a:lumMod val="75000"/>
                  </a:schemeClr>
                </a:solidFill>
                <a:latin typeface="Open Sans" pitchFamily="34" charset="0"/>
                <a:ea typeface="Open Sans" pitchFamily="34" charset="-122"/>
                <a:cs typeface="Open Sans" pitchFamily="34" charset="-120"/>
              </a:rPr>
              <a:t>Check each initiative card sits against the right problem, and add anything missing</a:t>
            </a:r>
          </a:p>
          <a:p>
            <a:pPr marL="228600" indent="-228600">
              <a:lnSpc>
                <a:spcPct val="105000"/>
              </a:lnSpc>
              <a:spcAft>
                <a:spcPts val="800"/>
              </a:spcAft>
              <a:buClr>
                <a:schemeClr val="accent3"/>
              </a:buClr>
              <a:buFont typeface="Arial"/>
              <a:buChar char="•"/>
            </a:pPr>
            <a:r>
              <a:rPr lang="en-AU" sz="1300" dirty="0">
                <a:solidFill>
                  <a:schemeClr val="accent6">
                    <a:lumMod val="75000"/>
                  </a:schemeClr>
                </a:solidFill>
                <a:latin typeface="Open Sans" pitchFamily="34" charset="0"/>
                <a:ea typeface="Open Sans" pitchFamily="34" charset="-122"/>
                <a:cs typeface="Open Sans" pitchFamily="34" charset="-120"/>
              </a:rPr>
              <a:t>Mark the problems nothing is currently addressing</a:t>
            </a:r>
          </a:p>
        </p:txBody>
      </p:sp>
      <p:sp>
        <p:nvSpPr>
          <p:cNvPr id="312" name="Round card 312"/>
          <p:cNvSpPr/>
          <p:nvPr/>
        </p:nvSpPr>
        <p:spPr>
          <a:xfrm>
            <a:off x="6464808" y="1463040"/>
            <a:ext cx="5166360" cy="3017520"/>
          </a:xfrm>
          <a:prstGeom prst="rect">
            <a:avLst/>
          </a:prstGeom>
          <a:solidFill>
            <a:schemeClr val="accent6"/>
          </a:solidFill>
          <a:ln>
            <a:noFill/>
          </a:ln>
        </p:spPr>
        <p:txBody>
          <a:bodyPr wrap="square" lIns="0" tIns="0" rIns="0" bIns="0" rtlCol="0" anchor="t">
            <a:noAutofit/>
          </a:bodyPr>
          <a:lstStyle/>
          <a:p>
            <a:endParaRPr lang="en-AU" sz="1000"/>
          </a:p>
        </p:txBody>
      </p:sp>
      <p:sp>
        <p:nvSpPr>
          <p:cNvPr id="313" name="Number 313"/>
          <p:cNvSpPr/>
          <p:nvPr/>
        </p:nvSpPr>
        <p:spPr>
          <a:xfrm>
            <a:off x="6784848" y="1691640"/>
            <a:ext cx="640080" cy="640080"/>
          </a:xfrm>
          <a:prstGeom prst="ellipse">
            <a:avLst/>
          </a:prstGeom>
          <a:solidFill>
            <a:schemeClr val="bg1"/>
          </a:solidFill>
          <a:ln>
            <a:noFill/>
          </a:ln>
        </p:spPr>
        <p:txBody>
          <a:bodyPr wrap="square" lIns="0" tIns="0" rIns="0" bIns="0" rtlCol="0" anchor="ctr">
            <a:noAutofit/>
          </a:bodyPr>
          <a:lstStyle/>
          <a:p>
            <a:pPr algn="ctr">
              <a:lnSpc>
                <a:spcPct val="100000"/>
              </a:lnSpc>
              <a:spcBef>
                <a:spcPts val="0"/>
              </a:spcBef>
              <a:spcAft>
                <a:spcPts val="0"/>
              </a:spcAft>
              <a:buNone/>
            </a:pPr>
            <a:r>
              <a:rPr lang="en-AU" sz="2000" b="1" dirty="0">
                <a:solidFill>
                  <a:schemeClr val="accent6"/>
                </a:solidFill>
                <a:latin typeface="Poppins SemiBold" pitchFamily="2" charset="0"/>
                <a:cs typeface="Poppins SemiBold" pitchFamily="2" charset="0"/>
              </a:rPr>
              <a:t>2</a:t>
            </a:r>
          </a:p>
        </p:txBody>
      </p:sp>
      <p:sp>
        <p:nvSpPr>
          <p:cNvPr id="314" name="Round label 314"/>
          <p:cNvSpPr txBox="1"/>
          <p:nvPr/>
        </p:nvSpPr>
        <p:spPr>
          <a:xfrm>
            <a:off x="7607808" y="1691640"/>
            <a:ext cx="3794760" cy="274320"/>
          </a:xfrm>
          <a:prstGeom prst="rect">
            <a:avLst/>
          </a:prstGeom>
          <a:noFill/>
          <a:ln>
            <a:noFill/>
          </a:ln>
        </p:spPr>
        <p:txBody>
          <a:bodyPr wrap="square" lIns="0" tIns="0" rIns="0" bIns="0" rtlCol="0" anchor="t">
            <a:noAutofit/>
          </a:bodyPr>
          <a:lstStyle/>
          <a:p>
            <a:pPr algn="l">
              <a:lnSpc>
                <a:spcPct val="100000"/>
              </a:lnSpc>
              <a:spcBef>
                <a:spcPts val="0"/>
              </a:spcBef>
              <a:spcAft>
                <a:spcPts val="0"/>
              </a:spcAft>
              <a:buNone/>
            </a:pPr>
            <a:r>
              <a:rPr lang="en-AU" sz="1050" b="1" dirty="0">
                <a:solidFill>
                  <a:schemeClr val="accent5"/>
                </a:solidFill>
                <a:latin typeface="Poppins SemiBold" pitchFamily="2" charset="0"/>
                <a:cs typeface="Poppins SemiBold" pitchFamily="2" charset="0"/>
              </a:rPr>
              <a:t>ROUND 2  |  12 MIN  |  NEXT STATION</a:t>
            </a:r>
          </a:p>
        </p:txBody>
      </p:sp>
      <p:sp>
        <p:nvSpPr>
          <p:cNvPr id="315" name="Round head 315"/>
          <p:cNvSpPr txBox="1"/>
          <p:nvPr/>
        </p:nvSpPr>
        <p:spPr>
          <a:xfrm>
            <a:off x="7607808" y="1965960"/>
            <a:ext cx="3794760" cy="411480"/>
          </a:xfrm>
          <a:prstGeom prst="rect">
            <a:avLst/>
          </a:prstGeom>
          <a:noFill/>
          <a:ln>
            <a:noFill/>
          </a:ln>
        </p:spPr>
        <p:txBody>
          <a:bodyPr wrap="square" lIns="0" tIns="0" rIns="0" bIns="0" rtlCol="0" anchor="t">
            <a:noAutofit/>
          </a:bodyPr>
          <a:lstStyle/>
          <a:p>
            <a:pPr algn="l">
              <a:lnSpc>
                <a:spcPct val="100000"/>
              </a:lnSpc>
              <a:spcBef>
                <a:spcPts val="0"/>
              </a:spcBef>
              <a:spcAft>
                <a:spcPts val="0"/>
              </a:spcAft>
              <a:buNone/>
            </a:pPr>
            <a:r>
              <a:rPr lang="en-AU" sz="1800" b="1" dirty="0">
                <a:solidFill>
                  <a:schemeClr val="bg1"/>
                </a:solidFill>
                <a:latin typeface="Poppins SemiBold" pitchFamily="2" charset="0"/>
                <a:cs typeface="Poppins SemiBold" pitchFamily="2" charset="0"/>
              </a:rPr>
              <a:t>Time and prioritise</a:t>
            </a:r>
          </a:p>
        </p:txBody>
      </p:sp>
      <p:sp>
        <p:nvSpPr>
          <p:cNvPr id="316" name="Round body 316"/>
          <p:cNvSpPr txBox="1"/>
          <p:nvPr/>
        </p:nvSpPr>
        <p:spPr>
          <a:xfrm>
            <a:off x="6784848" y="2606040"/>
            <a:ext cx="4526280" cy="1737360"/>
          </a:xfrm>
          <a:prstGeom prst="rect">
            <a:avLst/>
          </a:prstGeom>
          <a:noFill/>
          <a:ln>
            <a:noFill/>
          </a:ln>
        </p:spPr>
        <p:txBody>
          <a:bodyPr wrap="square" lIns="0" tIns="0" rIns="0" bIns="0" rtlCol="0" anchor="t">
            <a:noAutofit/>
          </a:bodyPr>
          <a:lstStyle/>
          <a:p>
            <a:pPr marL="228600" indent="-228600">
              <a:lnSpc>
                <a:spcPct val="105000"/>
              </a:lnSpc>
              <a:spcAft>
                <a:spcPts val="800"/>
              </a:spcAft>
              <a:buClr>
                <a:schemeClr val="accent3"/>
              </a:buClr>
              <a:buFont typeface="Arial"/>
              <a:buChar char="•"/>
            </a:pPr>
            <a:r>
              <a:rPr lang="en-AU" sz="1300" dirty="0">
                <a:solidFill>
                  <a:schemeClr val="bg1"/>
                </a:solidFill>
                <a:latin typeface="Open Sans" pitchFamily="34" charset="0"/>
                <a:ea typeface="Open Sans" pitchFamily="34" charset="-122"/>
                <a:cs typeface="Open Sans" pitchFamily="34" charset="-120"/>
              </a:rPr>
              <a:t>Review the first group’s work, then estimate when stakeholders will notice: now, next or later</a:t>
            </a:r>
          </a:p>
          <a:p>
            <a:pPr marL="228600" indent="-228600">
              <a:lnSpc>
                <a:spcPct val="105000"/>
              </a:lnSpc>
              <a:spcAft>
                <a:spcPts val="800"/>
              </a:spcAft>
              <a:buClr>
                <a:schemeClr val="accent3"/>
              </a:buClr>
              <a:buFont typeface="Arial"/>
              <a:buChar char="•"/>
            </a:pPr>
            <a:r>
              <a:rPr lang="en-AU" sz="1300" dirty="0">
                <a:solidFill>
                  <a:schemeClr val="bg1"/>
                </a:solidFill>
                <a:latin typeface="Open Sans" pitchFamily="34" charset="0"/>
                <a:ea typeface="Open Sans" pitchFamily="34" charset="-122"/>
                <a:cs typeface="Open Sans" pitchFamily="34" charset="-120"/>
              </a:rPr>
              <a:t>Choose the top two, and flag anything that needs expectation management</a:t>
            </a:r>
          </a:p>
        </p:txBody>
      </p:sp>
      <p:sp>
        <p:nvSpPr>
          <p:cNvPr id="317" name="Arrow 317"/>
          <p:cNvSpPr/>
          <p:nvPr/>
        </p:nvSpPr>
        <p:spPr>
          <a:xfrm>
            <a:off x="5870448" y="2697480"/>
            <a:ext cx="457200" cy="548640"/>
          </a:xfrm>
          <a:prstGeom prst="chevron">
            <a:avLst/>
          </a:prstGeom>
          <a:solidFill>
            <a:schemeClr val="accent3"/>
          </a:solidFill>
          <a:ln>
            <a:noFill/>
          </a:ln>
        </p:spPr>
        <p:txBody>
          <a:bodyPr wrap="square" lIns="0" tIns="0" rIns="0" bIns="0" rtlCol="0" anchor="t">
            <a:noAutofit/>
          </a:bodyPr>
          <a:lstStyle/>
          <a:p>
            <a:endParaRPr lang="en-AU" sz="1000"/>
          </a:p>
        </p:txBody>
      </p:sp>
      <p:sp>
        <p:nvSpPr>
          <p:cNvPr id="318" name="Pill 318"/>
          <p:cNvSpPr/>
          <p:nvPr/>
        </p:nvSpPr>
        <p:spPr>
          <a:xfrm>
            <a:off x="566928" y="4800600"/>
            <a:ext cx="3535680" cy="685800"/>
          </a:xfrm>
          <a:prstGeom prst="roundRect">
            <a:avLst>
              <a:gd name="adj" fmla="val 50000"/>
            </a:avLst>
          </a:prstGeom>
          <a:solidFill>
            <a:schemeClr val="bg1"/>
          </a:solidFill>
          <a:ln>
            <a:noFill/>
          </a:ln>
          <a:effectLst>
            <a:outerShdw blurRad="76200" dist="12700" dir="5400000" algn="t" rotWithShape="0">
              <a:srgbClr val="445469">
                <a:alpha val="14000"/>
              </a:srgbClr>
            </a:outerShdw>
          </a:effectLst>
        </p:spPr>
        <p:txBody>
          <a:bodyPr wrap="square" lIns="274320" tIns="0" rIns="274320" bIns="0" rtlCol="0" anchor="ctr">
            <a:noAutofit/>
          </a:bodyPr>
          <a:lstStyle/>
          <a:p>
            <a:pPr algn="ctr">
              <a:lnSpc>
                <a:spcPct val="100000"/>
              </a:lnSpc>
              <a:spcBef>
                <a:spcPts val="0"/>
              </a:spcBef>
              <a:spcAft>
                <a:spcPts val="0"/>
              </a:spcAft>
              <a:buNone/>
            </a:pPr>
            <a:r>
              <a:rPr lang="en-AU" sz="1250" b="1" dirty="0">
                <a:solidFill>
                  <a:schemeClr val="accent6">
                    <a:lumMod val="75000"/>
                  </a:schemeClr>
                </a:solidFill>
                <a:latin typeface="Poppins SemiBold" pitchFamily="2" charset="0"/>
                <a:cs typeface="Poppins SemiBold" pitchFamily="2" charset="0"/>
              </a:rPr>
              <a:t>Four mixed-BU groups, one per station to start</a:t>
            </a:r>
          </a:p>
        </p:txBody>
      </p:sp>
      <p:sp>
        <p:nvSpPr>
          <p:cNvPr id="319" name="Pill 319"/>
          <p:cNvSpPr/>
          <p:nvPr/>
        </p:nvSpPr>
        <p:spPr>
          <a:xfrm>
            <a:off x="4331208" y="4800600"/>
            <a:ext cx="3535680" cy="685800"/>
          </a:xfrm>
          <a:prstGeom prst="roundRect">
            <a:avLst>
              <a:gd name="adj" fmla="val 50000"/>
            </a:avLst>
          </a:prstGeom>
          <a:solidFill>
            <a:schemeClr val="bg1"/>
          </a:solidFill>
          <a:ln>
            <a:noFill/>
          </a:ln>
          <a:effectLst>
            <a:outerShdw blurRad="76200" dist="12700" dir="5400000" algn="t" rotWithShape="0">
              <a:srgbClr val="445469">
                <a:alpha val="14000"/>
              </a:srgbClr>
            </a:outerShdw>
          </a:effectLst>
        </p:spPr>
        <p:txBody>
          <a:bodyPr wrap="square" lIns="274320" tIns="0" rIns="274320" bIns="0" rtlCol="0" anchor="ctr">
            <a:noAutofit/>
          </a:bodyPr>
          <a:lstStyle/>
          <a:p>
            <a:pPr algn="ctr">
              <a:lnSpc>
                <a:spcPct val="100000"/>
              </a:lnSpc>
              <a:spcBef>
                <a:spcPts val="0"/>
              </a:spcBef>
              <a:spcAft>
                <a:spcPts val="0"/>
              </a:spcAft>
              <a:buNone/>
            </a:pPr>
            <a:r>
              <a:rPr lang="en-AU" sz="1250" b="1" dirty="0">
                <a:solidFill>
                  <a:schemeClr val="accent6">
                    <a:lumMod val="75000"/>
                  </a:schemeClr>
                </a:solidFill>
                <a:latin typeface="Poppins SemiBold" pitchFamily="2" charset="0"/>
                <a:cs typeface="Poppins SemiBold" pitchFamily="2" charset="0"/>
              </a:rPr>
              <a:t>Build on what is there, don’t start over</a:t>
            </a:r>
          </a:p>
        </p:txBody>
      </p:sp>
      <p:sp>
        <p:nvSpPr>
          <p:cNvPr id="320" name="Pill 320"/>
          <p:cNvSpPr/>
          <p:nvPr/>
        </p:nvSpPr>
        <p:spPr>
          <a:xfrm>
            <a:off x="8095488" y="4800600"/>
            <a:ext cx="3535680" cy="685800"/>
          </a:xfrm>
          <a:prstGeom prst="roundRect">
            <a:avLst>
              <a:gd name="adj" fmla="val 50000"/>
            </a:avLst>
          </a:prstGeom>
          <a:solidFill>
            <a:schemeClr val="bg1"/>
          </a:solidFill>
          <a:ln>
            <a:noFill/>
          </a:ln>
          <a:effectLst>
            <a:outerShdw blurRad="76200" dist="12700" dir="5400000" algn="t" rotWithShape="0">
              <a:srgbClr val="445469">
                <a:alpha val="14000"/>
              </a:srgbClr>
            </a:outerShdw>
          </a:effectLst>
        </p:spPr>
        <p:txBody>
          <a:bodyPr wrap="square" lIns="274320" tIns="0" rIns="274320" bIns="0" rtlCol="0" anchor="ctr">
            <a:noAutofit/>
          </a:bodyPr>
          <a:lstStyle/>
          <a:p>
            <a:pPr algn="ctr">
              <a:lnSpc>
                <a:spcPct val="100000"/>
              </a:lnSpc>
              <a:spcBef>
                <a:spcPts val="0"/>
              </a:spcBef>
              <a:spcAft>
                <a:spcPts val="0"/>
              </a:spcAft>
              <a:buNone/>
            </a:pPr>
            <a:r>
              <a:rPr lang="en-AU" sz="1250" b="1" dirty="0">
                <a:solidFill>
                  <a:schemeClr val="accent6">
                    <a:lumMod val="75000"/>
                  </a:schemeClr>
                </a:solidFill>
                <a:latin typeface="Poppins SemiBold" pitchFamily="2" charset="0"/>
                <a:cs typeface="Poppins SemiBold" pitchFamily="2" charset="0"/>
              </a:rPr>
              <a:t>The round 2 group plays back each station</a:t>
            </a:r>
          </a:p>
        </p:txBody>
      </p:sp>
      <p:sp>
        <p:nvSpPr>
          <p:cNvPr id="2" name="Slide Number Placeholder 1">
            <a:extLst>
              <a:ext uri="{FF2B5EF4-FFF2-40B4-BE49-F238E27FC236}">
                <a16:creationId xmlns:a16="http://schemas.microsoft.com/office/drawing/2014/main" id="{2B6BE33A-60B5-E311-CB42-7B2F0308709E}"/>
              </a:ext>
            </a:extLst>
          </p:cNvPr>
          <p:cNvSpPr txBox="1">
            <a:spLocks/>
          </p:cNvSpPr>
          <p:nvPr/>
        </p:nvSpPr>
        <p:spPr>
          <a:xfrm>
            <a:off x="9309830" y="642986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FA8BD019-05FF-F145-A6E1-6EE5A88665E4}" type="slidenum">
              <a:rPr kumimoji="0" lang="en-AU" sz="900" b="0" i="0" u="none" strike="noStrike" kern="1200" cap="none" spc="0" normalizeH="0" baseline="0" noProof="0" smtClean="0">
                <a:ln>
                  <a:noFill/>
                </a:ln>
                <a:solidFill>
                  <a:schemeClr val="bg2">
                    <a:lumMod val="10000"/>
                  </a:schemeClr>
                </a:solidFill>
                <a:effectLst/>
                <a:uLnTx/>
                <a:uFillTx/>
                <a:latin typeface="Aptos" panose="020B00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AU" sz="900" b="0" i="0" u="none" strike="noStrike" kern="1200" cap="none" spc="0" normalizeH="0" baseline="0" noProof="0" dirty="0">
              <a:ln>
                <a:noFill/>
              </a:ln>
              <a:solidFill>
                <a:schemeClr val="bg2">
                  <a:lumMod val="10000"/>
                </a:schemeClr>
              </a:solidFill>
              <a:effectLst/>
              <a:uLnTx/>
              <a:uFillTx/>
              <a:latin typeface="Aptos" panose="020B0004020202020204" pitchFamily="34" charset="0"/>
              <a:ea typeface="+mn-ea"/>
              <a:cs typeface="+mn-cs"/>
            </a:endParaRPr>
          </a:p>
        </p:txBody>
      </p:sp>
    </p:spTree>
    <p:extLst>
      <p:ext uri="{BB962C8B-B14F-4D97-AF65-F5344CB8AC3E}">
        <p14:creationId xmlns:p14="http://schemas.microsoft.com/office/powerpoint/2010/main" val="19222960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04E26-E604-813E-86D3-014AA1D9C32E}"/>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3608ACD3-B5DF-52A8-4DE1-4D5D28F05B17}"/>
              </a:ext>
            </a:extLst>
          </p:cNvPr>
          <p:cNvCxnSpPr>
            <a:cxnSpLocks/>
            <a:stCxn id="6" idx="3"/>
          </p:cNvCxnSpPr>
          <p:nvPr/>
        </p:nvCxnSpPr>
        <p:spPr>
          <a:xfrm>
            <a:off x="3218641" y="277669"/>
            <a:ext cx="8973359"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555E4999-7C88-D24F-75F2-28872F004E5D}"/>
              </a:ext>
            </a:extLst>
          </p:cNvPr>
          <p:cNvCxnSpPr>
            <a:cxnSpLocks/>
            <a:endCxn id="6" idx="1"/>
          </p:cNvCxnSpPr>
          <p:nvPr/>
        </p:nvCxnSpPr>
        <p:spPr>
          <a:xfrm>
            <a:off x="0" y="277669"/>
            <a:ext cx="548641"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 0">
            <a:extLst>
              <a:ext uri="{FF2B5EF4-FFF2-40B4-BE49-F238E27FC236}">
                <a16:creationId xmlns:a16="http://schemas.microsoft.com/office/drawing/2014/main" id="{93F24A76-699F-A050-BCAC-71BD08B264A2}"/>
              </a:ext>
            </a:extLst>
          </p:cNvPr>
          <p:cNvSpPr/>
          <p:nvPr/>
        </p:nvSpPr>
        <p:spPr>
          <a:xfrm>
            <a:off x="548641" y="165782"/>
            <a:ext cx="2670000" cy="223773"/>
          </a:xfrm>
          <a:prstGeom prst="roundRect">
            <a:avLst>
              <a:gd name="adj" fmla="val 50000"/>
            </a:avLst>
          </a:prstGeom>
          <a:noFill/>
          <a:ln w="3175">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i="0" u="none" strike="noStrike" kern="0" cap="none" normalizeH="0" baseline="0" noProof="0" dirty="0">
                <a:ln>
                  <a:noFill/>
                </a:ln>
                <a:solidFill>
                  <a:schemeClr val="accent6"/>
                </a:solidFill>
                <a:effectLst/>
                <a:uLnTx/>
                <a:uFillTx/>
                <a:latin typeface="Poppins" pitchFamily="34" charset="0"/>
                <a:ea typeface="Poppins" pitchFamily="34" charset="-122"/>
                <a:cs typeface="Poppins" pitchFamily="34" charset="-120"/>
              </a:rPr>
              <a:t>Station canvas  |  Print at A3</a:t>
            </a:r>
          </a:p>
        </p:txBody>
      </p:sp>
      <p:sp>
        <p:nvSpPr>
          <p:cNvPr id="14" name="Title 4">
            <a:extLst>
              <a:ext uri="{FF2B5EF4-FFF2-40B4-BE49-F238E27FC236}">
                <a16:creationId xmlns:a16="http://schemas.microsoft.com/office/drawing/2014/main" id="{15B0D0C6-2A12-4A64-5CA6-AFD820857D29}"/>
              </a:ext>
            </a:extLst>
          </p:cNvPr>
          <p:cNvSpPr txBox="1">
            <a:spLocks/>
          </p:cNvSpPr>
          <p:nvPr/>
        </p:nvSpPr>
        <p:spPr>
          <a:xfrm>
            <a:off x="525018" y="573082"/>
            <a:ext cx="11200000" cy="880000"/>
          </a:xfrm>
          <a:prstGeom prst="rect">
            <a:avLst/>
          </a:prstGeom>
        </p:spPr>
        <p:txBody>
          <a:bodyPr vert="horz" lIns="91440" tIns="45720" rIns="91440" bIns="45720" rtlCol="0" anchor="t">
            <a:noAutofit/>
          </a:bodyPr>
          <a:lstStyle>
            <a:defPPr>
              <a:defRPr lang="en-US"/>
            </a:defPPr>
            <a:lvl1pPr>
              <a:lnSpc>
                <a:spcPct val="114000"/>
              </a:lnSpc>
              <a:spcBef>
                <a:spcPct val="0"/>
              </a:spcBef>
              <a:buNone/>
              <a:defRPr sz="2200">
                <a:solidFill>
                  <a:schemeClr val="accent6">
                    <a:lumMod val="75000"/>
                  </a:schemeClr>
                </a:solidFill>
                <a:latin typeface="Poppins SemiBold" panose="00000700000000000000" pitchFamily="2" charset="0"/>
                <a:ea typeface="+mj-ea"/>
                <a:cs typeface="Poppins SemiBold" panose="00000700000000000000" pitchFamily="2" charset="0"/>
              </a:defRPr>
            </a:lvl1pPr>
          </a:lstStyle>
          <a:p>
            <a:r>
              <a:rPr lang="en-AU" dirty="0"/>
              <a:t>Station 1: </a:t>
            </a:r>
            <a:r>
              <a:rPr lang="en-AU" dirty="0">
                <a:solidFill>
                  <a:schemeClr val="accent3"/>
                </a:solidFill>
              </a:rPr>
              <a:t>Show the reasoning behind every decision</a:t>
            </a:r>
            <a:endParaRPr lang="en-AU" dirty="0"/>
          </a:p>
        </p:txBody>
      </p:sp>
      <p:sp>
        <p:nvSpPr>
          <p:cNvPr id="321" name="Pill 321"/>
          <p:cNvSpPr/>
          <p:nvPr/>
        </p:nvSpPr>
        <p:spPr>
          <a:xfrm>
            <a:off x="566928" y="1325880"/>
            <a:ext cx="11064240" cy="566928"/>
          </a:xfrm>
          <a:prstGeom prst="roundRect">
            <a:avLst>
              <a:gd name="adj" fmla="val 50000"/>
            </a:avLst>
          </a:prstGeom>
          <a:solidFill>
            <a:schemeClr val="bg1"/>
          </a:solidFill>
          <a:ln>
            <a:noFill/>
          </a:ln>
          <a:effectLst>
            <a:outerShdw blurRad="76200" dist="12700" dir="5400000" algn="t" rotWithShape="0">
              <a:srgbClr val="445469">
                <a:alpha val="14000"/>
              </a:srgbClr>
            </a:outerShdw>
          </a:effectLst>
        </p:spPr>
        <p:txBody>
          <a:bodyPr wrap="square" lIns="274320" tIns="0" rIns="274320" bIns="0" rtlCol="0" anchor="ctr">
            <a:noAutofit/>
          </a:bodyPr>
          <a:lstStyle/>
          <a:p>
            <a:pPr algn="l">
              <a:lnSpc>
                <a:spcPct val="100000"/>
              </a:lnSpc>
              <a:spcBef>
                <a:spcPts val="0"/>
              </a:spcBef>
              <a:spcAft>
                <a:spcPts val="0"/>
              </a:spcAft>
              <a:buNone/>
            </a:pPr>
            <a:r>
              <a:rPr lang="en-AU" sz="1400" b="1" dirty="0">
                <a:solidFill>
                  <a:schemeClr val="accent3">
                    <a:lumMod val="75000"/>
                  </a:schemeClr>
                </a:solidFill>
                <a:latin typeface="Poppins SemiBold" pitchFamily="2" charset="0"/>
                <a:cs typeface="Poppins SemiBold" pitchFamily="2" charset="0"/>
              </a:rPr>
              <a:t>How might we make the reasoning behind our decisions visible to the people they affect?</a:t>
            </a:r>
          </a:p>
        </p:txBody>
      </p:sp>
      <p:sp>
        <p:nvSpPr>
          <p:cNvPr id="322" name="Canvas column 322"/>
          <p:cNvSpPr/>
          <p:nvPr/>
        </p:nvSpPr>
        <p:spPr>
          <a:xfrm>
            <a:off x="566928" y="2103120"/>
            <a:ext cx="2594610" cy="3931920"/>
          </a:xfrm>
          <a:prstGeom prst="rect">
            <a:avLst/>
          </a:prstGeom>
          <a:solidFill>
            <a:schemeClr val="bg1"/>
          </a:solidFill>
          <a:ln w="9525">
            <a:solidFill>
              <a:schemeClr val="accent3">
                <a:lumMod val="40000"/>
                <a:lumOff val="60000"/>
              </a:schemeClr>
            </a:solidFill>
          </a:ln>
        </p:spPr>
        <p:txBody>
          <a:bodyPr wrap="square" lIns="0" tIns="0" rIns="0" bIns="0" rtlCol="0" anchor="t">
            <a:noAutofit/>
          </a:bodyPr>
          <a:lstStyle/>
          <a:p>
            <a:endParaRPr lang="en-AU" sz="1000"/>
          </a:p>
        </p:txBody>
      </p:sp>
      <p:sp>
        <p:nvSpPr>
          <p:cNvPr id="323" name="Canvas head 323"/>
          <p:cNvSpPr/>
          <p:nvPr/>
        </p:nvSpPr>
        <p:spPr>
          <a:xfrm>
            <a:off x="566928" y="2103120"/>
            <a:ext cx="2594610" cy="822960"/>
          </a:xfrm>
          <a:prstGeom prst="rect">
            <a:avLst/>
          </a:prstGeom>
          <a:solidFill>
            <a:schemeClr val="accent5">
              <a:lumMod val="5000"/>
              <a:lumOff val="95000"/>
            </a:schemeClr>
          </a:solidFill>
          <a:ln>
            <a:noFill/>
          </a:ln>
        </p:spPr>
        <p:txBody>
          <a:bodyPr wrap="square" lIns="0" tIns="0" rIns="0" bIns="0" rtlCol="0" anchor="t">
            <a:noAutofit/>
          </a:bodyPr>
          <a:lstStyle/>
          <a:p>
            <a:endParaRPr lang="en-AU" sz="1000"/>
          </a:p>
        </p:txBody>
      </p:sp>
      <p:sp>
        <p:nvSpPr>
          <p:cNvPr id="324" name="Canvas label 324"/>
          <p:cNvSpPr txBox="1"/>
          <p:nvPr/>
        </p:nvSpPr>
        <p:spPr>
          <a:xfrm>
            <a:off x="795528" y="2176272"/>
            <a:ext cx="2137410" cy="685800"/>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1400" b="1" dirty="0">
                <a:solidFill>
                  <a:schemeClr val="accent6">
                    <a:lumMod val="75000"/>
                  </a:schemeClr>
                </a:solidFill>
                <a:latin typeface="Poppins SemiBold" pitchFamily="2" charset="0"/>
                <a:cs typeface="Poppins SemiBold" pitchFamily="2" charset="0"/>
              </a:rPr>
              <a:t>Already in train</a:t>
            </a:r>
          </a:p>
          <a:p>
            <a:pPr algn="l">
              <a:lnSpc>
                <a:spcPct val="100000"/>
              </a:lnSpc>
              <a:spcBef>
                <a:spcPts val="0"/>
              </a:spcBef>
              <a:spcAft>
                <a:spcPts val="0"/>
              </a:spcAft>
              <a:buNone/>
            </a:pPr>
            <a:r>
              <a:rPr lang="en-AU" sz="1050" dirty="0">
                <a:solidFill>
                  <a:schemeClr val="accent6"/>
                </a:solidFill>
                <a:latin typeface="Open Sans" pitchFamily="34" charset="0"/>
                <a:ea typeface="Open Sans" pitchFamily="34" charset="-122"/>
                <a:cs typeface="Open Sans" pitchFamily="34" charset="-120"/>
              </a:rPr>
              <a:t>Initiative, owner, BU</a:t>
            </a:r>
          </a:p>
        </p:txBody>
      </p:sp>
      <p:sp>
        <p:nvSpPr>
          <p:cNvPr id="325" name="Canvas column 325"/>
          <p:cNvSpPr/>
          <p:nvPr/>
        </p:nvSpPr>
        <p:spPr>
          <a:xfrm>
            <a:off x="3390138" y="2103120"/>
            <a:ext cx="2594610" cy="3931920"/>
          </a:xfrm>
          <a:prstGeom prst="rect">
            <a:avLst/>
          </a:prstGeom>
          <a:solidFill>
            <a:schemeClr val="bg1"/>
          </a:solidFill>
          <a:ln w="9525">
            <a:solidFill>
              <a:schemeClr val="accent3">
                <a:lumMod val="40000"/>
                <a:lumOff val="60000"/>
              </a:schemeClr>
            </a:solidFill>
          </a:ln>
        </p:spPr>
        <p:txBody>
          <a:bodyPr wrap="square" lIns="0" tIns="0" rIns="0" bIns="0" rtlCol="0" anchor="t">
            <a:noAutofit/>
          </a:bodyPr>
          <a:lstStyle/>
          <a:p>
            <a:endParaRPr lang="en-AU" sz="1000"/>
          </a:p>
        </p:txBody>
      </p:sp>
      <p:sp>
        <p:nvSpPr>
          <p:cNvPr id="326" name="Canvas head 326"/>
          <p:cNvSpPr/>
          <p:nvPr/>
        </p:nvSpPr>
        <p:spPr>
          <a:xfrm>
            <a:off x="3390138" y="2103120"/>
            <a:ext cx="2594610" cy="822960"/>
          </a:xfrm>
          <a:prstGeom prst="rect">
            <a:avLst/>
          </a:prstGeom>
          <a:solidFill>
            <a:schemeClr val="accent5">
              <a:lumMod val="5000"/>
              <a:lumOff val="95000"/>
            </a:schemeClr>
          </a:solidFill>
          <a:ln>
            <a:noFill/>
          </a:ln>
        </p:spPr>
        <p:txBody>
          <a:bodyPr wrap="square" lIns="0" tIns="0" rIns="0" bIns="0" rtlCol="0" anchor="t">
            <a:noAutofit/>
          </a:bodyPr>
          <a:lstStyle/>
          <a:p>
            <a:endParaRPr lang="en-AU" sz="1000"/>
          </a:p>
        </p:txBody>
      </p:sp>
      <p:sp>
        <p:nvSpPr>
          <p:cNvPr id="327" name="Canvas label 327"/>
          <p:cNvSpPr txBox="1"/>
          <p:nvPr/>
        </p:nvSpPr>
        <p:spPr>
          <a:xfrm>
            <a:off x="3618738" y="2176272"/>
            <a:ext cx="2137410" cy="685800"/>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1400" b="1" dirty="0">
                <a:solidFill>
                  <a:schemeClr val="accent6">
                    <a:lumMod val="75000"/>
                  </a:schemeClr>
                </a:solidFill>
                <a:latin typeface="Poppins SemiBold" pitchFamily="2" charset="0"/>
                <a:cs typeface="Poppins SemiBold" pitchFamily="2" charset="0"/>
              </a:rPr>
              <a:t>Gaps</a:t>
            </a:r>
          </a:p>
          <a:p>
            <a:pPr algn="l">
              <a:lnSpc>
                <a:spcPct val="100000"/>
              </a:lnSpc>
              <a:spcBef>
                <a:spcPts val="0"/>
              </a:spcBef>
              <a:spcAft>
                <a:spcPts val="0"/>
              </a:spcAft>
              <a:buNone/>
            </a:pPr>
            <a:r>
              <a:rPr lang="en-AU" sz="1050" dirty="0">
                <a:solidFill>
                  <a:schemeClr val="accent6"/>
                </a:solidFill>
                <a:latin typeface="Open Sans" pitchFamily="34" charset="0"/>
                <a:ea typeface="Open Sans" pitchFamily="34" charset="-122"/>
                <a:cs typeface="Open Sans" pitchFamily="34" charset="-120"/>
              </a:rPr>
              <a:t>Problems nothing is addressing yet</a:t>
            </a:r>
          </a:p>
        </p:txBody>
      </p:sp>
      <p:sp>
        <p:nvSpPr>
          <p:cNvPr id="328" name="Canvas column 328"/>
          <p:cNvSpPr/>
          <p:nvPr/>
        </p:nvSpPr>
        <p:spPr>
          <a:xfrm>
            <a:off x="6213348" y="2103120"/>
            <a:ext cx="2594610" cy="3931920"/>
          </a:xfrm>
          <a:prstGeom prst="rect">
            <a:avLst/>
          </a:prstGeom>
          <a:solidFill>
            <a:schemeClr val="bg1"/>
          </a:solidFill>
          <a:ln w="9525">
            <a:solidFill>
              <a:schemeClr val="accent3">
                <a:lumMod val="40000"/>
                <a:lumOff val="60000"/>
              </a:schemeClr>
            </a:solidFill>
          </a:ln>
        </p:spPr>
        <p:txBody>
          <a:bodyPr wrap="square" lIns="0" tIns="0" rIns="0" bIns="0" rtlCol="0" anchor="t">
            <a:noAutofit/>
          </a:bodyPr>
          <a:lstStyle/>
          <a:p>
            <a:endParaRPr lang="en-AU" sz="1000"/>
          </a:p>
        </p:txBody>
      </p:sp>
      <p:sp>
        <p:nvSpPr>
          <p:cNvPr id="329" name="Canvas head 329"/>
          <p:cNvSpPr/>
          <p:nvPr/>
        </p:nvSpPr>
        <p:spPr>
          <a:xfrm>
            <a:off x="6213348" y="2103120"/>
            <a:ext cx="2594610" cy="822960"/>
          </a:xfrm>
          <a:prstGeom prst="rect">
            <a:avLst/>
          </a:prstGeom>
          <a:solidFill>
            <a:schemeClr val="accent5">
              <a:lumMod val="5000"/>
              <a:lumOff val="95000"/>
            </a:schemeClr>
          </a:solidFill>
          <a:ln>
            <a:noFill/>
          </a:ln>
        </p:spPr>
        <p:txBody>
          <a:bodyPr wrap="square" lIns="0" tIns="0" rIns="0" bIns="0" rtlCol="0" anchor="t">
            <a:noAutofit/>
          </a:bodyPr>
          <a:lstStyle/>
          <a:p>
            <a:endParaRPr lang="en-AU" sz="1000"/>
          </a:p>
        </p:txBody>
      </p:sp>
      <p:sp>
        <p:nvSpPr>
          <p:cNvPr id="330" name="Canvas label 330"/>
          <p:cNvSpPr txBox="1"/>
          <p:nvPr/>
        </p:nvSpPr>
        <p:spPr>
          <a:xfrm>
            <a:off x="6441948" y="2176272"/>
            <a:ext cx="2137410" cy="685800"/>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1400" b="1" dirty="0">
                <a:solidFill>
                  <a:schemeClr val="accent6">
                    <a:lumMod val="75000"/>
                  </a:schemeClr>
                </a:solidFill>
                <a:latin typeface="Poppins SemiBold" pitchFamily="2" charset="0"/>
                <a:cs typeface="Poppins SemiBold" pitchFamily="2" charset="0"/>
              </a:rPr>
              <a:t>Time to impact</a:t>
            </a:r>
          </a:p>
          <a:p>
            <a:pPr algn="l">
              <a:lnSpc>
                <a:spcPct val="100000"/>
              </a:lnSpc>
              <a:spcBef>
                <a:spcPts val="0"/>
              </a:spcBef>
              <a:spcAft>
                <a:spcPts val="0"/>
              </a:spcAft>
              <a:buNone/>
            </a:pPr>
            <a:r>
              <a:rPr lang="en-AU" sz="1050" dirty="0">
                <a:solidFill>
                  <a:schemeClr val="accent6"/>
                </a:solidFill>
                <a:latin typeface="Open Sans" pitchFamily="34" charset="0"/>
                <a:ea typeface="Open Sans" pitchFamily="34" charset="-122"/>
                <a:cs typeface="Open Sans" pitchFamily="34" charset="-120"/>
              </a:rPr>
              <a:t>Now (0–3 months), next (3–12), later (12+)</a:t>
            </a:r>
          </a:p>
        </p:txBody>
      </p:sp>
      <p:sp>
        <p:nvSpPr>
          <p:cNvPr id="331" name="Canvas column 331"/>
          <p:cNvSpPr/>
          <p:nvPr/>
        </p:nvSpPr>
        <p:spPr>
          <a:xfrm>
            <a:off x="9036558" y="2103120"/>
            <a:ext cx="2594610" cy="3931920"/>
          </a:xfrm>
          <a:prstGeom prst="rect">
            <a:avLst/>
          </a:prstGeom>
          <a:solidFill>
            <a:schemeClr val="bg1"/>
          </a:solidFill>
          <a:ln w="9525">
            <a:solidFill>
              <a:schemeClr val="accent3">
                <a:lumMod val="40000"/>
                <a:lumOff val="60000"/>
              </a:schemeClr>
            </a:solidFill>
          </a:ln>
        </p:spPr>
        <p:txBody>
          <a:bodyPr wrap="square" lIns="0" tIns="0" rIns="0" bIns="0" rtlCol="0" anchor="t">
            <a:noAutofit/>
          </a:bodyPr>
          <a:lstStyle/>
          <a:p>
            <a:endParaRPr lang="en-AU" sz="1000"/>
          </a:p>
        </p:txBody>
      </p:sp>
      <p:sp>
        <p:nvSpPr>
          <p:cNvPr id="332" name="Canvas head 332"/>
          <p:cNvSpPr/>
          <p:nvPr/>
        </p:nvSpPr>
        <p:spPr>
          <a:xfrm>
            <a:off x="9036558" y="2103120"/>
            <a:ext cx="2594610" cy="822960"/>
          </a:xfrm>
          <a:prstGeom prst="rect">
            <a:avLst/>
          </a:prstGeom>
          <a:solidFill>
            <a:schemeClr val="accent5">
              <a:lumMod val="5000"/>
              <a:lumOff val="95000"/>
            </a:schemeClr>
          </a:solidFill>
          <a:ln>
            <a:noFill/>
          </a:ln>
        </p:spPr>
        <p:txBody>
          <a:bodyPr wrap="square" lIns="0" tIns="0" rIns="0" bIns="0" rtlCol="0" anchor="t">
            <a:noAutofit/>
          </a:bodyPr>
          <a:lstStyle/>
          <a:p>
            <a:endParaRPr lang="en-AU" sz="1000"/>
          </a:p>
        </p:txBody>
      </p:sp>
      <p:sp>
        <p:nvSpPr>
          <p:cNvPr id="333" name="Canvas label 333"/>
          <p:cNvSpPr txBox="1"/>
          <p:nvPr/>
        </p:nvSpPr>
        <p:spPr>
          <a:xfrm>
            <a:off x="9265158" y="2176272"/>
            <a:ext cx="2137410" cy="685800"/>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1400" b="1" dirty="0">
                <a:solidFill>
                  <a:schemeClr val="accent6">
                    <a:lumMod val="75000"/>
                  </a:schemeClr>
                </a:solidFill>
                <a:latin typeface="Poppins SemiBold" pitchFamily="2" charset="0"/>
                <a:cs typeface="Poppins SemiBold" pitchFamily="2" charset="0"/>
              </a:rPr>
              <a:t>Top two priorities</a:t>
            </a:r>
          </a:p>
          <a:p>
            <a:pPr algn="l">
              <a:lnSpc>
                <a:spcPct val="100000"/>
              </a:lnSpc>
              <a:spcBef>
                <a:spcPts val="0"/>
              </a:spcBef>
              <a:spcAft>
                <a:spcPts val="0"/>
              </a:spcAft>
              <a:buNone/>
            </a:pPr>
            <a:r>
              <a:rPr lang="en-AU" sz="1050" dirty="0">
                <a:solidFill>
                  <a:schemeClr val="accent6"/>
                </a:solidFill>
                <a:latin typeface="Open Sans" pitchFamily="34" charset="0"/>
                <a:ea typeface="Open Sans" pitchFamily="34" charset="-122"/>
                <a:cs typeface="Open Sans" pitchFamily="34" charset="-120"/>
              </a:rPr>
              <a:t>And any timing messages stakeholders need</a:t>
            </a:r>
          </a:p>
        </p:txBody>
      </p:sp>
      <p:sp>
        <p:nvSpPr>
          <p:cNvPr id="2" name="Slide Number Placeholder 1">
            <a:extLst>
              <a:ext uri="{FF2B5EF4-FFF2-40B4-BE49-F238E27FC236}">
                <a16:creationId xmlns:a16="http://schemas.microsoft.com/office/drawing/2014/main" id="{2B6BE33A-60B5-E311-CB42-7B2F0308709E}"/>
              </a:ext>
            </a:extLst>
          </p:cNvPr>
          <p:cNvSpPr txBox="1">
            <a:spLocks/>
          </p:cNvSpPr>
          <p:nvPr/>
        </p:nvSpPr>
        <p:spPr>
          <a:xfrm>
            <a:off x="9309830" y="642986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FA8BD019-05FF-F145-A6E1-6EE5A88665E4}" type="slidenum">
              <a:rPr kumimoji="0" lang="en-AU" sz="900" b="0" i="0" u="none" strike="noStrike" kern="1200" cap="none" spc="0" normalizeH="0" baseline="0" noProof="0" smtClean="0">
                <a:ln>
                  <a:noFill/>
                </a:ln>
                <a:solidFill>
                  <a:schemeClr val="bg2">
                    <a:lumMod val="10000"/>
                  </a:schemeClr>
                </a:solidFill>
                <a:effectLst/>
                <a:uLnTx/>
                <a:uFillTx/>
                <a:latin typeface="Aptos" panose="020B00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AU" sz="900" b="0" i="0" u="none" strike="noStrike" kern="1200" cap="none" spc="0" normalizeH="0" baseline="0" noProof="0" dirty="0">
              <a:ln>
                <a:noFill/>
              </a:ln>
              <a:solidFill>
                <a:schemeClr val="bg2">
                  <a:lumMod val="10000"/>
                </a:schemeClr>
              </a:solidFill>
              <a:effectLst/>
              <a:uLnTx/>
              <a:uFillTx/>
              <a:latin typeface="Aptos" panose="020B0004020202020204" pitchFamily="34" charset="0"/>
              <a:ea typeface="+mn-ea"/>
              <a:cs typeface="+mn-cs"/>
            </a:endParaRPr>
          </a:p>
        </p:txBody>
      </p:sp>
    </p:spTree>
    <p:extLst>
      <p:ext uri="{BB962C8B-B14F-4D97-AF65-F5344CB8AC3E}">
        <p14:creationId xmlns:p14="http://schemas.microsoft.com/office/powerpoint/2010/main" val="19222960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04E26-E604-813E-86D3-014AA1D9C32E}"/>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3608ACD3-B5DF-52A8-4DE1-4D5D28F05B17}"/>
              </a:ext>
            </a:extLst>
          </p:cNvPr>
          <p:cNvCxnSpPr>
            <a:cxnSpLocks/>
            <a:stCxn id="6" idx="3"/>
          </p:cNvCxnSpPr>
          <p:nvPr/>
        </p:nvCxnSpPr>
        <p:spPr>
          <a:xfrm>
            <a:off x="3218641" y="277669"/>
            <a:ext cx="8973359"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555E4999-7C88-D24F-75F2-28872F004E5D}"/>
              </a:ext>
            </a:extLst>
          </p:cNvPr>
          <p:cNvCxnSpPr>
            <a:cxnSpLocks/>
            <a:endCxn id="6" idx="1"/>
          </p:cNvCxnSpPr>
          <p:nvPr/>
        </p:nvCxnSpPr>
        <p:spPr>
          <a:xfrm>
            <a:off x="0" y="277669"/>
            <a:ext cx="548641"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 0">
            <a:extLst>
              <a:ext uri="{FF2B5EF4-FFF2-40B4-BE49-F238E27FC236}">
                <a16:creationId xmlns:a16="http://schemas.microsoft.com/office/drawing/2014/main" id="{93F24A76-699F-A050-BCAC-71BD08B264A2}"/>
              </a:ext>
            </a:extLst>
          </p:cNvPr>
          <p:cNvSpPr/>
          <p:nvPr/>
        </p:nvSpPr>
        <p:spPr>
          <a:xfrm>
            <a:off x="548641" y="165782"/>
            <a:ext cx="2670000" cy="223773"/>
          </a:xfrm>
          <a:prstGeom prst="roundRect">
            <a:avLst>
              <a:gd name="adj" fmla="val 50000"/>
            </a:avLst>
          </a:prstGeom>
          <a:noFill/>
          <a:ln w="3175">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i="0" u="none" strike="noStrike" kern="0" cap="none" normalizeH="0" baseline="0" noProof="0" dirty="0">
                <a:ln>
                  <a:noFill/>
                </a:ln>
                <a:solidFill>
                  <a:schemeClr val="accent6"/>
                </a:solidFill>
                <a:effectLst/>
                <a:uLnTx/>
                <a:uFillTx/>
                <a:latin typeface="Poppins" pitchFamily="34" charset="0"/>
                <a:ea typeface="Poppins" pitchFamily="34" charset="-122"/>
                <a:cs typeface="Poppins" pitchFamily="34" charset="-120"/>
              </a:rPr>
              <a:t>Station canvas  |  Print at A3</a:t>
            </a:r>
          </a:p>
        </p:txBody>
      </p:sp>
      <p:sp>
        <p:nvSpPr>
          <p:cNvPr id="14" name="Title 4">
            <a:extLst>
              <a:ext uri="{FF2B5EF4-FFF2-40B4-BE49-F238E27FC236}">
                <a16:creationId xmlns:a16="http://schemas.microsoft.com/office/drawing/2014/main" id="{15B0D0C6-2A12-4A64-5CA6-AFD820857D29}"/>
              </a:ext>
            </a:extLst>
          </p:cNvPr>
          <p:cNvSpPr txBox="1">
            <a:spLocks/>
          </p:cNvSpPr>
          <p:nvPr/>
        </p:nvSpPr>
        <p:spPr>
          <a:xfrm>
            <a:off x="525018" y="573082"/>
            <a:ext cx="11200000" cy="880000"/>
          </a:xfrm>
          <a:prstGeom prst="rect">
            <a:avLst/>
          </a:prstGeom>
        </p:spPr>
        <p:txBody>
          <a:bodyPr vert="horz" lIns="91440" tIns="45720" rIns="91440" bIns="45720" rtlCol="0" anchor="t">
            <a:noAutofit/>
          </a:bodyPr>
          <a:lstStyle>
            <a:defPPr>
              <a:defRPr lang="en-US"/>
            </a:defPPr>
            <a:lvl1pPr>
              <a:lnSpc>
                <a:spcPct val="114000"/>
              </a:lnSpc>
              <a:spcBef>
                <a:spcPct val="0"/>
              </a:spcBef>
              <a:buNone/>
              <a:defRPr sz="2200">
                <a:solidFill>
                  <a:schemeClr val="accent6">
                    <a:lumMod val="75000"/>
                  </a:schemeClr>
                </a:solidFill>
                <a:latin typeface="Poppins SemiBold" panose="00000700000000000000" pitchFamily="2" charset="0"/>
                <a:ea typeface="+mj-ea"/>
                <a:cs typeface="Poppins SemiBold" panose="00000700000000000000" pitchFamily="2" charset="0"/>
              </a:defRPr>
            </a:lvl1pPr>
          </a:lstStyle>
          <a:p>
            <a:r>
              <a:rPr lang="en-AU" dirty="0"/>
              <a:t>Station 2: </a:t>
            </a:r>
            <a:r>
              <a:rPr lang="en-AU" dirty="0">
                <a:solidFill>
                  <a:schemeClr val="accent3"/>
                </a:solidFill>
              </a:rPr>
              <a:t>Timeliness</a:t>
            </a:r>
            <a:endParaRPr lang="en-AU" dirty="0"/>
          </a:p>
        </p:txBody>
      </p:sp>
      <p:sp>
        <p:nvSpPr>
          <p:cNvPr id="334" name="Pill 334"/>
          <p:cNvSpPr/>
          <p:nvPr/>
        </p:nvSpPr>
        <p:spPr>
          <a:xfrm>
            <a:off x="566928" y="1325880"/>
            <a:ext cx="11064240" cy="566928"/>
          </a:xfrm>
          <a:prstGeom prst="roundRect">
            <a:avLst>
              <a:gd name="adj" fmla="val 50000"/>
            </a:avLst>
          </a:prstGeom>
          <a:solidFill>
            <a:schemeClr val="bg1"/>
          </a:solidFill>
          <a:ln>
            <a:noFill/>
          </a:ln>
          <a:effectLst>
            <a:outerShdw blurRad="76200" dist="12700" dir="5400000" algn="t" rotWithShape="0">
              <a:srgbClr val="445469">
                <a:alpha val="14000"/>
              </a:srgbClr>
            </a:outerShdw>
          </a:effectLst>
        </p:spPr>
        <p:txBody>
          <a:bodyPr wrap="square" lIns="274320" tIns="0" rIns="274320" bIns="0" rtlCol="0" anchor="ctr">
            <a:noAutofit/>
          </a:bodyPr>
          <a:lstStyle/>
          <a:p>
            <a:pPr algn="l">
              <a:lnSpc>
                <a:spcPct val="100000"/>
              </a:lnSpc>
              <a:spcBef>
                <a:spcPts val="0"/>
              </a:spcBef>
              <a:spcAft>
                <a:spcPts val="0"/>
              </a:spcAft>
              <a:buNone/>
            </a:pPr>
            <a:r>
              <a:rPr lang="en-AU" sz="1400" b="1" dirty="0">
                <a:solidFill>
                  <a:schemeClr val="accent3">
                    <a:lumMod val="75000"/>
                  </a:schemeClr>
                </a:solidFill>
                <a:latin typeface="Poppins SemiBold" pitchFamily="2" charset="0"/>
                <a:cs typeface="Poppins SemiBold" pitchFamily="2" charset="0"/>
              </a:rPr>
              <a:t>How might we make sure every worker and site gets a timely response, without needing a senior contact to step in?</a:t>
            </a:r>
          </a:p>
        </p:txBody>
      </p:sp>
      <p:sp>
        <p:nvSpPr>
          <p:cNvPr id="335" name="Canvas column 335"/>
          <p:cNvSpPr/>
          <p:nvPr/>
        </p:nvSpPr>
        <p:spPr>
          <a:xfrm>
            <a:off x="566928" y="2103120"/>
            <a:ext cx="2594610" cy="3931920"/>
          </a:xfrm>
          <a:prstGeom prst="rect">
            <a:avLst/>
          </a:prstGeom>
          <a:solidFill>
            <a:schemeClr val="bg1"/>
          </a:solidFill>
          <a:ln w="9525">
            <a:solidFill>
              <a:schemeClr val="accent3">
                <a:lumMod val="40000"/>
                <a:lumOff val="60000"/>
              </a:schemeClr>
            </a:solidFill>
          </a:ln>
        </p:spPr>
        <p:txBody>
          <a:bodyPr wrap="square" lIns="0" tIns="0" rIns="0" bIns="0" rtlCol="0" anchor="t">
            <a:noAutofit/>
          </a:bodyPr>
          <a:lstStyle/>
          <a:p>
            <a:endParaRPr lang="en-AU" sz="1000"/>
          </a:p>
        </p:txBody>
      </p:sp>
      <p:sp>
        <p:nvSpPr>
          <p:cNvPr id="336" name="Canvas head 336"/>
          <p:cNvSpPr/>
          <p:nvPr/>
        </p:nvSpPr>
        <p:spPr>
          <a:xfrm>
            <a:off x="566928" y="2103120"/>
            <a:ext cx="2594610" cy="822960"/>
          </a:xfrm>
          <a:prstGeom prst="rect">
            <a:avLst/>
          </a:prstGeom>
          <a:solidFill>
            <a:schemeClr val="accent5">
              <a:lumMod val="5000"/>
              <a:lumOff val="95000"/>
            </a:schemeClr>
          </a:solidFill>
          <a:ln>
            <a:noFill/>
          </a:ln>
        </p:spPr>
        <p:txBody>
          <a:bodyPr wrap="square" lIns="0" tIns="0" rIns="0" bIns="0" rtlCol="0" anchor="t">
            <a:noAutofit/>
          </a:bodyPr>
          <a:lstStyle/>
          <a:p>
            <a:endParaRPr lang="en-AU" sz="1000"/>
          </a:p>
        </p:txBody>
      </p:sp>
      <p:sp>
        <p:nvSpPr>
          <p:cNvPr id="337" name="Canvas label 337"/>
          <p:cNvSpPr txBox="1"/>
          <p:nvPr/>
        </p:nvSpPr>
        <p:spPr>
          <a:xfrm>
            <a:off x="795528" y="2176272"/>
            <a:ext cx="2137410" cy="685800"/>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1400" b="1" dirty="0">
                <a:solidFill>
                  <a:schemeClr val="accent6">
                    <a:lumMod val="75000"/>
                  </a:schemeClr>
                </a:solidFill>
                <a:latin typeface="Poppins SemiBold" pitchFamily="2" charset="0"/>
                <a:cs typeface="Poppins SemiBold" pitchFamily="2" charset="0"/>
              </a:rPr>
              <a:t>Already in train</a:t>
            </a:r>
          </a:p>
          <a:p>
            <a:pPr algn="l">
              <a:lnSpc>
                <a:spcPct val="100000"/>
              </a:lnSpc>
              <a:spcBef>
                <a:spcPts val="0"/>
              </a:spcBef>
              <a:spcAft>
                <a:spcPts val="0"/>
              </a:spcAft>
              <a:buNone/>
            </a:pPr>
            <a:r>
              <a:rPr lang="en-AU" sz="1050" dirty="0">
                <a:solidFill>
                  <a:schemeClr val="accent6"/>
                </a:solidFill>
                <a:latin typeface="Open Sans" pitchFamily="34" charset="0"/>
                <a:ea typeface="Open Sans" pitchFamily="34" charset="-122"/>
                <a:cs typeface="Open Sans" pitchFamily="34" charset="-120"/>
              </a:rPr>
              <a:t>Initiative, owner, BU</a:t>
            </a:r>
          </a:p>
        </p:txBody>
      </p:sp>
      <p:sp>
        <p:nvSpPr>
          <p:cNvPr id="338" name="Canvas column 338"/>
          <p:cNvSpPr/>
          <p:nvPr/>
        </p:nvSpPr>
        <p:spPr>
          <a:xfrm>
            <a:off x="3390138" y="2103120"/>
            <a:ext cx="2594610" cy="3931920"/>
          </a:xfrm>
          <a:prstGeom prst="rect">
            <a:avLst/>
          </a:prstGeom>
          <a:solidFill>
            <a:schemeClr val="bg1"/>
          </a:solidFill>
          <a:ln w="9525">
            <a:solidFill>
              <a:schemeClr val="accent3">
                <a:lumMod val="40000"/>
                <a:lumOff val="60000"/>
              </a:schemeClr>
            </a:solidFill>
          </a:ln>
        </p:spPr>
        <p:txBody>
          <a:bodyPr wrap="square" lIns="0" tIns="0" rIns="0" bIns="0" rtlCol="0" anchor="t">
            <a:noAutofit/>
          </a:bodyPr>
          <a:lstStyle/>
          <a:p>
            <a:endParaRPr lang="en-AU" sz="1000"/>
          </a:p>
        </p:txBody>
      </p:sp>
      <p:sp>
        <p:nvSpPr>
          <p:cNvPr id="339" name="Canvas head 339"/>
          <p:cNvSpPr/>
          <p:nvPr/>
        </p:nvSpPr>
        <p:spPr>
          <a:xfrm>
            <a:off x="3390138" y="2103120"/>
            <a:ext cx="2594610" cy="822960"/>
          </a:xfrm>
          <a:prstGeom prst="rect">
            <a:avLst/>
          </a:prstGeom>
          <a:solidFill>
            <a:schemeClr val="accent5">
              <a:lumMod val="5000"/>
              <a:lumOff val="95000"/>
            </a:schemeClr>
          </a:solidFill>
          <a:ln>
            <a:noFill/>
          </a:ln>
        </p:spPr>
        <p:txBody>
          <a:bodyPr wrap="square" lIns="0" tIns="0" rIns="0" bIns="0" rtlCol="0" anchor="t">
            <a:noAutofit/>
          </a:bodyPr>
          <a:lstStyle/>
          <a:p>
            <a:endParaRPr lang="en-AU" sz="1000"/>
          </a:p>
        </p:txBody>
      </p:sp>
      <p:sp>
        <p:nvSpPr>
          <p:cNvPr id="340" name="Canvas label 340"/>
          <p:cNvSpPr txBox="1"/>
          <p:nvPr/>
        </p:nvSpPr>
        <p:spPr>
          <a:xfrm>
            <a:off x="3618738" y="2176272"/>
            <a:ext cx="2137410" cy="685800"/>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1400" b="1" dirty="0">
                <a:solidFill>
                  <a:schemeClr val="accent6">
                    <a:lumMod val="75000"/>
                  </a:schemeClr>
                </a:solidFill>
                <a:latin typeface="Poppins SemiBold" pitchFamily="2" charset="0"/>
                <a:cs typeface="Poppins SemiBold" pitchFamily="2" charset="0"/>
              </a:rPr>
              <a:t>Gaps</a:t>
            </a:r>
          </a:p>
          <a:p>
            <a:pPr algn="l">
              <a:lnSpc>
                <a:spcPct val="100000"/>
              </a:lnSpc>
              <a:spcBef>
                <a:spcPts val="0"/>
              </a:spcBef>
              <a:spcAft>
                <a:spcPts val="0"/>
              </a:spcAft>
              <a:buNone/>
            </a:pPr>
            <a:r>
              <a:rPr lang="en-AU" sz="1050" dirty="0">
                <a:solidFill>
                  <a:schemeClr val="accent6"/>
                </a:solidFill>
                <a:latin typeface="Open Sans" pitchFamily="34" charset="0"/>
                <a:ea typeface="Open Sans" pitchFamily="34" charset="-122"/>
                <a:cs typeface="Open Sans" pitchFamily="34" charset="-120"/>
              </a:rPr>
              <a:t>Problems nothing is addressing yet</a:t>
            </a:r>
          </a:p>
        </p:txBody>
      </p:sp>
      <p:sp>
        <p:nvSpPr>
          <p:cNvPr id="341" name="Canvas column 341"/>
          <p:cNvSpPr/>
          <p:nvPr/>
        </p:nvSpPr>
        <p:spPr>
          <a:xfrm>
            <a:off x="6213348" y="2103120"/>
            <a:ext cx="2594610" cy="3931920"/>
          </a:xfrm>
          <a:prstGeom prst="rect">
            <a:avLst/>
          </a:prstGeom>
          <a:solidFill>
            <a:schemeClr val="bg1"/>
          </a:solidFill>
          <a:ln w="9525">
            <a:solidFill>
              <a:schemeClr val="accent3">
                <a:lumMod val="40000"/>
                <a:lumOff val="60000"/>
              </a:schemeClr>
            </a:solidFill>
          </a:ln>
        </p:spPr>
        <p:txBody>
          <a:bodyPr wrap="square" lIns="0" tIns="0" rIns="0" bIns="0" rtlCol="0" anchor="t">
            <a:noAutofit/>
          </a:bodyPr>
          <a:lstStyle/>
          <a:p>
            <a:endParaRPr lang="en-AU" sz="1000"/>
          </a:p>
        </p:txBody>
      </p:sp>
      <p:sp>
        <p:nvSpPr>
          <p:cNvPr id="342" name="Canvas head 342"/>
          <p:cNvSpPr/>
          <p:nvPr/>
        </p:nvSpPr>
        <p:spPr>
          <a:xfrm>
            <a:off x="6213348" y="2103120"/>
            <a:ext cx="2594610" cy="822960"/>
          </a:xfrm>
          <a:prstGeom prst="rect">
            <a:avLst/>
          </a:prstGeom>
          <a:solidFill>
            <a:schemeClr val="accent5">
              <a:lumMod val="5000"/>
              <a:lumOff val="95000"/>
            </a:schemeClr>
          </a:solidFill>
          <a:ln>
            <a:noFill/>
          </a:ln>
        </p:spPr>
        <p:txBody>
          <a:bodyPr wrap="square" lIns="0" tIns="0" rIns="0" bIns="0" rtlCol="0" anchor="t">
            <a:noAutofit/>
          </a:bodyPr>
          <a:lstStyle/>
          <a:p>
            <a:endParaRPr lang="en-AU" sz="1000"/>
          </a:p>
        </p:txBody>
      </p:sp>
      <p:sp>
        <p:nvSpPr>
          <p:cNvPr id="343" name="Canvas label 343"/>
          <p:cNvSpPr txBox="1"/>
          <p:nvPr/>
        </p:nvSpPr>
        <p:spPr>
          <a:xfrm>
            <a:off x="6441948" y="2176272"/>
            <a:ext cx="2137410" cy="685800"/>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1400" b="1" dirty="0">
                <a:solidFill>
                  <a:schemeClr val="accent6">
                    <a:lumMod val="75000"/>
                  </a:schemeClr>
                </a:solidFill>
                <a:latin typeface="Poppins SemiBold" pitchFamily="2" charset="0"/>
                <a:cs typeface="Poppins SemiBold" pitchFamily="2" charset="0"/>
              </a:rPr>
              <a:t>Time to impact</a:t>
            </a:r>
          </a:p>
          <a:p>
            <a:pPr algn="l">
              <a:lnSpc>
                <a:spcPct val="100000"/>
              </a:lnSpc>
              <a:spcBef>
                <a:spcPts val="0"/>
              </a:spcBef>
              <a:spcAft>
                <a:spcPts val="0"/>
              </a:spcAft>
              <a:buNone/>
            </a:pPr>
            <a:r>
              <a:rPr lang="en-AU" sz="1050" dirty="0">
                <a:solidFill>
                  <a:schemeClr val="accent6"/>
                </a:solidFill>
                <a:latin typeface="Open Sans" pitchFamily="34" charset="0"/>
                <a:ea typeface="Open Sans" pitchFamily="34" charset="-122"/>
                <a:cs typeface="Open Sans" pitchFamily="34" charset="-120"/>
              </a:rPr>
              <a:t>Now (0–3 months), next (3–12), later (12+)</a:t>
            </a:r>
          </a:p>
        </p:txBody>
      </p:sp>
      <p:sp>
        <p:nvSpPr>
          <p:cNvPr id="344" name="Canvas column 344"/>
          <p:cNvSpPr/>
          <p:nvPr/>
        </p:nvSpPr>
        <p:spPr>
          <a:xfrm>
            <a:off x="9036558" y="2103120"/>
            <a:ext cx="2594610" cy="3931920"/>
          </a:xfrm>
          <a:prstGeom prst="rect">
            <a:avLst/>
          </a:prstGeom>
          <a:solidFill>
            <a:schemeClr val="bg1"/>
          </a:solidFill>
          <a:ln w="9525">
            <a:solidFill>
              <a:schemeClr val="accent3">
                <a:lumMod val="40000"/>
                <a:lumOff val="60000"/>
              </a:schemeClr>
            </a:solidFill>
          </a:ln>
        </p:spPr>
        <p:txBody>
          <a:bodyPr wrap="square" lIns="0" tIns="0" rIns="0" bIns="0" rtlCol="0" anchor="t">
            <a:noAutofit/>
          </a:bodyPr>
          <a:lstStyle/>
          <a:p>
            <a:endParaRPr lang="en-AU" sz="1000"/>
          </a:p>
        </p:txBody>
      </p:sp>
      <p:sp>
        <p:nvSpPr>
          <p:cNvPr id="345" name="Canvas head 345"/>
          <p:cNvSpPr/>
          <p:nvPr/>
        </p:nvSpPr>
        <p:spPr>
          <a:xfrm>
            <a:off x="9036558" y="2103120"/>
            <a:ext cx="2594610" cy="822960"/>
          </a:xfrm>
          <a:prstGeom prst="rect">
            <a:avLst/>
          </a:prstGeom>
          <a:solidFill>
            <a:schemeClr val="accent5">
              <a:lumMod val="5000"/>
              <a:lumOff val="95000"/>
            </a:schemeClr>
          </a:solidFill>
          <a:ln>
            <a:noFill/>
          </a:ln>
        </p:spPr>
        <p:txBody>
          <a:bodyPr wrap="square" lIns="0" tIns="0" rIns="0" bIns="0" rtlCol="0" anchor="t">
            <a:noAutofit/>
          </a:bodyPr>
          <a:lstStyle/>
          <a:p>
            <a:endParaRPr lang="en-AU" sz="1000"/>
          </a:p>
        </p:txBody>
      </p:sp>
      <p:sp>
        <p:nvSpPr>
          <p:cNvPr id="346" name="Canvas label 346"/>
          <p:cNvSpPr txBox="1"/>
          <p:nvPr/>
        </p:nvSpPr>
        <p:spPr>
          <a:xfrm>
            <a:off x="9265158" y="2176272"/>
            <a:ext cx="2137410" cy="685800"/>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1400" b="1" dirty="0">
                <a:solidFill>
                  <a:schemeClr val="accent6">
                    <a:lumMod val="75000"/>
                  </a:schemeClr>
                </a:solidFill>
                <a:latin typeface="Poppins SemiBold" pitchFamily="2" charset="0"/>
                <a:cs typeface="Poppins SemiBold" pitchFamily="2" charset="0"/>
              </a:rPr>
              <a:t>Top two priorities</a:t>
            </a:r>
          </a:p>
          <a:p>
            <a:pPr algn="l">
              <a:lnSpc>
                <a:spcPct val="100000"/>
              </a:lnSpc>
              <a:spcBef>
                <a:spcPts val="0"/>
              </a:spcBef>
              <a:spcAft>
                <a:spcPts val="0"/>
              </a:spcAft>
              <a:buNone/>
            </a:pPr>
            <a:r>
              <a:rPr lang="en-AU" sz="1050" dirty="0">
                <a:solidFill>
                  <a:schemeClr val="accent6"/>
                </a:solidFill>
                <a:latin typeface="Open Sans" pitchFamily="34" charset="0"/>
                <a:ea typeface="Open Sans" pitchFamily="34" charset="-122"/>
                <a:cs typeface="Open Sans" pitchFamily="34" charset="-120"/>
              </a:rPr>
              <a:t>And any timing messages stakeholders need</a:t>
            </a:r>
          </a:p>
        </p:txBody>
      </p:sp>
      <p:sp>
        <p:nvSpPr>
          <p:cNvPr id="2" name="Slide Number Placeholder 1">
            <a:extLst>
              <a:ext uri="{FF2B5EF4-FFF2-40B4-BE49-F238E27FC236}">
                <a16:creationId xmlns:a16="http://schemas.microsoft.com/office/drawing/2014/main" id="{2B6BE33A-60B5-E311-CB42-7B2F0308709E}"/>
              </a:ext>
            </a:extLst>
          </p:cNvPr>
          <p:cNvSpPr txBox="1">
            <a:spLocks/>
          </p:cNvSpPr>
          <p:nvPr/>
        </p:nvSpPr>
        <p:spPr>
          <a:xfrm>
            <a:off x="9309830" y="642986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FA8BD019-05FF-F145-A6E1-6EE5A88665E4}" type="slidenum">
              <a:rPr kumimoji="0" lang="en-AU" sz="900" b="0" i="0" u="none" strike="noStrike" kern="1200" cap="none" spc="0" normalizeH="0" baseline="0" noProof="0" smtClean="0">
                <a:ln>
                  <a:noFill/>
                </a:ln>
                <a:solidFill>
                  <a:schemeClr val="bg2">
                    <a:lumMod val="10000"/>
                  </a:schemeClr>
                </a:solidFill>
                <a:effectLst/>
                <a:uLnTx/>
                <a:uFillTx/>
                <a:latin typeface="Aptos" panose="020B00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AU" sz="900" b="0" i="0" u="none" strike="noStrike" kern="1200" cap="none" spc="0" normalizeH="0" baseline="0" noProof="0" dirty="0">
              <a:ln>
                <a:noFill/>
              </a:ln>
              <a:solidFill>
                <a:schemeClr val="bg2">
                  <a:lumMod val="10000"/>
                </a:schemeClr>
              </a:solidFill>
              <a:effectLst/>
              <a:uLnTx/>
              <a:uFillTx/>
              <a:latin typeface="Aptos" panose="020B0004020202020204" pitchFamily="34" charset="0"/>
              <a:ea typeface="+mn-ea"/>
              <a:cs typeface="+mn-cs"/>
            </a:endParaRPr>
          </a:p>
        </p:txBody>
      </p:sp>
    </p:spTree>
    <p:extLst>
      <p:ext uri="{BB962C8B-B14F-4D97-AF65-F5344CB8AC3E}">
        <p14:creationId xmlns:p14="http://schemas.microsoft.com/office/powerpoint/2010/main" val="19222960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04E26-E604-813E-86D3-014AA1D9C32E}"/>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3608ACD3-B5DF-52A8-4DE1-4D5D28F05B17}"/>
              </a:ext>
            </a:extLst>
          </p:cNvPr>
          <p:cNvCxnSpPr>
            <a:cxnSpLocks/>
            <a:stCxn id="6" idx="3"/>
          </p:cNvCxnSpPr>
          <p:nvPr/>
        </p:nvCxnSpPr>
        <p:spPr>
          <a:xfrm>
            <a:off x="3218641" y="277669"/>
            <a:ext cx="8973359"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555E4999-7C88-D24F-75F2-28872F004E5D}"/>
              </a:ext>
            </a:extLst>
          </p:cNvPr>
          <p:cNvCxnSpPr>
            <a:cxnSpLocks/>
            <a:endCxn id="6" idx="1"/>
          </p:cNvCxnSpPr>
          <p:nvPr/>
        </p:nvCxnSpPr>
        <p:spPr>
          <a:xfrm>
            <a:off x="0" y="277669"/>
            <a:ext cx="548641"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 0">
            <a:extLst>
              <a:ext uri="{FF2B5EF4-FFF2-40B4-BE49-F238E27FC236}">
                <a16:creationId xmlns:a16="http://schemas.microsoft.com/office/drawing/2014/main" id="{93F24A76-699F-A050-BCAC-71BD08B264A2}"/>
              </a:ext>
            </a:extLst>
          </p:cNvPr>
          <p:cNvSpPr/>
          <p:nvPr/>
        </p:nvSpPr>
        <p:spPr>
          <a:xfrm>
            <a:off x="548641" y="165782"/>
            <a:ext cx="2670000" cy="223773"/>
          </a:xfrm>
          <a:prstGeom prst="roundRect">
            <a:avLst>
              <a:gd name="adj" fmla="val 50000"/>
            </a:avLst>
          </a:prstGeom>
          <a:noFill/>
          <a:ln w="3175">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i="0" u="none" strike="noStrike" kern="0" cap="none" normalizeH="0" baseline="0" noProof="0" dirty="0">
                <a:ln>
                  <a:noFill/>
                </a:ln>
                <a:solidFill>
                  <a:schemeClr val="accent6"/>
                </a:solidFill>
                <a:effectLst/>
                <a:uLnTx/>
                <a:uFillTx/>
                <a:latin typeface="Poppins" pitchFamily="34" charset="0"/>
                <a:ea typeface="Poppins" pitchFamily="34" charset="-122"/>
                <a:cs typeface="Poppins" pitchFamily="34" charset="-120"/>
              </a:rPr>
              <a:t>Station canvas  |  Print at A3</a:t>
            </a:r>
          </a:p>
        </p:txBody>
      </p:sp>
      <p:sp>
        <p:nvSpPr>
          <p:cNvPr id="14" name="Title 4">
            <a:extLst>
              <a:ext uri="{FF2B5EF4-FFF2-40B4-BE49-F238E27FC236}">
                <a16:creationId xmlns:a16="http://schemas.microsoft.com/office/drawing/2014/main" id="{15B0D0C6-2A12-4A64-5CA6-AFD820857D29}"/>
              </a:ext>
            </a:extLst>
          </p:cNvPr>
          <p:cNvSpPr txBox="1">
            <a:spLocks/>
          </p:cNvSpPr>
          <p:nvPr/>
        </p:nvSpPr>
        <p:spPr>
          <a:xfrm>
            <a:off x="525018" y="573082"/>
            <a:ext cx="11200000" cy="880000"/>
          </a:xfrm>
          <a:prstGeom prst="rect">
            <a:avLst/>
          </a:prstGeom>
        </p:spPr>
        <p:txBody>
          <a:bodyPr vert="horz" lIns="91440" tIns="45720" rIns="91440" bIns="45720" rtlCol="0" anchor="t">
            <a:noAutofit/>
          </a:bodyPr>
          <a:lstStyle>
            <a:defPPr>
              <a:defRPr lang="en-US"/>
            </a:defPPr>
            <a:lvl1pPr>
              <a:lnSpc>
                <a:spcPct val="114000"/>
              </a:lnSpc>
              <a:spcBef>
                <a:spcPct val="0"/>
              </a:spcBef>
              <a:buNone/>
              <a:defRPr sz="2200">
                <a:solidFill>
                  <a:schemeClr val="accent6">
                    <a:lumMod val="75000"/>
                  </a:schemeClr>
                </a:solidFill>
                <a:latin typeface="Poppins SemiBold" panose="00000700000000000000" pitchFamily="2" charset="0"/>
                <a:ea typeface="+mj-ea"/>
                <a:cs typeface="Poppins SemiBold" panose="00000700000000000000" pitchFamily="2" charset="0"/>
              </a:defRPr>
            </a:lvl1pPr>
          </a:lstStyle>
          <a:p>
            <a:r>
              <a:rPr lang="en-AU" dirty="0"/>
              <a:t>Station 3: </a:t>
            </a:r>
            <a:r>
              <a:rPr lang="en-AU" dirty="0">
                <a:solidFill>
                  <a:schemeClr val="accent3"/>
                </a:solidFill>
              </a:rPr>
              <a:t>Consistency</a:t>
            </a:r>
            <a:endParaRPr lang="en-AU" dirty="0"/>
          </a:p>
        </p:txBody>
      </p:sp>
      <p:sp>
        <p:nvSpPr>
          <p:cNvPr id="347" name="Pill 347"/>
          <p:cNvSpPr/>
          <p:nvPr/>
        </p:nvSpPr>
        <p:spPr>
          <a:xfrm>
            <a:off x="566928" y="1325880"/>
            <a:ext cx="11064240" cy="566928"/>
          </a:xfrm>
          <a:prstGeom prst="roundRect">
            <a:avLst>
              <a:gd name="adj" fmla="val 50000"/>
            </a:avLst>
          </a:prstGeom>
          <a:solidFill>
            <a:schemeClr val="bg1"/>
          </a:solidFill>
          <a:ln>
            <a:noFill/>
          </a:ln>
          <a:effectLst>
            <a:outerShdw blurRad="76200" dist="12700" dir="5400000" algn="t" rotWithShape="0">
              <a:srgbClr val="445469">
                <a:alpha val="14000"/>
              </a:srgbClr>
            </a:outerShdw>
          </a:effectLst>
        </p:spPr>
        <p:txBody>
          <a:bodyPr wrap="square" lIns="274320" tIns="0" rIns="274320" bIns="0" rtlCol="0" anchor="ctr">
            <a:noAutofit/>
          </a:bodyPr>
          <a:lstStyle/>
          <a:p>
            <a:pPr algn="l">
              <a:lnSpc>
                <a:spcPct val="100000"/>
              </a:lnSpc>
              <a:spcBef>
                <a:spcPts val="0"/>
              </a:spcBef>
              <a:spcAft>
                <a:spcPts val="0"/>
              </a:spcAft>
              <a:buNone/>
            </a:pPr>
            <a:r>
              <a:rPr lang="en-AU" sz="1400" b="1" dirty="0">
                <a:solidFill>
                  <a:schemeClr val="accent3">
                    <a:lumMod val="75000"/>
                  </a:schemeClr>
                </a:solidFill>
                <a:latin typeface="Poppins SemiBold" pitchFamily="2" charset="0"/>
                <a:cs typeface="Poppins SemiBold" pitchFamily="2" charset="0"/>
              </a:rPr>
              <a:t>How might we make service quality consistent regardless of who handles it?</a:t>
            </a:r>
          </a:p>
        </p:txBody>
      </p:sp>
      <p:sp>
        <p:nvSpPr>
          <p:cNvPr id="348" name="Canvas column 348"/>
          <p:cNvSpPr/>
          <p:nvPr/>
        </p:nvSpPr>
        <p:spPr>
          <a:xfrm>
            <a:off x="566928" y="2103120"/>
            <a:ext cx="2594610" cy="3931920"/>
          </a:xfrm>
          <a:prstGeom prst="rect">
            <a:avLst/>
          </a:prstGeom>
          <a:solidFill>
            <a:schemeClr val="bg1"/>
          </a:solidFill>
          <a:ln w="9525">
            <a:solidFill>
              <a:schemeClr val="accent3">
                <a:lumMod val="40000"/>
                <a:lumOff val="60000"/>
              </a:schemeClr>
            </a:solidFill>
          </a:ln>
        </p:spPr>
        <p:txBody>
          <a:bodyPr wrap="square" lIns="0" tIns="0" rIns="0" bIns="0" rtlCol="0" anchor="t">
            <a:noAutofit/>
          </a:bodyPr>
          <a:lstStyle/>
          <a:p>
            <a:endParaRPr lang="en-AU" sz="1000"/>
          </a:p>
        </p:txBody>
      </p:sp>
      <p:sp>
        <p:nvSpPr>
          <p:cNvPr id="349" name="Canvas head 349"/>
          <p:cNvSpPr/>
          <p:nvPr/>
        </p:nvSpPr>
        <p:spPr>
          <a:xfrm>
            <a:off x="566928" y="2103120"/>
            <a:ext cx="2594610" cy="822960"/>
          </a:xfrm>
          <a:prstGeom prst="rect">
            <a:avLst/>
          </a:prstGeom>
          <a:solidFill>
            <a:schemeClr val="accent5">
              <a:lumMod val="5000"/>
              <a:lumOff val="95000"/>
            </a:schemeClr>
          </a:solidFill>
          <a:ln>
            <a:noFill/>
          </a:ln>
        </p:spPr>
        <p:txBody>
          <a:bodyPr wrap="square" lIns="0" tIns="0" rIns="0" bIns="0" rtlCol="0" anchor="t">
            <a:noAutofit/>
          </a:bodyPr>
          <a:lstStyle/>
          <a:p>
            <a:endParaRPr lang="en-AU" sz="1000"/>
          </a:p>
        </p:txBody>
      </p:sp>
      <p:sp>
        <p:nvSpPr>
          <p:cNvPr id="350" name="Canvas label 350"/>
          <p:cNvSpPr txBox="1"/>
          <p:nvPr/>
        </p:nvSpPr>
        <p:spPr>
          <a:xfrm>
            <a:off x="795528" y="2176272"/>
            <a:ext cx="2137410" cy="685800"/>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1400" b="1" dirty="0">
                <a:solidFill>
                  <a:schemeClr val="accent6">
                    <a:lumMod val="75000"/>
                  </a:schemeClr>
                </a:solidFill>
                <a:latin typeface="Poppins SemiBold" pitchFamily="2" charset="0"/>
                <a:cs typeface="Poppins SemiBold" pitchFamily="2" charset="0"/>
              </a:rPr>
              <a:t>Already in train</a:t>
            </a:r>
          </a:p>
          <a:p>
            <a:pPr algn="l">
              <a:lnSpc>
                <a:spcPct val="100000"/>
              </a:lnSpc>
              <a:spcBef>
                <a:spcPts val="0"/>
              </a:spcBef>
              <a:spcAft>
                <a:spcPts val="0"/>
              </a:spcAft>
              <a:buNone/>
            </a:pPr>
            <a:r>
              <a:rPr lang="en-AU" sz="1050" dirty="0">
                <a:solidFill>
                  <a:schemeClr val="accent6"/>
                </a:solidFill>
                <a:latin typeface="Open Sans" pitchFamily="34" charset="0"/>
                <a:ea typeface="Open Sans" pitchFamily="34" charset="-122"/>
                <a:cs typeface="Open Sans" pitchFamily="34" charset="-120"/>
              </a:rPr>
              <a:t>Initiative, owner, BU</a:t>
            </a:r>
          </a:p>
        </p:txBody>
      </p:sp>
      <p:sp>
        <p:nvSpPr>
          <p:cNvPr id="351" name="Canvas column 351"/>
          <p:cNvSpPr/>
          <p:nvPr/>
        </p:nvSpPr>
        <p:spPr>
          <a:xfrm>
            <a:off x="3390138" y="2103120"/>
            <a:ext cx="2594610" cy="3931920"/>
          </a:xfrm>
          <a:prstGeom prst="rect">
            <a:avLst/>
          </a:prstGeom>
          <a:solidFill>
            <a:schemeClr val="bg1"/>
          </a:solidFill>
          <a:ln w="9525">
            <a:solidFill>
              <a:schemeClr val="accent3">
                <a:lumMod val="40000"/>
                <a:lumOff val="60000"/>
              </a:schemeClr>
            </a:solidFill>
          </a:ln>
        </p:spPr>
        <p:txBody>
          <a:bodyPr wrap="square" lIns="0" tIns="0" rIns="0" bIns="0" rtlCol="0" anchor="t">
            <a:noAutofit/>
          </a:bodyPr>
          <a:lstStyle/>
          <a:p>
            <a:endParaRPr lang="en-AU" sz="1000"/>
          </a:p>
        </p:txBody>
      </p:sp>
      <p:sp>
        <p:nvSpPr>
          <p:cNvPr id="352" name="Canvas head 352"/>
          <p:cNvSpPr/>
          <p:nvPr/>
        </p:nvSpPr>
        <p:spPr>
          <a:xfrm>
            <a:off x="3390138" y="2103120"/>
            <a:ext cx="2594610" cy="822960"/>
          </a:xfrm>
          <a:prstGeom prst="rect">
            <a:avLst/>
          </a:prstGeom>
          <a:solidFill>
            <a:schemeClr val="accent5">
              <a:lumMod val="5000"/>
              <a:lumOff val="95000"/>
            </a:schemeClr>
          </a:solidFill>
          <a:ln>
            <a:noFill/>
          </a:ln>
        </p:spPr>
        <p:txBody>
          <a:bodyPr wrap="square" lIns="0" tIns="0" rIns="0" bIns="0" rtlCol="0" anchor="t">
            <a:noAutofit/>
          </a:bodyPr>
          <a:lstStyle/>
          <a:p>
            <a:endParaRPr lang="en-AU" sz="1000"/>
          </a:p>
        </p:txBody>
      </p:sp>
      <p:sp>
        <p:nvSpPr>
          <p:cNvPr id="353" name="Canvas label 353"/>
          <p:cNvSpPr txBox="1"/>
          <p:nvPr/>
        </p:nvSpPr>
        <p:spPr>
          <a:xfrm>
            <a:off x="3618738" y="2176272"/>
            <a:ext cx="2137410" cy="685800"/>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1400" b="1" dirty="0">
                <a:solidFill>
                  <a:schemeClr val="accent6">
                    <a:lumMod val="75000"/>
                  </a:schemeClr>
                </a:solidFill>
                <a:latin typeface="Poppins SemiBold" pitchFamily="2" charset="0"/>
                <a:cs typeface="Poppins SemiBold" pitchFamily="2" charset="0"/>
              </a:rPr>
              <a:t>Gaps</a:t>
            </a:r>
          </a:p>
          <a:p>
            <a:pPr algn="l">
              <a:lnSpc>
                <a:spcPct val="100000"/>
              </a:lnSpc>
              <a:spcBef>
                <a:spcPts val="0"/>
              </a:spcBef>
              <a:spcAft>
                <a:spcPts val="0"/>
              </a:spcAft>
              <a:buNone/>
            </a:pPr>
            <a:r>
              <a:rPr lang="en-AU" sz="1050" dirty="0">
                <a:solidFill>
                  <a:schemeClr val="accent6"/>
                </a:solidFill>
                <a:latin typeface="Open Sans" pitchFamily="34" charset="0"/>
                <a:ea typeface="Open Sans" pitchFamily="34" charset="-122"/>
                <a:cs typeface="Open Sans" pitchFamily="34" charset="-120"/>
              </a:rPr>
              <a:t>Problems nothing is addressing yet</a:t>
            </a:r>
          </a:p>
        </p:txBody>
      </p:sp>
      <p:sp>
        <p:nvSpPr>
          <p:cNvPr id="354" name="Canvas column 354"/>
          <p:cNvSpPr/>
          <p:nvPr/>
        </p:nvSpPr>
        <p:spPr>
          <a:xfrm>
            <a:off x="6213348" y="2103120"/>
            <a:ext cx="2594610" cy="3931920"/>
          </a:xfrm>
          <a:prstGeom prst="rect">
            <a:avLst/>
          </a:prstGeom>
          <a:solidFill>
            <a:schemeClr val="bg1"/>
          </a:solidFill>
          <a:ln w="9525">
            <a:solidFill>
              <a:schemeClr val="accent3">
                <a:lumMod val="40000"/>
                <a:lumOff val="60000"/>
              </a:schemeClr>
            </a:solidFill>
          </a:ln>
        </p:spPr>
        <p:txBody>
          <a:bodyPr wrap="square" lIns="0" tIns="0" rIns="0" bIns="0" rtlCol="0" anchor="t">
            <a:noAutofit/>
          </a:bodyPr>
          <a:lstStyle/>
          <a:p>
            <a:endParaRPr lang="en-AU" sz="1000"/>
          </a:p>
        </p:txBody>
      </p:sp>
      <p:sp>
        <p:nvSpPr>
          <p:cNvPr id="355" name="Canvas head 355"/>
          <p:cNvSpPr/>
          <p:nvPr/>
        </p:nvSpPr>
        <p:spPr>
          <a:xfrm>
            <a:off x="6213348" y="2103120"/>
            <a:ext cx="2594610" cy="822960"/>
          </a:xfrm>
          <a:prstGeom prst="rect">
            <a:avLst/>
          </a:prstGeom>
          <a:solidFill>
            <a:schemeClr val="accent5">
              <a:lumMod val="5000"/>
              <a:lumOff val="95000"/>
            </a:schemeClr>
          </a:solidFill>
          <a:ln>
            <a:noFill/>
          </a:ln>
        </p:spPr>
        <p:txBody>
          <a:bodyPr wrap="square" lIns="0" tIns="0" rIns="0" bIns="0" rtlCol="0" anchor="t">
            <a:noAutofit/>
          </a:bodyPr>
          <a:lstStyle/>
          <a:p>
            <a:endParaRPr lang="en-AU" sz="1000"/>
          </a:p>
        </p:txBody>
      </p:sp>
      <p:sp>
        <p:nvSpPr>
          <p:cNvPr id="356" name="Canvas label 356"/>
          <p:cNvSpPr txBox="1"/>
          <p:nvPr/>
        </p:nvSpPr>
        <p:spPr>
          <a:xfrm>
            <a:off x="6441948" y="2176272"/>
            <a:ext cx="2137410" cy="685800"/>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1400" b="1" dirty="0">
                <a:solidFill>
                  <a:schemeClr val="accent6">
                    <a:lumMod val="75000"/>
                  </a:schemeClr>
                </a:solidFill>
                <a:latin typeface="Poppins SemiBold" pitchFamily="2" charset="0"/>
                <a:cs typeface="Poppins SemiBold" pitchFamily="2" charset="0"/>
              </a:rPr>
              <a:t>Time to impact</a:t>
            </a:r>
          </a:p>
          <a:p>
            <a:pPr algn="l">
              <a:lnSpc>
                <a:spcPct val="100000"/>
              </a:lnSpc>
              <a:spcBef>
                <a:spcPts val="0"/>
              </a:spcBef>
              <a:spcAft>
                <a:spcPts val="0"/>
              </a:spcAft>
              <a:buNone/>
            </a:pPr>
            <a:r>
              <a:rPr lang="en-AU" sz="1050" dirty="0">
                <a:solidFill>
                  <a:schemeClr val="accent6"/>
                </a:solidFill>
                <a:latin typeface="Open Sans" pitchFamily="34" charset="0"/>
                <a:ea typeface="Open Sans" pitchFamily="34" charset="-122"/>
                <a:cs typeface="Open Sans" pitchFamily="34" charset="-120"/>
              </a:rPr>
              <a:t>Now (0–3 months), next (3–12), later (12+)</a:t>
            </a:r>
          </a:p>
        </p:txBody>
      </p:sp>
      <p:sp>
        <p:nvSpPr>
          <p:cNvPr id="357" name="Canvas column 357"/>
          <p:cNvSpPr/>
          <p:nvPr/>
        </p:nvSpPr>
        <p:spPr>
          <a:xfrm>
            <a:off x="9036558" y="2103120"/>
            <a:ext cx="2594610" cy="3931920"/>
          </a:xfrm>
          <a:prstGeom prst="rect">
            <a:avLst/>
          </a:prstGeom>
          <a:solidFill>
            <a:schemeClr val="bg1"/>
          </a:solidFill>
          <a:ln w="9525">
            <a:solidFill>
              <a:schemeClr val="accent3">
                <a:lumMod val="40000"/>
                <a:lumOff val="60000"/>
              </a:schemeClr>
            </a:solidFill>
          </a:ln>
        </p:spPr>
        <p:txBody>
          <a:bodyPr wrap="square" lIns="0" tIns="0" rIns="0" bIns="0" rtlCol="0" anchor="t">
            <a:noAutofit/>
          </a:bodyPr>
          <a:lstStyle/>
          <a:p>
            <a:endParaRPr lang="en-AU" sz="1000"/>
          </a:p>
        </p:txBody>
      </p:sp>
      <p:sp>
        <p:nvSpPr>
          <p:cNvPr id="358" name="Canvas head 358"/>
          <p:cNvSpPr/>
          <p:nvPr/>
        </p:nvSpPr>
        <p:spPr>
          <a:xfrm>
            <a:off x="9036558" y="2103120"/>
            <a:ext cx="2594610" cy="822960"/>
          </a:xfrm>
          <a:prstGeom prst="rect">
            <a:avLst/>
          </a:prstGeom>
          <a:solidFill>
            <a:schemeClr val="accent5">
              <a:lumMod val="5000"/>
              <a:lumOff val="95000"/>
            </a:schemeClr>
          </a:solidFill>
          <a:ln>
            <a:noFill/>
          </a:ln>
        </p:spPr>
        <p:txBody>
          <a:bodyPr wrap="square" lIns="0" tIns="0" rIns="0" bIns="0" rtlCol="0" anchor="t">
            <a:noAutofit/>
          </a:bodyPr>
          <a:lstStyle/>
          <a:p>
            <a:endParaRPr lang="en-AU" sz="1000"/>
          </a:p>
        </p:txBody>
      </p:sp>
      <p:sp>
        <p:nvSpPr>
          <p:cNvPr id="359" name="Canvas label 359"/>
          <p:cNvSpPr txBox="1"/>
          <p:nvPr/>
        </p:nvSpPr>
        <p:spPr>
          <a:xfrm>
            <a:off x="9265158" y="2176272"/>
            <a:ext cx="2137410" cy="685800"/>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1400" b="1" dirty="0">
                <a:solidFill>
                  <a:schemeClr val="accent6">
                    <a:lumMod val="75000"/>
                  </a:schemeClr>
                </a:solidFill>
                <a:latin typeface="Poppins SemiBold" pitchFamily="2" charset="0"/>
                <a:cs typeface="Poppins SemiBold" pitchFamily="2" charset="0"/>
              </a:rPr>
              <a:t>Top two priorities</a:t>
            </a:r>
          </a:p>
          <a:p>
            <a:pPr algn="l">
              <a:lnSpc>
                <a:spcPct val="100000"/>
              </a:lnSpc>
              <a:spcBef>
                <a:spcPts val="0"/>
              </a:spcBef>
              <a:spcAft>
                <a:spcPts val="0"/>
              </a:spcAft>
              <a:buNone/>
            </a:pPr>
            <a:r>
              <a:rPr lang="en-AU" sz="1050" dirty="0">
                <a:solidFill>
                  <a:schemeClr val="accent6"/>
                </a:solidFill>
                <a:latin typeface="Open Sans" pitchFamily="34" charset="0"/>
                <a:ea typeface="Open Sans" pitchFamily="34" charset="-122"/>
                <a:cs typeface="Open Sans" pitchFamily="34" charset="-120"/>
              </a:rPr>
              <a:t>And any timing messages stakeholders need</a:t>
            </a:r>
          </a:p>
        </p:txBody>
      </p:sp>
      <p:sp>
        <p:nvSpPr>
          <p:cNvPr id="2" name="Slide Number Placeholder 1">
            <a:extLst>
              <a:ext uri="{FF2B5EF4-FFF2-40B4-BE49-F238E27FC236}">
                <a16:creationId xmlns:a16="http://schemas.microsoft.com/office/drawing/2014/main" id="{2B6BE33A-60B5-E311-CB42-7B2F0308709E}"/>
              </a:ext>
            </a:extLst>
          </p:cNvPr>
          <p:cNvSpPr txBox="1">
            <a:spLocks/>
          </p:cNvSpPr>
          <p:nvPr/>
        </p:nvSpPr>
        <p:spPr>
          <a:xfrm>
            <a:off x="9309830" y="642986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FA8BD019-05FF-F145-A6E1-6EE5A88665E4}" type="slidenum">
              <a:rPr kumimoji="0" lang="en-AU" sz="900" b="0" i="0" u="none" strike="noStrike" kern="1200" cap="none" spc="0" normalizeH="0" baseline="0" noProof="0" smtClean="0">
                <a:ln>
                  <a:noFill/>
                </a:ln>
                <a:solidFill>
                  <a:schemeClr val="bg2">
                    <a:lumMod val="10000"/>
                  </a:schemeClr>
                </a:solidFill>
                <a:effectLst/>
                <a:uLnTx/>
                <a:uFillTx/>
                <a:latin typeface="Aptos" panose="020B00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AU" sz="900" b="0" i="0" u="none" strike="noStrike" kern="1200" cap="none" spc="0" normalizeH="0" baseline="0" noProof="0" dirty="0">
              <a:ln>
                <a:noFill/>
              </a:ln>
              <a:solidFill>
                <a:schemeClr val="bg2">
                  <a:lumMod val="10000"/>
                </a:schemeClr>
              </a:solidFill>
              <a:effectLst/>
              <a:uLnTx/>
              <a:uFillTx/>
              <a:latin typeface="Aptos" panose="020B0004020202020204" pitchFamily="34" charset="0"/>
              <a:ea typeface="+mn-ea"/>
              <a:cs typeface="+mn-cs"/>
            </a:endParaRPr>
          </a:p>
        </p:txBody>
      </p:sp>
    </p:spTree>
    <p:extLst>
      <p:ext uri="{BB962C8B-B14F-4D97-AF65-F5344CB8AC3E}">
        <p14:creationId xmlns:p14="http://schemas.microsoft.com/office/powerpoint/2010/main" val="19222960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04E26-E604-813E-86D3-014AA1D9C32E}"/>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3608ACD3-B5DF-52A8-4DE1-4D5D28F05B17}"/>
              </a:ext>
            </a:extLst>
          </p:cNvPr>
          <p:cNvCxnSpPr>
            <a:cxnSpLocks/>
            <a:stCxn id="6" idx="3"/>
          </p:cNvCxnSpPr>
          <p:nvPr/>
        </p:nvCxnSpPr>
        <p:spPr>
          <a:xfrm>
            <a:off x="3218641" y="277669"/>
            <a:ext cx="8973359"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555E4999-7C88-D24F-75F2-28872F004E5D}"/>
              </a:ext>
            </a:extLst>
          </p:cNvPr>
          <p:cNvCxnSpPr>
            <a:cxnSpLocks/>
            <a:endCxn id="6" idx="1"/>
          </p:cNvCxnSpPr>
          <p:nvPr/>
        </p:nvCxnSpPr>
        <p:spPr>
          <a:xfrm>
            <a:off x="0" y="277669"/>
            <a:ext cx="548641"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 0">
            <a:extLst>
              <a:ext uri="{FF2B5EF4-FFF2-40B4-BE49-F238E27FC236}">
                <a16:creationId xmlns:a16="http://schemas.microsoft.com/office/drawing/2014/main" id="{93F24A76-699F-A050-BCAC-71BD08B264A2}"/>
              </a:ext>
            </a:extLst>
          </p:cNvPr>
          <p:cNvSpPr/>
          <p:nvPr/>
        </p:nvSpPr>
        <p:spPr>
          <a:xfrm>
            <a:off x="548641" y="165782"/>
            <a:ext cx="2670000" cy="223773"/>
          </a:xfrm>
          <a:prstGeom prst="roundRect">
            <a:avLst>
              <a:gd name="adj" fmla="val 50000"/>
            </a:avLst>
          </a:prstGeom>
          <a:noFill/>
          <a:ln w="3175">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i="0" u="none" strike="noStrike" kern="0" cap="none" normalizeH="0" baseline="0" noProof="0" dirty="0">
                <a:ln>
                  <a:noFill/>
                </a:ln>
                <a:solidFill>
                  <a:schemeClr val="accent6"/>
                </a:solidFill>
                <a:effectLst/>
                <a:uLnTx/>
                <a:uFillTx/>
                <a:latin typeface="Poppins" pitchFamily="34" charset="0"/>
                <a:ea typeface="Poppins" pitchFamily="34" charset="-122"/>
                <a:cs typeface="Poppins" pitchFamily="34" charset="-120"/>
              </a:rPr>
              <a:t>Station canvas  |  Print at A3</a:t>
            </a:r>
          </a:p>
        </p:txBody>
      </p:sp>
      <p:sp>
        <p:nvSpPr>
          <p:cNvPr id="14" name="Title 4">
            <a:extLst>
              <a:ext uri="{FF2B5EF4-FFF2-40B4-BE49-F238E27FC236}">
                <a16:creationId xmlns:a16="http://schemas.microsoft.com/office/drawing/2014/main" id="{15B0D0C6-2A12-4A64-5CA6-AFD820857D29}"/>
              </a:ext>
            </a:extLst>
          </p:cNvPr>
          <p:cNvSpPr txBox="1">
            <a:spLocks/>
          </p:cNvSpPr>
          <p:nvPr/>
        </p:nvSpPr>
        <p:spPr>
          <a:xfrm>
            <a:off x="525018" y="573082"/>
            <a:ext cx="11200000" cy="880000"/>
          </a:xfrm>
          <a:prstGeom prst="rect">
            <a:avLst/>
          </a:prstGeom>
        </p:spPr>
        <p:txBody>
          <a:bodyPr vert="horz" lIns="91440" tIns="45720" rIns="91440" bIns="45720" rtlCol="0" anchor="t">
            <a:noAutofit/>
          </a:bodyPr>
          <a:lstStyle>
            <a:defPPr>
              <a:defRPr lang="en-US"/>
            </a:defPPr>
            <a:lvl1pPr>
              <a:lnSpc>
                <a:spcPct val="114000"/>
              </a:lnSpc>
              <a:spcBef>
                <a:spcPct val="0"/>
              </a:spcBef>
              <a:buNone/>
              <a:defRPr sz="2200">
                <a:solidFill>
                  <a:schemeClr val="accent6">
                    <a:lumMod val="75000"/>
                  </a:schemeClr>
                </a:solidFill>
                <a:latin typeface="Poppins SemiBold" panose="00000700000000000000" pitchFamily="2" charset="0"/>
                <a:ea typeface="+mj-ea"/>
                <a:cs typeface="Poppins SemiBold" panose="00000700000000000000" pitchFamily="2" charset="0"/>
              </a:defRPr>
            </a:lvl1pPr>
          </a:lstStyle>
          <a:p>
            <a:r>
              <a:rPr lang="en-AU" dirty="0"/>
              <a:t>Station 4: </a:t>
            </a:r>
            <a:r>
              <a:rPr lang="en-AU" dirty="0">
                <a:solidFill>
                  <a:schemeClr val="accent3"/>
                </a:solidFill>
              </a:rPr>
              <a:t>Engage industry before decisions are made, not after</a:t>
            </a:r>
            <a:endParaRPr lang="en-AU" dirty="0"/>
          </a:p>
        </p:txBody>
      </p:sp>
      <p:sp>
        <p:nvSpPr>
          <p:cNvPr id="360" name="Pill 360"/>
          <p:cNvSpPr/>
          <p:nvPr/>
        </p:nvSpPr>
        <p:spPr>
          <a:xfrm>
            <a:off x="566928" y="1325880"/>
            <a:ext cx="11064240" cy="566928"/>
          </a:xfrm>
          <a:prstGeom prst="roundRect">
            <a:avLst>
              <a:gd name="adj" fmla="val 50000"/>
            </a:avLst>
          </a:prstGeom>
          <a:solidFill>
            <a:schemeClr val="bg1"/>
          </a:solidFill>
          <a:ln>
            <a:noFill/>
          </a:ln>
          <a:effectLst>
            <a:outerShdw blurRad="76200" dist="12700" dir="5400000" algn="t" rotWithShape="0">
              <a:srgbClr val="445469">
                <a:alpha val="14000"/>
              </a:srgbClr>
            </a:outerShdw>
          </a:effectLst>
        </p:spPr>
        <p:txBody>
          <a:bodyPr wrap="square" lIns="274320" tIns="0" rIns="274320" bIns="0" rtlCol="0" anchor="ctr">
            <a:noAutofit/>
          </a:bodyPr>
          <a:lstStyle/>
          <a:p>
            <a:pPr algn="l">
              <a:lnSpc>
                <a:spcPct val="100000"/>
              </a:lnSpc>
              <a:spcBef>
                <a:spcPts val="0"/>
              </a:spcBef>
              <a:spcAft>
                <a:spcPts val="0"/>
              </a:spcAft>
              <a:buNone/>
            </a:pPr>
            <a:r>
              <a:rPr lang="en-AU" sz="1400" b="1" dirty="0">
                <a:solidFill>
                  <a:schemeClr val="accent3">
                    <a:lumMod val="75000"/>
                  </a:schemeClr>
                </a:solidFill>
                <a:latin typeface="Poppins SemiBold" pitchFamily="2" charset="0"/>
                <a:cs typeface="Poppins SemiBold" pitchFamily="2" charset="0"/>
              </a:rPr>
              <a:t>How might we make engaging first the default across Coal Services?</a:t>
            </a:r>
          </a:p>
        </p:txBody>
      </p:sp>
      <p:sp>
        <p:nvSpPr>
          <p:cNvPr id="361" name="Canvas column 361"/>
          <p:cNvSpPr/>
          <p:nvPr/>
        </p:nvSpPr>
        <p:spPr>
          <a:xfrm>
            <a:off x="566928" y="2103120"/>
            <a:ext cx="2594610" cy="3931920"/>
          </a:xfrm>
          <a:prstGeom prst="rect">
            <a:avLst/>
          </a:prstGeom>
          <a:solidFill>
            <a:schemeClr val="bg1"/>
          </a:solidFill>
          <a:ln w="9525">
            <a:solidFill>
              <a:schemeClr val="accent3">
                <a:lumMod val="40000"/>
                <a:lumOff val="60000"/>
              </a:schemeClr>
            </a:solidFill>
          </a:ln>
        </p:spPr>
        <p:txBody>
          <a:bodyPr wrap="square" lIns="0" tIns="0" rIns="0" bIns="0" rtlCol="0" anchor="t">
            <a:noAutofit/>
          </a:bodyPr>
          <a:lstStyle/>
          <a:p>
            <a:endParaRPr lang="en-AU" sz="1000"/>
          </a:p>
        </p:txBody>
      </p:sp>
      <p:sp>
        <p:nvSpPr>
          <p:cNvPr id="362" name="Canvas head 362"/>
          <p:cNvSpPr/>
          <p:nvPr/>
        </p:nvSpPr>
        <p:spPr>
          <a:xfrm>
            <a:off x="566928" y="2103120"/>
            <a:ext cx="2594610" cy="822960"/>
          </a:xfrm>
          <a:prstGeom prst="rect">
            <a:avLst/>
          </a:prstGeom>
          <a:solidFill>
            <a:schemeClr val="accent5">
              <a:lumMod val="5000"/>
              <a:lumOff val="95000"/>
            </a:schemeClr>
          </a:solidFill>
          <a:ln>
            <a:noFill/>
          </a:ln>
        </p:spPr>
        <p:txBody>
          <a:bodyPr wrap="square" lIns="0" tIns="0" rIns="0" bIns="0" rtlCol="0" anchor="t">
            <a:noAutofit/>
          </a:bodyPr>
          <a:lstStyle/>
          <a:p>
            <a:endParaRPr lang="en-AU" sz="1000"/>
          </a:p>
        </p:txBody>
      </p:sp>
      <p:sp>
        <p:nvSpPr>
          <p:cNvPr id="363" name="Canvas label 363"/>
          <p:cNvSpPr txBox="1"/>
          <p:nvPr/>
        </p:nvSpPr>
        <p:spPr>
          <a:xfrm>
            <a:off x="795528" y="2176272"/>
            <a:ext cx="2137410" cy="685800"/>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1400" b="1" dirty="0">
                <a:solidFill>
                  <a:schemeClr val="accent6">
                    <a:lumMod val="75000"/>
                  </a:schemeClr>
                </a:solidFill>
                <a:latin typeface="Poppins SemiBold" pitchFamily="2" charset="0"/>
                <a:cs typeface="Poppins SemiBold" pitchFamily="2" charset="0"/>
              </a:rPr>
              <a:t>Already in train</a:t>
            </a:r>
          </a:p>
          <a:p>
            <a:pPr algn="l">
              <a:lnSpc>
                <a:spcPct val="100000"/>
              </a:lnSpc>
              <a:spcBef>
                <a:spcPts val="0"/>
              </a:spcBef>
              <a:spcAft>
                <a:spcPts val="0"/>
              </a:spcAft>
              <a:buNone/>
            </a:pPr>
            <a:r>
              <a:rPr lang="en-AU" sz="1050" dirty="0">
                <a:solidFill>
                  <a:schemeClr val="accent6"/>
                </a:solidFill>
                <a:latin typeface="Open Sans" pitchFamily="34" charset="0"/>
                <a:ea typeface="Open Sans" pitchFamily="34" charset="-122"/>
                <a:cs typeface="Open Sans" pitchFamily="34" charset="-120"/>
              </a:rPr>
              <a:t>Initiative, owner, BU</a:t>
            </a:r>
          </a:p>
        </p:txBody>
      </p:sp>
      <p:sp>
        <p:nvSpPr>
          <p:cNvPr id="364" name="Canvas column 364"/>
          <p:cNvSpPr/>
          <p:nvPr/>
        </p:nvSpPr>
        <p:spPr>
          <a:xfrm>
            <a:off x="3390138" y="2103120"/>
            <a:ext cx="2594610" cy="3931920"/>
          </a:xfrm>
          <a:prstGeom prst="rect">
            <a:avLst/>
          </a:prstGeom>
          <a:solidFill>
            <a:schemeClr val="bg1"/>
          </a:solidFill>
          <a:ln w="9525">
            <a:solidFill>
              <a:schemeClr val="accent3">
                <a:lumMod val="40000"/>
                <a:lumOff val="60000"/>
              </a:schemeClr>
            </a:solidFill>
          </a:ln>
        </p:spPr>
        <p:txBody>
          <a:bodyPr wrap="square" lIns="0" tIns="0" rIns="0" bIns="0" rtlCol="0" anchor="t">
            <a:noAutofit/>
          </a:bodyPr>
          <a:lstStyle/>
          <a:p>
            <a:endParaRPr lang="en-AU" sz="1000"/>
          </a:p>
        </p:txBody>
      </p:sp>
      <p:sp>
        <p:nvSpPr>
          <p:cNvPr id="365" name="Canvas head 365"/>
          <p:cNvSpPr/>
          <p:nvPr/>
        </p:nvSpPr>
        <p:spPr>
          <a:xfrm>
            <a:off x="3390138" y="2103120"/>
            <a:ext cx="2594610" cy="822960"/>
          </a:xfrm>
          <a:prstGeom prst="rect">
            <a:avLst/>
          </a:prstGeom>
          <a:solidFill>
            <a:schemeClr val="accent5">
              <a:lumMod val="5000"/>
              <a:lumOff val="95000"/>
            </a:schemeClr>
          </a:solidFill>
          <a:ln>
            <a:noFill/>
          </a:ln>
        </p:spPr>
        <p:txBody>
          <a:bodyPr wrap="square" lIns="0" tIns="0" rIns="0" bIns="0" rtlCol="0" anchor="t">
            <a:noAutofit/>
          </a:bodyPr>
          <a:lstStyle/>
          <a:p>
            <a:endParaRPr lang="en-AU" sz="1000"/>
          </a:p>
        </p:txBody>
      </p:sp>
      <p:sp>
        <p:nvSpPr>
          <p:cNvPr id="366" name="Canvas label 366"/>
          <p:cNvSpPr txBox="1"/>
          <p:nvPr/>
        </p:nvSpPr>
        <p:spPr>
          <a:xfrm>
            <a:off x="3618738" y="2176272"/>
            <a:ext cx="2137410" cy="685800"/>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1400" b="1" dirty="0">
                <a:solidFill>
                  <a:schemeClr val="accent6">
                    <a:lumMod val="75000"/>
                  </a:schemeClr>
                </a:solidFill>
                <a:latin typeface="Poppins SemiBold" pitchFamily="2" charset="0"/>
                <a:cs typeface="Poppins SemiBold" pitchFamily="2" charset="0"/>
              </a:rPr>
              <a:t>Gaps</a:t>
            </a:r>
          </a:p>
          <a:p>
            <a:pPr algn="l">
              <a:lnSpc>
                <a:spcPct val="100000"/>
              </a:lnSpc>
              <a:spcBef>
                <a:spcPts val="0"/>
              </a:spcBef>
              <a:spcAft>
                <a:spcPts val="0"/>
              </a:spcAft>
              <a:buNone/>
            </a:pPr>
            <a:r>
              <a:rPr lang="en-AU" sz="1050" dirty="0">
                <a:solidFill>
                  <a:schemeClr val="accent6"/>
                </a:solidFill>
                <a:latin typeface="Open Sans" pitchFamily="34" charset="0"/>
                <a:ea typeface="Open Sans" pitchFamily="34" charset="-122"/>
                <a:cs typeface="Open Sans" pitchFamily="34" charset="-120"/>
              </a:rPr>
              <a:t>Problems nothing is addressing yet</a:t>
            </a:r>
          </a:p>
        </p:txBody>
      </p:sp>
      <p:sp>
        <p:nvSpPr>
          <p:cNvPr id="367" name="Canvas column 367"/>
          <p:cNvSpPr/>
          <p:nvPr/>
        </p:nvSpPr>
        <p:spPr>
          <a:xfrm>
            <a:off x="6213348" y="2103120"/>
            <a:ext cx="2594610" cy="3931920"/>
          </a:xfrm>
          <a:prstGeom prst="rect">
            <a:avLst/>
          </a:prstGeom>
          <a:solidFill>
            <a:schemeClr val="bg1"/>
          </a:solidFill>
          <a:ln w="9525">
            <a:solidFill>
              <a:schemeClr val="accent3">
                <a:lumMod val="40000"/>
                <a:lumOff val="60000"/>
              </a:schemeClr>
            </a:solidFill>
          </a:ln>
        </p:spPr>
        <p:txBody>
          <a:bodyPr wrap="square" lIns="0" tIns="0" rIns="0" bIns="0" rtlCol="0" anchor="t">
            <a:noAutofit/>
          </a:bodyPr>
          <a:lstStyle/>
          <a:p>
            <a:endParaRPr lang="en-AU" sz="1000"/>
          </a:p>
        </p:txBody>
      </p:sp>
      <p:sp>
        <p:nvSpPr>
          <p:cNvPr id="368" name="Canvas head 368"/>
          <p:cNvSpPr/>
          <p:nvPr/>
        </p:nvSpPr>
        <p:spPr>
          <a:xfrm>
            <a:off x="6213348" y="2103120"/>
            <a:ext cx="2594610" cy="822960"/>
          </a:xfrm>
          <a:prstGeom prst="rect">
            <a:avLst/>
          </a:prstGeom>
          <a:solidFill>
            <a:schemeClr val="accent5">
              <a:lumMod val="5000"/>
              <a:lumOff val="95000"/>
            </a:schemeClr>
          </a:solidFill>
          <a:ln>
            <a:noFill/>
          </a:ln>
        </p:spPr>
        <p:txBody>
          <a:bodyPr wrap="square" lIns="0" tIns="0" rIns="0" bIns="0" rtlCol="0" anchor="t">
            <a:noAutofit/>
          </a:bodyPr>
          <a:lstStyle/>
          <a:p>
            <a:endParaRPr lang="en-AU" sz="1000"/>
          </a:p>
        </p:txBody>
      </p:sp>
      <p:sp>
        <p:nvSpPr>
          <p:cNvPr id="369" name="Canvas label 369"/>
          <p:cNvSpPr txBox="1"/>
          <p:nvPr/>
        </p:nvSpPr>
        <p:spPr>
          <a:xfrm>
            <a:off x="6441948" y="2176272"/>
            <a:ext cx="2137410" cy="685800"/>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1400" b="1" dirty="0">
                <a:solidFill>
                  <a:schemeClr val="accent6">
                    <a:lumMod val="75000"/>
                  </a:schemeClr>
                </a:solidFill>
                <a:latin typeface="Poppins SemiBold" pitchFamily="2" charset="0"/>
                <a:cs typeface="Poppins SemiBold" pitchFamily="2" charset="0"/>
              </a:rPr>
              <a:t>Time to impact</a:t>
            </a:r>
          </a:p>
          <a:p>
            <a:pPr algn="l">
              <a:lnSpc>
                <a:spcPct val="100000"/>
              </a:lnSpc>
              <a:spcBef>
                <a:spcPts val="0"/>
              </a:spcBef>
              <a:spcAft>
                <a:spcPts val="0"/>
              </a:spcAft>
              <a:buNone/>
            </a:pPr>
            <a:r>
              <a:rPr lang="en-AU" sz="1050" dirty="0">
                <a:solidFill>
                  <a:schemeClr val="accent6"/>
                </a:solidFill>
                <a:latin typeface="Open Sans" pitchFamily="34" charset="0"/>
                <a:ea typeface="Open Sans" pitchFamily="34" charset="-122"/>
                <a:cs typeface="Open Sans" pitchFamily="34" charset="-120"/>
              </a:rPr>
              <a:t>Now (0–3 months), next (3–12), later (12+)</a:t>
            </a:r>
          </a:p>
        </p:txBody>
      </p:sp>
      <p:sp>
        <p:nvSpPr>
          <p:cNvPr id="370" name="Canvas column 370"/>
          <p:cNvSpPr/>
          <p:nvPr/>
        </p:nvSpPr>
        <p:spPr>
          <a:xfrm>
            <a:off x="9036558" y="2103120"/>
            <a:ext cx="2594610" cy="3931920"/>
          </a:xfrm>
          <a:prstGeom prst="rect">
            <a:avLst/>
          </a:prstGeom>
          <a:solidFill>
            <a:schemeClr val="bg1"/>
          </a:solidFill>
          <a:ln w="9525">
            <a:solidFill>
              <a:schemeClr val="accent3">
                <a:lumMod val="40000"/>
                <a:lumOff val="60000"/>
              </a:schemeClr>
            </a:solidFill>
          </a:ln>
        </p:spPr>
        <p:txBody>
          <a:bodyPr wrap="square" lIns="0" tIns="0" rIns="0" bIns="0" rtlCol="0" anchor="t">
            <a:noAutofit/>
          </a:bodyPr>
          <a:lstStyle/>
          <a:p>
            <a:endParaRPr lang="en-AU" sz="1000"/>
          </a:p>
        </p:txBody>
      </p:sp>
      <p:sp>
        <p:nvSpPr>
          <p:cNvPr id="371" name="Canvas head 371"/>
          <p:cNvSpPr/>
          <p:nvPr/>
        </p:nvSpPr>
        <p:spPr>
          <a:xfrm>
            <a:off x="9036558" y="2103120"/>
            <a:ext cx="2594610" cy="822960"/>
          </a:xfrm>
          <a:prstGeom prst="rect">
            <a:avLst/>
          </a:prstGeom>
          <a:solidFill>
            <a:schemeClr val="accent5">
              <a:lumMod val="5000"/>
              <a:lumOff val="95000"/>
            </a:schemeClr>
          </a:solidFill>
          <a:ln>
            <a:noFill/>
          </a:ln>
        </p:spPr>
        <p:txBody>
          <a:bodyPr wrap="square" lIns="0" tIns="0" rIns="0" bIns="0" rtlCol="0" anchor="t">
            <a:noAutofit/>
          </a:bodyPr>
          <a:lstStyle/>
          <a:p>
            <a:endParaRPr lang="en-AU" sz="1000"/>
          </a:p>
        </p:txBody>
      </p:sp>
      <p:sp>
        <p:nvSpPr>
          <p:cNvPr id="372" name="Canvas label 372"/>
          <p:cNvSpPr txBox="1"/>
          <p:nvPr/>
        </p:nvSpPr>
        <p:spPr>
          <a:xfrm>
            <a:off x="9265158" y="2176272"/>
            <a:ext cx="2137410" cy="685800"/>
          </a:xfrm>
          <a:prstGeom prst="rect">
            <a:avLst/>
          </a:prstGeom>
          <a:noFill/>
          <a:ln>
            <a:noFill/>
          </a:ln>
        </p:spPr>
        <p:txBody>
          <a:bodyPr wrap="square" lIns="0" tIns="0" rIns="0" bIns="0" rtlCol="0" anchor="ctr">
            <a:noAutofit/>
          </a:bodyPr>
          <a:lstStyle/>
          <a:p>
            <a:pPr algn="l">
              <a:lnSpc>
                <a:spcPct val="100000"/>
              </a:lnSpc>
              <a:spcBef>
                <a:spcPts val="0"/>
              </a:spcBef>
              <a:spcAft>
                <a:spcPts val="0"/>
              </a:spcAft>
              <a:buNone/>
            </a:pPr>
            <a:r>
              <a:rPr lang="en-AU" sz="1400" b="1" dirty="0">
                <a:solidFill>
                  <a:schemeClr val="accent6">
                    <a:lumMod val="75000"/>
                  </a:schemeClr>
                </a:solidFill>
                <a:latin typeface="Poppins SemiBold" pitchFamily="2" charset="0"/>
                <a:cs typeface="Poppins SemiBold" pitchFamily="2" charset="0"/>
              </a:rPr>
              <a:t>Top two priorities</a:t>
            </a:r>
          </a:p>
          <a:p>
            <a:pPr algn="l">
              <a:lnSpc>
                <a:spcPct val="100000"/>
              </a:lnSpc>
              <a:spcBef>
                <a:spcPts val="0"/>
              </a:spcBef>
              <a:spcAft>
                <a:spcPts val="0"/>
              </a:spcAft>
              <a:buNone/>
            </a:pPr>
            <a:r>
              <a:rPr lang="en-AU" sz="1050" dirty="0">
                <a:solidFill>
                  <a:schemeClr val="accent6"/>
                </a:solidFill>
                <a:latin typeface="Open Sans" pitchFamily="34" charset="0"/>
                <a:ea typeface="Open Sans" pitchFamily="34" charset="-122"/>
                <a:cs typeface="Open Sans" pitchFamily="34" charset="-120"/>
              </a:rPr>
              <a:t>And any timing messages stakeholders need</a:t>
            </a:r>
          </a:p>
        </p:txBody>
      </p:sp>
      <p:sp>
        <p:nvSpPr>
          <p:cNvPr id="2" name="Slide Number Placeholder 1">
            <a:extLst>
              <a:ext uri="{FF2B5EF4-FFF2-40B4-BE49-F238E27FC236}">
                <a16:creationId xmlns:a16="http://schemas.microsoft.com/office/drawing/2014/main" id="{2B6BE33A-60B5-E311-CB42-7B2F0308709E}"/>
              </a:ext>
            </a:extLst>
          </p:cNvPr>
          <p:cNvSpPr txBox="1">
            <a:spLocks/>
          </p:cNvSpPr>
          <p:nvPr/>
        </p:nvSpPr>
        <p:spPr>
          <a:xfrm>
            <a:off x="9309830" y="642986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FA8BD019-05FF-F145-A6E1-6EE5A88665E4}" type="slidenum">
              <a:rPr kumimoji="0" lang="en-AU" sz="900" b="0" i="0" u="none" strike="noStrike" kern="1200" cap="none" spc="0" normalizeH="0" baseline="0" noProof="0" smtClean="0">
                <a:ln>
                  <a:noFill/>
                </a:ln>
                <a:solidFill>
                  <a:schemeClr val="bg2">
                    <a:lumMod val="10000"/>
                  </a:schemeClr>
                </a:solidFill>
                <a:effectLst/>
                <a:uLnTx/>
                <a:uFillTx/>
                <a:latin typeface="Aptos" panose="020B00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AU" sz="900" b="0" i="0" u="none" strike="noStrike" kern="1200" cap="none" spc="0" normalizeH="0" baseline="0" noProof="0" dirty="0">
              <a:ln>
                <a:noFill/>
              </a:ln>
              <a:solidFill>
                <a:schemeClr val="bg2">
                  <a:lumMod val="10000"/>
                </a:schemeClr>
              </a:solidFill>
              <a:effectLst/>
              <a:uLnTx/>
              <a:uFillTx/>
              <a:latin typeface="Aptos" panose="020B0004020202020204" pitchFamily="34" charset="0"/>
              <a:ea typeface="+mn-ea"/>
              <a:cs typeface="+mn-cs"/>
            </a:endParaRPr>
          </a:p>
        </p:txBody>
      </p:sp>
    </p:spTree>
    <p:extLst>
      <p:ext uri="{BB962C8B-B14F-4D97-AF65-F5344CB8AC3E}">
        <p14:creationId xmlns:p14="http://schemas.microsoft.com/office/powerpoint/2010/main" val="19222960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04E26-E604-813E-86D3-014AA1D9C32E}"/>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3608ACD3-B5DF-52A8-4DE1-4D5D28F05B17}"/>
              </a:ext>
            </a:extLst>
          </p:cNvPr>
          <p:cNvCxnSpPr>
            <a:cxnSpLocks/>
            <a:stCxn id="6" idx="3"/>
          </p:cNvCxnSpPr>
          <p:nvPr/>
        </p:nvCxnSpPr>
        <p:spPr>
          <a:xfrm>
            <a:off x="2609641" y="277669"/>
            <a:ext cx="9582359"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555E4999-7C88-D24F-75F2-28872F004E5D}"/>
              </a:ext>
            </a:extLst>
          </p:cNvPr>
          <p:cNvCxnSpPr>
            <a:cxnSpLocks/>
            <a:endCxn id="6" idx="1"/>
          </p:cNvCxnSpPr>
          <p:nvPr/>
        </p:nvCxnSpPr>
        <p:spPr>
          <a:xfrm>
            <a:off x="0" y="277669"/>
            <a:ext cx="548641"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 0">
            <a:extLst>
              <a:ext uri="{FF2B5EF4-FFF2-40B4-BE49-F238E27FC236}">
                <a16:creationId xmlns:a16="http://schemas.microsoft.com/office/drawing/2014/main" id="{93F24A76-699F-A050-BCAC-71BD08B264A2}"/>
              </a:ext>
            </a:extLst>
          </p:cNvPr>
          <p:cNvSpPr/>
          <p:nvPr/>
        </p:nvSpPr>
        <p:spPr>
          <a:xfrm>
            <a:off x="548641" y="165782"/>
            <a:ext cx="2061000" cy="223773"/>
          </a:xfrm>
          <a:prstGeom prst="roundRect">
            <a:avLst>
              <a:gd name="adj" fmla="val 50000"/>
            </a:avLst>
          </a:prstGeom>
          <a:noFill/>
          <a:ln w="3175">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i="0" u="none" strike="noStrike" kern="0" cap="none" normalizeH="0" baseline="0" noProof="0" dirty="0">
                <a:ln>
                  <a:noFill/>
                </a:ln>
                <a:solidFill>
                  <a:schemeClr val="accent6"/>
                </a:solidFill>
                <a:effectLst/>
                <a:uLnTx/>
                <a:uFillTx/>
                <a:latin typeface="Poppins" pitchFamily="34" charset="0"/>
                <a:ea typeface="Poppins" pitchFamily="34" charset="-122"/>
                <a:cs typeface="Poppins" pitchFamily="34" charset="-120"/>
              </a:rPr>
              <a:t>ISS GMT Working Session</a:t>
            </a:r>
          </a:p>
        </p:txBody>
      </p:sp>
      <p:sp>
        <p:nvSpPr>
          <p:cNvPr id="14" name="Title 4">
            <a:extLst>
              <a:ext uri="{FF2B5EF4-FFF2-40B4-BE49-F238E27FC236}">
                <a16:creationId xmlns:a16="http://schemas.microsoft.com/office/drawing/2014/main" id="{15B0D0C6-2A12-4A64-5CA6-AFD820857D29}"/>
              </a:ext>
            </a:extLst>
          </p:cNvPr>
          <p:cNvSpPr txBox="1">
            <a:spLocks/>
          </p:cNvSpPr>
          <p:nvPr/>
        </p:nvSpPr>
        <p:spPr>
          <a:xfrm>
            <a:off x="525018" y="573082"/>
            <a:ext cx="11200000" cy="880000"/>
          </a:xfrm>
          <a:prstGeom prst="rect">
            <a:avLst/>
          </a:prstGeom>
        </p:spPr>
        <p:txBody>
          <a:bodyPr vert="horz" lIns="91440" tIns="45720" rIns="91440" bIns="45720" rtlCol="0" anchor="t">
            <a:noAutofit/>
          </a:bodyPr>
          <a:lstStyle>
            <a:defPPr>
              <a:defRPr lang="en-US"/>
            </a:defPPr>
            <a:lvl1pPr>
              <a:lnSpc>
                <a:spcPct val="114000"/>
              </a:lnSpc>
              <a:spcBef>
                <a:spcPct val="0"/>
              </a:spcBef>
              <a:buNone/>
              <a:defRPr sz="2200">
                <a:solidFill>
                  <a:schemeClr val="accent6">
                    <a:lumMod val="75000"/>
                  </a:schemeClr>
                </a:solidFill>
                <a:latin typeface="Poppins SemiBold" panose="00000700000000000000" pitchFamily="2" charset="0"/>
                <a:ea typeface="+mj-ea"/>
                <a:cs typeface="Poppins SemiBold" panose="00000700000000000000" pitchFamily="2" charset="0"/>
              </a:defRPr>
            </a:lvl1pPr>
          </a:lstStyle>
          <a:p>
            <a:r>
              <a:rPr lang="en-AU" dirty="0"/>
              <a:t>The impact-time matrix shows </a:t>
            </a:r>
            <a:r>
              <a:rPr lang="en-AU" dirty="0">
                <a:solidFill>
                  <a:schemeClr val="accent3"/>
                </a:solidFill>
              </a:rPr>
              <a:t>what lands when</a:t>
            </a:r>
            <a:endParaRPr lang="en-AU" dirty="0"/>
          </a:p>
        </p:txBody>
      </p:sp>
      <p:sp>
        <p:nvSpPr>
          <p:cNvPr id="373" name="Cell 373"/>
          <p:cNvSpPr/>
          <p:nvPr/>
        </p:nvSpPr>
        <p:spPr>
          <a:xfrm>
            <a:off x="1344168" y="1463040"/>
            <a:ext cx="2514600" cy="1828800"/>
          </a:xfrm>
          <a:prstGeom prst="rect">
            <a:avLst/>
          </a:prstGeom>
          <a:solidFill>
            <a:schemeClr val="accent3">
              <a:lumMod val="20000"/>
              <a:lumOff val="80000"/>
            </a:schemeClr>
          </a:solidFill>
          <a:ln>
            <a:noFill/>
          </a:ln>
        </p:spPr>
        <p:txBody>
          <a:bodyPr wrap="square" lIns="228600" tIns="182880" rIns="182880" bIns="91440" rtlCol="0" anchor="t">
            <a:noAutofit/>
          </a:bodyPr>
          <a:lstStyle/>
          <a:p>
            <a:pPr algn="l">
              <a:lnSpc>
                <a:spcPct val="100000"/>
              </a:lnSpc>
              <a:spcBef>
                <a:spcPts val="0"/>
              </a:spcBef>
              <a:spcAft>
                <a:spcPts val="0"/>
              </a:spcAft>
              <a:buNone/>
            </a:pPr>
            <a:r>
              <a:rPr lang="en-AU" sz="1500" b="1" dirty="0">
                <a:solidFill>
                  <a:schemeClr val="accent6">
                    <a:lumMod val="75000"/>
                  </a:schemeClr>
                </a:solidFill>
                <a:latin typeface="Poppins SemiBold" pitchFamily="2" charset="0"/>
                <a:cs typeface="Poppins SemiBold" pitchFamily="2" charset="0"/>
              </a:rPr>
              <a:t>Quick wins</a:t>
            </a:r>
          </a:p>
          <a:p>
            <a:pPr algn="l">
              <a:lnSpc>
                <a:spcPct val="100000"/>
              </a:lnSpc>
              <a:spcBef>
                <a:spcPts val="0"/>
              </a:spcBef>
              <a:spcAft>
                <a:spcPts val="0"/>
              </a:spcAft>
              <a:buNone/>
            </a:pPr>
            <a:r>
              <a:rPr lang="en-AU" sz="1200" dirty="0">
                <a:solidFill>
                  <a:schemeClr val="accent6">
                    <a:lumMod val="75000"/>
                  </a:schemeClr>
                </a:solidFill>
                <a:latin typeface="Open Sans" pitchFamily="34" charset="0"/>
                <a:ea typeface="Open Sans" pitchFamily="34" charset="-122"/>
                <a:cs typeface="Open Sans" pitchFamily="34" charset="-120"/>
              </a:rPr>
              <a:t>Deliver and promote</a:t>
            </a:r>
          </a:p>
        </p:txBody>
      </p:sp>
      <p:sp>
        <p:nvSpPr>
          <p:cNvPr id="374" name="Cell 374"/>
          <p:cNvSpPr/>
          <p:nvPr/>
        </p:nvSpPr>
        <p:spPr>
          <a:xfrm>
            <a:off x="3950208" y="1463040"/>
            <a:ext cx="2514600" cy="1828800"/>
          </a:xfrm>
          <a:prstGeom prst="rect">
            <a:avLst/>
          </a:prstGeom>
          <a:solidFill>
            <a:schemeClr val="accent3">
              <a:lumMod val="40000"/>
              <a:lumOff val="60000"/>
            </a:schemeClr>
          </a:solidFill>
          <a:ln>
            <a:noFill/>
          </a:ln>
        </p:spPr>
        <p:txBody>
          <a:bodyPr wrap="square" lIns="228600" tIns="182880" rIns="182880" bIns="91440" rtlCol="0" anchor="t">
            <a:noAutofit/>
          </a:bodyPr>
          <a:lstStyle/>
          <a:p>
            <a:pPr algn="l">
              <a:lnSpc>
                <a:spcPct val="100000"/>
              </a:lnSpc>
              <a:spcBef>
                <a:spcPts val="0"/>
              </a:spcBef>
              <a:spcAft>
                <a:spcPts val="0"/>
              </a:spcAft>
              <a:buNone/>
            </a:pPr>
            <a:r>
              <a:rPr lang="en-AU" sz="1500" b="1" dirty="0">
                <a:solidFill>
                  <a:schemeClr val="accent6">
                    <a:lumMod val="75000"/>
                  </a:schemeClr>
                </a:solidFill>
                <a:latin typeface="Poppins SemiBold" pitchFamily="2" charset="0"/>
                <a:cs typeface="Poppins SemiBold" pitchFamily="2" charset="0"/>
              </a:rPr>
              <a:t>Core program</a:t>
            </a:r>
          </a:p>
          <a:p>
            <a:pPr algn="l">
              <a:lnSpc>
                <a:spcPct val="100000"/>
              </a:lnSpc>
              <a:spcBef>
                <a:spcPts val="0"/>
              </a:spcBef>
              <a:spcAft>
                <a:spcPts val="0"/>
              </a:spcAft>
              <a:buNone/>
            </a:pPr>
            <a:r>
              <a:rPr lang="en-AU" sz="1200" dirty="0">
                <a:solidFill>
                  <a:schemeClr val="accent6">
                    <a:lumMod val="75000"/>
                  </a:schemeClr>
                </a:solidFill>
                <a:latin typeface="Open Sans" pitchFamily="34" charset="0"/>
                <a:ea typeface="Open Sans" pitchFamily="34" charset="-122"/>
                <a:cs typeface="Open Sans" pitchFamily="34" charset="-120"/>
              </a:rPr>
              <a:t>Resource and track</a:t>
            </a:r>
          </a:p>
        </p:txBody>
      </p:sp>
      <p:sp>
        <p:nvSpPr>
          <p:cNvPr id="375" name="Cell 375"/>
          <p:cNvSpPr/>
          <p:nvPr/>
        </p:nvSpPr>
        <p:spPr>
          <a:xfrm>
            <a:off x="6556248" y="1463040"/>
            <a:ext cx="2514600" cy="1828800"/>
          </a:xfrm>
          <a:prstGeom prst="rect">
            <a:avLst/>
          </a:prstGeom>
          <a:solidFill>
            <a:schemeClr val="accent6"/>
          </a:solidFill>
          <a:ln>
            <a:noFill/>
          </a:ln>
        </p:spPr>
        <p:txBody>
          <a:bodyPr wrap="square" lIns="228600" tIns="182880" rIns="182880" bIns="91440" rtlCol="0" anchor="t">
            <a:noAutofit/>
          </a:bodyPr>
          <a:lstStyle/>
          <a:p>
            <a:pPr algn="l">
              <a:lnSpc>
                <a:spcPct val="100000"/>
              </a:lnSpc>
              <a:spcBef>
                <a:spcPts val="0"/>
              </a:spcBef>
              <a:spcAft>
                <a:spcPts val="0"/>
              </a:spcAft>
              <a:buNone/>
            </a:pPr>
            <a:r>
              <a:rPr lang="en-AU" sz="1500" b="1" dirty="0">
                <a:solidFill>
                  <a:schemeClr val="bg1"/>
                </a:solidFill>
                <a:latin typeface="Poppins SemiBold" pitchFamily="2" charset="0"/>
                <a:cs typeface="Poppins SemiBold" pitchFamily="2" charset="0"/>
              </a:rPr>
              <a:t>Long-lag fixes</a:t>
            </a:r>
          </a:p>
          <a:p>
            <a:pPr algn="l">
              <a:lnSpc>
                <a:spcPct val="100000"/>
              </a:lnSpc>
              <a:spcBef>
                <a:spcPts val="0"/>
              </a:spcBef>
              <a:spcAft>
                <a:spcPts val="0"/>
              </a:spcAft>
              <a:buNone/>
            </a:pPr>
            <a:r>
              <a:rPr lang="en-AU" sz="1200" dirty="0">
                <a:solidFill>
                  <a:schemeClr val="bg1"/>
                </a:solidFill>
                <a:latin typeface="Open Sans" pitchFamily="34" charset="0"/>
                <a:ea typeface="Open Sans" pitchFamily="34" charset="-122"/>
                <a:cs typeface="Open Sans" pitchFamily="34" charset="-120"/>
              </a:rPr>
              <a:t>Communicate timing early</a:t>
            </a:r>
          </a:p>
        </p:txBody>
      </p:sp>
      <p:sp>
        <p:nvSpPr>
          <p:cNvPr id="376" name="Cell 376"/>
          <p:cNvSpPr/>
          <p:nvPr/>
        </p:nvSpPr>
        <p:spPr>
          <a:xfrm>
            <a:off x="1344168" y="3383280"/>
            <a:ext cx="2514600" cy="1828800"/>
          </a:xfrm>
          <a:prstGeom prst="rect">
            <a:avLst/>
          </a:prstGeom>
          <a:solidFill>
            <a:schemeClr val="accent5">
              <a:lumMod val="5000"/>
              <a:lumOff val="95000"/>
            </a:schemeClr>
          </a:solidFill>
          <a:ln>
            <a:noFill/>
          </a:ln>
        </p:spPr>
        <p:txBody>
          <a:bodyPr wrap="square" lIns="228600" tIns="182880" rIns="182880" bIns="91440" rtlCol="0" anchor="t">
            <a:noAutofit/>
          </a:bodyPr>
          <a:lstStyle/>
          <a:p>
            <a:pPr algn="l">
              <a:lnSpc>
                <a:spcPct val="100000"/>
              </a:lnSpc>
              <a:spcBef>
                <a:spcPts val="0"/>
              </a:spcBef>
              <a:spcAft>
                <a:spcPts val="0"/>
              </a:spcAft>
              <a:buNone/>
            </a:pPr>
            <a:r>
              <a:rPr lang="en-AU" sz="1500" b="1" dirty="0">
                <a:solidFill>
                  <a:schemeClr val="accent6">
                    <a:lumMod val="75000"/>
                  </a:schemeClr>
                </a:solidFill>
                <a:latin typeface="Poppins SemiBold" pitchFamily="2" charset="0"/>
                <a:cs typeface="Poppins SemiBold" pitchFamily="2" charset="0"/>
              </a:rPr>
              <a:t>Tidy-ups</a:t>
            </a:r>
          </a:p>
          <a:p>
            <a:pPr algn="l">
              <a:lnSpc>
                <a:spcPct val="100000"/>
              </a:lnSpc>
              <a:spcBef>
                <a:spcPts val="0"/>
              </a:spcBef>
              <a:spcAft>
                <a:spcPts val="0"/>
              </a:spcAft>
              <a:buNone/>
            </a:pPr>
            <a:r>
              <a:rPr lang="en-AU" sz="1200" dirty="0">
                <a:solidFill>
                  <a:schemeClr val="accent6">
                    <a:lumMod val="75000"/>
                  </a:schemeClr>
                </a:solidFill>
                <a:latin typeface="Open Sans" pitchFamily="34" charset="0"/>
                <a:ea typeface="Open Sans" pitchFamily="34" charset="-122"/>
                <a:cs typeface="Open Sans" pitchFamily="34" charset="-120"/>
              </a:rPr>
              <a:t>Just do it</a:t>
            </a:r>
          </a:p>
        </p:txBody>
      </p:sp>
      <p:sp>
        <p:nvSpPr>
          <p:cNvPr id="377" name="Cell 377"/>
          <p:cNvSpPr/>
          <p:nvPr/>
        </p:nvSpPr>
        <p:spPr>
          <a:xfrm>
            <a:off x="3950208" y="3383280"/>
            <a:ext cx="2514600" cy="1828800"/>
          </a:xfrm>
          <a:prstGeom prst="rect">
            <a:avLst/>
          </a:prstGeom>
          <a:solidFill>
            <a:schemeClr val="accent5">
              <a:lumMod val="5000"/>
              <a:lumOff val="95000"/>
            </a:schemeClr>
          </a:solidFill>
          <a:ln>
            <a:noFill/>
          </a:ln>
        </p:spPr>
        <p:txBody>
          <a:bodyPr wrap="square" lIns="228600" tIns="182880" rIns="182880" bIns="91440" rtlCol="0" anchor="t">
            <a:noAutofit/>
          </a:bodyPr>
          <a:lstStyle/>
          <a:p>
            <a:pPr algn="l">
              <a:lnSpc>
                <a:spcPct val="100000"/>
              </a:lnSpc>
              <a:spcBef>
                <a:spcPts val="0"/>
              </a:spcBef>
              <a:spcAft>
                <a:spcPts val="0"/>
              </a:spcAft>
              <a:buNone/>
            </a:pPr>
            <a:r>
              <a:rPr lang="en-AU" sz="1500" b="1" dirty="0">
                <a:solidFill>
                  <a:schemeClr val="accent6">
                    <a:lumMod val="75000"/>
                  </a:schemeClr>
                </a:solidFill>
                <a:latin typeface="Poppins SemiBold" pitchFamily="2" charset="0"/>
                <a:cs typeface="Poppins SemiBold" pitchFamily="2" charset="0"/>
              </a:rPr>
              <a:t>Review</a:t>
            </a:r>
          </a:p>
          <a:p>
            <a:pPr algn="l">
              <a:lnSpc>
                <a:spcPct val="100000"/>
              </a:lnSpc>
              <a:spcBef>
                <a:spcPts val="0"/>
              </a:spcBef>
              <a:spcAft>
                <a:spcPts val="0"/>
              </a:spcAft>
              <a:buNone/>
            </a:pPr>
            <a:r>
              <a:rPr lang="en-AU" sz="1200" dirty="0">
                <a:solidFill>
                  <a:schemeClr val="accent6">
                    <a:lumMod val="75000"/>
                  </a:schemeClr>
                </a:solidFill>
                <a:latin typeface="Open Sans" pitchFamily="34" charset="0"/>
                <a:ea typeface="Open Sans" pitchFamily="34" charset="-122"/>
                <a:cs typeface="Open Sans" pitchFamily="34" charset="-120"/>
              </a:rPr>
              <a:t>Confirm it is worth it</a:t>
            </a:r>
          </a:p>
        </p:txBody>
      </p:sp>
      <p:sp>
        <p:nvSpPr>
          <p:cNvPr id="378" name="Cell 378"/>
          <p:cNvSpPr/>
          <p:nvPr/>
        </p:nvSpPr>
        <p:spPr>
          <a:xfrm>
            <a:off x="6556248" y="3383280"/>
            <a:ext cx="2514600" cy="1828800"/>
          </a:xfrm>
          <a:prstGeom prst="rect">
            <a:avLst/>
          </a:prstGeom>
          <a:solidFill>
            <a:schemeClr val="accent5">
              <a:lumMod val="5000"/>
              <a:lumOff val="95000"/>
            </a:schemeClr>
          </a:solidFill>
          <a:ln>
            <a:noFill/>
          </a:ln>
        </p:spPr>
        <p:txBody>
          <a:bodyPr wrap="square" lIns="228600" tIns="182880" rIns="182880" bIns="91440" rtlCol="0" anchor="t">
            <a:noAutofit/>
          </a:bodyPr>
          <a:lstStyle/>
          <a:p>
            <a:pPr algn="l">
              <a:lnSpc>
                <a:spcPct val="100000"/>
              </a:lnSpc>
              <a:spcBef>
                <a:spcPts val="0"/>
              </a:spcBef>
              <a:spcAft>
                <a:spcPts val="0"/>
              </a:spcAft>
              <a:buNone/>
            </a:pPr>
            <a:r>
              <a:rPr lang="en-AU" sz="1500" b="1" dirty="0">
                <a:solidFill>
                  <a:schemeClr val="accent6">
                    <a:lumMod val="75000"/>
                  </a:schemeClr>
                </a:solidFill>
                <a:latin typeface="Poppins SemiBold" pitchFamily="2" charset="0"/>
                <a:cs typeface="Poppins SemiBold" pitchFamily="2" charset="0"/>
              </a:rPr>
              <a:t>Park or rethink</a:t>
            </a:r>
          </a:p>
          <a:p>
            <a:pPr algn="l">
              <a:lnSpc>
                <a:spcPct val="100000"/>
              </a:lnSpc>
              <a:spcBef>
                <a:spcPts val="0"/>
              </a:spcBef>
              <a:spcAft>
                <a:spcPts val="0"/>
              </a:spcAft>
              <a:buNone/>
            </a:pPr>
            <a:r>
              <a:rPr lang="en-AU" sz="1200" dirty="0">
                <a:solidFill>
                  <a:schemeClr val="accent6">
                    <a:lumMod val="75000"/>
                  </a:schemeClr>
                </a:solidFill>
                <a:latin typeface="Open Sans" pitchFamily="34" charset="0"/>
                <a:ea typeface="Open Sans" pitchFamily="34" charset="-122"/>
                <a:cs typeface="Open Sans" pitchFamily="34" charset="-120"/>
              </a:rPr>
              <a:t>Revisit at next review</a:t>
            </a:r>
          </a:p>
        </p:txBody>
      </p:sp>
      <p:sp>
        <p:nvSpPr>
          <p:cNvPr id="379" name="Pill 379"/>
          <p:cNvSpPr/>
          <p:nvPr/>
        </p:nvSpPr>
        <p:spPr>
          <a:xfrm>
            <a:off x="6784848" y="2651760"/>
            <a:ext cx="2057400" cy="411480"/>
          </a:xfrm>
          <a:prstGeom prst="roundRect">
            <a:avLst>
              <a:gd name="adj" fmla="val 50000"/>
            </a:avLst>
          </a:prstGeom>
          <a:solidFill>
            <a:schemeClr val="bg1"/>
          </a:solidFill>
          <a:ln>
            <a:noFill/>
          </a:ln>
        </p:spPr>
        <p:txBody>
          <a:bodyPr wrap="square" lIns="274320" tIns="0" rIns="274320" bIns="0" rtlCol="0" anchor="ctr">
            <a:noAutofit/>
          </a:bodyPr>
          <a:lstStyle/>
          <a:p>
            <a:pPr algn="ctr">
              <a:lnSpc>
                <a:spcPct val="100000"/>
              </a:lnSpc>
              <a:spcBef>
                <a:spcPts val="0"/>
              </a:spcBef>
              <a:spcAft>
                <a:spcPts val="0"/>
              </a:spcAft>
              <a:buNone/>
            </a:pPr>
            <a:r>
              <a:rPr lang="en-AU" sz="1000" b="1" dirty="0">
                <a:solidFill>
                  <a:schemeClr val="accent6">
                    <a:lumMod val="75000"/>
                  </a:schemeClr>
                </a:solidFill>
                <a:latin typeface="Poppins SemiBold" pitchFamily="2" charset="0"/>
                <a:cs typeface="Poppins SemiBold" pitchFamily="2" charset="0"/>
              </a:rPr>
              <a:t>e.g. legal review, about 12 months</a:t>
            </a:r>
          </a:p>
        </p:txBody>
      </p:sp>
      <p:sp>
        <p:nvSpPr>
          <p:cNvPr id="380" name="Axis label 380"/>
          <p:cNvSpPr txBox="1"/>
          <p:nvPr/>
        </p:nvSpPr>
        <p:spPr>
          <a:xfrm>
            <a:off x="566928" y="1463040"/>
            <a:ext cx="320040" cy="3749040"/>
          </a:xfrm>
          <a:prstGeom prst="rect">
            <a:avLst/>
          </a:prstGeom>
          <a:noFill/>
        </p:spPr>
        <p:txBody>
          <a:bodyPr vert="vert270" wrap="square" lIns="0" tIns="0" rIns="0" bIns="0" anchor="ctr">
            <a:noAutofit/>
          </a:bodyPr>
          <a:lstStyle/>
          <a:p>
            <a:pPr algn="ctr">
              <a:lnSpc>
                <a:spcPct val="100000"/>
              </a:lnSpc>
              <a:spcBef>
                <a:spcPts val="0"/>
              </a:spcBef>
              <a:spcAft>
                <a:spcPts val="0"/>
              </a:spcAft>
              <a:buNone/>
            </a:pPr>
            <a:r>
              <a:rPr lang="en-AU" sz="1000" b="1" dirty="0">
                <a:solidFill>
                  <a:schemeClr val="accent3"/>
                </a:solidFill>
                <a:latin typeface="Poppins SemiBold" pitchFamily="2" charset="0"/>
                <a:cs typeface="Poppins SemiBold" pitchFamily="2" charset="0"/>
              </a:rPr>
              <a:t>IMPACT ON STAKEHOLDERS</a:t>
            </a:r>
          </a:p>
        </p:txBody>
      </p:sp>
      <p:sp>
        <p:nvSpPr>
          <p:cNvPr id="381" name="Axis 381"/>
          <p:cNvSpPr txBox="1"/>
          <p:nvPr/>
        </p:nvSpPr>
        <p:spPr>
          <a:xfrm>
            <a:off x="886968" y="1463040"/>
            <a:ext cx="457200" cy="274320"/>
          </a:xfrm>
          <a:prstGeom prst="rect">
            <a:avLst/>
          </a:prstGeom>
          <a:noFill/>
          <a:ln>
            <a:noFill/>
          </a:ln>
        </p:spPr>
        <p:txBody>
          <a:bodyPr wrap="square" lIns="0" tIns="0" rIns="0" bIns="0" rtlCol="0" anchor="t">
            <a:noAutofit/>
          </a:bodyPr>
          <a:lstStyle/>
          <a:p>
            <a:pPr algn="l">
              <a:lnSpc>
                <a:spcPct val="100000"/>
              </a:lnSpc>
              <a:spcBef>
                <a:spcPts val="0"/>
              </a:spcBef>
              <a:spcAft>
                <a:spcPts val="0"/>
              </a:spcAft>
              <a:buNone/>
            </a:pPr>
            <a:r>
              <a:rPr lang="en-AU" sz="1000" dirty="0">
                <a:solidFill>
                  <a:schemeClr val="accent6"/>
                </a:solidFill>
                <a:latin typeface="Open Sans" pitchFamily="34" charset="0"/>
                <a:ea typeface="Open Sans" pitchFamily="34" charset="-122"/>
                <a:cs typeface="Open Sans" pitchFamily="34" charset="-120"/>
              </a:rPr>
              <a:t>Higher</a:t>
            </a:r>
          </a:p>
        </p:txBody>
      </p:sp>
      <p:sp>
        <p:nvSpPr>
          <p:cNvPr id="382" name="Axis 382"/>
          <p:cNvSpPr txBox="1"/>
          <p:nvPr/>
        </p:nvSpPr>
        <p:spPr>
          <a:xfrm>
            <a:off x="886968" y="4937760"/>
            <a:ext cx="457200" cy="274320"/>
          </a:xfrm>
          <a:prstGeom prst="rect">
            <a:avLst/>
          </a:prstGeom>
          <a:noFill/>
          <a:ln>
            <a:noFill/>
          </a:ln>
        </p:spPr>
        <p:txBody>
          <a:bodyPr wrap="square" lIns="0" tIns="0" rIns="0" bIns="0" rtlCol="0" anchor="t">
            <a:noAutofit/>
          </a:bodyPr>
          <a:lstStyle/>
          <a:p>
            <a:pPr algn="l">
              <a:lnSpc>
                <a:spcPct val="100000"/>
              </a:lnSpc>
              <a:spcBef>
                <a:spcPts val="0"/>
              </a:spcBef>
              <a:spcAft>
                <a:spcPts val="0"/>
              </a:spcAft>
              <a:buNone/>
            </a:pPr>
            <a:r>
              <a:rPr lang="en-AU" sz="1000" dirty="0">
                <a:solidFill>
                  <a:schemeClr val="accent6"/>
                </a:solidFill>
                <a:latin typeface="Open Sans" pitchFamily="34" charset="0"/>
                <a:ea typeface="Open Sans" pitchFamily="34" charset="-122"/>
                <a:cs typeface="Open Sans" pitchFamily="34" charset="-120"/>
              </a:rPr>
              <a:t>Lower</a:t>
            </a:r>
          </a:p>
        </p:txBody>
      </p:sp>
      <p:sp>
        <p:nvSpPr>
          <p:cNvPr id="383" name="Axis 383"/>
          <p:cNvSpPr txBox="1"/>
          <p:nvPr/>
        </p:nvSpPr>
        <p:spPr>
          <a:xfrm>
            <a:off x="1344168" y="5303520"/>
            <a:ext cx="2514600" cy="274320"/>
          </a:xfrm>
          <a:prstGeom prst="rect">
            <a:avLst/>
          </a:prstGeom>
          <a:noFill/>
          <a:ln>
            <a:noFill/>
          </a:ln>
        </p:spPr>
        <p:txBody>
          <a:bodyPr wrap="square" lIns="0" tIns="0" rIns="0" bIns="0" rtlCol="0" anchor="t">
            <a:noAutofit/>
          </a:bodyPr>
          <a:lstStyle/>
          <a:p>
            <a:pPr algn="ctr">
              <a:lnSpc>
                <a:spcPct val="100000"/>
              </a:lnSpc>
              <a:spcBef>
                <a:spcPts val="0"/>
              </a:spcBef>
              <a:spcAft>
                <a:spcPts val="0"/>
              </a:spcAft>
              <a:buNone/>
            </a:pPr>
            <a:r>
              <a:rPr lang="en-AU" sz="1150" b="1" dirty="0">
                <a:solidFill>
                  <a:schemeClr val="accent6">
                    <a:lumMod val="75000"/>
                  </a:schemeClr>
                </a:solidFill>
                <a:latin typeface="Poppins SemiBold" pitchFamily="2" charset="0"/>
                <a:cs typeface="Poppins SemiBold" pitchFamily="2" charset="0"/>
              </a:rPr>
              <a:t>Now (0–3 months)</a:t>
            </a:r>
          </a:p>
        </p:txBody>
      </p:sp>
      <p:sp>
        <p:nvSpPr>
          <p:cNvPr id="384" name="Axis 384"/>
          <p:cNvSpPr txBox="1"/>
          <p:nvPr/>
        </p:nvSpPr>
        <p:spPr>
          <a:xfrm>
            <a:off x="3950208" y="5303520"/>
            <a:ext cx="2514600" cy="274320"/>
          </a:xfrm>
          <a:prstGeom prst="rect">
            <a:avLst/>
          </a:prstGeom>
          <a:noFill/>
          <a:ln>
            <a:noFill/>
          </a:ln>
        </p:spPr>
        <p:txBody>
          <a:bodyPr wrap="square" lIns="0" tIns="0" rIns="0" bIns="0" rtlCol="0" anchor="t">
            <a:noAutofit/>
          </a:bodyPr>
          <a:lstStyle/>
          <a:p>
            <a:pPr algn="ctr">
              <a:lnSpc>
                <a:spcPct val="100000"/>
              </a:lnSpc>
              <a:spcBef>
                <a:spcPts val="0"/>
              </a:spcBef>
              <a:spcAft>
                <a:spcPts val="0"/>
              </a:spcAft>
              <a:buNone/>
            </a:pPr>
            <a:r>
              <a:rPr lang="en-AU" sz="1150" b="1" dirty="0">
                <a:solidFill>
                  <a:schemeClr val="accent6">
                    <a:lumMod val="75000"/>
                  </a:schemeClr>
                </a:solidFill>
                <a:latin typeface="Poppins SemiBold" pitchFamily="2" charset="0"/>
                <a:cs typeface="Poppins SemiBold" pitchFamily="2" charset="0"/>
              </a:rPr>
              <a:t>Next (3–12 months)</a:t>
            </a:r>
          </a:p>
        </p:txBody>
      </p:sp>
      <p:sp>
        <p:nvSpPr>
          <p:cNvPr id="385" name="Axis 385"/>
          <p:cNvSpPr txBox="1"/>
          <p:nvPr/>
        </p:nvSpPr>
        <p:spPr>
          <a:xfrm>
            <a:off x="6556248" y="5303520"/>
            <a:ext cx="2514600" cy="274320"/>
          </a:xfrm>
          <a:prstGeom prst="rect">
            <a:avLst/>
          </a:prstGeom>
          <a:noFill/>
          <a:ln>
            <a:noFill/>
          </a:ln>
        </p:spPr>
        <p:txBody>
          <a:bodyPr wrap="square" lIns="0" tIns="0" rIns="0" bIns="0" rtlCol="0" anchor="t">
            <a:noAutofit/>
          </a:bodyPr>
          <a:lstStyle/>
          <a:p>
            <a:pPr algn="ctr">
              <a:lnSpc>
                <a:spcPct val="100000"/>
              </a:lnSpc>
              <a:spcBef>
                <a:spcPts val="0"/>
              </a:spcBef>
              <a:spcAft>
                <a:spcPts val="0"/>
              </a:spcAft>
              <a:buNone/>
            </a:pPr>
            <a:r>
              <a:rPr lang="en-AU" sz="1150" b="1" dirty="0">
                <a:solidFill>
                  <a:schemeClr val="accent6">
                    <a:lumMod val="75000"/>
                  </a:schemeClr>
                </a:solidFill>
                <a:latin typeface="Poppins SemiBold" pitchFamily="2" charset="0"/>
                <a:cs typeface="Poppins SemiBold" pitchFamily="2" charset="0"/>
              </a:rPr>
              <a:t>Later (12+ months)</a:t>
            </a:r>
          </a:p>
        </p:txBody>
      </p:sp>
      <p:sp>
        <p:nvSpPr>
          <p:cNvPr id="386" name="Axis 386"/>
          <p:cNvSpPr txBox="1"/>
          <p:nvPr/>
        </p:nvSpPr>
        <p:spPr>
          <a:xfrm>
            <a:off x="1344168" y="5623560"/>
            <a:ext cx="7726680" cy="274320"/>
          </a:xfrm>
          <a:prstGeom prst="rect">
            <a:avLst/>
          </a:prstGeom>
          <a:noFill/>
          <a:ln>
            <a:noFill/>
          </a:ln>
        </p:spPr>
        <p:txBody>
          <a:bodyPr wrap="square" lIns="0" tIns="0" rIns="0" bIns="0" rtlCol="0" anchor="t">
            <a:noAutofit/>
          </a:bodyPr>
          <a:lstStyle/>
          <a:p>
            <a:pPr algn="ctr">
              <a:lnSpc>
                <a:spcPct val="100000"/>
              </a:lnSpc>
              <a:spcBef>
                <a:spcPts val="0"/>
              </a:spcBef>
              <a:spcAft>
                <a:spcPts val="0"/>
              </a:spcAft>
              <a:buNone/>
            </a:pPr>
            <a:r>
              <a:rPr lang="en-AU" sz="1000" b="1" dirty="0">
                <a:solidFill>
                  <a:schemeClr val="accent3"/>
                </a:solidFill>
                <a:latin typeface="Poppins SemiBold" pitchFamily="2" charset="0"/>
                <a:cs typeface="Poppins SemiBold" pitchFamily="2" charset="0"/>
              </a:rPr>
              <a:t>TIME TO IMPACT</a:t>
            </a:r>
          </a:p>
        </p:txBody>
      </p:sp>
      <p:sp>
        <p:nvSpPr>
          <p:cNvPr id="387" name="How panel 387"/>
          <p:cNvSpPr/>
          <p:nvPr/>
        </p:nvSpPr>
        <p:spPr>
          <a:xfrm>
            <a:off x="9345168" y="1463040"/>
            <a:ext cx="2286000" cy="3749040"/>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p:spPr>
        <p:txBody>
          <a:bodyPr wrap="square" lIns="0" tIns="0" rIns="0" bIns="0" rtlCol="0" anchor="t">
            <a:noAutofit/>
          </a:bodyPr>
          <a:lstStyle/>
          <a:p>
            <a:endParaRPr lang="en-AU" sz="1000"/>
          </a:p>
        </p:txBody>
      </p:sp>
      <p:sp>
        <p:nvSpPr>
          <p:cNvPr id="388" name="Label 388"/>
          <p:cNvSpPr txBox="1"/>
          <p:nvPr/>
        </p:nvSpPr>
        <p:spPr>
          <a:xfrm>
            <a:off x="9573768" y="1645920"/>
            <a:ext cx="1828800" cy="320040"/>
          </a:xfrm>
          <a:prstGeom prst="rect">
            <a:avLst/>
          </a:prstGeom>
          <a:noFill/>
          <a:ln>
            <a:noFill/>
          </a:ln>
        </p:spPr>
        <p:txBody>
          <a:bodyPr wrap="square" lIns="0" tIns="0" rIns="0" bIns="0" rtlCol="0" anchor="t">
            <a:noAutofit/>
          </a:bodyPr>
          <a:lstStyle/>
          <a:p>
            <a:pPr algn="l">
              <a:lnSpc>
                <a:spcPct val="100000"/>
              </a:lnSpc>
              <a:spcBef>
                <a:spcPts val="0"/>
              </a:spcBef>
              <a:spcAft>
                <a:spcPts val="0"/>
              </a:spcAft>
              <a:buNone/>
            </a:pPr>
            <a:r>
              <a:rPr lang="en-AU" sz="1100" b="1" dirty="0">
                <a:solidFill>
                  <a:schemeClr val="accent3"/>
                </a:solidFill>
                <a:latin typeface="Poppins SemiBold" pitchFamily="2" charset="0"/>
                <a:cs typeface="Poppins SemiBold" pitchFamily="2" charset="0"/>
              </a:rPr>
              <a:t>HOW TO USE IT</a:t>
            </a:r>
          </a:p>
        </p:txBody>
      </p:sp>
      <p:sp>
        <p:nvSpPr>
          <p:cNvPr id="389" name="How 389"/>
          <p:cNvSpPr txBox="1"/>
          <p:nvPr/>
        </p:nvSpPr>
        <p:spPr>
          <a:xfrm>
            <a:off x="9573768" y="2011680"/>
            <a:ext cx="1828800" cy="3017520"/>
          </a:xfrm>
          <a:prstGeom prst="rect">
            <a:avLst/>
          </a:prstGeom>
          <a:noFill/>
          <a:ln>
            <a:noFill/>
          </a:ln>
        </p:spPr>
        <p:txBody>
          <a:bodyPr wrap="square" lIns="0" tIns="0" rIns="0" bIns="0" rtlCol="0" anchor="t">
            <a:noAutofit/>
          </a:bodyPr>
          <a:lstStyle/>
          <a:p>
            <a:pPr marL="228600" indent="-228600">
              <a:lnSpc>
                <a:spcPct val="105000"/>
              </a:lnSpc>
              <a:spcAft>
                <a:spcPts val="800"/>
              </a:spcAft>
              <a:buClr>
                <a:schemeClr val="accent3"/>
              </a:buClr>
              <a:buFont typeface="Arial"/>
              <a:buChar char="•"/>
            </a:pPr>
            <a:r>
              <a:rPr lang="en-AU" sz="1200" dirty="0">
                <a:solidFill>
                  <a:schemeClr val="accent6">
                    <a:lumMod val="75000"/>
                  </a:schemeClr>
                </a:solidFill>
                <a:latin typeface="Open Sans" pitchFamily="34" charset="0"/>
                <a:ea typeface="Open Sans" pitchFamily="34" charset="-122"/>
                <a:cs typeface="Open Sans" pitchFamily="34" charset="-120"/>
              </a:rPr>
              <a:t>Place each station’s top two where stakeholders will feel the impact.</a:t>
            </a:r>
          </a:p>
          <a:p>
            <a:pPr marL="228600" indent="-228600">
              <a:lnSpc>
                <a:spcPct val="105000"/>
              </a:lnSpc>
              <a:spcAft>
                <a:spcPts val="800"/>
              </a:spcAft>
              <a:buClr>
                <a:schemeClr val="accent3"/>
              </a:buClr>
              <a:buFont typeface="Arial"/>
              <a:buChar char="•"/>
            </a:pPr>
            <a:r>
              <a:rPr lang="en-AU" sz="1200" dirty="0">
                <a:solidFill>
                  <a:schemeClr val="accent6">
                    <a:lumMod val="75000"/>
                  </a:schemeClr>
                </a:solidFill>
                <a:latin typeface="Open Sans" pitchFamily="34" charset="0"/>
                <a:ea typeface="Open Sans" pitchFamily="34" charset="-122"/>
                <a:cs typeface="Open Sans" pitchFamily="34" charset="-120"/>
              </a:rPr>
              <a:t>Anything top right needs a timing message, so silence is not read as inaction.</a:t>
            </a:r>
          </a:p>
        </p:txBody>
      </p:sp>
      <p:sp>
        <p:nvSpPr>
          <p:cNvPr id="2" name="Slide Number Placeholder 1">
            <a:extLst>
              <a:ext uri="{FF2B5EF4-FFF2-40B4-BE49-F238E27FC236}">
                <a16:creationId xmlns:a16="http://schemas.microsoft.com/office/drawing/2014/main" id="{2B6BE33A-60B5-E311-CB42-7B2F0308709E}"/>
              </a:ext>
            </a:extLst>
          </p:cNvPr>
          <p:cNvSpPr txBox="1">
            <a:spLocks/>
          </p:cNvSpPr>
          <p:nvPr/>
        </p:nvSpPr>
        <p:spPr>
          <a:xfrm>
            <a:off x="9309830" y="642986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FA8BD019-05FF-F145-A6E1-6EE5A88665E4}" type="slidenum">
              <a:rPr kumimoji="0" lang="en-AU" sz="900" b="0" i="0" u="none" strike="noStrike" kern="1200" cap="none" spc="0" normalizeH="0" baseline="0" noProof="0" smtClean="0">
                <a:ln>
                  <a:noFill/>
                </a:ln>
                <a:solidFill>
                  <a:schemeClr val="bg2">
                    <a:lumMod val="10000"/>
                  </a:schemeClr>
                </a:solidFill>
                <a:effectLst/>
                <a:uLnTx/>
                <a:uFillTx/>
                <a:latin typeface="Aptos" panose="020B00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AU" sz="900" b="0" i="0" u="none" strike="noStrike" kern="1200" cap="none" spc="0" normalizeH="0" baseline="0" noProof="0" dirty="0">
              <a:ln>
                <a:noFill/>
              </a:ln>
              <a:solidFill>
                <a:schemeClr val="bg2">
                  <a:lumMod val="10000"/>
                </a:schemeClr>
              </a:solidFill>
              <a:effectLst/>
              <a:uLnTx/>
              <a:uFillTx/>
              <a:latin typeface="Aptos" panose="020B0004020202020204" pitchFamily="34" charset="0"/>
              <a:ea typeface="+mn-ea"/>
              <a:cs typeface="+mn-cs"/>
            </a:endParaRPr>
          </a:p>
        </p:txBody>
      </p:sp>
    </p:spTree>
    <p:extLst>
      <p:ext uri="{BB962C8B-B14F-4D97-AF65-F5344CB8AC3E}">
        <p14:creationId xmlns:p14="http://schemas.microsoft.com/office/powerpoint/2010/main" val="19222960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04E26-E604-813E-86D3-014AA1D9C32E}"/>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3608ACD3-B5DF-52A8-4DE1-4D5D28F05B17}"/>
              </a:ext>
            </a:extLst>
          </p:cNvPr>
          <p:cNvCxnSpPr>
            <a:cxnSpLocks/>
            <a:stCxn id="6" idx="3"/>
          </p:cNvCxnSpPr>
          <p:nvPr/>
        </p:nvCxnSpPr>
        <p:spPr>
          <a:xfrm>
            <a:off x="2609641" y="277669"/>
            <a:ext cx="9582359"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555E4999-7C88-D24F-75F2-28872F004E5D}"/>
              </a:ext>
            </a:extLst>
          </p:cNvPr>
          <p:cNvCxnSpPr>
            <a:cxnSpLocks/>
            <a:endCxn id="6" idx="1"/>
          </p:cNvCxnSpPr>
          <p:nvPr/>
        </p:nvCxnSpPr>
        <p:spPr>
          <a:xfrm>
            <a:off x="0" y="277669"/>
            <a:ext cx="548641"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 0">
            <a:extLst>
              <a:ext uri="{FF2B5EF4-FFF2-40B4-BE49-F238E27FC236}">
                <a16:creationId xmlns:a16="http://schemas.microsoft.com/office/drawing/2014/main" id="{93F24A76-699F-A050-BCAC-71BD08B264A2}"/>
              </a:ext>
            </a:extLst>
          </p:cNvPr>
          <p:cNvSpPr/>
          <p:nvPr/>
        </p:nvSpPr>
        <p:spPr>
          <a:xfrm>
            <a:off x="548641" y="165782"/>
            <a:ext cx="2061000" cy="223773"/>
          </a:xfrm>
          <a:prstGeom prst="roundRect">
            <a:avLst>
              <a:gd name="adj" fmla="val 50000"/>
            </a:avLst>
          </a:prstGeom>
          <a:noFill/>
          <a:ln w="3175">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i="0" u="none" strike="noStrike" kern="0" cap="none" normalizeH="0" baseline="0" noProof="0" dirty="0">
                <a:ln>
                  <a:noFill/>
                </a:ln>
                <a:solidFill>
                  <a:schemeClr val="accent6"/>
                </a:solidFill>
                <a:effectLst/>
                <a:uLnTx/>
                <a:uFillTx/>
                <a:latin typeface="Poppins" pitchFamily="34" charset="0"/>
                <a:ea typeface="Poppins" pitchFamily="34" charset="-122"/>
                <a:cs typeface="Poppins" pitchFamily="34" charset="-120"/>
              </a:rPr>
              <a:t>ISS GMT Working Session</a:t>
            </a:r>
          </a:p>
        </p:txBody>
      </p:sp>
      <p:sp>
        <p:nvSpPr>
          <p:cNvPr id="14" name="Title 4">
            <a:extLst>
              <a:ext uri="{FF2B5EF4-FFF2-40B4-BE49-F238E27FC236}">
                <a16:creationId xmlns:a16="http://schemas.microsoft.com/office/drawing/2014/main" id="{15B0D0C6-2A12-4A64-5CA6-AFD820857D29}"/>
              </a:ext>
            </a:extLst>
          </p:cNvPr>
          <p:cNvSpPr txBox="1">
            <a:spLocks/>
          </p:cNvSpPr>
          <p:nvPr/>
        </p:nvSpPr>
        <p:spPr>
          <a:xfrm>
            <a:off x="525018" y="573082"/>
            <a:ext cx="11200000" cy="880000"/>
          </a:xfrm>
          <a:prstGeom prst="rect">
            <a:avLst/>
          </a:prstGeom>
        </p:spPr>
        <p:txBody>
          <a:bodyPr vert="horz" lIns="91440" tIns="45720" rIns="91440" bIns="45720" rtlCol="0" anchor="t">
            <a:noAutofit/>
          </a:bodyPr>
          <a:lstStyle>
            <a:defPPr>
              <a:defRPr lang="en-US"/>
            </a:defPPr>
            <a:lvl1pPr>
              <a:lnSpc>
                <a:spcPct val="114000"/>
              </a:lnSpc>
              <a:spcBef>
                <a:spcPct val="0"/>
              </a:spcBef>
              <a:buNone/>
              <a:defRPr sz="2200">
                <a:solidFill>
                  <a:schemeClr val="accent6">
                    <a:lumMod val="75000"/>
                  </a:schemeClr>
                </a:solidFill>
                <a:latin typeface="Poppins SemiBold" panose="00000700000000000000" pitchFamily="2" charset="0"/>
                <a:ea typeface="+mj-ea"/>
                <a:cs typeface="Poppins SemiBold" panose="00000700000000000000" pitchFamily="2" charset="0"/>
              </a:defRPr>
            </a:lvl1pPr>
          </a:lstStyle>
          <a:p>
            <a:r>
              <a:rPr lang="en-AU" dirty="0"/>
              <a:t>Three minutes per station, </a:t>
            </a:r>
            <a:r>
              <a:rPr lang="en-AU" dirty="0">
                <a:solidFill>
                  <a:schemeClr val="accent3"/>
                </a:solidFill>
              </a:rPr>
              <a:t>three questions</a:t>
            </a:r>
            <a:endParaRPr lang="en-AU" dirty="0"/>
          </a:p>
        </p:txBody>
      </p:sp>
      <p:sp>
        <p:nvSpPr>
          <p:cNvPr id="390" name="Question card 390"/>
          <p:cNvSpPr/>
          <p:nvPr/>
        </p:nvSpPr>
        <p:spPr>
          <a:xfrm>
            <a:off x="566928" y="1463040"/>
            <a:ext cx="3535680" cy="3291840"/>
          </a:xfrm>
          <a:prstGeom prst="rect">
            <a:avLst/>
          </a:prstGeom>
          <a:solidFill>
            <a:schemeClr val="accent6"/>
          </a:solidFill>
          <a:ln>
            <a:noFill/>
          </a:ln>
        </p:spPr>
        <p:txBody>
          <a:bodyPr wrap="square" lIns="0" tIns="0" rIns="0" bIns="0" rtlCol="0" anchor="t">
            <a:noAutofit/>
          </a:bodyPr>
          <a:lstStyle/>
          <a:p>
            <a:endParaRPr lang="en-AU" sz="1000"/>
          </a:p>
        </p:txBody>
      </p:sp>
      <p:sp>
        <p:nvSpPr>
          <p:cNvPr id="391" name="Number 391"/>
          <p:cNvSpPr txBox="1"/>
          <p:nvPr/>
        </p:nvSpPr>
        <p:spPr>
          <a:xfrm>
            <a:off x="886968" y="1691640"/>
            <a:ext cx="1371600" cy="822960"/>
          </a:xfrm>
          <a:prstGeom prst="rect">
            <a:avLst/>
          </a:prstGeom>
          <a:noFill/>
          <a:ln>
            <a:noFill/>
          </a:ln>
        </p:spPr>
        <p:txBody>
          <a:bodyPr wrap="square" lIns="0" tIns="0" rIns="0" bIns="0" rtlCol="0" anchor="t">
            <a:noAutofit/>
          </a:bodyPr>
          <a:lstStyle/>
          <a:p>
            <a:pPr algn="l">
              <a:lnSpc>
                <a:spcPct val="100000"/>
              </a:lnSpc>
              <a:spcBef>
                <a:spcPts val="0"/>
              </a:spcBef>
              <a:spcAft>
                <a:spcPts val="0"/>
              </a:spcAft>
              <a:buNone/>
            </a:pPr>
            <a:r>
              <a:rPr lang="en-AU" sz="3600" b="1" dirty="0">
                <a:solidFill>
                  <a:schemeClr val="accent5"/>
                </a:solidFill>
                <a:latin typeface="Poppins SemiBold" pitchFamily="2" charset="0"/>
                <a:cs typeface="Poppins SemiBold" pitchFamily="2" charset="0"/>
              </a:rPr>
              <a:t>01</a:t>
            </a:r>
          </a:p>
        </p:txBody>
      </p:sp>
      <p:sp>
        <p:nvSpPr>
          <p:cNvPr id="392" name="Question 392"/>
          <p:cNvSpPr txBox="1"/>
          <p:nvPr/>
        </p:nvSpPr>
        <p:spPr>
          <a:xfrm>
            <a:off x="886968" y="2697480"/>
            <a:ext cx="2895600" cy="1828800"/>
          </a:xfrm>
          <a:prstGeom prst="rect">
            <a:avLst/>
          </a:prstGeom>
          <a:noFill/>
          <a:ln>
            <a:noFill/>
          </a:ln>
        </p:spPr>
        <p:txBody>
          <a:bodyPr wrap="square" lIns="0" tIns="0" rIns="0" bIns="0" rtlCol="0" anchor="t">
            <a:noAutofit/>
          </a:bodyPr>
          <a:lstStyle/>
          <a:p>
            <a:pPr algn="l">
              <a:lnSpc>
                <a:spcPct val="110000"/>
              </a:lnSpc>
              <a:spcBef>
                <a:spcPts val="0"/>
              </a:spcBef>
              <a:spcAft>
                <a:spcPts val="0"/>
              </a:spcAft>
              <a:buNone/>
            </a:pPr>
            <a:r>
              <a:rPr lang="en-AU" sz="1800" b="1" dirty="0">
                <a:solidFill>
                  <a:schemeClr val="bg1"/>
                </a:solidFill>
                <a:latin typeface="Poppins SemiBold" pitchFamily="2" charset="0"/>
                <a:cs typeface="Poppins SemiBold" pitchFamily="2" charset="0"/>
              </a:rPr>
              <a:t>What is already in train that others may not know about?</a:t>
            </a:r>
          </a:p>
        </p:txBody>
      </p:sp>
      <p:sp>
        <p:nvSpPr>
          <p:cNvPr id="393" name="Question card 393"/>
          <p:cNvSpPr/>
          <p:nvPr/>
        </p:nvSpPr>
        <p:spPr>
          <a:xfrm>
            <a:off x="4331208" y="1463040"/>
            <a:ext cx="3535680" cy="3291840"/>
          </a:xfrm>
          <a:prstGeom prst="rect">
            <a:avLst/>
          </a:prstGeom>
          <a:solidFill>
            <a:schemeClr val="accent6"/>
          </a:solidFill>
          <a:ln>
            <a:noFill/>
          </a:ln>
        </p:spPr>
        <p:txBody>
          <a:bodyPr wrap="square" lIns="0" tIns="0" rIns="0" bIns="0" rtlCol="0" anchor="t">
            <a:noAutofit/>
          </a:bodyPr>
          <a:lstStyle/>
          <a:p>
            <a:endParaRPr lang="en-AU" sz="1000"/>
          </a:p>
        </p:txBody>
      </p:sp>
      <p:sp>
        <p:nvSpPr>
          <p:cNvPr id="394" name="Number 394"/>
          <p:cNvSpPr txBox="1"/>
          <p:nvPr/>
        </p:nvSpPr>
        <p:spPr>
          <a:xfrm>
            <a:off x="4651248" y="1691640"/>
            <a:ext cx="1371600" cy="822960"/>
          </a:xfrm>
          <a:prstGeom prst="rect">
            <a:avLst/>
          </a:prstGeom>
          <a:noFill/>
          <a:ln>
            <a:noFill/>
          </a:ln>
        </p:spPr>
        <p:txBody>
          <a:bodyPr wrap="square" lIns="0" tIns="0" rIns="0" bIns="0" rtlCol="0" anchor="t">
            <a:noAutofit/>
          </a:bodyPr>
          <a:lstStyle/>
          <a:p>
            <a:pPr algn="l">
              <a:lnSpc>
                <a:spcPct val="100000"/>
              </a:lnSpc>
              <a:spcBef>
                <a:spcPts val="0"/>
              </a:spcBef>
              <a:spcAft>
                <a:spcPts val="0"/>
              </a:spcAft>
              <a:buNone/>
            </a:pPr>
            <a:r>
              <a:rPr lang="en-AU" sz="3600" b="1" dirty="0">
                <a:solidFill>
                  <a:schemeClr val="accent5"/>
                </a:solidFill>
                <a:latin typeface="Poppins SemiBold" pitchFamily="2" charset="0"/>
                <a:cs typeface="Poppins SemiBold" pitchFamily="2" charset="0"/>
              </a:rPr>
              <a:t>02</a:t>
            </a:r>
          </a:p>
        </p:txBody>
      </p:sp>
      <p:sp>
        <p:nvSpPr>
          <p:cNvPr id="395" name="Question 395"/>
          <p:cNvSpPr txBox="1"/>
          <p:nvPr/>
        </p:nvSpPr>
        <p:spPr>
          <a:xfrm>
            <a:off x="4651248" y="2697480"/>
            <a:ext cx="2895600" cy="1828800"/>
          </a:xfrm>
          <a:prstGeom prst="rect">
            <a:avLst/>
          </a:prstGeom>
          <a:noFill/>
          <a:ln>
            <a:noFill/>
          </a:ln>
        </p:spPr>
        <p:txBody>
          <a:bodyPr wrap="square" lIns="0" tIns="0" rIns="0" bIns="0" rtlCol="0" anchor="t">
            <a:noAutofit/>
          </a:bodyPr>
          <a:lstStyle/>
          <a:p>
            <a:pPr algn="l">
              <a:lnSpc>
                <a:spcPct val="110000"/>
              </a:lnSpc>
              <a:spcBef>
                <a:spcPts val="0"/>
              </a:spcBef>
              <a:spcAft>
                <a:spcPts val="0"/>
              </a:spcAft>
              <a:buNone/>
            </a:pPr>
            <a:r>
              <a:rPr lang="en-AU" sz="1800" b="1" dirty="0">
                <a:solidFill>
                  <a:schemeClr val="bg1"/>
                </a:solidFill>
                <a:latin typeface="Poppins SemiBold" pitchFamily="2" charset="0"/>
                <a:cs typeface="Poppins SemiBold" pitchFamily="2" charset="0"/>
              </a:rPr>
              <a:t>Where are the biggest gaps, and who should own them?</a:t>
            </a:r>
          </a:p>
        </p:txBody>
      </p:sp>
      <p:sp>
        <p:nvSpPr>
          <p:cNvPr id="396" name="Question card 396"/>
          <p:cNvSpPr/>
          <p:nvPr/>
        </p:nvSpPr>
        <p:spPr>
          <a:xfrm>
            <a:off x="8095488" y="1463040"/>
            <a:ext cx="3535680" cy="3291840"/>
          </a:xfrm>
          <a:prstGeom prst="rect">
            <a:avLst/>
          </a:prstGeom>
          <a:solidFill>
            <a:schemeClr val="accent6"/>
          </a:solidFill>
          <a:ln>
            <a:noFill/>
          </a:ln>
        </p:spPr>
        <p:txBody>
          <a:bodyPr wrap="square" lIns="0" tIns="0" rIns="0" bIns="0" rtlCol="0" anchor="t">
            <a:noAutofit/>
          </a:bodyPr>
          <a:lstStyle/>
          <a:p>
            <a:endParaRPr lang="en-AU" sz="1000"/>
          </a:p>
        </p:txBody>
      </p:sp>
      <p:sp>
        <p:nvSpPr>
          <p:cNvPr id="397" name="Number 397"/>
          <p:cNvSpPr txBox="1"/>
          <p:nvPr/>
        </p:nvSpPr>
        <p:spPr>
          <a:xfrm>
            <a:off x="8415528" y="1691640"/>
            <a:ext cx="1371600" cy="822960"/>
          </a:xfrm>
          <a:prstGeom prst="rect">
            <a:avLst/>
          </a:prstGeom>
          <a:noFill/>
          <a:ln>
            <a:noFill/>
          </a:ln>
        </p:spPr>
        <p:txBody>
          <a:bodyPr wrap="square" lIns="0" tIns="0" rIns="0" bIns="0" rtlCol="0" anchor="t">
            <a:noAutofit/>
          </a:bodyPr>
          <a:lstStyle/>
          <a:p>
            <a:pPr algn="l">
              <a:lnSpc>
                <a:spcPct val="100000"/>
              </a:lnSpc>
              <a:spcBef>
                <a:spcPts val="0"/>
              </a:spcBef>
              <a:spcAft>
                <a:spcPts val="0"/>
              </a:spcAft>
              <a:buNone/>
            </a:pPr>
            <a:r>
              <a:rPr lang="en-AU" sz="3600" b="1" dirty="0">
                <a:solidFill>
                  <a:schemeClr val="accent5"/>
                </a:solidFill>
                <a:latin typeface="Poppins SemiBold" pitchFamily="2" charset="0"/>
                <a:cs typeface="Poppins SemiBold" pitchFamily="2" charset="0"/>
              </a:rPr>
              <a:t>03</a:t>
            </a:r>
          </a:p>
        </p:txBody>
      </p:sp>
      <p:sp>
        <p:nvSpPr>
          <p:cNvPr id="398" name="Question 398"/>
          <p:cNvSpPr txBox="1"/>
          <p:nvPr/>
        </p:nvSpPr>
        <p:spPr>
          <a:xfrm>
            <a:off x="8415528" y="2697480"/>
            <a:ext cx="2895600" cy="1828800"/>
          </a:xfrm>
          <a:prstGeom prst="rect">
            <a:avLst/>
          </a:prstGeom>
          <a:noFill/>
          <a:ln>
            <a:noFill/>
          </a:ln>
        </p:spPr>
        <p:txBody>
          <a:bodyPr wrap="square" lIns="0" tIns="0" rIns="0" bIns="0" rtlCol="0" anchor="t">
            <a:noAutofit/>
          </a:bodyPr>
          <a:lstStyle/>
          <a:p>
            <a:pPr algn="l">
              <a:lnSpc>
                <a:spcPct val="110000"/>
              </a:lnSpc>
              <a:spcBef>
                <a:spcPts val="0"/>
              </a:spcBef>
              <a:spcAft>
                <a:spcPts val="0"/>
              </a:spcAft>
              <a:buNone/>
            </a:pPr>
            <a:r>
              <a:rPr lang="en-AU" sz="1800" b="1" dirty="0">
                <a:solidFill>
                  <a:schemeClr val="bg1"/>
                </a:solidFill>
                <a:latin typeface="Poppins SemiBold" pitchFamily="2" charset="0"/>
                <a:cs typeface="Poppins SemiBold" pitchFamily="2" charset="0"/>
              </a:rPr>
              <a:t>What do stakeholders need to hear about timing?</a:t>
            </a:r>
          </a:p>
        </p:txBody>
      </p:sp>
      <p:sp>
        <p:nvSpPr>
          <p:cNvPr id="399" name="Pill 399"/>
          <p:cNvSpPr/>
          <p:nvPr/>
        </p:nvSpPr>
        <p:spPr>
          <a:xfrm>
            <a:off x="566928" y="5029200"/>
            <a:ext cx="11064240" cy="640080"/>
          </a:xfrm>
          <a:prstGeom prst="roundRect">
            <a:avLst>
              <a:gd name="adj" fmla="val 50000"/>
            </a:avLst>
          </a:prstGeom>
          <a:solidFill>
            <a:schemeClr val="bg1"/>
          </a:solidFill>
          <a:ln>
            <a:noFill/>
          </a:ln>
          <a:effectLst>
            <a:outerShdw blurRad="76200" dist="12700" dir="5400000" algn="t" rotWithShape="0">
              <a:srgbClr val="445469">
                <a:alpha val="14000"/>
              </a:srgbClr>
            </a:outerShdw>
          </a:effectLst>
        </p:spPr>
        <p:txBody>
          <a:bodyPr wrap="square" lIns="274320" tIns="0" rIns="274320" bIns="0" rtlCol="0" anchor="ctr">
            <a:noAutofit/>
          </a:bodyPr>
          <a:lstStyle/>
          <a:p>
            <a:pPr algn="l">
              <a:lnSpc>
                <a:spcPct val="100000"/>
              </a:lnSpc>
              <a:spcBef>
                <a:spcPts val="0"/>
              </a:spcBef>
              <a:spcAft>
                <a:spcPts val="0"/>
              </a:spcAft>
              <a:buNone/>
            </a:pPr>
            <a:r>
              <a:rPr lang="en-AU" sz="1300" b="1" dirty="0">
                <a:solidFill>
                  <a:schemeClr val="accent3">
                    <a:lumMod val="75000"/>
                  </a:schemeClr>
                </a:solidFill>
                <a:latin typeface="Poppins SemiBold" pitchFamily="2" charset="0"/>
                <a:cs typeface="Poppins SemiBold" pitchFamily="2" charset="0"/>
              </a:rPr>
              <a:t>The round 2 group at each station presents. Priorities go straight onto the impact-time matrix.</a:t>
            </a:r>
          </a:p>
        </p:txBody>
      </p:sp>
      <p:sp>
        <p:nvSpPr>
          <p:cNvPr id="2" name="Slide Number Placeholder 1">
            <a:extLst>
              <a:ext uri="{FF2B5EF4-FFF2-40B4-BE49-F238E27FC236}">
                <a16:creationId xmlns:a16="http://schemas.microsoft.com/office/drawing/2014/main" id="{2B6BE33A-60B5-E311-CB42-7B2F0308709E}"/>
              </a:ext>
            </a:extLst>
          </p:cNvPr>
          <p:cNvSpPr txBox="1">
            <a:spLocks/>
          </p:cNvSpPr>
          <p:nvPr/>
        </p:nvSpPr>
        <p:spPr>
          <a:xfrm>
            <a:off x="9309830" y="642986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FA8BD019-05FF-F145-A6E1-6EE5A88665E4}" type="slidenum">
              <a:rPr kumimoji="0" lang="en-AU" sz="900" b="0" i="0" u="none" strike="noStrike" kern="1200" cap="none" spc="0" normalizeH="0" baseline="0" noProof="0" smtClean="0">
                <a:ln>
                  <a:noFill/>
                </a:ln>
                <a:solidFill>
                  <a:schemeClr val="bg2">
                    <a:lumMod val="10000"/>
                  </a:schemeClr>
                </a:solidFill>
                <a:effectLst/>
                <a:uLnTx/>
                <a:uFillTx/>
                <a:latin typeface="Aptos" panose="020B00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AU" sz="900" b="0" i="0" u="none" strike="noStrike" kern="1200" cap="none" spc="0" normalizeH="0" baseline="0" noProof="0" dirty="0">
              <a:ln>
                <a:noFill/>
              </a:ln>
              <a:solidFill>
                <a:schemeClr val="bg2">
                  <a:lumMod val="10000"/>
                </a:schemeClr>
              </a:solidFill>
              <a:effectLst/>
              <a:uLnTx/>
              <a:uFillTx/>
              <a:latin typeface="Aptos" panose="020B0004020202020204" pitchFamily="34" charset="0"/>
              <a:ea typeface="+mn-ea"/>
              <a:cs typeface="+mn-cs"/>
            </a:endParaRPr>
          </a:p>
        </p:txBody>
      </p:sp>
    </p:spTree>
    <p:extLst>
      <p:ext uri="{BB962C8B-B14F-4D97-AF65-F5344CB8AC3E}">
        <p14:creationId xmlns:p14="http://schemas.microsoft.com/office/powerpoint/2010/main" val="19222960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04E26-E604-813E-86D3-014AA1D9C32E}"/>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3608ACD3-B5DF-52A8-4DE1-4D5D28F05B17}"/>
              </a:ext>
            </a:extLst>
          </p:cNvPr>
          <p:cNvCxnSpPr>
            <a:cxnSpLocks/>
            <a:stCxn id="6" idx="3"/>
          </p:cNvCxnSpPr>
          <p:nvPr/>
        </p:nvCxnSpPr>
        <p:spPr>
          <a:xfrm>
            <a:off x="2609641" y="277669"/>
            <a:ext cx="9582359"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555E4999-7C88-D24F-75F2-28872F004E5D}"/>
              </a:ext>
            </a:extLst>
          </p:cNvPr>
          <p:cNvCxnSpPr>
            <a:cxnSpLocks/>
            <a:endCxn id="6" idx="1"/>
          </p:cNvCxnSpPr>
          <p:nvPr/>
        </p:nvCxnSpPr>
        <p:spPr>
          <a:xfrm>
            <a:off x="0" y="277669"/>
            <a:ext cx="548641"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 0">
            <a:extLst>
              <a:ext uri="{FF2B5EF4-FFF2-40B4-BE49-F238E27FC236}">
                <a16:creationId xmlns:a16="http://schemas.microsoft.com/office/drawing/2014/main" id="{93F24A76-699F-A050-BCAC-71BD08B264A2}"/>
              </a:ext>
            </a:extLst>
          </p:cNvPr>
          <p:cNvSpPr/>
          <p:nvPr/>
        </p:nvSpPr>
        <p:spPr>
          <a:xfrm>
            <a:off x="548641" y="165782"/>
            <a:ext cx="2061000" cy="223773"/>
          </a:xfrm>
          <a:prstGeom prst="roundRect">
            <a:avLst>
              <a:gd name="adj" fmla="val 50000"/>
            </a:avLst>
          </a:prstGeom>
          <a:noFill/>
          <a:ln w="3175">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i="0" u="none" strike="noStrike" kern="0" cap="none" normalizeH="0" baseline="0" noProof="0" dirty="0">
                <a:ln>
                  <a:noFill/>
                </a:ln>
                <a:solidFill>
                  <a:schemeClr val="accent6"/>
                </a:solidFill>
                <a:effectLst/>
                <a:uLnTx/>
                <a:uFillTx/>
                <a:latin typeface="Poppins" pitchFamily="34" charset="0"/>
                <a:ea typeface="Poppins" pitchFamily="34" charset="-122"/>
                <a:cs typeface="Poppins" pitchFamily="34" charset="-120"/>
              </a:rPr>
              <a:t>ISS GMT Working Session</a:t>
            </a:r>
          </a:p>
        </p:txBody>
      </p:sp>
      <p:sp>
        <p:nvSpPr>
          <p:cNvPr id="14" name="Title 4">
            <a:extLst>
              <a:ext uri="{FF2B5EF4-FFF2-40B4-BE49-F238E27FC236}">
                <a16:creationId xmlns:a16="http://schemas.microsoft.com/office/drawing/2014/main" id="{15B0D0C6-2A12-4A64-5CA6-AFD820857D29}"/>
              </a:ext>
            </a:extLst>
          </p:cNvPr>
          <p:cNvSpPr txBox="1">
            <a:spLocks/>
          </p:cNvSpPr>
          <p:nvPr/>
        </p:nvSpPr>
        <p:spPr>
          <a:xfrm>
            <a:off x="525018" y="573082"/>
            <a:ext cx="11200000" cy="880000"/>
          </a:xfrm>
          <a:prstGeom prst="rect">
            <a:avLst/>
          </a:prstGeom>
        </p:spPr>
        <p:txBody>
          <a:bodyPr vert="horz" lIns="91440" tIns="45720" rIns="91440" bIns="45720" rtlCol="0" anchor="t">
            <a:noAutofit/>
          </a:bodyPr>
          <a:lstStyle>
            <a:defPPr>
              <a:defRPr lang="en-US"/>
            </a:defPPr>
            <a:lvl1pPr>
              <a:lnSpc>
                <a:spcPct val="114000"/>
              </a:lnSpc>
              <a:spcBef>
                <a:spcPct val="0"/>
              </a:spcBef>
              <a:buNone/>
              <a:defRPr sz="2200">
                <a:solidFill>
                  <a:schemeClr val="accent6">
                    <a:lumMod val="75000"/>
                  </a:schemeClr>
                </a:solidFill>
                <a:latin typeface="Poppins SemiBold" panose="00000700000000000000" pitchFamily="2" charset="0"/>
                <a:ea typeface="+mj-ea"/>
                <a:cs typeface="Poppins SemiBold" panose="00000700000000000000" pitchFamily="2" charset="0"/>
              </a:defRPr>
            </a:lvl1pPr>
          </a:lstStyle>
          <a:p>
            <a:r>
              <a:rPr lang="en-AU" dirty="0"/>
              <a:t>Today’s output becomes </a:t>
            </a:r>
            <a:r>
              <a:rPr lang="en-AU" dirty="0">
                <a:solidFill>
                  <a:schemeClr val="accent3"/>
                </a:solidFill>
              </a:rPr>
              <a:t>the draft plan for the executive and Board</a:t>
            </a:r>
            <a:endParaRPr lang="en-AU" dirty="0"/>
          </a:p>
        </p:txBody>
      </p:sp>
      <p:sp>
        <p:nvSpPr>
          <p:cNvPr id="400" name="Card 400"/>
          <p:cNvSpPr/>
          <p:nvPr/>
        </p:nvSpPr>
        <p:spPr>
          <a:xfrm>
            <a:off x="566928" y="1463040"/>
            <a:ext cx="3566160" cy="2194560"/>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p:spPr>
        <p:txBody>
          <a:bodyPr wrap="square" lIns="0" tIns="0" rIns="0" bIns="0" rtlCol="0" anchor="t">
            <a:noAutofit/>
          </a:bodyPr>
          <a:lstStyle/>
          <a:p>
            <a:endParaRPr lang="en-AU" sz="1000"/>
          </a:p>
        </p:txBody>
      </p:sp>
      <p:sp>
        <p:nvSpPr>
          <p:cNvPr id="401" name="Dot 401"/>
          <p:cNvSpPr/>
          <p:nvPr/>
        </p:nvSpPr>
        <p:spPr>
          <a:xfrm>
            <a:off x="841248" y="1792224"/>
            <a:ext cx="182880" cy="182880"/>
          </a:xfrm>
          <a:prstGeom prst="ellipse">
            <a:avLst/>
          </a:prstGeom>
          <a:solidFill>
            <a:schemeClr val="accent3"/>
          </a:solidFill>
          <a:ln>
            <a:noFill/>
          </a:ln>
        </p:spPr>
        <p:txBody>
          <a:bodyPr wrap="square" lIns="0" tIns="0" rIns="0" bIns="0" rtlCol="0" anchor="t">
            <a:noAutofit/>
          </a:bodyPr>
          <a:lstStyle/>
          <a:p>
            <a:endParaRPr lang="en-AU" sz="1000"/>
          </a:p>
        </p:txBody>
      </p:sp>
      <p:sp>
        <p:nvSpPr>
          <p:cNvPr id="402" name="Card head 402"/>
          <p:cNvSpPr txBox="1"/>
          <p:nvPr/>
        </p:nvSpPr>
        <p:spPr>
          <a:xfrm>
            <a:off x="1133856" y="1691640"/>
            <a:ext cx="2743200" cy="566928"/>
          </a:xfrm>
          <a:prstGeom prst="rect">
            <a:avLst/>
          </a:prstGeom>
          <a:noFill/>
          <a:ln>
            <a:noFill/>
          </a:ln>
        </p:spPr>
        <p:txBody>
          <a:bodyPr wrap="square" lIns="0" tIns="0" rIns="0" bIns="0" rtlCol="0" anchor="t">
            <a:noAutofit/>
          </a:bodyPr>
          <a:lstStyle/>
          <a:p>
            <a:pPr algn="l">
              <a:lnSpc>
                <a:spcPct val="100000"/>
              </a:lnSpc>
              <a:spcBef>
                <a:spcPts val="0"/>
              </a:spcBef>
              <a:spcAft>
                <a:spcPts val="0"/>
              </a:spcAft>
              <a:buNone/>
            </a:pPr>
            <a:r>
              <a:rPr lang="en-AU" sz="1500" b="1" dirty="0">
                <a:solidFill>
                  <a:schemeClr val="accent6">
                    <a:lumMod val="75000"/>
                  </a:schemeClr>
                </a:solidFill>
                <a:latin typeface="Poppins SemiBold" pitchFamily="2" charset="0"/>
                <a:cs typeface="Poppins SemiBold" pitchFamily="2" charset="0"/>
              </a:rPr>
              <a:t>Engagement and comms strategy</a:t>
            </a:r>
          </a:p>
        </p:txBody>
      </p:sp>
      <p:sp>
        <p:nvSpPr>
          <p:cNvPr id="403" name="Card body 403"/>
          <p:cNvSpPr txBox="1"/>
          <p:nvPr/>
        </p:nvSpPr>
        <p:spPr>
          <a:xfrm>
            <a:off x="841248" y="2331720"/>
            <a:ext cx="3017520" cy="1188720"/>
          </a:xfrm>
          <a:prstGeom prst="rect">
            <a:avLst/>
          </a:prstGeom>
          <a:noFill/>
          <a:ln>
            <a:noFill/>
          </a:ln>
        </p:spPr>
        <p:txBody>
          <a:bodyPr wrap="square" lIns="0" tIns="0" rIns="0" bIns="0" rtlCol="0" anchor="t">
            <a:noAutofit/>
          </a:bodyPr>
          <a:lstStyle/>
          <a:p>
            <a:pPr algn="l">
              <a:lnSpc>
                <a:spcPct val="115000"/>
              </a:lnSpc>
              <a:spcBef>
                <a:spcPts val="0"/>
              </a:spcBef>
              <a:spcAft>
                <a:spcPts val="0"/>
              </a:spcAft>
              <a:buNone/>
            </a:pPr>
            <a:r>
              <a:rPr lang="en-AU" sz="1200" dirty="0">
                <a:solidFill>
                  <a:schemeClr val="accent6">
                    <a:lumMod val="75000"/>
                  </a:schemeClr>
                </a:solidFill>
                <a:latin typeface="Open Sans" pitchFamily="34" charset="0"/>
                <a:ea typeface="Open Sans" pitchFamily="34" charset="-122"/>
                <a:cs typeface="Open Sans" pitchFamily="34" charset="-120"/>
              </a:rPr>
              <a:t>One approach to how Coal Services engages and keeps stakeholders informed</a:t>
            </a:r>
          </a:p>
        </p:txBody>
      </p:sp>
      <p:sp>
        <p:nvSpPr>
          <p:cNvPr id="404" name="Card 404"/>
          <p:cNvSpPr/>
          <p:nvPr/>
        </p:nvSpPr>
        <p:spPr>
          <a:xfrm>
            <a:off x="4361688" y="1463040"/>
            <a:ext cx="3566160" cy="2194560"/>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p:spPr>
        <p:txBody>
          <a:bodyPr wrap="square" lIns="0" tIns="0" rIns="0" bIns="0" rtlCol="0" anchor="t">
            <a:noAutofit/>
          </a:bodyPr>
          <a:lstStyle/>
          <a:p>
            <a:endParaRPr lang="en-AU" sz="1000"/>
          </a:p>
        </p:txBody>
      </p:sp>
      <p:sp>
        <p:nvSpPr>
          <p:cNvPr id="405" name="Dot 405"/>
          <p:cNvSpPr/>
          <p:nvPr/>
        </p:nvSpPr>
        <p:spPr>
          <a:xfrm>
            <a:off x="4636008" y="1792224"/>
            <a:ext cx="182880" cy="182880"/>
          </a:xfrm>
          <a:prstGeom prst="ellipse">
            <a:avLst/>
          </a:prstGeom>
          <a:solidFill>
            <a:schemeClr val="accent3"/>
          </a:solidFill>
          <a:ln>
            <a:noFill/>
          </a:ln>
        </p:spPr>
        <p:txBody>
          <a:bodyPr wrap="square" lIns="0" tIns="0" rIns="0" bIns="0" rtlCol="0" anchor="t">
            <a:noAutofit/>
          </a:bodyPr>
          <a:lstStyle/>
          <a:p>
            <a:endParaRPr lang="en-AU" sz="1000"/>
          </a:p>
        </p:txBody>
      </p:sp>
      <p:sp>
        <p:nvSpPr>
          <p:cNvPr id="406" name="Card head 406"/>
          <p:cNvSpPr txBox="1"/>
          <p:nvPr/>
        </p:nvSpPr>
        <p:spPr>
          <a:xfrm>
            <a:off x="4928616" y="1691640"/>
            <a:ext cx="2743200" cy="566928"/>
          </a:xfrm>
          <a:prstGeom prst="rect">
            <a:avLst/>
          </a:prstGeom>
          <a:noFill/>
          <a:ln>
            <a:noFill/>
          </a:ln>
        </p:spPr>
        <p:txBody>
          <a:bodyPr wrap="square" lIns="0" tIns="0" rIns="0" bIns="0" rtlCol="0" anchor="t">
            <a:noAutofit/>
          </a:bodyPr>
          <a:lstStyle/>
          <a:p>
            <a:pPr algn="l">
              <a:lnSpc>
                <a:spcPct val="100000"/>
              </a:lnSpc>
              <a:spcBef>
                <a:spcPts val="0"/>
              </a:spcBef>
              <a:spcAft>
                <a:spcPts val="0"/>
              </a:spcAft>
              <a:buNone/>
            </a:pPr>
            <a:r>
              <a:rPr lang="en-AU" sz="1500" b="1" dirty="0">
                <a:solidFill>
                  <a:schemeClr val="accent6">
                    <a:lumMod val="75000"/>
                  </a:schemeClr>
                </a:solidFill>
                <a:latin typeface="Poppins SemiBold" pitchFamily="2" charset="0"/>
                <a:cs typeface="Poppins SemiBold" pitchFamily="2" charset="0"/>
              </a:rPr>
              <a:t>CX measurement framework</a:t>
            </a:r>
          </a:p>
        </p:txBody>
      </p:sp>
      <p:sp>
        <p:nvSpPr>
          <p:cNvPr id="407" name="Card body 407"/>
          <p:cNvSpPr txBox="1"/>
          <p:nvPr/>
        </p:nvSpPr>
        <p:spPr>
          <a:xfrm>
            <a:off x="4636008" y="2331720"/>
            <a:ext cx="3017520" cy="1188720"/>
          </a:xfrm>
          <a:prstGeom prst="rect">
            <a:avLst/>
          </a:prstGeom>
          <a:noFill/>
          <a:ln>
            <a:noFill/>
          </a:ln>
        </p:spPr>
        <p:txBody>
          <a:bodyPr wrap="square" lIns="0" tIns="0" rIns="0" bIns="0" rtlCol="0" anchor="t">
            <a:noAutofit/>
          </a:bodyPr>
          <a:lstStyle/>
          <a:p>
            <a:pPr algn="l">
              <a:lnSpc>
                <a:spcPct val="115000"/>
              </a:lnSpc>
              <a:spcBef>
                <a:spcPts val="0"/>
              </a:spcBef>
              <a:spcAft>
                <a:spcPts val="0"/>
              </a:spcAft>
              <a:buNone/>
            </a:pPr>
            <a:r>
              <a:rPr lang="en-AU" sz="1200" dirty="0">
                <a:solidFill>
                  <a:schemeClr val="accent6">
                    <a:lumMod val="75000"/>
                  </a:schemeClr>
                </a:solidFill>
                <a:latin typeface="Open Sans" pitchFamily="34" charset="0"/>
                <a:ea typeface="Open Sans" pitchFamily="34" charset="-122"/>
                <a:cs typeface="Open Sans" pitchFamily="34" charset="-120"/>
              </a:rPr>
              <a:t>Consistent measures rolled out across all BUs</a:t>
            </a:r>
          </a:p>
        </p:txBody>
      </p:sp>
      <p:sp>
        <p:nvSpPr>
          <p:cNvPr id="408" name="Card 408"/>
          <p:cNvSpPr/>
          <p:nvPr/>
        </p:nvSpPr>
        <p:spPr>
          <a:xfrm>
            <a:off x="566928" y="3886200"/>
            <a:ext cx="3566160" cy="2194560"/>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p:spPr>
        <p:txBody>
          <a:bodyPr wrap="square" lIns="0" tIns="0" rIns="0" bIns="0" rtlCol="0" anchor="t">
            <a:noAutofit/>
          </a:bodyPr>
          <a:lstStyle/>
          <a:p>
            <a:endParaRPr lang="en-AU" sz="1000"/>
          </a:p>
        </p:txBody>
      </p:sp>
      <p:sp>
        <p:nvSpPr>
          <p:cNvPr id="409" name="Dot 409"/>
          <p:cNvSpPr/>
          <p:nvPr/>
        </p:nvSpPr>
        <p:spPr>
          <a:xfrm>
            <a:off x="841248" y="4215384"/>
            <a:ext cx="182880" cy="182880"/>
          </a:xfrm>
          <a:prstGeom prst="ellipse">
            <a:avLst/>
          </a:prstGeom>
          <a:solidFill>
            <a:schemeClr val="accent3"/>
          </a:solidFill>
          <a:ln>
            <a:noFill/>
          </a:ln>
        </p:spPr>
        <p:txBody>
          <a:bodyPr wrap="square" lIns="0" tIns="0" rIns="0" bIns="0" rtlCol="0" anchor="t">
            <a:noAutofit/>
          </a:bodyPr>
          <a:lstStyle/>
          <a:p>
            <a:endParaRPr lang="en-AU" sz="1000"/>
          </a:p>
        </p:txBody>
      </p:sp>
      <p:sp>
        <p:nvSpPr>
          <p:cNvPr id="410" name="Card head 410"/>
          <p:cNvSpPr txBox="1"/>
          <p:nvPr/>
        </p:nvSpPr>
        <p:spPr>
          <a:xfrm>
            <a:off x="1133856" y="4114800"/>
            <a:ext cx="2743200" cy="566928"/>
          </a:xfrm>
          <a:prstGeom prst="rect">
            <a:avLst/>
          </a:prstGeom>
          <a:noFill/>
          <a:ln>
            <a:noFill/>
          </a:ln>
        </p:spPr>
        <p:txBody>
          <a:bodyPr wrap="square" lIns="0" tIns="0" rIns="0" bIns="0" rtlCol="0" anchor="t">
            <a:noAutofit/>
          </a:bodyPr>
          <a:lstStyle/>
          <a:p>
            <a:pPr algn="l">
              <a:lnSpc>
                <a:spcPct val="100000"/>
              </a:lnSpc>
              <a:spcBef>
                <a:spcPts val="0"/>
              </a:spcBef>
              <a:spcAft>
                <a:spcPts val="0"/>
              </a:spcAft>
              <a:buNone/>
            </a:pPr>
            <a:r>
              <a:rPr lang="en-AU" sz="1500" b="1" dirty="0">
                <a:solidFill>
                  <a:schemeClr val="accent6">
                    <a:lumMod val="75000"/>
                  </a:schemeClr>
                </a:solidFill>
                <a:latin typeface="Poppins SemiBold" pitchFamily="2" charset="0"/>
                <a:cs typeface="Poppins SemiBold" pitchFamily="2" charset="0"/>
              </a:rPr>
              <a:t>Service standards and stakeholder strategy</a:t>
            </a:r>
          </a:p>
        </p:txBody>
      </p:sp>
      <p:sp>
        <p:nvSpPr>
          <p:cNvPr id="411" name="Card body 411"/>
          <p:cNvSpPr txBox="1"/>
          <p:nvPr/>
        </p:nvSpPr>
        <p:spPr>
          <a:xfrm>
            <a:off x="841248" y="4754880"/>
            <a:ext cx="3017520" cy="1188720"/>
          </a:xfrm>
          <a:prstGeom prst="rect">
            <a:avLst/>
          </a:prstGeom>
          <a:noFill/>
          <a:ln>
            <a:noFill/>
          </a:ln>
        </p:spPr>
        <p:txBody>
          <a:bodyPr wrap="square" lIns="0" tIns="0" rIns="0" bIns="0" rtlCol="0" anchor="t">
            <a:noAutofit/>
          </a:bodyPr>
          <a:lstStyle/>
          <a:p>
            <a:pPr algn="l">
              <a:lnSpc>
                <a:spcPct val="115000"/>
              </a:lnSpc>
              <a:spcBef>
                <a:spcPts val="0"/>
              </a:spcBef>
              <a:spcAft>
                <a:spcPts val="0"/>
              </a:spcAft>
              <a:buNone/>
            </a:pPr>
            <a:r>
              <a:rPr lang="en-AU" sz="1200" dirty="0">
                <a:solidFill>
                  <a:schemeClr val="accent6">
                    <a:lumMod val="75000"/>
                  </a:schemeClr>
                </a:solidFill>
                <a:latin typeface="Open Sans" pitchFamily="34" charset="0"/>
                <a:ea typeface="Open Sans" pitchFamily="34" charset="-122"/>
                <a:cs typeface="Open Sans" pitchFamily="34" charset="-120"/>
              </a:rPr>
              <a:t>Core standards so the experience feels consistent</a:t>
            </a:r>
          </a:p>
        </p:txBody>
      </p:sp>
      <p:sp>
        <p:nvSpPr>
          <p:cNvPr id="412" name="Card 412"/>
          <p:cNvSpPr/>
          <p:nvPr/>
        </p:nvSpPr>
        <p:spPr>
          <a:xfrm>
            <a:off x="4361688" y="3886200"/>
            <a:ext cx="3566160" cy="2194560"/>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p:spPr>
        <p:txBody>
          <a:bodyPr wrap="square" lIns="0" tIns="0" rIns="0" bIns="0" rtlCol="0" anchor="t">
            <a:noAutofit/>
          </a:bodyPr>
          <a:lstStyle/>
          <a:p>
            <a:endParaRPr lang="en-AU" sz="1000"/>
          </a:p>
        </p:txBody>
      </p:sp>
      <p:sp>
        <p:nvSpPr>
          <p:cNvPr id="413" name="Dot 413"/>
          <p:cNvSpPr/>
          <p:nvPr/>
        </p:nvSpPr>
        <p:spPr>
          <a:xfrm>
            <a:off x="4636008" y="4215384"/>
            <a:ext cx="182880" cy="182880"/>
          </a:xfrm>
          <a:prstGeom prst="ellipse">
            <a:avLst/>
          </a:prstGeom>
          <a:solidFill>
            <a:schemeClr val="accent3"/>
          </a:solidFill>
          <a:ln>
            <a:noFill/>
          </a:ln>
        </p:spPr>
        <p:txBody>
          <a:bodyPr wrap="square" lIns="0" tIns="0" rIns="0" bIns="0" rtlCol="0" anchor="t">
            <a:noAutofit/>
          </a:bodyPr>
          <a:lstStyle/>
          <a:p>
            <a:endParaRPr lang="en-AU" sz="1000"/>
          </a:p>
        </p:txBody>
      </p:sp>
      <p:sp>
        <p:nvSpPr>
          <p:cNvPr id="414" name="Card head 414"/>
          <p:cNvSpPr txBox="1"/>
          <p:nvPr/>
        </p:nvSpPr>
        <p:spPr>
          <a:xfrm>
            <a:off x="4928616" y="4114800"/>
            <a:ext cx="2743200" cy="566928"/>
          </a:xfrm>
          <a:prstGeom prst="rect">
            <a:avLst/>
          </a:prstGeom>
          <a:noFill/>
          <a:ln>
            <a:noFill/>
          </a:ln>
        </p:spPr>
        <p:txBody>
          <a:bodyPr wrap="square" lIns="0" tIns="0" rIns="0" bIns="0" rtlCol="0" anchor="t">
            <a:noAutofit/>
          </a:bodyPr>
          <a:lstStyle/>
          <a:p>
            <a:pPr algn="l">
              <a:lnSpc>
                <a:spcPct val="100000"/>
              </a:lnSpc>
              <a:spcBef>
                <a:spcPts val="0"/>
              </a:spcBef>
              <a:spcAft>
                <a:spcPts val="0"/>
              </a:spcAft>
              <a:buNone/>
            </a:pPr>
            <a:r>
              <a:rPr lang="en-AU" sz="1500" b="1" dirty="0">
                <a:solidFill>
                  <a:schemeClr val="accent6">
                    <a:lumMod val="75000"/>
                  </a:schemeClr>
                </a:solidFill>
                <a:latin typeface="Poppins SemiBold" pitchFamily="2" charset="0"/>
                <a:cs typeface="Poppins SemiBold" pitchFamily="2" charset="0"/>
              </a:rPr>
              <a:t>Initiative roadmap</a:t>
            </a:r>
          </a:p>
        </p:txBody>
      </p:sp>
      <p:sp>
        <p:nvSpPr>
          <p:cNvPr id="415" name="Card body 415"/>
          <p:cNvSpPr txBox="1"/>
          <p:nvPr/>
        </p:nvSpPr>
        <p:spPr>
          <a:xfrm>
            <a:off x="4636008" y="4754880"/>
            <a:ext cx="3017520" cy="1188720"/>
          </a:xfrm>
          <a:prstGeom prst="rect">
            <a:avLst/>
          </a:prstGeom>
          <a:noFill/>
          <a:ln>
            <a:noFill/>
          </a:ln>
        </p:spPr>
        <p:txBody>
          <a:bodyPr wrap="square" lIns="0" tIns="0" rIns="0" bIns="0" rtlCol="0" anchor="t">
            <a:noAutofit/>
          </a:bodyPr>
          <a:lstStyle/>
          <a:p>
            <a:pPr algn="l">
              <a:lnSpc>
                <a:spcPct val="115000"/>
              </a:lnSpc>
              <a:spcBef>
                <a:spcPts val="0"/>
              </a:spcBef>
              <a:spcAft>
                <a:spcPts val="0"/>
              </a:spcAft>
              <a:buNone/>
            </a:pPr>
            <a:r>
              <a:rPr lang="en-AU" sz="1200" dirty="0">
                <a:solidFill>
                  <a:schemeClr val="accent6">
                    <a:lumMod val="75000"/>
                  </a:schemeClr>
                </a:solidFill>
                <a:latin typeface="Open Sans" pitchFamily="34" charset="0"/>
                <a:ea typeface="Open Sans" pitchFamily="34" charset="-122"/>
                <a:cs typeface="Open Sans" pitchFamily="34" charset="-120"/>
              </a:rPr>
              <a:t>Initiatives mapped to problems, with owners and timelines</a:t>
            </a:r>
          </a:p>
        </p:txBody>
      </p:sp>
      <p:sp>
        <p:nvSpPr>
          <p:cNvPr id="416" name="Plus card 416"/>
          <p:cNvSpPr/>
          <p:nvPr/>
        </p:nvSpPr>
        <p:spPr>
          <a:xfrm>
            <a:off x="8156448" y="1463040"/>
            <a:ext cx="3474720" cy="4617720"/>
          </a:xfrm>
          <a:prstGeom prst="rect">
            <a:avLst/>
          </a:prstGeom>
          <a:solidFill>
            <a:schemeClr val="accent6"/>
          </a:solidFill>
          <a:ln>
            <a:noFill/>
          </a:ln>
        </p:spPr>
        <p:txBody>
          <a:bodyPr wrap="square" lIns="0" tIns="0" rIns="0" bIns="0" rtlCol="0" anchor="t">
            <a:noAutofit/>
          </a:bodyPr>
          <a:lstStyle/>
          <a:p>
            <a:endParaRPr lang="en-AU" sz="1000"/>
          </a:p>
        </p:txBody>
      </p:sp>
      <p:sp>
        <p:nvSpPr>
          <p:cNvPr id="417" name="Label 417"/>
          <p:cNvSpPr txBox="1"/>
          <p:nvPr/>
        </p:nvSpPr>
        <p:spPr>
          <a:xfrm>
            <a:off x="8476488" y="1737360"/>
            <a:ext cx="2834640" cy="320040"/>
          </a:xfrm>
          <a:prstGeom prst="rect">
            <a:avLst/>
          </a:prstGeom>
          <a:noFill/>
          <a:ln>
            <a:noFill/>
          </a:ln>
        </p:spPr>
        <p:txBody>
          <a:bodyPr wrap="square" lIns="0" tIns="0" rIns="0" bIns="0" rtlCol="0" anchor="t">
            <a:noAutofit/>
          </a:bodyPr>
          <a:lstStyle/>
          <a:p>
            <a:pPr algn="l">
              <a:lnSpc>
                <a:spcPct val="100000"/>
              </a:lnSpc>
              <a:spcBef>
                <a:spcPts val="0"/>
              </a:spcBef>
              <a:spcAft>
                <a:spcPts val="0"/>
              </a:spcAft>
              <a:buNone/>
            </a:pPr>
            <a:r>
              <a:rPr lang="en-AU" sz="1100" b="1" dirty="0">
                <a:solidFill>
                  <a:schemeClr val="accent5"/>
                </a:solidFill>
                <a:latin typeface="Poppins SemiBold" pitchFamily="2" charset="0"/>
                <a:cs typeface="Poppins SemiBold" pitchFamily="2" charset="0"/>
              </a:rPr>
              <a:t>PLUS</a:t>
            </a:r>
          </a:p>
        </p:txBody>
      </p:sp>
      <p:sp>
        <p:nvSpPr>
          <p:cNvPr id="418" name="Head 418"/>
          <p:cNvSpPr txBox="1"/>
          <p:nvPr/>
        </p:nvSpPr>
        <p:spPr>
          <a:xfrm>
            <a:off x="8476488" y="2103120"/>
            <a:ext cx="2834640" cy="822960"/>
          </a:xfrm>
          <a:prstGeom prst="rect">
            <a:avLst/>
          </a:prstGeom>
          <a:noFill/>
          <a:ln>
            <a:noFill/>
          </a:ln>
        </p:spPr>
        <p:txBody>
          <a:bodyPr wrap="square" lIns="0" tIns="0" rIns="0" bIns="0" rtlCol="0" anchor="t">
            <a:noAutofit/>
          </a:bodyPr>
          <a:lstStyle/>
          <a:p>
            <a:pPr algn="l">
              <a:lnSpc>
                <a:spcPct val="105000"/>
              </a:lnSpc>
              <a:spcBef>
                <a:spcPts val="0"/>
              </a:spcBef>
              <a:spcAft>
                <a:spcPts val="0"/>
              </a:spcAft>
              <a:buNone/>
            </a:pPr>
            <a:r>
              <a:rPr lang="en-AU" sz="1800" b="1" dirty="0">
                <a:solidFill>
                  <a:schemeClr val="bg1"/>
                </a:solidFill>
                <a:latin typeface="Poppins SemiBold" pitchFamily="2" charset="0"/>
                <a:cs typeface="Poppins SemiBold" pitchFamily="2" charset="0"/>
              </a:rPr>
              <a:t>Tracked alongside other work</a:t>
            </a:r>
          </a:p>
        </p:txBody>
      </p:sp>
      <p:sp>
        <p:nvSpPr>
          <p:cNvPr id="419" name="Body 419"/>
          <p:cNvSpPr txBox="1"/>
          <p:nvPr/>
        </p:nvSpPr>
        <p:spPr>
          <a:xfrm>
            <a:off x="8476488" y="3063240"/>
            <a:ext cx="2834640" cy="2011680"/>
          </a:xfrm>
          <a:prstGeom prst="rect">
            <a:avLst/>
          </a:prstGeom>
          <a:noFill/>
          <a:ln>
            <a:noFill/>
          </a:ln>
        </p:spPr>
        <p:txBody>
          <a:bodyPr wrap="square" lIns="0" tIns="0" rIns="0" bIns="0" rtlCol="0" anchor="t">
            <a:noAutofit/>
          </a:bodyPr>
          <a:lstStyle/>
          <a:p>
            <a:pPr algn="l">
              <a:lnSpc>
                <a:spcPct val="115000"/>
              </a:lnSpc>
              <a:spcBef>
                <a:spcPts val="0"/>
              </a:spcBef>
              <a:spcAft>
                <a:spcPts val="0"/>
              </a:spcAft>
              <a:buNone/>
            </a:pPr>
            <a:r>
              <a:rPr lang="en-AU" sz="1250" dirty="0">
                <a:solidFill>
                  <a:schemeClr val="bg1"/>
                </a:solidFill>
                <a:latin typeface="Open Sans" pitchFamily="34" charset="0"/>
                <a:ea typeface="Open Sans" pitchFamily="34" charset="-122"/>
                <a:cs typeface="Open Sans" pitchFamily="34" charset="-120"/>
              </a:rPr>
              <a:t>ISS initiatives will sit within the rolling portfolio dashboard and risk register, so progress is visible next to related work without extra meetings.</a:t>
            </a:r>
          </a:p>
        </p:txBody>
      </p:sp>
      <p:sp>
        <p:nvSpPr>
          <p:cNvPr id="2" name="Slide Number Placeholder 1">
            <a:extLst>
              <a:ext uri="{FF2B5EF4-FFF2-40B4-BE49-F238E27FC236}">
                <a16:creationId xmlns:a16="http://schemas.microsoft.com/office/drawing/2014/main" id="{2B6BE33A-60B5-E311-CB42-7B2F0308709E}"/>
              </a:ext>
            </a:extLst>
          </p:cNvPr>
          <p:cNvSpPr txBox="1">
            <a:spLocks/>
          </p:cNvSpPr>
          <p:nvPr/>
        </p:nvSpPr>
        <p:spPr>
          <a:xfrm>
            <a:off x="9309830" y="642986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FA8BD019-05FF-F145-A6E1-6EE5A88665E4}" type="slidenum">
              <a:rPr kumimoji="0" lang="en-AU" sz="900" b="0" i="0" u="none" strike="noStrike" kern="1200" cap="none" spc="0" normalizeH="0" baseline="0" noProof="0" smtClean="0">
                <a:ln>
                  <a:noFill/>
                </a:ln>
                <a:solidFill>
                  <a:schemeClr val="bg2">
                    <a:lumMod val="10000"/>
                  </a:schemeClr>
                </a:solidFill>
                <a:effectLst/>
                <a:uLnTx/>
                <a:uFillTx/>
                <a:latin typeface="Aptos" panose="020B00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AU" sz="900" b="0" i="0" u="none" strike="noStrike" kern="1200" cap="none" spc="0" normalizeH="0" baseline="0" noProof="0" dirty="0">
              <a:ln>
                <a:noFill/>
              </a:ln>
              <a:solidFill>
                <a:schemeClr val="bg2">
                  <a:lumMod val="10000"/>
                </a:schemeClr>
              </a:solidFill>
              <a:effectLst/>
              <a:uLnTx/>
              <a:uFillTx/>
              <a:latin typeface="Aptos" panose="020B0004020202020204" pitchFamily="34" charset="0"/>
              <a:ea typeface="+mn-ea"/>
              <a:cs typeface="+mn-cs"/>
            </a:endParaRPr>
          </a:p>
        </p:txBody>
      </p:sp>
    </p:spTree>
    <p:extLst>
      <p:ext uri="{BB962C8B-B14F-4D97-AF65-F5344CB8AC3E}">
        <p14:creationId xmlns:p14="http://schemas.microsoft.com/office/powerpoint/2010/main" val="19222960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04E26-E604-813E-86D3-014AA1D9C32E}"/>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3608ACD3-B5DF-52A8-4DE1-4D5D28F05B17}"/>
              </a:ext>
            </a:extLst>
          </p:cNvPr>
          <p:cNvCxnSpPr>
            <a:cxnSpLocks/>
            <a:stCxn id="6" idx="3"/>
          </p:cNvCxnSpPr>
          <p:nvPr/>
        </p:nvCxnSpPr>
        <p:spPr>
          <a:xfrm>
            <a:off x="2609641" y="277669"/>
            <a:ext cx="9582359"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555E4999-7C88-D24F-75F2-28872F004E5D}"/>
              </a:ext>
            </a:extLst>
          </p:cNvPr>
          <p:cNvCxnSpPr>
            <a:cxnSpLocks/>
            <a:endCxn id="6" idx="1"/>
          </p:cNvCxnSpPr>
          <p:nvPr/>
        </p:nvCxnSpPr>
        <p:spPr>
          <a:xfrm>
            <a:off x="0" y="277669"/>
            <a:ext cx="548641"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 0">
            <a:extLst>
              <a:ext uri="{FF2B5EF4-FFF2-40B4-BE49-F238E27FC236}">
                <a16:creationId xmlns:a16="http://schemas.microsoft.com/office/drawing/2014/main" id="{93F24A76-699F-A050-BCAC-71BD08B264A2}"/>
              </a:ext>
            </a:extLst>
          </p:cNvPr>
          <p:cNvSpPr/>
          <p:nvPr/>
        </p:nvSpPr>
        <p:spPr>
          <a:xfrm>
            <a:off x="548641" y="165782"/>
            <a:ext cx="2061000" cy="223773"/>
          </a:xfrm>
          <a:prstGeom prst="roundRect">
            <a:avLst>
              <a:gd name="adj" fmla="val 50000"/>
            </a:avLst>
          </a:prstGeom>
          <a:noFill/>
          <a:ln w="3175">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i="0" u="none" strike="noStrike" kern="0" cap="none" normalizeH="0" baseline="0" noProof="0" dirty="0">
                <a:ln>
                  <a:noFill/>
                </a:ln>
                <a:solidFill>
                  <a:schemeClr val="accent6"/>
                </a:solidFill>
                <a:effectLst/>
                <a:uLnTx/>
                <a:uFillTx/>
                <a:latin typeface="Poppins" pitchFamily="34" charset="0"/>
                <a:ea typeface="Poppins" pitchFamily="34" charset="-122"/>
                <a:cs typeface="Poppins" pitchFamily="34" charset="-120"/>
              </a:rPr>
              <a:t>ISS GMT Working Session</a:t>
            </a:r>
          </a:p>
        </p:txBody>
      </p:sp>
      <p:sp>
        <p:nvSpPr>
          <p:cNvPr id="14" name="Title 4">
            <a:extLst>
              <a:ext uri="{FF2B5EF4-FFF2-40B4-BE49-F238E27FC236}">
                <a16:creationId xmlns:a16="http://schemas.microsoft.com/office/drawing/2014/main" id="{15B0D0C6-2A12-4A64-5CA6-AFD820857D29}"/>
              </a:ext>
            </a:extLst>
          </p:cNvPr>
          <p:cNvSpPr txBox="1">
            <a:spLocks/>
          </p:cNvSpPr>
          <p:nvPr/>
        </p:nvSpPr>
        <p:spPr>
          <a:xfrm>
            <a:off x="525018" y="573082"/>
            <a:ext cx="11200000" cy="880000"/>
          </a:xfrm>
          <a:prstGeom prst="rect">
            <a:avLst/>
          </a:prstGeom>
        </p:spPr>
        <p:txBody>
          <a:bodyPr vert="horz" lIns="91440" tIns="45720" rIns="91440" bIns="45720" rtlCol="0" anchor="t">
            <a:noAutofit/>
          </a:bodyPr>
          <a:lstStyle>
            <a:defPPr>
              <a:defRPr lang="en-US"/>
            </a:defPPr>
            <a:lvl1pPr>
              <a:lnSpc>
                <a:spcPct val="114000"/>
              </a:lnSpc>
              <a:spcBef>
                <a:spcPct val="0"/>
              </a:spcBef>
              <a:buNone/>
              <a:defRPr sz="2200">
                <a:solidFill>
                  <a:schemeClr val="accent6">
                    <a:lumMod val="75000"/>
                  </a:schemeClr>
                </a:solidFill>
                <a:latin typeface="Poppins SemiBold" panose="00000700000000000000" pitchFamily="2" charset="0"/>
                <a:ea typeface="+mj-ea"/>
                <a:cs typeface="Poppins SemiBold" panose="00000700000000000000" pitchFamily="2" charset="0"/>
              </a:defRPr>
            </a:lvl1pPr>
          </a:lstStyle>
          <a:p>
            <a:r>
              <a:rPr lang="en-AU" dirty="0"/>
              <a:t>From today’s session </a:t>
            </a:r>
            <a:r>
              <a:rPr lang="en-AU" dirty="0">
                <a:solidFill>
                  <a:schemeClr val="accent3"/>
                </a:solidFill>
              </a:rPr>
              <a:t>to Board endorsement</a:t>
            </a:r>
            <a:endParaRPr lang="en-AU" dirty="0"/>
          </a:p>
        </p:txBody>
      </p:sp>
      <p:sp>
        <p:nvSpPr>
          <p:cNvPr id="420" name="Timeline panel 420"/>
          <p:cNvSpPr/>
          <p:nvPr/>
        </p:nvSpPr>
        <p:spPr>
          <a:xfrm>
            <a:off x="566928" y="1463040"/>
            <a:ext cx="11064240" cy="3383280"/>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p:spPr>
        <p:txBody>
          <a:bodyPr wrap="square" lIns="0" tIns="0" rIns="0" bIns="0" rtlCol="0" anchor="t">
            <a:noAutofit/>
          </a:bodyPr>
          <a:lstStyle/>
          <a:p>
            <a:endParaRPr lang="en-AU" sz="1000"/>
          </a:p>
        </p:txBody>
      </p:sp>
      <p:cxnSp>
        <p:nvCxnSpPr>
          <p:cNvPr id="421" name="Connector 421"/>
          <p:cNvCxnSpPr/>
          <p:nvPr/>
        </p:nvCxnSpPr>
        <p:spPr>
          <a:xfrm>
            <a:off x="1673352" y="2331720"/>
            <a:ext cx="8851392" cy="0"/>
          </a:xfrm>
          <a:prstGeom prst="line">
            <a:avLst/>
          </a:prstGeom>
          <a:ln w="25400">
            <a:solidFill>
              <a:schemeClr val="accent3">
                <a:lumMod val="40000"/>
                <a:lumOff val="60000"/>
              </a:schemeClr>
            </a:solidFill>
          </a:ln>
        </p:spPr>
      </p:cxnSp>
      <p:sp>
        <p:nvSpPr>
          <p:cNvPr id="422" name="When 422"/>
          <p:cNvSpPr txBox="1"/>
          <p:nvPr/>
        </p:nvSpPr>
        <p:spPr>
          <a:xfrm>
            <a:off x="658368" y="1645920"/>
            <a:ext cx="2029968" cy="320040"/>
          </a:xfrm>
          <a:prstGeom prst="rect">
            <a:avLst/>
          </a:prstGeom>
          <a:noFill/>
          <a:ln>
            <a:noFill/>
          </a:ln>
        </p:spPr>
        <p:txBody>
          <a:bodyPr wrap="square" lIns="0" tIns="0" rIns="0" bIns="0" rtlCol="0" anchor="t">
            <a:noAutofit/>
          </a:bodyPr>
          <a:lstStyle/>
          <a:p>
            <a:pPr algn="ctr">
              <a:lnSpc>
                <a:spcPct val="100000"/>
              </a:lnSpc>
              <a:spcBef>
                <a:spcPts val="0"/>
              </a:spcBef>
              <a:spcAft>
                <a:spcPts val="0"/>
              </a:spcAft>
              <a:buNone/>
            </a:pPr>
            <a:r>
              <a:rPr lang="en-AU" sz="1200" b="1" dirty="0">
                <a:solidFill>
                  <a:schemeClr val="accent3"/>
                </a:solidFill>
                <a:latin typeface="Poppins SemiBold" pitchFamily="2" charset="0"/>
                <a:cs typeface="Poppins SemiBold" pitchFamily="2" charset="0"/>
              </a:rPr>
              <a:t>Today</a:t>
            </a:r>
          </a:p>
        </p:txBody>
      </p:sp>
      <p:sp>
        <p:nvSpPr>
          <p:cNvPr id="423" name="Node 423"/>
          <p:cNvSpPr/>
          <p:nvPr/>
        </p:nvSpPr>
        <p:spPr>
          <a:xfrm>
            <a:off x="1490472" y="2148840"/>
            <a:ext cx="365760" cy="365760"/>
          </a:xfrm>
          <a:prstGeom prst="ellipse">
            <a:avLst/>
          </a:prstGeom>
          <a:solidFill>
            <a:schemeClr val="accent3"/>
          </a:solidFill>
          <a:ln w="9525">
            <a:solidFill>
              <a:schemeClr val="accent3"/>
            </a:solidFill>
          </a:ln>
        </p:spPr>
        <p:txBody>
          <a:bodyPr wrap="square" lIns="0" tIns="0" rIns="0" bIns="0" rtlCol="0" anchor="t">
            <a:noAutofit/>
          </a:bodyPr>
          <a:lstStyle/>
          <a:p>
            <a:endParaRPr lang="en-AU" sz="1000"/>
          </a:p>
        </p:txBody>
      </p:sp>
      <p:sp>
        <p:nvSpPr>
          <p:cNvPr id="424" name="What 424"/>
          <p:cNvSpPr txBox="1"/>
          <p:nvPr/>
        </p:nvSpPr>
        <p:spPr>
          <a:xfrm>
            <a:off x="704088" y="2697480"/>
            <a:ext cx="1938528" cy="1005840"/>
          </a:xfrm>
          <a:prstGeom prst="rect">
            <a:avLst/>
          </a:prstGeom>
          <a:noFill/>
          <a:ln>
            <a:noFill/>
          </a:ln>
        </p:spPr>
        <p:txBody>
          <a:bodyPr wrap="square" lIns="0" tIns="0" rIns="0" bIns="0" rtlCol="0" anchor="t">
            <a:noAutofit/>
          </a:bodyPr>
          <a:lstStyle/>
          <a:p>
            <a:pPr algn="ctr">
              <a:lnSpc>
                <a:spcPct val="105000"/>
              </a:lnSpc>
              <a:spcBef>
                <a:spcPts val="0"/>
              </a:spcBef>
              <a:spcAft>
                <a:spcPts val="0"/>
              </a:spcAft>
              <a:buNone/>
            </a:pPr>
            <a:r>
              <a:rPr lang="en-AU" sz="1250" b="1" dirty="0">
                <a:solidFill>
                  <a:schemeClr val="accent6">
                    <a:lumMod val="75000"/>
                  </a:schemeClr>
                </a:solidFill>
                <a:latin typeface="Poppins SemiBold" pitchFamily="2" charset="0"/>
                <a:cs typeface="Poppins SemiBold" pitchFamily="2" charset="0"/>
              </a:rPr>
              <a:t>GMT working session</a:t>
            </a:r>
          </a:p>
        </p:txBody>
      </p:sp>
      <p:sp>
        <p:nvSpPr>
          <p:cNvPr id="425" name="Owner 425"/>
          <p:cNvSpPr/>
          <p:nvPr/>
        </p:nvSpPr>
        <p:spPr>
          <a:xfrm>
            <a:off x="941832" y="3977640"/>
            <a:ext cx="1463040" cy="402336"/>
          </a:xfrm>
          <a:prstGeom prst="roundRect">
            <a:avLst>
              <a:gd name="adj" fmla="val 50000"/>
            </a:avLst>
          </a:prstGeom>
          <a:solidFill>
            <a:schemeClr val="bg1"/>
          </a:solidFill>
          <a:ln w="9525">
            <a:solidFill>
              <a:schemeClr val="accent6"/>
            </a:solidFill>
          </a:ln>
        </p:spPr>
        <p:txBody>
          <a:bodyPr wrap="square" lIns="0" tIns="0" rIns="0" bIns="0" rtlCol="0" anchor="ctr">
            <a:noAutofit/>
          </a:bodyPr>
          <a:lstStyle/>
          <a:p>
            <a:pPr algn="ctr">
              <a:lnSpc>
                <a:spcPct val="100000"/>
              </a:lnSpc>
              <a:spcBef>
                <a:spcPts val="0"/>
              </a:spcBef>
              <a:spcAft>
                <a:spcPts val="0"/>
              </a:spcAft>
              <a:buNone/>
            </a:pPr>
            <a:r>
              <a:rPr lang="en-AU" sz="1050" b="1" dirty="0">
                <a:solidFill>
                  <a:schemeClr val="accent6"/>
                </a:solidFill>
                <a:latin typeface="Poppins SemiBold" pitchFamily="2" charset="0"/>
                <a:cs typeface="Poppins SemiBold" pitchFamily="2" charset="0"/>
              </a:rPr>
              <a:t>All</a:t>
            </a:r>
          </a:p>
        </p:txBody>
      </p:sp>
      <p:sp>
        <p:nvSpPr>
          <p:cNvPr id="426" name="When 426"/>
          <p:cNvSpPr txBox="1"/>
          <p:nvPr/>
        </p:nvSpPr>
        <p:spPr>
          <a:xfrm>
            <a:off x="2871216" y="1645920"/>
            <a:ext cx="2029968" cy="320040"/>
          </a:xfrm>
          <a:prstGeom prst="rect">
            <a:avLst/>
          </a:prstGeom>
          <a:noFill/>
          <a:ln>
            <a:noFill/>
          </a:ln>
        </p:spPr>
        <p:txBody>
          <a:bodyPr wrap="square" lIns="0" tIns="0" rIns="0" bIns="0" rtlCol="0" anchor="t">
            <a:noAutofit/>
          </a:bodyPr>
          <a:lstStyle/>
          <a:p>
            <a:pPr algn="ctr">
              <a:lnSpc>
                <a:spcPct val="100000"/>
              </a:lnSpc>
              <a:spcBef>
                <a:spcPts val="0"/>
              </a:spcBef>
              <a:spcAft>
                <a:spcPts val="0"/>
              </a:spcAft>
              <a:buNone/>
            </a:pPr>
            <a:r>
              <a:rPr lang="en-AU" sz="1200" b="1" dirty="0">
                <a:solidFill>
                  <a:schemeClr val="accent3"/>
                </a:solidFill>
                <a:latin typeface="Poppins SemiBold" pitchFamily="2" charset="0"/>
                <a:cs typeface="Poppins SemiBold" pitchFamily="2" charset="0"/>
              </a:rPr>
              <a:t>Within 48 hours</a:t>
            </a:r>
          </a:p>
        </p:txBody>
      </p:sp>
      <p:sp>
        <p:nvSpPr>
          <p:cNvPr id="427" name="Node 427"/>
          <p:cNvSpPr/>
          <p:nvPr/>
        </p:nvSpPr>
        <p:spPr>
          <a:xfrm>
            <a:off x="3703320" y="2148840"/>
            <a:ext cx="365760" cy="365760"/>
          </a:xfrm>
          <a:prstGeom prst="ellipse">
            <a:avLst/>
          </a:prstGeom>
          <a:solidFill>
            <a:schemeClr val="bg1"/>
          </a:solidFill>
          <a:ln w="9525">
            <a:solidFill>
              <a:schemeClr val="accent3"/>
            </a:solidFill>
          </a:ln>
        </p:spPr>
        <p:txBody>
          <a:bodyPr wrap="square" lIns="0" tIns="0" rIns="0" bIns="0" rtlCol="0" anchor="t">
            <a:noAutofit/>
          </a:bodyPr>
          <a:lstStyle/>
          <a:p>
            <a:endParaRPr lang="en-AU" sz="1000"/>
          </a:p>
        </p:txBody>
      </p:sp>
      <p:sp>
        <p:nvSpPr>
          <p:cNvPr id="428" name="What 428"/>
          <p:cNvSpPr txBox="1"/>
          <p:nvPr/>
        </p:nvSpPr>
        <p:spPr>
          <a:xfrm>
            <a:off x="2916936" y="2697480"/>
            <a:ext cx="1938528" cy="1005840"/>
          </a:xfrm>
          <a:prstGeom prst="rect">
            <a:avLst/>
          </a:prstGeom>
          <a:noFill/>
          <a:ln>
            <a:noFill/>
          </a:ln>
        </p:spPr>
        <p:txBody>
          <a:bodyPr wrap="square" lIns="0" tIns="0" rIns="0" bIns="0" rtlCol="0" anchor="t">
            <a:noAutofit/>
          </a:bodyPr>
          <a:lstStyle/>
          <a:p>
            <a:pPr algn="ctr">
              <a:lnSpc>
                <a:spcPct val="105000"/>
              </a:lnSpc>
              <a:spcBef>
                <a:spcPts val="0"/>
              </a:spcBef>
              <a:spcAft>
                <a:spcPts val="0"/>
              </a:spcAft>
              <a:buNone/>
            </a:pPr>
            <a:r>
              <a:rPr lang="en-AU" sz="1250" b="1" dirty="0">
                <a:solidFill>
                  <a:schemeClr val="accent6">
                    <a:lumMod val="75000"/>
                  </a:schemeClr>
                </a:solidFill>
                <a:latin typeface="Poppins SemiBold" pitchFamily="2" charset="0"/>
                <a:cs typeface="Poppins SemiBold" pitchFamily="2" charset="0"/>
              </a:rPr>
              <a:t>Outputs and draft plan outline shared</a:t>
            </a:r>
          </a:p>
        </p:txBody>
      </p:sp>
      <p:sp>
        <p:nvSpPr>
          <p:cNvPr id="429" name="Owner 429"/>
          <p:cNvSpPr/>
          <p:nvPr/>
        </p:nvSpPr>
        <p:spPr>
          <a:xfrm>
            <a:off x="3154680" y="3977640"/>
            <a:ext cx="1463040" cy="402336"/>
          </a:xfrm>
          <a:prstGeom prst="roundRect">
            <a:avLst>
              <a:gd name="adj" fmla="val 50000"/>
            </a:avLst>
          </a:prstGeom>
          <a:solidFill>
            <a:schemeClr val="bg1"/>
          </a:solidFill>
          <a:ln w="9525">
            <a:solidFill>
              <a:schemeClr val="accent6"/>
            </a:solidFill>
          </a:ln>
        </p:spPr>
        <p:txBody>
          <a:bodyPr wrap="square" lIns="0" tIns="0" rIns="0" bIns="0" rtlCol="0" anchor="ctr">
            <a:noAutofit/>
          </a:bodyPr>
          <a:lstStyle/>
          <a:p>
            <a:pPr algn="ctr">
              <a:lnSpc>
                <a:spcPct val="100000"/>
              </a:lnSpc>
              <a:spcBef>
                <a:spcPts val="0"/>
              </a:spcBef>
              <a:spcAft>
                <a:spcPts val="0"/>
              </a:spcAft>
              <a:buNone/>
            </a:pPr>
            <a:r>
              <a:rPr lang="en-AU" sz="1050" b="1" dirty="0">
                <a:solidFill>
                  <a:schemeClr val="accent6"/>
                </a:solidFill>
                <a:latin typeface="Poppins SemiBold" pitchFamily="2" charset="0"/>
                <a:cs typeface="Poppins SemiBold" pitchFamily="2" charset="0"/>
              </a:rPr>
              <a:t>TSG</a:t>
            </a:r>
          </a:p>
        </p:txBody>
      </p:sp>
      <p:sp>
        <p:nvSpPr>
          <p:cNvPr id="430" name="When 430"/>
          <p:cNvSpPr txBox="1"/>
          <p:nvPr/>
        </p:nvSpPr>
        <p:spPr>
          <a:xfrm>
            <a:off x="5084064" y="1645920"/>
            <a:ext cx="2029968" cy="320040"/>
          </a:xfrm>
          <a:prstGeom prst="rect">
            <a:avLst/>
          </a:prstGeom>
          <a:noFill/>
          <a:ln>
            <a:noFill/>
          </a:ln>
        </p:spPr>
        <p:txBody>
          <a:bodyPr wrap="square" lIns="0" tIns="0" rIns="0" bIns="0" rtlCol="0" anchor="t">
            <a:noAutofit/>
          </a:bodyPr>
          <a:lstStyle/>
          <a:p>
            <a:pPr algn="ctr">
              <a:lnSpc>
                <a:spcPct val="100000"/>
              </a:lnSpc>
              <a:spcBef>
                <a:spcPts val="0"/>
              </a:spcBef>
              <a:spcAft>
                <a:spcPts val="0"/>
              </a:spcAft>
              <a:buNone/>
            </a:pPr>
            <a:r>
              <a:rPr lang="en-AU" sz="1200" b="1" dirty="0">
                <a:solidFill>
                  <a:schemeClr val="accent3"/>
                </a:solidFill>
                <a:latin typeface="Poppins SemiBold" pitchFamily="2" charset="0"/>
                <a:cs typeface="Poppins SemiBold" pitchFamily="2" charset="0"/>
              </a:rPr>
              <a:t>Following weeks</a:t>
            </a:r>
          </a:p>
        </p:txBody>
      </p:sp>
      <p:sp>
        <p:nvSpPr>
          <p:cNvPr id="431" name="Node 431"/>
          <p:cNvSpPr/>
          <p:nvPr/>
        </p:nvSpPr>
        <p:spPr>
          <a:xfrm>
            <a:off x="5916168" y="2148840"/>
            <a:ext cx="365760" cy="365760"/>
          </a:xfrm>
          <a:prstGeom prst="ellipse">
            <a:avLst/>
          </a:prstGeom>
          <a:solidFill>
            <a:schemeClr val="bg1"/>
          </a:solidFill>
          <a:ln w="9525">
            <a:solidFill>
              <a:schemeClr val="accent3"/>
            </a:solidFill>
          </a:ln>
        </p:spPr>
        <p:txBody>
          <a:bodyPr wrap="square" lIns="0" tIns="0" rIns="0" bIns="0" rtlCol="0" anchor="t">
            <a:noAutofit/>
          </a:bodyPr>
          <a:lstStyle/>
          <a:p>
            <a:endParaRPr lang="en-AU" sz="1000"/>
          </a:p>
        </p:txBody>
      </p:sp>
      <p:sp>
        <p:nvSpPr>
          <p:cNvPr id="432" name="What 432"/>
          <p:cNvSpPr txBox="1"/>
          <p:nvPr/>
        </p:nvSpPr>
        <p:spPr>
          <a:xfrm>
            <a:off x="5129784" y="2697480"/>
            <a:ext cx="1938528" cy="1005840"/>
          </a:xfrm>
          <a:prstGeom prst="rect">
            <a:avLst/>
          </a:prstGeom>
          <a:noFill/>
          <a:ln>
            <a:noFill/>
          </a:ln>
        </p:spPr>
        <p:txBody>
          <a:bodyPr wrap="square" lIns="0" tIns="0" rIns="0" bIns="0" rtlCol="0" anchor="t">
            <a:noAutofit/>
          </a:bodyPr>
          <a:lstStyle/>
          <a:p>
            <a:pPr algn="ctr">
              <a:lnSpc>
                <a:spcPct val="105000"/>
              </a:lnSpc>
              <a:spcBef>
                <a:spcPts val="0"/>
              </a:spcBef>
              <a:spcAft>
                <a:spcPts val="0"/>
              </a:spcAft>
              <a:buNone/>
            </a:pPr>
            <a:r>
              <a:rPr lang="en-AU" sz="1250" b="1" dirty="0">
                <a:solidFill>
                  <a:schemeClr val="accent6">
                    <a:lumMod val="75000"/>
                  </a:schemeClr>
                </a:solidFill>
                <a:latin typeface="Poppins SemiBold" pitchFamily="2" charset="0"/>
                <a:cs typeface="Poppins SemiBold" pitchFamily="2" charset="0"/>
              </a:rPr>
              <a:t>Gaps assigned and plan refined with BU owners</a:t>
            </a:r>
          </a:p>
        </p:txBody>
      </p:sp>
      <p:sp>
        <p:nvSpPr>
          <p:cNvPr id="433" name="Owner 433"/>
          <p:cNvSpPr/>
          <p:nvPr/>
        </p:nvSpPr>
        <p:spPr>
          <a:xfrm>
            <a:off x="5367528" y="3977640"/>
            <a:ext cx="1463040" cy="402336"/>
          </a:xfrm>
          <a:prstGeom prst="roundRect">
            <a:avLst>
              <a:gd name="adj" fmla="val 50000"/>
            </a:avLst>
          </a:prstGeom>
          <a:solidFill>
            <a:schemeClr val="bg1"/>
          </a:solidFill>
          <a:ln w="9525">
            <a:solidFill>
              <a:schemeClr val="accent6"/>
            </a:solidFill>
          </a:ln>
        </p:spPr>
        <p:txBody>
          <a:bodyPr wrap="square" lIns="0" tIns="0" rIns="0" bIns="0" rtlCol="0" anchor="ctr">
            <a:noAutofit/>
          </a:bodyPr>
          <a:lstStyle/>
          <a:p>
            <a:pPr algn="ctr">
              <a:lnSpc>
                <a:spcPct val="100000"/>
              </a:lnSpc>
              <a:spcBef>
                <a:spcPts val="0"/>
              </a:spcBef>
              <a:spcAft>
                <a:spcPts val="0"/>
              </a:spcAft>
              <a:buNone/>
            </a:pPr>
            <a:r>
              <a:rPr lang="en-AU" sz="1050" b="1" dirty="0">
                <a:solidFill>
                  <a:schemeClr val="accent6"/>
                </a:solidFill>
                <a:latin typeface="Poppins SemiBold" pitchFamily="2" charset="0"/>
                <a:cs typeface="Poppins SemiBold" pitchFamily="2" charset="0"/>
              </a:rPr>
              <a:t>GMs and BU PMs</a:t>
            </a:r>
          </a:p>
        </p:txBody>
      </p:sp>
      <p:sp>
        <p:nvSpPr>
          <p:cNvPr id="434" name="When 434"/>
          <p:cNvSpPr txBox="1"/>
          <p:nvPr/>
        </p:nvSpPr>
        <p:spPr>
          <a:xfrm>
            <a:off x="7296912" y="1645920"/>
            <a:ext cx="2029968" cy="320040"/>
          </a:xfrm>
          <a:prstGeom prst="rect">
            <a:avLst/>
          </a:prstGeom>
          <a:noFill/>
          <a:ln>
            <a:noFill/>
          </a:ln>
        </p:spPr>
        <p:txBody>
          <a:bodyPr wrap="square" lIns="0" tIns="0" rIns="0" bIns="0" rtlCol="0" anchor="t">
            <a:noAutofit/>
          </a:bodyPr>
          <a:lstStyle/>
          <a:p>
            <a:pPr algn="ctr">
              <a:lnSpc>
                <a:spcPct val="100000"/>
              </a:lnSpc>
              <a:spcBef>
                <a:spcPts val="0"/>
              </a:spcBef>
              <a:spcAft>
                <a:spcPts val="0"/>
              </a:spcAft>
              <a:buNone/>
            </a:pPr>
            <a:r>
              <a:rPr lang="en-AU" sz="1200" b="1" dirty="0">
                <a:solidFill>
                  <a:schemeClr val="accent3"/>
                </a:solidFill>
                <a:latin typeface="Poppins SemiBold" pitchFamily="2" charset="0"/>
                <a:cs typeface="Poppins SemiBold" pitchFamily="2" charset="0"/>
              </a:rPr>
              <a:t>Monthly</a:t>
            </a:r>
          </a:p>
        </p:txBody>
      </p:sp>
      <p:sp>
        <p:nvSpPr>
          <p:cNvPr id="435" name="Node 435"/>
          <p:cNvSpPr/>
          <p:nvPr/>
        </p:nvSpPr>
        <p:spPr>
          <a:xfrm>
            <a:off x="8129016" y="2148840"/>
            <a:ext cx="365760" cy="365760"/>
          </a:xfrm>
          <a:prstGeom prst="ellipse">
            <a:avLst/>
          </a:prstGeom>
          <a:solidFill>
            <a:schemeClr val="bg1"/>
          </a:solidFill>
          <a:ln w="9525">
            <a:solidFill>
              <a:schemeClr val="accent3"/>
            </a:solidFill>
          </a:ln>
        </p:spPr>
        <p:txBody>
          <a:bodyPr wrap="square" lIns="0" tIns="0" rIns="0" bIns="0" rtlCol="0" anchor="t">
            <a:noAutofit/>
          </a:bodyPr>
          <a:lstStyle/>
          <a:p>
            <a:endParaRPr lang="en-AU" sz="1000"/>
          </a:p>
        </p:txBody>
      </p:sp>
      <p:sp>
        <p:nvSpPr>
          <p:cNvPr id="436" name="What 436"/>
          <p:cNvSpPr txBox="1"/>
          <p:nvPr/>
        </p:nvSpPr>
        <p:spPr>
          <a:xfrm>
            <a:off x="7342632" y="2697480"/>
            <a:ext cx="1938528" cy="1005840"/>
          </a:xfrm>
          <a:prstGeom prst="rect">
            <a:avLst/>
          </a:prstGeom>
          <a:noFill/>
          <a:ln>
            <a:noFill/>
          </a:ln>
        </p:spPr>
        <p:txBody>
          <a:bodyPr wrap="square" lIns="0" tIns="0" rIns="0" bIns="0" rtlCol="0" anchor="t">
            <a:noAutofit/>
          </a:bodyPr>
          <a:lstStyle/>
          <a:p>
            <a:pPr algn="ctr">
              <a:lnSpc>
                <a:spcPct val="105000"/>
              </a:lnSpc>
              <a:spcBef>
                <a:spcPts val="0"/>
              </a:spcBef>
              <a:spcAft>
                <a:spcPts val="0"/>
              </a:spcAft>
              <a:buNone/>
            </a:pPr>
            <a:r>
              <a:rPr lang="en-AU" sz="1250" b="1" dirty="0">
                <a:solidFill>
                  <a:schemeClr val="accent6">
                    <a:lumMod val="75000"/>
                  </a:schemeClr>
                </a:solidFill>
                <a:latin typeface="Poppins SemiBold" pitchFamily="2" charset="0"/>
                <a:cs typeface="Poppins SemiBold" pitchFamily="2" charset="0"/>
              </a:rPr>
              <a:t>ISS initiatives reported in the portfolio dashboard</a:t>
            </a:r>
          </a:p>
        </p:txBody>
      </p:sp>
      <p:sp>
        <p:nvSpPr>
          <p:cNvPr id="437" name="Owner 437"/>
          <p:cNvSpPr/>
          <p:nvPr/>
        </p:nvSpPr>
        <p:spPr>
          <a:xfrm>
            <a:off x="7580376" y="3977640"/>
            <a:ext cx="1463040" cy="402336"/>
          </a:xfrm>
          <a:prstGeom prst="roundRect">
            <a:avLst>
              <a:gd name="adj" fmla="val 50000"/>
            </a:avLst>
          </a:prstGeom>
          <a:solidFill>
            <a:schemeClr val="bg1"/>
          </a:solidFill>
          <a:ln w="9525">
            <a:solidFill>
              <a:schemeClr val="accent6"/>
            </a:solidFill>
          </a:ln>
        </p:spPr>
        <p:txBody>
          <a:bodyPr wrap="square" lIns="0" tIns="0" rIns="0" bIns="0" rtlCol="0" anchor="ctr">
            <a:noAutofit/>
          </a:bodyPr>
          <a:lstStyle/>
          <a:p>
            <a:pPr algn="ctr">
              <a:lnSpc>
                <a:spcPct val="100000"/>
              </a:lnSpc>
              <a:spcBef>
                <a:spcPts val="0"/>
              </a:spcBef>
              <a:spcAft>
                <a:spcPts val="0"/>
              </a:spcAft>
              <a:buNone/>
            </a:pPr>
            <a:r>
              <a:rPr lang="en-AU" sz="1050" b="1" dirty="0">
                <a:solidFill>
                  <a:schemeClr val="accent6"/>
                </a:solidFill>
                <a:latin typeface="Poppins SemiBold" pitchFamily="2" charset="0"/>
                <a:cs typeface="Poppins SemiBold" pitchFamily="2" charset="0"/>
              </a:rPr>
              <a:t>Belinda</a:t>
            </a:r>
          </a:p>
        </p:txBody>
      </p:sp>
      <p:sp>
        <p:nvSpPr>
          <p:cNvPr id="438" name="When 438"/>
          <p:cNvSpPr txBox="1"/>
          <p:nvPr/>
        </p:nvSpPr>
        <p:spPr>
          <a:xfrm>
            <a:off x="9509760" y="1645920"/>
            <a:ext cx="2029968" cy="320040"/>
          </a:xfrm>
          <a:prstGeom prst="rect">
            <a:avLst/>
          </a:prstGeom>
          <a:noFill/>
          <a:ln>
            <a:noFill/>
          </a:ln>
        </p:spPr>
        <p:txBody>
          <a:bodyPr wrap="square" lIns="0" tIns="0" rIns="0" bIns="0" rtlCol="0" anchor="t">
            <a:noAutofit/>
          </a:bodyPr>
          <a:lstStyle/>
          <a:p>
            <a:pPr algn="ctr">
              <a:lnSpc>
                <a:spcPct val="100000"/>
              </a:lnSpc>
              <a:spcBef>
                <a:spcPts val="0"/>
              </a:spcBef>
              <a:spcAft>
                <a:spcPts val="0"/>
              </a:spcAft>
              <a:buNone/>
            </a:pPr>
            <a:r>
              <a:rPr lang="en-AU" sz="1200" b="1" dirty="0">
                <a:solidFill>
                  <a:schemeClr val="accent3"/>
                </a:solidFill>
                <a:latin typeface="Poppins SemiBold" pitchFamily="2" charset="0"/>
                <a:cs typeface="Poppins SemiBold" pitchFamily="2" charset="0"/>
              </a:rPr>
              <a:t>Date TBC</a:t>
            </a:r>
          </a:p>
        </p:txBody>
      </p:sp>
      <p:sp>
        <p:nvSpPr>
          <p:cNvPr id="439" name="Node 439"/>
          <p:cNvSpPr/>
          <p:nvPr/>
        </p:nvSpPr>
        <p:spPr>
          <a:xfrm>
            <a:off x="10341864" y="2148840"/>
            <a:ext cx="365760" cy="365760"/>
          </a:xfrm>
          <a:prstGeom prst="ellipse">
            <a:avLst/>
          </a:prstGeom>
          <a:solidFill>
            <a:schemeClr val="bg1"/>
          </a:solidFill>
          <a:ln w="9525">
            <a:solidFill>
              <a:schemeClr val="accent3"/>
            </a:solidFill>
          </a:ln>
        </p:spPr>
        <p:txBody>
          <a:bodyPr wrap="square" lIns="0" tIns="0" rIns="0" bIns="0" rtlCol="0" anchor="t">
            <a:noAutofit/>
          </a:bodyPr>
          <a:lstStyle/>
          <a:p>
            <a:endParaRPr lang="en-AU" sz="1000"/>
          </a:p>
        </p:txBody>
      </p:sp>
      <p:sp>
        <p:nvSpPr>
          <p:cNvPr id="440" name="What 440"/>
          <p:cNvSpPr txBox="1"/>
          <p:nvPr/>
        </p:nvSpPr>
        <p:spPr>
          <a:xfrm>
            <a:off x="9555480" y="2697480"/>
            <a:ext cx="1938528" cy="1005840"/>
          </a:xfrm>
          <a:prstGeom prst="rect">
            <a:avLst/>
          </a:prstGeom>
          <a:noFill/>
          <a:ln>
            <a:noFill/>
          </a:ln>
        </p:spPr>
        <p:txBody>
          <a:bodyPr wrap="square" lIns="0" tIns="0" rIns="0" bIns="0" rtlCol="0" anchor="t">
            <a:noAutofit/>
          </a:bodyPr>
          <a:lstStyle/>
          <a:p>
            <a:pPr algn="ctr">
              <a:lnSpc>
                <a:spcPct val="105000"/>
              </a:lnSpc>
              <a:spcBef>
                <a:spcPts val="0"/>
              </a:spcBef>
              <a:spcAft>
                <a:spcPts val="0"/>
              </a:spcAft>
              <a:buNone/>
            </a:pPr>
            <a:r>
              <a:rPr lang="en-AU" sz="1250" b="1" dirty="0">
                <a:solidFill>
                  <a:schemeClr val="accent6">
                    <a:lumMod val="75000"/>
                  </a:schemeClr>
                </a:solidFill>
                <a:latin typeface="Poppins SemiBold" pitchFamily="2" charset="0"/>
                <a:cs typeface="Poppins SemiBold" pitchFamily="2" charset="0"/>
              </a:rPr>
              <a:t>Board paper: ISS findings and recommended KPI target</a:t>
            </a:r>
          </a:p>
        </p:txBody>
      </p:sp>
      <p:sp>
        <p:nvSpPr>
          <p:cNvPr id="441" name="Owner 441"/>
          <p:cNvSpPr/>
          <p:nvPr/>
        </p:nvSpPr>
        <p:spPr>
          <a:xfrm>
            <a:off x="9793224" y="3977640"/>
            <a:ext cx="1463040" cy="402336"/>
          </a:xfrm>
          <a:prstGeom prst="roundRect">
            <a:avLst>
              <a:gd name="adj" fmla="val 50000"/>
            </a:avLst>
          </a:prstGeom>
          <a:solidFill>
            <a:schemeClr val="bg1"/>
          </a:solidFill>
          <a:ln w="9525">
            <a:solidFill>
              <a:schemeClr val="accent6"/>
            </a:solidFill>
          </a:ln>
        </p:spPr>
        <p:txBody>
          <a:bodyPr wrap="square" lIns="0" tIns="0" rIns="0" bIns="0" rtlCol="0" anchor="ctr">
            <a:noAutofit/>
          </a:bodyPr>
          <a:lstStyle/>
          <a:p>
            <a:pPr algn="ctr">
              <a:lnSpc>
                <a:spcPct val="100000"/>
              </a:lnSpc>
              <a:spcBef>
                <a:spcPts val="0"/>
              </a:spcBef>
              <a:spcAft>
                <a:spcPts val="0"/>
              </a:spcAft>
              <a:buNone/>
            </a:pPr>
            <a:r>
              <a:rPr lang="en-AU" sz="1050" b="1" dirty="0">
                <a:solidFill>
                  <a:schemeClr val="accent6"/>
                </a:solidFill>
                <a:latin typeface="Poppins SemiBold" pitchFamily="2" charset="0"/>
                <a:cs typeface="Poppins SemiBold" pitchFamily="2" charset="0"/>
              </a:rPr>
              <a:t>Executive</a:t>
            </a:r>
          </a:p>
        </p:txBody>
      </p:sp>
      <p:sp>
        <p:nvSpPr>
          <p:cNvPr id="442" name="Ask 442"/>
          <p:cNvSpPr/>
          <p:nvPr/>
        </p:nvSpPr>
        <p:spPr>
          <a:xfrm>
            <a:off x="566928" y="5120640"/>
            <a:ext cx="11064240" cy="685800"/>
          </a:xfrm>
          <a:prstGeom prst="roundRect">
            <a:avLst>
              <a:gd name="adj" fmla="val 50000"/>
            </a:avLst>
          </a:prstGeom>
          <a:solidFill>
            <a:schemeClr val="bg1"/>
          </a:solidFill>
          <a:ln>
            <a:noFill/>
          </a:ln>
          <a:effectLst>
            <a:outerShdw blurRad="76200" dist="12700" dir="5400000" algn="t" rotWithShape="0">
              <a:srgbClr val="445469">
                <a:alpha val="14000"/>
              </a:srgbClr>
            </a:outerShdw>
          </a:effectLst>
        </p:spPr>
        <p:txBody>
          <a:bodyPr wrap="square" lIns="274320" tIns="0" rIns="274320" bIns="0" rtlCol="0" anchor="ctr">
            <a:noAutofit/>
          </a:bodyPr>
          <a:lstStyle/>
          <a:p>
            <a:pPr algn="l">
              <a:lnSpc>
                <a:spcPct val="100000"/>
              </a:lnSpc>
              <a:spcBef>
                <a:spcPts val="0"/>
              </a:spcBef>
              <a:spcAft>
                <a:spcPts val="0"/>
              </a:spcAft>
              <a:buNone/>
            </a:pPr>
            <a:r>
              <a:rPr lang="en-AU" sz="1400" b="1" dirty="0">
                <a:solidFill>
                  <a:schemeClr val="accent3">
                    <a:lumMod val="75000"/>
                  </a:schemeClr>
                </a:solidFill>
                <a:latin typeface="Poppins SemiBold" pitchFamily="2" charset="0"/>
                <a:cs typeface="Poppins SemiBold" pitchFamily="2" charset="0"/>
              </a:rPr>
              <a:t>Ask of the GMT:  </a:t>
            </a:r>
            <a:r>
              <a:rPr lang="en-AU" sz="1400" dirty="0">
                <a:solidFill>
                  <a:schemeClr val="accent6">
                    <a:lumMod val="75000"/>
                  </a:schemeClr>
                </a:solidFill>
                <a:latin typeface="Open Sans" pitchFamily="34" charset="0"/>
                <a:ea typeface="Open Sans" pitchFamily="34" charset="-122"/>
                <a:cs typeface="Open Sans" pitchFamily="34" charset="-120"/>
              </a:rPr>
              <a:t>nominate an owner for each gap, and keep your initiative status current for the dashboard.</a:t>
            </a:r>
          </a:p>
        </p:txBody>
      </p:sp>
      <p:sp>
        <p:nvSpPr>
          <p:cNvPr id="2" name="Slide Number Placeholder 1">
            <a:extLst>
              <a:ext uri="{FF2B5EF4-FFF2-40B4-BE49-F238E27FC236}">
                <a16:creationId xmlns:a16="http://schemas.microsoft.com/office/drawing/2014/main" id="{2B6BE33A-60B5-E311-CB42-7B2F0308709E}"/>
              </a:ext>
            </a:extLst>
          </p:cNvPr>
          <p:cNvSpPr txBox="1">
            <a:spLocks/>
          </p:cNvSpPr>
          <p:nvPr/>
        </p:nvSpPr>
        <p:spPr>
          <a:xfrm>
            <a:off x="9309830" y="642986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FA8BD019-05FF-F145-A6E1-6EE5A88665E4}" type="slidenum">
              <a:rPr kumimoji="0" lang="en-AU" sz="900" b="0" i="0" u="none" strike="noStrike" kern="1200" cap="none" spc="0" normalizeH="0" baseline="0" noProof="0" smtClean="0">
                <a:ln>
                  <a:noFill/>
                </a:ln>
                <a:solidFill>
                  <a:schemeClr val="bg2">
                    <a:lumMod val="10000"/>
                  </a:schemeClr>
                </a:solidFill>
                <a:effectLst/>
                <a:uLnTx/>
                <a:uFillTx/>
                <a:latin typeface="Aptos" panose="020B00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AU" sz="900" b="0" i="0" u="none" strike="noStrike" kern="1200" cap="none" spc="0" normalizeH="0" baseline="0" noProof="0" dirty="0">
              <a:ln>
                <a:noFill/>
              </a:ln>
              <a:solidFill>
                <a:schemeClr val="bg2">
                  <a:lumMod val="10000"/>
                </a:schemeClr>
              </a:solidFill>
              <a:effectLst/>
              <a:uLnTx/>
              <a:uFillTx/>
              <a:latin typeface="Aptos" panose="020B0004020202020204" pitchFamily="34" charset="0"/>
              <a:ea typeface="+mn-ea"/>
              <a:cs typeface="+mn-cs"/>
            </a:endParaRPr>
          </a:p>
        </p:txBody>
      </p:sp>
    </p:spTree>
    <p:extLst>
      <p:ext uri="{BB962C8B-B14F-4D97-AF65-F5344CB8AC3E}">
        <p14:creationId xmlns:p14="http://schemas.microsoft.com/office/powerpoint/2010/main" val="19222960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9EC006-2222-832D-ED3B-9D349F9A757E}"/>
            </a:ext>
          </a:extLst>
        </p:cNvPr>
        <p:cNvGrpSpPr/>
        <p:nvPr/>
      </p:nvGrpSpPr>
      <p:grpSpPr>
        <a:xfrm>
          <a:off x="0" y="0"/>
          <a:ext cx="0" cy="0"/>
          <a:chOff x="0" y="0"/>
          <a:chExt cx="0" cy="0"/>
        </a:xfrm>
      </p:grpSpPr>
      <p:pic>
        <p:nvPicPr>
          <p:cNvPr id="3" name="Picture 2" descr="About Coal Services : A Specialised Health and Safety Scheme">
            <a:extLst>
              <a:ext uri="{FF2B5EF4-FFF2-40B4-BE49-F238E27FC236}">
                <a16:creationId xmlns:a16="http://schemas.microsoft.com/office/drawing/2014/main" id="{958C83BB-9788-1B17-1380-FFBE7D8CC71C}"/>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0" y="-12626"/>
            <a:ext cx="12191437" cy="6883252"/>
          </a:xfrm>
          <a:prstGeom prst="rect">
            <a:avLst/>
          </a:prstGeom>
        </p:spPr>
      </p:pic>
      <p:sp>
        <p:nvSpPr>
          <p:cNvPr id="9" name="Rectangle 8">
            <a:extLst>
              <a:ext uri="{FF2B5EF4-FFF2-40B4-BE49-F238E27FC236}">
                <a16:creationId xmlns:a16="http://schemas.microsoft.com/office/drawing/2014/main" id="{65F5A8F3-97DE-6DF4-DFE7-4AE104686192}"/>
              </a:ext>
            </a:extLst>
          </p:cNvPr>
          <p:cNvSpPr/>
          <p:nvPr/>
        </p:nvSpPr>
        <p:spPr>
          <a:xfrm>
            <a:off x="-1" y="-12627"/>
            <a:ext cx="12191437" cy="6883253"/>
          </a:xfrm>
          <a:prstGeom prst="rect">
            <a:avLst/>
          </a:prstGeom>
          <a:solidFill>
            <a:schemeClr val="tx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Open Sans Light"/>
              <a:ea typeface="+mn-ea"/>
              <a:cs typeface="+mn-cs"/>
            </a:endParaRPr>
          </a:p>
        </p:txBody>
      </p:sp>
      <p:cxnSp>
        <p:nvCxnSpPr>
          <p:cNvPr id="8" name="Straight Connector 7">
            <a:extLst>
              <a:ext uri="{FF2B5EF4-FFF2-40B4-BE49-F238E27FC236}">
                <a16:creationId xmlns:a16="http://schemas.microsoft.com/office/drawing/2014/main" id="{182F0C0E-03BE-4E8A-9218-90A057E7882F}"/>
              </a:ext>
            </a:extLst>
          </p:cNvPr>
          <p:cNvCxnSpPr>
            <a:cxnSpLocks/>
          </p:cNvCxnSpPr>
          <p:nvPr/>
        </p:nvCxnSpPr>
        <p:spPr>
          <a:xfrm>
            <a:off x="599937" y="4292892"/>
            <a:ext cx="916629" cy="0"/>
          </a:xfrm>
          <a:prstGeom prst="line">
            <a:avLst/>
          </a:prstGeom>
          <a:ln w="38100" cap="rnd">
            <a:solidFill>
              <a:schemeClr val="accent3"/>
            </a:solidFill>
          </a:ln>
        </p:spPr>
        <p:style>
          <a:lnRef idx="1">
            <a:schemeClr val="accent1"/>
          </a:lnRef>
          <a:fillRef idx="0">
            <a:schemeClr val="accent1"/>
          </a:fillRef>
          <a:effectRef idx="0">
            <a:schemeClr val="accent1"/>
          </a:effectRef>
          <a:fontRef idx="minor">
            <a:schemeClr val="tx1"/>
          </a:fontRef>
        </p:style>
      </p:cxnSp>
      <p:sp>
        <p:nvSpPr>
          <p:cNvPr id="13" name="Subtitle 4">
            <a:extLst>
              <a:ext uri="{FF2B5EF4-FFF2-40B4-BE49-F238E27FC236}">
                <a16:creationId xmlns:a16="http://schemas.microsoft.com/office/drawing/2014/main" id="{E01ADEE1-26A6-0660-D47A-861E588A14B5}"/>
              </a:ext>
            </a:extLst>
          </p:cNvPr>
          <p:cNvSpPr>
            <a:spLocks noGrp="1"/>
          </p:cNvSpPr>
          <p:nvPr>
            <p:ph type="subTitle" idx="1"/>
          </p:nvPr>
        </p:nvSpPr>
        <p:spPr>
          <a:xfrm>
            <a:off x="499110" y="4534406"/>
            <a:ext cx="9144000" cy="1655762"/>
          </a:xfrm>
        </p:spPr>
        <p:txBody>
          <a:bodyPr vert="horz" lIns="91440" tIns="45720" rIns="91440" bIns="45720" rtlCol="0" anchor="t">
            <a:normAutofit/>
          </a:bodyPr>
          <a:lstStyle/>
          <a:p>
            <a:pPr>
              <a:lnSpc>
                <a:spcPct val="100000"/>
              </a:lnSpc>
              <a:spcBef>
                <a:spcPts val="0"/>
              </a:spcBef>
              <a:spcAft>
                <a:spcPts val="800"/>
              </a:spcAft>
            </a:pPr>
            <a:r>
              <a:rPr lang="en-GB" sz="1400" dirty="0">
                <a:solidFill>
                  <a:schemeClr val="bg1"/>
                </a:solidFill>
                <a:latin typeface="Poppins" pitchFamily="2" charset="77"/>
                <a:cs typeface="Poppins" pitchFamily="2" charset="77"/>
              </a:rPr>
              <a:t>Marcus Naoum and Alycia Wolf</a:t>
            </a:r>
          </a:p>
          <a:p>
            <a:pPr>
              <a:lnSpc>
                <a:spcPct val="100000"/>
              </a:lnSpc>
              <a:spcBef>
                <a:spcPts val="0"/>
              </a:spcBef>
              <a:spcAft>
                <a:spcPts val="800"/>
              </a:spcAft>
            </a:pPr>
            <a:r>
              <a:rPr lang="en-GB" sz="1400" dirty="0">
                <a:solidFill>
                  <a:schemeClr val="bg1"/>
                </a:solidFill>
                <a:latin typeface="Poppins" pitchFamily="2" charset="77"/>
                <a:cs typeface="Poppins" pitchFamily="2" charset="77"/>
              </a:rPr>
              <a:t>The Strategy Group</a:t>
            </a:r>
          </a:p>
        </p:txBody>
      </p:sp>
      <p:sp>
        <p:nvSpPr>
          <p:cNvPr id="14" name="Title 3">
            <a:extLst>
              <a:ext uri="{FF2B5EF4-FFF2-40B4-BE49-F238E27FC236}">
                <a16:creationId xmlns:a16="http://schemas.microsoft.com/office/drawing/2014/main" id="{39599FE2-127A-BB0A-FB8B-3061EE8581BC}"/>
              </a:ext>
            </a:extLst>
          </p:cNvPr>
          <p:cNvSpPr>
            <a:spLocks noGrp="1"/>
          </p:cNvSpPr>
          <p:nvPr>
            <p:ph type="ctrTitle"/>
          </p:nvPr>
        </p:nvSpPr>
        <p:spPr>
          <a:xfrm>
            <a:off x="499109" y="1653000"/>
            <a:ext cx="9144000" cy="2499699"/>
          </a:xfrm>
        </p:spPr>
        <p:txBody>
          <a:bodyPr>
            <a:normAutofit/>
          </a:bodyPr>
          <a:lstStyle/>
          <a:p>
            <a:pPr>
              <a:lnSpc>
                <a:spcPct val="100000"/>
              </a:lnSpc>
            </a:pPr>
            <a:r>
              <a:rPr lang="en-AU" b="1" dirty="0"/>
              <a:t>Thank you</a:t>
            </a:r>
            <a:endParaRPr lang="en-GB" b="1" noProof="0" dirty="0">
              <a:latin typeface="Poppins" pitchFamily="2" charset="77"/>
              <a:cs typeface="Poppins" pitchFamily="2" charset="77"/>
            </a:endParaRPr>
          </a:p>
        </p:txBody>
      </p:sp>
      <p:pic>
        <p:nvPicPr>
          <p:cNvPr id="16" name="Picture 15">
            <a:extLst>
              <a:ext uri="{FF2B5EF4-FFF2-40B4-BE49-F238E27FC236}">
                <a16:creationId xmlns:a16="http://schemas.microsoft.com/office/drawing/2014/main" id="{0B8E9BD2-09C0-3CE8-32EF-F822B1148CA8}"/>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299519" y="6000382"/>
            <a:ext cx="1572883" cy="726691"/>
          </a:xfrm>
          <a:prstGeom prst="rect">
            <a:avLst/>
          </a:prstGeom>
        </p:spPr>
      </p:pic>
      <p:pic>
        <p:nvPicPr>
          <p:cNvPr id="4" name="Graphic 3">
            <a:extLst>
              <a:ext uri="{FF2B5EF4-FFF2-40B4-BE49-F238E27FC236}">
                <a16:creationId xmlns:a16="http://schemas.microsoft.com/office/drawing/2014/main" id="{A809D29D-F8AA-B053-D0E4-57C0F079C9E6}"/>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5"/>
              </a:ext>
            </a:extLst>
          </a:blip>
          <a:srcRect l="8654" t="36592" r="41735" b="22942"/>
          <a:stretch>
            <a:fillRect/>
          </a:stretch>
        </p:blipFill>
        <p:spPr>
          <a:xfrm>
            <a:off x="8130766" y="20202"/>
            <a:ext cx="4060671" cy="3312083"/>
          </a:xfrm>
          <a:prstGeom prst="rect">
            <a:avLst/>
          </a:prstGeom>
        </p:spPr>
      </p:pic>
      <p:pic>
        <p:nvPicPr>
          <p:cNvPr id="19" name="Picture 6">
            <a:extLst>
              <a:ext uri="{FF2B5EF4-FFF2-40B4-BE49-F238E27FC236}">
                <a16:creationId xmlns:a16="http://schemas.microsoft.com/office/drawing/2014/main" id="{15B59517-8ADD-FB27-58CF-D7BFFF0B4F86}"/>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499109" y="272505"/>
            <a:ext cx="2156226" cy="1189642"/>
          </a:xfrm>
          <a:prstGeom prst="rect">
            <a:avLst/>
          </a:prstGeom>
        </p:spPr>
      </p:pic>
    </p:spTree>
    <p:extLst>
      <p:ext uri="{BB962C8B-B14F-4D97-AF65-F5344CB8AC3E}">
        <p14:creationId xmlns:p14="http://schemas.microsoft.com/office/powerpoint/2010/main" val="13043844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04E26-E604-813E-86D3-014AA1D9C32E}"/>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3608ACD3-B5DF-52A8-4DE1-4D5D28F05B17}"/>
              </a:ext>
            </a:extLst>
          </p:cNvPr>
          <p:cNvCxnSpPr>
            <a:cxnSpLocks/>
            <a:stCxn id="6" idx="3"/>
          </p:cNvCxnSpPr>
          <p:nvPr/>
        </p:nvCxnSpPr>
        <p:spPr>
          <a:xfrm>
            <a:off x="4262641" y="277669"/>
            <a:ext cx="7929359"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555E4999-7C88-D24F-75F2-28872F004E5D}"/>
              </a:ext>
            </a:extLst>
          </p:cNvPr>
          <p:cNvCxnSpPr>
            <a:cxnSpLocks/>
            <a:endCxn id="6" idx="1"/>
          </p:cNvCxnSpPr>
          <p:nvPr/>
        </p:nvCxnSpPr>
        <p:spPr>
          <a:xfrm>
            <a:off x="0" y="277669"/>
            <a:ext cx="548641" cy="0"/>
          </a:xfrm>
          <a:prstGeom prst="line">
            <a:avLst/>
          </a:prstGeom>
          <a:ln w="3175">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 0">
            <a:extLst>
              <a:ext uri="{FF2B5EF4-FFF2-40B4-BE49-F238E27FC236}">
                <a16:creationId xmlns:a16="http://schemas.microsoft.com/office/drawing/2014/main" id="{93F24A76-699F-A050-BCAC-71BD08B264A2}"/>
              </a:ext>
            </a:extLst>
          </p:cNvPr>
          <p:cNvSpPr/>
          <p:nvPr/>
        </p:nvSpPr>
        <p:spPr>
          <a:xfrm>
            <a:off x="548641" y="165782"/>
            <a:ext cx="3714000" cy="223773"/>
          </a:xfrm>
          <a:prstGeom prst="roundRect">
            <a:avLst>
              <a:gd name="adj" fmla="val 50000"/>
            </a:avLst>
          </a:prstGeom>
          <a:noFill/>
          <a:ln w="3175">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i="0" u="none" strike="noStrike" kern="0" cap="none" normalizeH="0" baseline="0" noProof="0" dirty="0">
                <a:ln>
                  <a:noFill/>
                </a:ln>
                <a:solidFill>
                  <a:schemeClr val="accent6"/>
                </a:solidFill>
                <a:effectLst/>
                <a:uLnTx/>
                <a:uFillTx/>
                <a:latin typeface="Poppins" pitchFamily="34" charset="0"/>
                <a:ea typeface="Poppins" pitchFamily="34" charset="-122"/>
                <a:cs typeface="Poppins" pitchFamily="34" charset="-120"/>
              </a:rPr>
              <a:t>Facilitator notes  |  Not for presentation</a:t>
            </a:r>
          </a:p>
        </p:txBody>
      </p:sp>
      <p:sp>
        <p:nvSpPr>
          <p:cNvPr id="14" name="Title 4">
            <a:extLst>
              <a:ext uri="{FF2B5EF4-FFF2-40B4-BE49-F238E27FC236}">
                <a16:creationId xmlns:a16="http://schemas.microsoft.com/office/drawing/2014/main" id="{15B0D0C6-2A12-4A64-5CA6-AFD820857D29}"/>
              </a:ext>
            </a:extLst>
          </p:cNvPr>
          <p:cNvSpPr txBox="1">
            <a:spLocks/>
          </p:cNvSpPr>
          <p:nvPr/>
        </p:nvSpPr>
        <p:spPr>
          <a:xfrm>
            <a:off x="525018" y="573082"/>
            <a:ext cx="11200000" cy="880000"/>
          </a:xfrm>
          <a:prstGeom prst="rect">
            <a:avLst/>
          </a:prstGeom>
        </p:spPr>
        <p:txBody>
          <a:bodyPr vert="horz" lIns="91440" tIns="45720" rIns="91440" bIns="45720" rtlCol="0" anchor="t">
            <a:noAutofit/>
          </a:bodyPr>
          <a:lstStyle>
            <a:defPPr>
              <a:defRPr lang="en-US"/>
            </a:defPPr>
            <a:lvl1pPr>
              <a:lnSpc>
                <a:spcPct val="114000"/>
              </a:lnSpc>
              <a:spcBef>
                <a:spcPct val="0"/>
              </a:spcBef>
              <a:buNone/>
              <a:defRPr sz="2200">
                <a:solidFill>
                  <a:schemeClr val="accent6">
                    <a:lumMod val="75000"/>
                  </a:schemeClr>
                </a:solidFill>
                <a:latin typeface="Poppins SemiBold" panose="00000700000000000000" pitchFamily="2" charset="0"/>
                <a:ea typeface="+mj-ea"/>
                <a:cs typeface="Poppins SemiBold" panose="00000700000000000000" pitchFamily="2" charset="0"/>
              </a:defRPr>
            </a:lvl1pPr>
          </a:lstStyle>
          <a:p>
            <a:r>
              <a:rPr lang="en-AU" dirty="0"/>
              <a:t>Room set-up </a:t>
            </a:r>
            <a:r>
              <a:rPr lang="en-AU" dirty="0">
                <a:solidFill>
                  <a:schemeClr val="accent3"/>
                </a:solidFill>
              </a:rPr>
              <a:t>and materials</a:t>
            </a:r>
            <a:endParaRPr lang="en-AU" dirty="0"/>
          </a:p>
        </p:txBody>
      </p:sp>
      <p:sp>
        <p:nvSpPr>
          <p:cNvPr id="443" name="Panel 443"/>
          <p:cNvSpPr/>
          <p:nvPr/>
        </p:nvSpPr>
        <p:spPr>
          <a:xfrm>
            <a:off x="566928" y="1463040"/>
            <a:ext cx="5394960" cy="4526280"/>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p:spPr>
        <p:txBody>
          <a:bodyPr wrap="square" lIns="0" tIns="0" rIns="0" bIns="0" rtlCol="0" anchor="t">
            <a:noAutofit/>
          </a:bodyPr>
          <a:lstStyle/>
          <a:p>
            <a:endParaRPr lang="en-AU" sz="1000"/>
          </a:p>
        </p:txBody>
      </p:sp>
      <p:sp>
        <p:nvSpPr>
          <p:cNvPr id="444" name="Head 444"/>
          <p:cNvSpPr txBox="1"/>
          <p:nvPr/>
        </p:nvSpPr>
        <p:spPr>
          <a:xfrm>
            <a:off x="886968" y="1691640"/>
            <a:ext cx="4754880" cy="411480"/>
          </a:xfrm>
          <a:prstGeom prst="rect">
            <a:avLst/>
          </a:prstGeom>
          <a:noFill/>
          <a:ln>
            <a:noFill/>
          </a:ln>
        </p:spPr>
        <p:txBody>
          <a:bodyPr wrap="square" lIns="0" tIns="0" rIns="0" bIns="0" rtlCol="0" anchor="t">
            <a:noAutofit/>
          </a:bodyPr>
          <a:lstStyle/>
          <a:p>
            <a:pPr algn="l">
              <a:lnSpc>
                <a:spcPct val="100000"/>
              </a:lnSpc>
              <a:spcBef>
                <a:spcPts val="0"/>
              </a:spcBef>
              <a:spcAft>
                <a:spcPts val="0"/>
              </a:spcAft>
              <a:buNone/>
            </a:pPr>
            <a:r>
              <a:rPr lang="en-AU" sz="1600" b="1" dirty="0">
                <a:solidFill>
                  <a:schemeClr val="accent6">
                    <a:lumMod val="75000"/>
                  </a:schemeClr>
                </a:solidFill>
                <a:latin typeface="Poppins SemiBold" pitchFamily="2" charset="0"/>
                <a:cs typeface="Poppins SemiBold" pitchFamily="2" charset="0"/>
              </a:rPr>
              <a:t>Before the session</a:t>
            </a:r>
          </a:p>
        </p:txBody>
      </p:sp>
      <p:sp>
        <p:nvSpPr>
          <p:cNvPr id="445" name="List 445"/>
          <p:cNvSpPr txBox="1"/>
          <p:nvPr/>
        </p:nvSpPr>
        <p:spPr>
          <a:xfrm>
            <a:off x="886968" y="2240280"/>
            <a:ext cx="4754880" cy="3566160"/>
          </a:xfrm>
          <a:prstGeom prst="rect">
            <a:avLst/>
          </a:prstGeom>
          <a:noFill/>
          <a:ln>
            <a:noFill/>
          </a:ln>
        </p:spPr>
        <p:txBody>
          <a:bodyPr wrap="square" lIns="0" tIns="0" rIns="0" bIns="0" rtlCol="0" anchor="t">
            <a:noAutofit/>
          </a:bodyPr>
          <a:lstStyle/>
          <a:p>
            <a:pPr marL="228600" indent="-228600">
              <a:lnSpc>
                <a:spcPct val="105000"/>
              </a:lnSpc>
              <a:spcAft>
                <a:spcPts val="1000"/>
              </a:spcAft>
              <a:buClr>
                <a:schemeClr val="accent3"/>
              </a:buClr>
              <a:buFont typeface="Arial"/>
              <a:buChar char="•"/>
            </a:pPr>
            <a:r>
              <a:rPr lang="en-AU" sz="1300" dirty="0">
                <a:solidFill>
                  <a:schemeClr val="accent6">
                    <a:lumMod val="75000"/>
                  </a:schemeClr>
                </a:solidFill>
                <a:latin typeface="Open Sans" pitchFamily="34" charset="0"/>
                <a:ea typeface="Open Sans" pitchFamily="34" charset="-122"/>
                <a:cs typeface="Open Sans" pitchFamily="34" charset="-120"/>
              </a:rPr>
              <a:t>Initiative cards printed from Belinda’s Control Tower mapping, one per initiative, colour-coded by BU</a:t>
            </a:r>
          </a:p>
          <a:p>
            <a:pPr marL="228600" indent="-228600">
              <a:lnSpc>
                <a:spcPct val="105000"/>
              </a:lnSpc>
              <a:spcAft>
                <a:spcPts val="1000"/>
              </a:spcAft>
              <a:buClr>
                <a:schemeClr val="accent3"/>
              </a:buClr>
              <a:buFont typeface="Arial"/>
              <a:buChar char="•"/>
            </a:pPr>
            <a:r>
              <a:rPr lang="en-AU" sz="1300" dirty="0">
                <a:solidFill>
                  <a:schemeClr val="accent6">
                    <a:lumMod val="75000"/>
                  </a:schemeClr>
                </a:solidFill>
                <a:latin typeface="Open Sans" pitchFamily="34" charset="0"/>
                <a:ea typeface="Open Sans" pitchFamily="34" charset="-122"/>
                <a:cs typeface="Open Sans" pitchFamily="34" charset="-120"/>
              </a:rPr>
              <a:t>Four station canvases printed at A3</a:t>
            </a:r>
          </a:p>
          <a:p>
            <a:pPr marL="228600" indent="-228600">
              <a:lnSpc>
                <a:spcPct val="105000"/>
              </a:lnSpc>
              <a:spcAft>
                <a:spcPts val="1000"/>
              </a:spcAft>
              <a:buClr>
                <a:schemeClr val="accent3"/>
              </a:buClr>
              <a:buFont typeface="Arial"/>
              <a:buChar char="•"/>
            </a:pPr>
            <a:r>
              <a:rPr lang="en-AU" sz="1300" dirty="0">
                <a:solidFill>
                  <a:schemeClr val="accent6">
                    <a:lumMod val="75000"/>
                  </a:schemeClr>
                </a:solidFill>
                <a:latin typeface="Open Sans" pitchFamily="34" charset="0"/>
                <a:ea typeface="Open Sans" pitchFamily="34" charset="-122"/>
                <a:cs typeface="Open Sans" pitchFamily="34" charset="-120"/>
              </a:rPr>
              <a:t>Impact-time matrix printed at A1 or drawn on a whiteboard</a:t>
            </a:r>
          </a:p>
          <a:p>
            <a:pPr marL="228600" indent="-228600">
              <a:lnSpc>
                <a:spcPct val="105000"/>
              </a:lnSpc>
              <a:spcAft>
                <a:spcPts val="1000"/>
              </a:spcAft>
              <a:buClr>
                <a:schemeClr val="accent3"/>
              </a:buClr>
              <a:buFont typeface="Arial"/>
              <a:buChar char="•"/>
            </a:pPr>
            <a:r>
              <a:rPr lang="en-AU" sz="1300" dirty="0">
                <a:solidFill>
                  <a:schemeClr val="accent6">
                    <a:lumMod val="75000"/>
                  </a:schemeClr>
                </a:solidFill>
                <a:latin typeface="Open Sans" pitchFamily="34" charset="0"/>
                <a:ea typeface="Open Sans" pitchFamily="34" charset="-122"/>
                <a:cs typeface="Open Sans" pitchFamily="34" charset="-120"/>
              </a:rPr>
              <a:t>Mixed-BU group allocations set in advance</a:t>
            </a:r>
          </a:p>
          <a:p>
            <a:pPr marL="228600" indent="-228600">
              <a:lnSpc>
                <a:spcPct val="105000"/>
              </a:lnSpc>
              <a:spcAft>
                <a:spcPts val="1000"/>
              </a:spcAft>
              <a:buClr>
                <a:schemeClr val="accent3"/>
              </a:buClr>
              <a:buFont typeface="Arial"/>
              <a:buChar char="•"/>
            </a:pPr>
            <a:r>
              <a:rPr lang="en-AU" sz="1300" dirty="0">
                <a:solidFill>
                  <a:schemeClr val="accent6">
                    <a:lumMod val="75000"/>
                  </a:schemeClr>
                </a:solidFill>
                <a:latin typeface="Open Sans" pitchFamily="34" charset="0"/>
                <a:ea typeface="Open Sans" pitchFamily="34" charset="-122"/>
                <a:cs typeface="Open Sans" pitchFamily="34" charset="-120"/>
              </a:rPr>
              <a:t>Sticky notes in two colours, markers and a visible timer</a:t>
            </a:r>
          </a:p>
        </p:txBody>
      </p:sp>
      <p:sp>
        <p:nvSpPr>
          <p:cNvPr id="446" name="Panel 446"/>
          <p:cNvSpPr/>
          <p:nvPr/>
        </p:nvSpPr>
        <p:spPr>
          <a:xfrm>
            <a:off x="6236208" y="1463040"/>
            <a:ext cx="5394960" cy="4526280"/>
          </a:xfrm>
          <a:prstGeom prst="rect">
            <a:avLst/>
          </a:prstGeom>
          <a:gradFill flip="none" rotWithShape="1">
            <a:gsLst>
              <a:gs pos="0">
                <a:schemeClr val="accent5">
                  <a:lumMod val="5000"/>
                  <a:lumOff val="95000"/>
                </a:schemeClr>
              </a:gs>
              <a:gs pos="100000">
                <a:schemeClr val="accent5">
                  <a:lumMod val="20000"/>
                  <a:lumOff val="80000"/>
                  <a:alpha val="68823"/>
                </a:schemeClr>
              </a:gs>
            </a:gsLst>
            <a:lin ang="5400000" scaled="1"/>
            <a:tileRect/>
          </a:gradFill>
          <a:ln>
            <a:noFill/>
          </a:ln>
        </p:spPr>
        <p:txBody>
          <a:bodyPr wrap="square" lIns="0" tIns="0" rIns="0" bIns="0" rtlCol="0" anchor="t">
            <a:noAutofit/>
          </a:bodyPr>
          <a:lstStyle/>
          <a:p>
            <a:endParaRPr lang="en-AU" sz="1000"/>
          </a:p>
        </p:txBody>
      </p:sp>
      <p:sp>
        <p:nvSpPr>
          <p:cNvPr id="447" name="Head 447"/>
          <p:cNvSpPr txBox="1"/>
          <p:nvPr/>
        </p:nvSpPr>
        <p:spPr>
          <a:xfrm>
            <a:off x="6556248" y="1691640"/>
            <a:ext cx="4754880" cy="411480"/>
          </a:xfrm>
          <a:prstGeom prst="rect">
            <a:avLst/>
          </a:prstGeom>
          <a:noFill/>
          <a:ln>
            <a:noFill/>
          </a:ln>
        </p:spPr>
        <p:txBody>
          <a:bodyPr wrap="square" lIns="0" tIns="0" rIns="0" bIns="0" rtlCol="0" anchor="t">
            <a:noAutofit/>
          </a:bodyPr>
          <a:lstStyle/>
          <a:p>
            <a:pPr algn="l">
              <a:lnSpc>
                <a:spcPct val="100000"/>
              </a:lnSpc>
              <a:spcBef>
                <a:spcPts val="0"/>
              </a:spcBef>
              <a:spcAft>
                <a:spcPts val="0"/>
              </a:spcAft>
              <a:buNone/>
            </a:pPr>
            <a:r>
              <a:rPr lang="en-AU" sz="1600" b="1" dirty="0">
                <a:solidFill>
                  <a:schemeClr val="accent6">
                    <a:lumMod val="75000"/>
                  </a:schemeClr>
                </a:solidFill>
                <a:latin typeface="Poppins SemiBold" pitchFamily="2" charset="0"/>
                <a:cs typeface="Poppins SemiBold" pitchFamily="2" charset="0"/>
              </a:rPr>
              <a:t>In the room</a:t>
            </a:r>
          </a:p>
        </p:txBody>
      </p:sp>
      <p:sp>
        <p:nvSpPr>
          <p:cNvPr id="448" name="List 448"/>
          <p:cNvSpPr txBox="1"/>
          <p:nvPr/>
        </p:nvSpPr>
        <p:spPr>
          <a:xfrm>
            <a:off x="6556248" y="2240280"/>
            <a:ext cx="4754880" cy="3566160"/>
          </a:xfrm>
          <a:prstGeom prst="rect">
            <a:avLst/>
          </a:prstGeom>
          <a:noFill/>
          <a:ln>
            <a:noFill/>
          </a:ln>
        </p:spPr>
        <p:txBody>
          <a:bodyPr wrap="square" lIns="0" tIns="0" rIns="0" bIns="0" rtlCol="0" anchor="t">
            <a:noAutofit/>
          </a:bodyPr>
          <a:lstStyle/>
          <a:p>
            <a:pPr marL="228600" indent="-228600">
              <a:lnSpc>
                <a:spcPct val="105000"/>
              </a:lnSpc>
              <a:spcAft>
                <a:spcPts val="1000"/>
              </a:spcAft>
              <a:buClr>
                <a:schemeClr val="accent3"/>
              </a:buClr>
              <a:buFont typeface="Arial"/>
              <a:buChar char="•"/>
            </a:pPr>
            <a:r>
              <a:rPr lang="en-AU" sz="1300" dirty="0">
                <a:solidFill>
                  <a:schemeClr val="accent6">
                    <a:lumMod val="75000"/>
                  </a:schemeClr>
                </a:solidFill>
                <a:latin typeface="Open Sans" pitchFamily="34" charset="0"/>
                <a:ea typeface="Open Sans" pitchFamily="34" charset="-122"/>
                <a:cs typeface="Open Sans" pitchFamily="34" charset="-120"/>
              </a:rPr>
              <a:t>Stations set up in four corners, cards already laid out</a:t>
            </a:r>
          </a:p>
          <a:p>
            <a:pPr marL="228600" indent="-228600">
              <a:lnSpc>
                <a:spcPct val="105000"/>
              </a:lnSpc>
              <a:spcAft>
                <a:spcPts val="1000"/>
              </a:spcAft>
              <a:buClr>
                <a:schemeClr val="accent3"/>
              </a:buClr>
              <a:buFont typeface="Arial"/>
              <a:buChar char="•"/>
            </a:pPr>
            <a:r>
              <a:rPr lang="en-AU" sz="1300" dirty="0">
                <a:solidFill>
                  <a:schemeClr val="accent6">
                    <a:lumMod val="75000"/>
                  </a:schemeClr>
                </a:solidFill>
                <a:latin typeface="Open Sans" pitchFamily="34" charset="0"/>
                <a:ea typeface="Open Sans" pitchFamily="34" charset="-122"/>
                <a:cs typeface="Open Sans" pitchFamily="34" charset="-120"/>
              </a:rPr>
              <a:t>Alycia calls the switch at 12 minutes, with 3 minutes to move</a:t>
            </a:r>
          </a:p>
          <a:p>
            <a:pPr marL="228600" indent="-228600">
              <a:lnSpc>
                <a:spcPct val="105000"/>
              </a:lnSpc>
              <a:spcAft>
                <a:spcPts val="1000"/>
              </a:spcAft>
              <a:buClr>
                <a:schemeClr val="accent3"/>
              </a:buClr>
              <a:buFont typeface="Arial"/>
              <a:buChar char="•"/>
            </a:pPr>
            <a:r>
              <a:rPr lang="en-AU" sz="1300" dirty="0">
                <a:solidFill>
                  <a:schemeClr val="accent6">
                    <a:lumMod val="75000"/>
                  </a:schemeClr>
                </a:solidFill>
                <a:latin typeface="Open Sans" pitchFamily="34" charset="0"/>
                <a:ea typeface="Open Sans" pitchFamily="34" charset="-122"/>
                <a:cs typeface="Open Sans" pitchFamily="34" charset="-120"/>
              </a:rPr>
              <a:t>Marcus floats between stations and probes on gaps and timing</a:t>
            </a:r>
          </a:p>
          <a:p>
            <a:pPr marL="228600" indent="-228600">
              <a:lnSpc>
                <a:spcPct val="105000"/>
              </a:lnSpc>
              <a:spcAft>
                <a:spcPts val="1000"/>
              </a:spcAft>
              <a:buClr>
                <a:schemeClr val="accent3"/>
              </a:buClr>
              <a:buFont typeface="Arial"/>
              <a:buChar char="•"/>
            </a:pPr>
            <a:r>
              <a:rPr lang="en-AU" sz="1300" dirty="0">
                <a:solidFill>
                  <a:schemeClr val="accent6">
                    <a:lumMod val="75000"/>
                  </a:schemeClr>
                </a:solidFill>
                <a:latin typeface="Open Sans" pitchFamily="34" charset="0"/>
                <a:ea typeface="Open Sans" pitchFamily="34" charset="-122"/>
                <a:cs typeface="Open Sans" pitchFamily="34" charset="-120"/>
              </a:rPr>
              <a:t>Belinda answers ‘is this already happening?’ questions</a:t>
            </a:r>
          </a:p>
          <a:p>
            <a:pPr marL="228600" indent="-228600">
              <a:lnSpc>
                <a:spcPct val="105000"/>
              </a:lnSpc>
              <a:spcAft>
                <a:spcPts val="1000"/>
              </a:spcAft>
              <a:buClr>
                <a:schemeClr val="accent3"/>
              </a:buClr>
              <a:buFont typeface="Arial"/>
              <a:buChar char="•"/>
            </a:pPr>
            <a:r>
              <a:rPr lang="en-AU" sz="1300" dirty="0">
                <a:solidFill>
                  <a:schemeClr val="accent6">
                    <a:lumMod val="75000"/>
                  </a:schemeClr>
                </a:solidFill>
                <a:latin typeface="Open Sans" pitchFamily="34" charset="0"/>
                <a:ea typeface="Open Sans" pitchFamily="34" charset="-122"/>
                <a:cs typeface="Open Sans" pitchFamily="34" charset="-120"/>
              </a:rPr>
              <a:t>Photograph every canvas before playback</a:t>
            </a:r>
          </a:p>
        </p:txBody>
      </p:sp>
      <p:sp>
        <p:nvSpPr>
          <p:cNvPr id="2" name="Slide Number Placeholder 1">
            <a:extLst>
              <a:ext uri="{FF2B5EF4-FFF2-40B4-BE49-F238E27FC236}">
                <a16:creationId xmlns:a16="http://schemas.microsoft.com/office/drawing/2014/main" id="{2B6BE33A-60B5-E311-CB42-7B2F0308709E}"/>
              </a:ext>
            </a:extLst>
          </p:cNvPr>
          <p:cNvSpPr txBox="1">
            <a:spLocks/>
          </p:cNvSpPr>
          <p:nvPr/>
        </p:nvSpPr>
        <p:spPr>
          <a:xfrm>
            <a:off x="9309830" y="642986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FA8BD019-05FF-F145-A6E1-6EE5A88665E4}" type="slidenum">
              <a:rPr kumimoji="0" lang="en-AU" sz="900" b="0" i="0" u="none" strike="noStrike" kern="1200" cap="none" spc="0" normalizeH="0" baseline="0" noProof="0" smtClean="0">
                <a:ln>
                  <a:noFill/>
                </a:ln>
                <a:solidFill>
                  <a:schemeClr val="bg2">
                    <a:lumMod val="10000"/>
                  </a:schemeClr>
                </a:solidFill>
                <a:effectLst/>
                <a:uLnTx/>
                <a:uFillTx/>
                <a:latin typeface="Aptos" panose="020B00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AU" sz="900" b="0" i="0" u="none" strike="noStrike" kern="1200" cap="none" spc="0" normalizeH="0" baseline="0" noProof="0" dirty="0">
              <a:ln>
                <a:noFill/>
              </a:ln>
              <a:solidFill>
                <a:schemeClr val="bg2">
                  <a:lumMod val="10000"/>
                </a:schemeClr>
              </a:solidFill>
              <a:effectLst/>
              <a:uLnTx/>
              <a:uFillTx/>
              <a:latin typeface="Aptos" panose="020B0004020202020204" pitchFamily="34" charset="0"/>
              <a:ea typeface="+mn-ea"/>
              <a:cs typeface="+mn-cs"/>
            </a:endParaRPr>
          </a:p>
        </p:txBody>
      </p:sp>
    </p:spTree>
    <p:extLst>
      <p:ext uri="{BB962C8B-B14F-4D97-AF65-F5344CB8AC3E}">
        <p14:creationId xmlns:p14="http://schemas.microsoft.com/office/powerpoint/2010/main" val="1922296058"/>
      </p:ext>
    </p:extLst>
  </p:cSld>
  <p:clrMapOvr>
    <a:masterClrMapping/>
  </p:clrMapOvr>
</p:sld>
</file>

<file path=ppt/theme/theme1.xml><?xml version="1.0" encoding="utf-8"?>
<a:theme xmlns:a="http://schemas.openxmlformats.org/drawingml/2006/main" name="The Strategy Group - 2022">
  <a:themeElements>
    <a:clrScheme name="The Strategy Group - 2022">
      <a:dk1>
        <a:srgbClr val="000000"/>
      </a:dk1>
      <a:lt1>
        <a:srgbClr val="FFFFFF"/>
      </a:lt1>
      <a:dk2>
        <a:srgbClr val="3C3C3C"/>
      </a:dk2>
      <a:lt2>
        <a:srgbClr val="E5E6EB"/>
      </a:lt2>
      <a:accent1>
        <a:srgbClr val="F38047"/>
      </a:accent1>
      <a:accent2>
        <a:srgbClr val="EE2B79"/>
      </a:accent2>
      <a:accent3>
        <a:srgbClr val="0E98D7"/>
      </a:accent3>
      <a:accent4>
        <a:srgbClr val="2EB88A"/>
      </a:accent4>
      <a:accent5>
        <a:srgbClr val="54C8E9"/>
      </a:accent5>
      <a:accent6>
        <a:srgbClr val="445469"/>
      </a:accent6>
      <a:hlink>
        <a:srgbClr val="0E98D7"/>
      </a:hlink>
      <a:folHlink>
        <a:srgbClr val="445469"/>
      </a:folHlink>
    </a:clrScheme>
    <a:fontScheme name="TSG-Font theme">
      <a:majorFont>
        <a:latin typeface="Poppins"/>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 Id="rId3" Type="http://schemas.microsoft.com/office/2011/relationships/webextension" Target="webextension3.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700" row="1">
    <wetp:webextensionref xmlns:r="http://schemas.openxmlformats.org/officeDocument/2006/relationships" r:id="rId2"/>
  </wetp:taskpane>
  <wetp:taskpane dockstate="right" visibility="0" width="700" row="0">
    <wetp:webextensionref xmlns:r="http://schemas.openxmlformats.org/officeDocument/2006/relationships" r:id="rId3"/>
  </wetp:taskpane>
</wetp:taskpanes>
</file>

<file path=ppt/webextensions/webextension1.xml><?xml version="1.0" encoding="utf-8"?>
<we:webextension xmlns:we="http://schemas.microsoft.com/office/webextensions/webextension/2010/11" id="{E25CDEDE-93DF-C647-B5D8-A467E7AD6B70}">
  <we:reference id="wa104381063" version="1.0.0.1" store="en-GB" storeType="OMEX"/>
  <we:alternateReferences>
    <we:reference id="wa104381063" version="1.0.0.1" store="wa104381063"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D008E564-8F99-4EDF-B2EB-65FCC5B53607}">
  <we:reference id="WA200010001" version="1.0.0.0" store="Omex" storeType="OMEX"/>
  <we:alternateReferences>
    <we:reference id="WA200010001" version="1.0.0.0" store="WA200010001" storeType="OMEX"/>
  </we:alternateReferences>
  <we:properties>
    <we:property name="Office.AutoShowTaskpaneWithDocument" value="true"/>
    <we:property name="claude.fileId" value="&quot;8e7109f5-cc27-4dee-92c6-993b70563417&quot;"/>
  </we:properties>
  <we:bindings/>
  <we:snapshot xmlns:r="http://schemas.openxmlformats.org/officeDocument/2006/relationships"/>
</we:webextension>
</file>

<file path=ppt/webextensions/webextension3.xml><?xml version="1.0" encoding="utf-8"?>
<we:webextension xmlns:we="http://schemas.microsoft.com/office/webextensions/webextension/2010/11" id="{5E2B939A-A0AD-43B7-9FF7-30F71938C10C}">
  <we:reference id="f5f369e5-aa35-49d7-ad7b-638152ddb008" version="1.0.0.1" store="excatalog" storeType="excatalog"/>
  <we:alternateReferences>
    <we:reference id="WA200010001" version="1.0.0.1" store="en-gb" storeType="omex"/>
  </we:alternateReferences>
  <we:properties>
    <we:property name="claude.fileId" value="&quot;a2abae90-18fa-4d27-b228-3bd469c0ebe3&quot;"/>
  </we:properties>
  <we:bindings/>
  <we:snapshot xmlns:r="http://schemas.openxmlformats.org/officeDocument/2006/relationships"/>
  <we:extLst>
    <a:ext xmlns:a="http://schemas.openxmlformats.org/drawingml/2006/main" uri="{0858819E-0033-43BF-8937-05EC82904868}">
      <we:backgroundApp state="0" runtimeId="Taskpane.Url"/>
    </a:ext>
  </we:extLst>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65015FF0C4D0D4A84ACD5C5EC18BC34" ma:contentTypeVersion="19" ma:contentTypeDescription="Create a new document." ma:contentTypeScope="" ma:versionID="48ad552dc4ee1b4fa7ea69b2730e5273">
  <xsd:schema xmlns:xsd="http://www.w3.org/2001/XMLSchema" xmlns:xs="http://www.w3.org/2001/XMLSchema" xmlns:p="http://schemas.microsoft.com/office/2006/metadata/properties" xmlns:ns2="6287a675-f086-4c05-9b8c-42540f50c347" xmlns:ns3="cc335e2b-7f42-41d0-87ab-ac8237d9a47e" targetNamespace="http://schemas.microsoft.com/office/2006/metadata/properties" ma:root="true" ma:fieldsID="e2c4e7ddbc6a9a755bb796a3d33b9e2d" ns2:_="" ns3:_="">
    <xsd:import namespace="6287a675-f086-4c05-9b8c-42540f50c347"/>
    <xsd:import namespace="cc335e2b-7f42-41d0-87ab-ac8237d9a47e"/>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287a675-f086-4c05-9b8c-42540f50c34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a5682369-6b18-44d4-a163-e404b92d838d"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c335e2b-7f42-41d0-87ab-ac8237d9a47e"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1045b74b-362b-4bc9-9c37-0e1824aef99d}" ma:internalName="TaxCatchAll" ma:showField="CatchAllData" ma:web="cc335e2b-7f42-41d0-87ab-ac8237d9a47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cc335e2b-7f42-41d0-87ab-ac8237d9a47e" xsi:nil="true"/>
    <lcf76f155ced4ddcb4097134ff3c332f xmlns="6287a675-f086-4c05-9b8c-42540f50c347">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582AA5A5-98B4-437E-B556-5EED2ACC049C}">
  <ds:schemaRefs>
    <ds:schemaRef ds:uri="6287a675-f086-4c05-9b8c-42540f50c347"/>
    <ds:schemaRef ds:uri="cc335e2b-7f42-41d0-87ab-ac8237d9a47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0/xmlns/"/>
    <ds:schemaRef ds:uri="http://www.w3.org/2001/XMLSchema"/>
  </ds:schemaRefs>
</ds:datastoreItem>
</file>

<file path=customXml/itemProps2.xml><?xml version="1.0" encoding="utf-8"?>
<ds:datastoreItem xmlns:ds="http://schemas.openxmlformats.org/officeDocument/2006/customXml" ds:itemID="{01DB2E5F-D3D3-441D-A755-9F61C052A9B5}">
  <ds:schemaRefs>
    <ds:schemaRef ds:uri="http://schemas.microsoft.com/sharepoint/v3/contenttype/forms"/>
  </ds:schemaRefs>
</ds:datastoreItem>
</file>

<file path=customXml/itemProps3.xml><?xml version="1.0" encoding="utf-8"?>
<ds:datastoreItem xmlns:ds="http://schemas.openxmlformats.org/officeDocument/2006/customXml" ds:itemID="{6705A753-6E37-42CF-A494-5F3AA9FF7B7D}">
  <ds:schemaRefs>
    <ds:schemaRef ds:uri="http://www.w3.org/XML/1998/namespace"/>
    <ds:schemaRef ds:uri="http://purl.org/dc/dcmitype/"/>
    <ds:schemaRef ds:uri="http://schemas.microsoft.com/office/2006/metadata/properties"/>
    <ds:schemaRef ds:uri="cc335e2b-7f42-41d0-87ab-ac8237d9a47e"/>
    <ds:schemaRef ds:uri="6287a675-f086-4c05-9b8c-42540f50c347"/>
    <ds:schemaRef ds:uri="http://purl.org/dc/terms/"/>
    <ds:schemaRef ds:uri="http://purl.org/dc/elements/1.1/"/>
    <ds:schemaRef ds:uri="http://schemas.openxmlformats.org/package/2006/metadata/core-properties"/>
    <ds:schemaRef ds:uri="http://schemas.microsoft.com/office/2006/documentManagement/typ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359</TotalTime>
  <Words>447</Words>
  <Application>Microsoft Office PowerPoint</Application>
  <PresentationFormat>Widescreen</PresentationFormat>
  <Paragraphs>99</Paragraphs>
  <Slides>6</Slides>
  <Notes>6</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6</vt:i4>
      </vt:variant>
    </vt:vector>
  </HeadingPairs>
  <TitlesOfParts>
    <vt:vector size="17" baseType="lpstr">
      <vt:lpstr>Aptos</vt:lpstr>
      <vt:lpstr>Arial</vt:lpstr>
      <vt:lpstr>Calibri</vt:lpstr>
      <vt:lpstr>Open Sans</vt:lpstr>
      <vt:lpstr>Open Sans Light</vt:lpstr>
      <vt:lpstr>Poppins</vt:lpstr>
      <vt:lpstr>Poppins Light</vt:lpstr>
      <vt:lpstr>Poppins Medium</vt:lpstr>
      <vt:lpstr>Poppins SemiBold</vt:lpstr>
      <vt:lpstr>Roboto</vt:lpstr>
      <vt:lpstr>The Strategy Group - 2022</vt:lpstr>
      <vt:lpstr>Coal Services: Industry Sentiment Scorecard</vt:lpstr>
      <vt:lpstr>PowerPoint Presentation</vt:lpstr>
      <vt:lpstr>PowerPoint Presentation</vt:lpstr>
      <vt:lpstr>PowerPoint Presentation</vt:lpstr>
      <vt:lpstr>PowerPoint Presentation</vt:lpstr>
      <vt:lpstr>Same systems produce different tensions and needs for MC and MEU</vt:lpstr>
    </vt:vector>
  </TitlesOfParts>
  <Company>Razer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Tim Halling</dc:creator>
  <cp:lastModifiedBy>Alycia Wolf</cp:lastModifiedBy>
  <cp:revision>5</cp:revision>
  <cp:lastPrinted>2026-06-05T05:24:36Z</cp:lastPrinted>
  <dcterms:created xsi:type="dcterms:W3CDTF">2017-07-17T06:01:31Z</dcterms:created>
  <dcterms:modified xsi:type="dcterms:W3CDTF">2026-10-09T00:47:54Z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0x010100B65015FF0C4D0D4A84ACD5C5EC18BC34</vt:lpwstr>
  </property>
  <property fmtid="{D5CDD505-2E9C-101B-9397-08002B2CF9AE}" pid="3" name="MediaServiceImageTags">
    <vt:lpwstr/>
  </property>
</Properties>
</file>