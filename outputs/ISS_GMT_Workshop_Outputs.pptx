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3.svg" ContentType="image/svg+xml"/>
  <Override PartName="/ppt/media/image14.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2.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44" r:id="rId4"/>
    <p:sldMasterId id="2147484048" r:id="rId5"/>
  </p:sldMasterIdLst>
  <p:notesMasterIdLst>
    <p:notesMasterId r:id="rId34"/>
  </p:notesMasterIdLst>
  <p:handoutMasterIdLst>
    <p:handoutMasterId r:id="rId35"/>
  </p:handoutMasterIdLst>
  <p:sldIdLst>
    <p:sldId id="2147475314" r:id="rId6"/>
    <p:sldId id="2147475341" r:id="rId24"/>
    <p:sldId id="2147475326" r:id="rId26"/>
    <p:sldId id="2147475327" r:id="rId28"/>
    <p:sldId id="2147475345" r:id="rId8"/>
    <p:sldId id="2147475346" r:id="rId17"/>
    <p:sldId id="2147475333"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93" userDrawn="1">
          <p15:clr>
            <a:srgbClr val="A4A3A4"/>
          </p15:clr>
        </p15:guide>
        <p15:guide id="2" orient="horz" pos="459" userDrawn="1">
          <p15:clr>
            <a:srgbClr val="A4A3A4"/>
          </p15:clr>
        </p15:guide>
        <p15:guide id="3" orient="horz" pos="210" userDrawn="1">
          <p15:clr>
            <a:srgbClr val="A4A3A4"/>
          </p15:clr>
        </p15:guide>
        <p15:guide id="4" orient="horz" pos="845" userDrawn="1">
          <p15:clr>
            <a:srgbClr val="A4A3A4"/>
          </p15:clr>
        </p15:guide>
        <p15:guide id="5" pos="2094" userDrawn="1">
          <p15:clr>
            <a:srgbClr val="A4A3A4"/>
          </p15:clr>
        </p15:guide>
        <p15:guide id="6" orient="horz" pos="663" userDrawn="1">
          <p15:clr>
            <a:srgbClr val="A4A3A4"/>
          </p15:clr>
        </p15:guide>
        <p15:guide id="7" pos="3500" userDrawn="1">
          <p15:clr>
            <a:srgbClr val="A4A3A4"/>
          </p15:clr>
        </p15:guide>
        <p15:guide id="8" orient="horz" pos="1230" userDrawn="1">
          <p15:clr>
            <a:srgbClr val="A4A3A4"/>
          </p15:clr>
        </p15:guide>
        <p15:guide id="9" orient="horz" pos="1366" userDrawn="1">
          <p15:clr>
            <a:srgbClr val="A4A3A4"/>
          </p15:clr>
        </p15:guide>
        <p15:guide id="10" pos="3341" userDrawn="1">
          <p15:clr>
            <a:srgbClr val="A4A3A4"/>
          </p15:clr>
        </p15:guide>
        <p15:guide id="11" pos="4475"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86DCF1C-F1BF-08F1-4F68-1A5268AB94AA}" name="Sabrina Thomas" initials="ST" userId="S::sabrina@thestrategygroup.com.au::71d01e8f-f5be-4dc8-9c6f-d69dbfe8b323" providerId="AD"/>
  <p188:author id="{22B6604C-64F9-9A4C-3D6F-FB7164E2FB2B}" name="Alycia Wolf" initials="AW" userId="S::alycia@thestrategygroup.com.au::c3aef7f7-6659-44db-bf40-576699cfa133" providerId="AD"/>
  <p188:author id="{C60AD75F-BB7A-E2C4-F03F-DC0A34C79042}" name="Liam Hoffman" initials="LH" userId="S::liam@thestrategygroup.com.au::4302a22b-3367-4883-8fcc-8cd8ad62a05e" providerId="AD"/>
  <p188:author id="{A4BFD185-8211-450F-9F9A-53B799A822F0}" name="Nitara Zaid" initials="NZ" userId="S::nitara@thestrategygroup.com.au::ea140d9b-d5e3-432c-a95a-295be01fe418" providerId="AD"/>
  <p188:author id="{AF742A88-23A4-B02F-D282-C8D9BD3AD95C}" name="Jeffrey Tobias" initials="JT" userId="S::jeffrey@thestrategygroup.com.au::9ceb8861-4a13-48a9-ba56-a8c90f5fbffd" providerId="AD"/>
  <p188:author id="{E6A896AE-EBD8-0C62-3B4C-D040BFAA362F}" name="Eliza Beatty" initials="EB" userId="S::eliza@thestrategygroup.com.au::2d4a6939-6cb8-4242-ae6e-ed7e41a40c00" providerId="AD"/>
  <p188:author id="{766270B2-8F53-BD49-570B-6812A4EA1E43}" name="Pierre Schaupp" initials="PS" userId="S::pierre@thestrategygroup.com.au::b910f653-e3ec-49e2-a16b-41bba1208509" providerId="AD"/>
  <p188:author id="{E38D6DFE-8075-8B96-8568-A158DDC43B24}" name="Marcus Naoum" initials="MN" userId="S::marcus@thestrategygroup.com.au::4578fcc8-dbf2-452a-b11c-6b75cc6176d4"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chelle Tabart" initials="M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D1F7"/>
    <a:srgbClr val="AABCF4"/>
    <a:srgbClr val="14359D"/>
    <a:srgbClr val="E2F4FD"/>
    <a:srgbClr val="DCEDF0"/>
    <a:srgbClr val="FACE40"/>
    <a:srgbClr val="2772A1"/>
    <a:srgbClr val="216197"/>
    <a:srgbClr val="091489"/>
    <a:srgbClr val="F7F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E64880-7188-F546-8B0C-2B5BBD01E9D6}" v="5" dt="2026-10-20T22:08:52.261"/>
    <p1510:client id="{56759424-63BB-4AED-9FAA-3D0EB5FADD02}" v="488" dt="2026-10-20T21:57:26.537"/>
    <p1510:client id="{6897D2B0-40AF-3C42-9B59-717CCAF35A9D}" v="751" dt="2026-10-20T06:37:46.6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1914" y="630"/>
      </p:cViewPr>
      <p:guideLst>
        <p:guide pos="393"/>
        <p:guide orient="horz" pos="459"/>
        <p:guide orient="horz" pos="210"/>
        <p:guide orient="horz" pos="845"/>
        <p:guide pos="2094"/>
        <p:guide orient="horz" pos="663"/>
        <p:guide pos="3500"/>
        <p:guide orient="horz" pos="1230"/>
        <p:guide orient="horz" pos="1366"/>
        <p:guide pos="3341"/>
        <p:guide pos="4475"/>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8" Type="http://schemas.openxmlformats.org/officeDocument/2006/relationships/slide" Target="slides/slide3.xml"/><Relationship Id="rId17" Type="http://schemas.openxmlformats.org/officeDocument/2006/relationships/slide" Target="slides/slide12.xml"/><Relationship Id="rId24" Type="http://schemas.openxmlformats.org/officeDocument/2006/relationships/slide" Target="slides/slide19.xml"/><Relationship Id="rId26" Type="http://schemas.openxmlformats.org/officeDocument/2006/relationships/slide" Target="slides/slide21.xml"/><Relationship Id="rId28" Type="http://schemas.openxmlformats.org/officeDocument/2006/relationships/slide" Target="slides/slide23.xml"/><Relationship Id="rId33" Type="http://schemas.openxmlformats.org/officeDocument/2006/relationships/slide" Target="slides/slide28.xml"/><Relationship Id="rId34" Type="http://schemas.openxmlformats.org/officeDocument/2006/relationships/notesMaster" Target="notesMasters/notesMaster1.xml"/><Relationship Id="rId35" Type="http://schemas.openxmlformats.org/officeDocument/2006/relationships/handoutMaster" Target="handoutMasters/handout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6/11/relationships/changesInfo" Target="changesInfos/changesInfo1.xml"/><Relationship Id="rId42" Type="http://schemas.microsoft.com/office/2015/10/relationships/revisionInfo" Target="revisionInfo.xml"/><Relationship Id="rId4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ycia Wolf" userId="c3aef7f7-6659-44db-bf40-576699cfa133" providerId="ADAL" clId="{0050FAD3-4552-4704-84A6-01FEAEE1C93F}"/>
    <pc:docChg chg="undo custSel addSld modSld sldOrd">
      <pc:chgData name="Alycia Wolf" userId="c3aef7f7-6659-44db-bf40-576699cfa133" providerId="ADAL" clId="{0050FAD3-4552-4704-84A6-01FEAEE1C93F}" dt="2026-10-20T21:57:26.537" v="922" actId="478"/>
      <pc:docMkLst>
        <pc:docMk/>
      </pc:docMkLst>
      <pc:sldChg chg="add">
        <pc:chgData name="Alycia Wolf" userId="c3aef7f7-6659-44db-bf40-576699cfa133" providerId="ADAL" clId="{0050FAD3-4552-4704-84A6-01FEAEE1C93F}" dt="2026-10-15T02:33:01.997" v="49"/>
        <pc:sldMkLst>
          <pc:docMk/>
          <pc:sldMk cId="1614242727" sldId="2147475311"/>
        </pc:sldMkLst>
      </pc:sldChg>
      <pc:sldChg chg="ord">
        <pc:chgData name="Alycia Wolf" userId="c3aef7f7-6659-44db-bf40-576699cfa133" providerId="ADAL" clId="{0050FAD3-4552-4704-84A6-01FEAEE1C93F}" dt="2026-10-20T12:52:10.480" v="586"/>
        <pc:sldMkLst>
          <pc:docMk/>
          <pc:sldMk cId="1922296058" sldId="2147475323"/>
        </pc:sldMkLst>
      </pc:sldChg>
      <pc:sldChg chg="modSp mod ord">
        <pc:chgData name="Alycia Wolf" userId="c3aef7f7-6659-44db-bf40-576699cfa133" providerId="ADAL" clId="{0050FAD3-4552-4704-84A6-01FEAEE1C93F}" dt="2026-10-20T12:52:05.856" v="584"/>
        <pc:sldMkLst>
          <pc:docMk/>
          <pc:sldMk cId="1922296058" sldId="2147475324"/>
        </pc:sldMkLst>
        <pc:spChg chg="mod">
          <ac:chgData name="Alycia Wolf" userId="c3aef7f7-6659-44db-bf40-576699cfa133" providerId="ADAL" clId="{0050FAD3-4552-4704-84A6-01FEAEE1C93F}" dt="2026-10-19T00:35:43.486" v="284" actId="20577"/>
          <ac:spMkLst>
            <pc:docMk/>
            <pc:sldMk cId="1922296058" sldId="2147475324"/>
            <ac:spMk id="30" creationId="{28DA5C6F-52C4-3136-5811-83E0899FCC5D}"/>
          </ac:spMkLst>
        </pc:spChg>
      </pc:sldChg>
      <pc:sldChg chg="addSp delSp mod">
        <pc:chgData name="Alycia Wolf" userId="c3aef7f7-6659-44db-bf40-576699cfa133" providerId="ADAL" clId="{0050FAD3-4552-4704-84A6-01FEAEE1C93F}" dt="2026-10-20T21:57:26.537" v="922" actId="478"/>
        <pc:sldMkLst>
          <pc:docMk/>
          <pc:sldMk cId="1922296058" sldId="2147475326"/>
        </pc:sldMkLst>
        <pc:spChg chg="add del">
          <ac:chgData name="Alycia Wolf" userId="c3aef7f7-6659-44db-bf40-576699cfa133" providerId="ADAL" clId="{0050FAD3-4552-4704-84A6-01FEAEE1C93F}" dt="2026-10-20T21:57:26.537" v="922" actId="478"/>
          <ac:spMkLst>
            <pc:docMk/>
            <pc:sldMk cId="1922296058" sldId="2147475326"/>
            <ac:spMk id="910"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1"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2"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3"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4"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5" creationId="{00000000-0000-0000-0000-000000000000}"/>
          </ac:spMkLst>
        </pc:spChg>
      </pc:sldChg>
      <pc:sldChg chg="modNotesTx">
        <pc:chgData name="Alycia Wolf" userId="c3aef7f7-6659-44db-bf40-576699cfa133" providerId="ADAL" clId="{0050FAD3-4552-4704-84A6-01FEAEE1C93F}" dt="2026-10-20T21:56:07.702" v="918" actId="20577"/>
        <pc:sldMkLst>
          <pc:docMk/>
          <pc:sldMk cId="2631522827" sldId="2147475336"/>
        </pc:sldMkLst>
      </pc:sldChg>
      <pc:sldChg chg="modSp mod">
        <pc:chgData name="Alycia Wolf" userId="c3aef7f7-6659-44db-bf40-576699cfa133" providerId="ADAL" clId="{0050FAD3-4552-4704-84A6-01FEAEE1C93F}" dt="2026-10-15T02:29:17.200" v="48" actId="1038"/>
        <pc:sldMkLst>
          <pc:docMk/>
          <pc:sldMk cId="1922296058" sldId="2147475341"/>
        </pc:sldMkLst>
        <pc:spChg chg="mod">
          <ac:chgData name="Alycia Wolf" userId="c3aef7f7-6659-44db-bf40-576699cfa133" providerId="ADAL" clId="{0050FAD3-4552-4704-84A6-01FEAEE1C93F}" dt="2026-10-15T02:29:17.200" v="48" actId="1038"/>
          <ac:spMkLst>
            <pc:docMk/>
            <pc:sldMk cId="1922296058" sldId="2147475341"/>
            <ac:spMk id="12" creationId="{DB789765-E438-C8F4-528D-463976923560}"/>
          </ac:spMkLst>
        </pc:spChg>
      </pc:sldChg>
      <pc:sldChg chg="addSp delSp modSp add mod delAnim">
        <pc:chgData name="Alycia Wolf" userId="c3aef7f7-6659-44db-bf40-576699cfa133" providerId="ADAL" clId="{0050FAD3-4552-4704-84A6-01FEAEE1C93F}" dt="2026-10-16T02:40:50.463" v="259" actId="20577"/>
        <pc:sldMkLst>
          <pc:docMk/>
          <pc:sldMk cId="2904025356" sldId="2147475355"/>
        </pc:sldMkLst>
        <pc:spChg chg="add mod">
          <ac:chgData name="Alycia Wolf" userId="c3aef7f7-6659-44db-bf40-576699cfa133" providerId="ADAL" clId="{0050FAD3-4552-4704-84A6-01FEAEE1C93F}" dt="2026-10-16T02:40:46.671" v="258" actId="207"/>
          <ac:spMkLst>
            <pc:docMk/>
            <pc:sldMk cId="2904025356" sldId="2147475355"/>
            <ac:spMk id="7" creationId="{D4E0B90B-6E0C-2EBA-0121-E80C8855E10C}"/>
          </ac:spMkLst>
        </pc:spChg>
        <pc:spChg chg="add mod">
          <ac:chgData name="Alycia Wolf" userId="c3aef7f7-6659-44db-bf40-576699cfa133" providerId="ADAL" clId="{0050FAD3-4552-4704-84A6-01FEAEE1C93F}" dt="2026-10-16T02:40:50.463" v="259" actId="20577"/>
          <ac:spMkLst>
            <pc:docMk/>
            <pc:sldMk cId="2904025356" sldId="2147475355"/>
            <ac:spMk id="13" creationId="{70DAF17A-BB98-0B50-7E20-ACD64D86F957}"/>
          </ac:spMkLst>
        </pc:spChg>
        <pc:spChg chg="mod">
          <ac:chgData name="Alycia Wolf" userId="c3aef7f7-6659-44db-bf40-576699cfa133" providerId="ADAL" clId="{0050FAD3-4552-4704-84A6-01FEAEE1C93F}" dt="2026-10-16T02:32:43.216" v="57" actId="1076"/>
          <ac:spMkLst>
            <pc:docMk/>
            <pc:sldMk cId="2904025356" sldId="2147475355"/>
            <ac:spMk id="27" creationId="{C27309B3-144E-9727-0EA3-185F3FC28280}"/>
          </ac:spMkLst>
        </pc:spChg>
        <pc:spChg chg="mod">
          <ac:chgData name="Alycia Wolf" userId="c3aef7f7-6659-44db-bf40-576699cfa133" providerId="ADAL" clId="{0050FAD3-4552-4704-84A6-01FEAEE1C93F}" dt="2026-10-16T02:32:43.216" v="57" actId="1076"/>
          <ac:spMkLst>
            <pc:docMk/>
            <pc:sldMk cId="2904025356" sldId="2147475355"/>
            <ac:spMk id="29" creationId="{E341A90A-1ED2-17A3-8D55-C6FA21C0C045}"/>
          </ac:spMkLst>
        </pc:spChg>
      </pc:sldChg>
      <pc:sldChg chg="addSp delSp modSp add mod">
        <pc:chgData name="Alycia Wolf" userId="c3aef7f7-6659-44db-bf40-576699cfa133" providerId="ADAL" clId="{0050FAD3-4552-4704-84A6-01FEAEE1C93F}" dt="2026-10-19T02:35:57.890" v="451" actId="20577"/>
        <pc:sldMkLst>
          <pc:docMk/>
          <pc:sldMk cId="116775105" sldId="2147475356"/>
        </pc:sldMkLst>
        <pc:spChg chg="mod">
          <ac:chgData name="Alycia Wolf" userId="c3aef7f7-6659-44db-bf40-576699cfa133" providerId="ADAL" clId="{0050FAD3-4552-4704-84A6-01FEAEE1C93F}" dt="2026-10-19T02:35:57.890" v="451" actId="20577"/>
          <ac:spMkLst>
            <pc:docMk/>
            <pc:sldMk cId="116775105" sldId="2147475356"/>
            <ac:spMk id="14" creationId="{4EF153A3-AB96-F6EE-AD45-F82D2A893EBB}"/>
          </ac:spMkLst>
        </pc:spChg>
        <pc:spChg chg="mod">
          <ac:chgData name="Alycia Wolf" userId="c3aef7f7-6659-44db-bf40-576699cfa133" providerId="ADAL" clId="{0050FAD3-4552-4704-84A6-01FEAEE1C93F}" dt="2026-10-19T00:41:27.448" v="405" actId="14100"/>
          <ac:spMkLst>
            <pc:docMk/>
            <pc:sldMk cId="116775105" sldId="2147475356"/>
            <ac:spMk id="283" creationId="{7160F3FA-D01A-E998-77DA-06CD0493F175}"/>
          </ac:spMkLst>
        </pc:spChg>
        <pc:spChg chg="del">
          <ac:chgData name="Alycia Wolf" userId="c3aef7f7-6659-44db-bf40-576699cfa133" providerId="ADAL" clId="{0050FAD3-4552-4704-84A6-01FEAEE1C93F}" dt="2026-10-19T00:40:44.513" v="325" actId="478"/>
          <ac:spMkLst>
            <pc:docMk/>
            <pc:sldMk cId="116775105" sldId="2147475356"/>
            <ac:spMk id="285" creationId="{AD97871A-3C7F-FB8E-DD89-E7873B0DD8D6}"/>
          </ac:spMkLst>
        </pc:spChg>
        <pc:spChg chg="add del mod">
          <ac:chgData name="Alycia Wolf" userId="c3aef7f7-6659-44db-bf40-576699cfa133" providerId="ADAL" clId="{0050FAD3-4552-4704-84A6-01FEAEE1C93F}" dt="2026-10-19T00:40:58.416" v="350" actId="1035"/>
          <ac:spMkLst>
            <pc:docMk/>
            <pc:sldMk cId="116775105" sldId="2147475356"/>
            <ac:spMk id="286" creationId="{B5AF3F62-4D7E-78F0-672C-0BFCD0712A64}"/>
          </ac:spMkLst>
        </pc:spChg>
        <pc:spChg chg="mod">
          <ac:chgData name="Alycia Wolf" userId="c3aef7f7-6659-44db-bf40-576699cfa133" providerId="ADAL" clId="{0050FAD3-4552-4704-84A6-01FEAEE1C93F}" dt="2026-10-19T02:00:51.737" v="408" actId="20577"/>
          <ac:spMkLst>
            <pc:docMk/>
            <pc:sldMk cId="116775105" sldId="2147475356"/>
            <ac:spMk id="287" creationId="{BFB434F3-BF93-9889-9B6D-D1FF4B7F7A2B}"/>
          </ac:spMkLst>
        </pc:spChg>
        <pc:spChg chg="mod">
          <ac:chgData name="Alycia Wolf" userId="c3aef7f7-6659-44db-bf40-576699cfa133" providerId="ADAL" clId="{0050FAD3-4552-4704-84A6-01FEAEE1C93F}" dt="2026-10-19T00:41:25.339" v="404" actId="14100"/>
          <ac:spMkLst>
            <pc:docMk/>
            <pc:sldMk cId="116775105" sldId="2147475356"/>
            <ac:spMk id="289" creationId="{6A78C4B6-1667-1411-FEAA-E7BFD2A53668}"/>
          </ac:spMkLst>
        </pc:spChg>
        <pc:spChg chg="del">
          <ac:chgData name="Alycia Wolf" userId="c3aef7f7-6659-44db-bf40-576699cfa133" providerId="ADAL" clId="{0050FAD3-4552-4704-84A6-01FEAEE1C93F}" dt="2026-10-19T00:40:54.360" v="336" actId="478"/>
          <ac:spMkLst>
            <pc:docMk/>
            <pc:sldMk cId="116775105" sldId="2147475356"/>
            <ac:spMk id="291" creationId="{39C44278-EA19-4204-738F-ADDA845DB212}"/>
          </ac:spMkLst>
        </pc:spChg>
        <pc:spChg chg="add del mod">
          <ac:chgData name="Alycia Wolf" userId="c3aef7f7-6659-44db-bf40-576699cfa133" providerId="ADAL" clId="{0050FAD3-4552-4704-84A6-01FEAEE1C93F}" dt="2026-10-19T00:40:58.416" v="350" actId="1035"/>
          <ac:spMkLst>
            <pc:docMk/>
            <pc:sldMk cId="116775105" sldId="2147475356"/>
            <ac:spMk id="292" creationId="{0D702371-D5FA-5E68-6DAB-1DD1A6333041}"/>
          </ac:spMkLst>
        </pc:spChg>
        <pc:spChg chg="mod">
          <ac:chgData name="Alycia Wolf" userId="c3aef7f7-6659-44db-bf40-576699cfa133" providerId="ADAL" clId="{0050FAD3-4552-4704-84A6-01FEAEE1C93F}" dt="2026-10-19T02:00:53.227" v="409" actId="20577"/>
          <ac:spMkLst>
            <pc:docMk/>
            <pc:sldMk cId="116775105" sldId="2147475356"/>
            <ac:spMk id="293" creationId="{9B4A1740-924E-84D7-13F3-C31B87376295}"/>
          </ac:spMkLst>
        </pc:spChg>
        <pc:spChg chg="mod">
          <ac:chgData name="Alycia Wolf" userId="c3aef7f7-6659-44db-bf40-576699cfa133" providerId="ADAL" clId="{0050FAD3-4552-4704-84A6-01FEAEE1C93F}" dt="2026-10-19T00:41:33.848" v="407" actId="14100"/>
          <ac:spMkLst>
            <pc:docMk/>
            <pc:sldMk cId="116775105" sldId="2147475356"/>
            <ac:spMk id="295" creationId="{6614BBEB-166E-32AD-3530-358A1C2E0E05}"/>
          </ac:spMkLst>
        </pc:spChg>
        <pc:spChg chg="del">
          <ac:chgData name="Alycia Wolf" userId="c3aef7f7-6659-44db-bf40-576699cfa133" providerId="ADAL" clId="{0050FAD3-4552-4704-84A6-01FEAEE1C93F}" dt="2026-10-19T00:40:54.360" v="336" actId="478"/>
          <ac:spMkLst>
            <pc:docMk/>
            <pc:sldMk cId="116775105" sldId="2147475356"/>
            <ac:spMk id="297" creationId="{070269C0-524A-00C3-C575-B5259E3AE83C}"/>
          </ac:spMkLst>
        </pc:spChg>
        <pc:spChg chg="add del mod">
          <ac:chgData name="Alycia Wolf" userId="c3aef7f7-6659-44db-bf40-576699cfa133" providerId="ADAL" clId="{0050FAD3-4552-4704-84A6-01FEAEE1C93F}" dt="2026-10-19T00:40:58.416" v="350" actId="1035"/>
          <ac:spMkLst>
            <pc:docMk/>
            <pc:sldMk cId="116775105" sldId="2147475356"/>
            <ac:spMk id="298" creationId="{94E88FA7-F3CB-2949-0675-08E15BE70181}"/>
          </ac:spMkLst>
        </pc:spChg>
        <pc:spChg chg="mod">
          <ac:chgData name="Alycia Wolf" userId="c3aef7f7-6659-44db-bf40-576699cfa133" providerId="ADAL" clId="{0050FAD3-4552-4704-84A6-01FEAEE1C93F}" dt="2026-10-19T02:00:54.297" v="410" actId="20577"/>
          <ac:spMkLst>
            <pc:docMk/>
            <pc:sldMk cId="116775105" sldId="2147475356"/>
            <ac:spMk id="299" creationId="{DE7DD751-AD24-E500-0EE0-F1FD30A639AC}"/>
          </ac:spMkLst>
        </pc:spChg>
      </pc:sldChg>
      <pc:sldChg chg="addSp delSp modSp add mod modNotesTx">
        <pc:chgData name="Alycia Wolf" userId="c3aef7f7-6659-44db-bf40-576699cfa133" providerId="ADAL" clId="{0050FAD3-4552-4704-84A6-01FEAEE1C93F}" dt="2026-10-20T12:53:14.137" v="630" actId="1035"/>
        <pc:sldMkLst>
          <pc:docMk/>
          <pc:sldMk cId="1698574673" sldId="2147475361"/>
        </pc:sldMkLst>
        <pc:spChg chg="mod">
          <ac:chgData name="Alycia Wolf" userId="c3aef7f7-6659-44db-bf40-576699cfa133" providerId="ADAL" clId="{0050FAD3-4552-4704-84A6-01FEAEE1C93F}" dt="2026-10-20T12:53:14.137" v="630" actId="1035"/>
          <ac:spMkLst>
            <pc:docMk/>
            <pc:sldMk cId="1698574673" sldId="2147475361"/>
            <ac:spMk id="2" creationId="{2B6BE33A-60B5-E311-CB42-7B2F0308709E}"/>
          </ac:spMkLst>
        </pc:spChg>
        <pc:spChg chg="del">
          <ac:chgData name="Alycia Wolf" userId="c3aef7f7-6659-44db-bf40-576699cfa133" providerId="ADAL" clId="{0050FAD3-4552-4704-84A6-01FEAEE1C93F}" dt="2026-10-20T12:34:48.620" v="453" actId="478"/>
          <ac:spMkLst>
            <pc:docMk/>
            <pc:sldMk cId="1698574673" sldId="2147475361"/>
            <ac:spMk id="6" creationId="{93F24A76-699F-A050-BCAC-71BD08B264A2}"/>
          </ac:spMkLst>
        </pc:spChg>
        <pc:spChg chg="add mod">
          <ac:chgData name="Alycia Wolf" userId="c3aef7f7-6659-44db-bf40-576699cfa133" providerId="ADAL" clId="{0050FAD3-4552-4704-84A6-01FEAEE1C93F}" dt="2026-10-20T12:34:48.932" v="454"/>
          <ac:spMkLst>
            <pc:docMk/>
            <pc:sldMk cId="1698574673" sldId="2147475361"/>
            <ac:spMk id="8" creationId="{4B05A204-A258-28EF-A204-5170C4B1FC7A}"/>
          </ac:spMkLst>
        </pc:spChg>
        <pc:spChg chg="mod">
          <ac:chgData name="Alycia Wolf" userId="c3aef7f7-6659-44db-bf40-576699cfa133" providerId="ADAL" clId="{0050FAD3-4552-4704-84A6-01FEAEE1C93F}" dt="2026-10-20T12:50:38.965" v="492" actId="20577"/>
          <ac:spMkLst>
            <pc:docMk/>
            <pc:sldMk cId="1698574673" sldId="2147475361"/>
            <ac:spMk id="14" creationId="{15B0D0C6-2A12-4A64-5CA6-AFD820857D29}"/>
          </ac:spMkLst>
        </pc:spChg>
        <pc:spChg chg="del">
          <ac:chgData name="Alycia Wolf" userId="c3aef7f7-6659-44db-bf40-576699cfa133" providerId="ADAL" clId="{0050FAD3-4552-4704-84A6-01FEAEE1C93F}" dt="2026-10-20T12:50:41.261" v="493" actId="478"/>
          <ac:spMkLst>
            <pc:docMk/>
            <pc:sldMk cId="1698574673" sldId="2147475361"/>
            <ac:spMk id="101"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2" creationId="{00000000-0000-0000-0000-000000000000}"/>
          </ac:spMkLst>
        </pc:spChg>
        <pc:spChg chg="mod">
          <ac:chgData name="Alycia Wolf" userId="c3aef7f7-6659-44db-bf40-576699cfa133" providerId="ADAL" clId="{0050FAD3-4552-4704-84A6-01FEAEE1C93F}" dt="2026-10-20T12:51:52.149" v="573" actId="1035"/>
          <ac:spMkLst>
            <pc:docMk/>
            <pc:sldMk cId="1698574673" sldId="2147475361"/>
            <ac:spMk id="103"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04"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05"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6"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07"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08"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9"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0"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11" creationId="{00000000-0000-0000-0000-000000000000}"/>
          </ac:spMkLst>
        </pc:spChg>
        <pc:spChg chg="mod">
          <ac:chgData name="Alycia Wolf" userId="c3aef7f7-6659-44db-bf40-576699cfa133" providerId="ADAL" clId="{0050FAD3-4552-4704-84A6-01FEAEE1C93F}" dt="2026-10-20T12:51:35.575" v="551" actId="403"/>
          <ac:spMkLst>
            <pc:docMk/>
            <pc:sldMk cId="1698574673" sldId="2147475361"/>
            <ac:spMk id="112"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3" creationId="{00000000-0000-0000-0000-000000000000}"/>
          </ac:spMkLst>
        </pc:spChg>
        <pc:spChg chg="del">
          <ac:chgData name="Alycia Wolf" userId="c3aef7f7-6659-44db-bf40-576699cfa133" providerId="ADAL" clId="{0050FAD3-4552-4704-84A6-01FEAEE1C93F}" dt="2026-10-20T12:50:41.261" v="493" actId="478"/>
          <ac:spMkLst>
            <pc:docMk/>
            <pc:sldMk cId="1698574673" sldId="2147475361"/>
            <ac:spMk id="114"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5"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6"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17"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18"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19"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0"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21"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22"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3"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24"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25"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6"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27"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28"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9" creationId="{00000000-0000-0000-0000-000000000000}"/>
          </ac:spMkLst>
        </pc:spChg>
        <pc:spChg chg="del">
          <ac:chgData name="Alycia Wolf" userId="c3aef7f7-6659-44db-bf40-576699cfa133" providerId="ADAL" clId="{0050FAD3-4552-4704-84A6-01FEAEE1C93F}" dt="2026-10-20T12:50:55.907" v="521" actId="478"/>
          <ac:spMkLst>
            <pc:docMk/>
            <pc:sldMk cId="1698574673" sldId="2147475361"/>
            <ac:spMk id="130" creationId="{00000000-0000-0000-0000-000000000000}"/>
          </ac:spMkLst>
        </pc:spChg>
        <pc:cxnChg chg="del mod">
          <ac:chgData name="Alycia Wolf" userId="c3aef7f7-6659-44db-bf40-576699cfa133" providerId="ADAL" clId="{0050FAD3-4552-4704-84A6-01FEAEE1C93F}" dt="2026-10-20T12:34:48.620" v="453" actId="478"/>
          <ac:cxnSpMkLst>
            <pc:docMk/>
            <pc:sldMk cId="1698574673" sldId="2147475361"/>
            <ac:cxnSpMk id="3" creationId="{555E4999-7C88-D24F-75F2-28872F004E5D}"/>
          </ac:cxnSpMkLst>
        </pc:cxnChg>
        <pc:cxnChg chg="add mod">
          <ac:chgData name="Alycia Wolf" userId="c3aef7f7-6659-44db-bf40-576699cfa133" providerId="ADAL" clId="{0050FAD3-4552-4704-84A6-01FEAEE1C93F}" dt="2026-10-20T12:34:48.932" v="454"/>
          <ac:cxnSpMkLst>
            <pc:docMk/>
            <pc:sldMk cId="1698574673" sldId="2147475361"/>
            <ac:cxnSpMk id="4" creationId="{1AC2E4EC-5359-D968-FABA-14A6ABA084AB}"/>
          </ac:cxnSpMkLst>
        </pc:cxnChg>
        <pc:cxnChg chg="del mod">
          <ac:chgData name="Alycia Wolf" userId="c3aef7f7-6659-44db-bf40-576699cfa133" providerId="ADAL" clId="{0050FAD3-4552-4704-84A6-01FEAEE1C93F}" dt="2026-10-20T12:34:48.620" v="453" actId="478"/>
          <ac:cxnSpMkLst>
            <pc:docMk/>
            <pc:sldMk cId="1698574673" sldId="2147475361"/>
            <ac:cxnSpMk id="5" creationId="{3608ACD3-B5DF-52A8-4DE1-4D5D28F05B17}"/>
          </ac:cxnSpMkLst>
        </pc:cxnChg>
        <pc:cxnChg chg="add mod">
          <ac:chgData name="Alycia Wolf" userId="c3aef7f7-6659-44db-bf40-576699cfa133" providerId="ADAL" clId="{0050FAD3-4552-4704-84A6-01FEAEE1C93F}" dt="2026-10-20T12:34:48.932" v="454"/>
          <ac:cxnSpMkLst>
            <pc:docMk/>
            <pc:sldMk cId="1698574673" sldId="2147475361"/>
            <ac:cxnSpMk id="7" creationId="{3E79F940-6962-DA69-C12C-33E12DAA209E}"/>
          </ac:cxnSpMkLst>
        </pc:cxnChg>
      </pc:sldChg>
    </pc:docChg>
  </pc:docChgLst>
  <pc:docChgLst>
    <pc:chgData name="Sabrina Thomas" userId="S::sabrina@thestrategygroup.com.au::71d01e8f-f5be-4dc8-9c6f-d69dbfe8b323" providerId="AD" clId="Web-{0BAAF28A-34C2-E47C-3C32-8EF63F30A40E}"/>
    <pc:docChg chg="modSld">
      <pc:chgData name="Sabrina Thomas" userId="S::sabrina@thestrategygroup.com.au::71d01e8f-f5be-4dc8-9c6f-d69dbfe8b323" providerId="AD" clId="Web-{0BAAF28A-34C2-E47C-3C32-8EF63F30A40E}" dt="2026-10-19T00:02:35.995" v="29"/>
      <pc:docMkLst>
        <pc:docMk/>
      </pc:docMkLst>
      <pc:sldChg chg="modSp modCm">
        <pc:chgData name="Sabrina Thomas" userId="S::sabrina@thestrategygroup.com.au::71d01e8f-f5be-4dc8-9c6f-d69dbfe8b323" providerId="AD" clId="Web-{0BAAF28A-34C2-E47C-3C32-8EF63F30A40E}" dt="2026-10-19T00:02:35.995" v="29"/>
        <pc:sldMkLst>
          <pc:docMk/>
          <pc:sldMk cId="2836175673" sldId="2147475352"/>
        </pc:sldMkLst>
        <pc:graphicFrameChg chg="mod modGraphic">
          <ac:chgData name="Sabrina Thomas" userId="S::sabrina@thestrategygroup.com.au::71d01e8f-f5be-4dc8-9c6f-d69dbfe8b323" providerId="AD" clId="Web-{0BAAF28A-34C2-E47C-3C32-8EF63F30A40E}" dt="2026-10-19T00:02:35.995" v="29"/>
          <ac:graphicFrameMkLst>
            <pc:docMk/>
            <pc:sldMk cId="2836175673" sldId="2147475352"/>
            <ac:graphicFrameMk id="46" creationId="{09A6E235-09A6-1C17-3EA4-2158E206B489}"/>
          </ac:graphicFrameMkLst>
        </pc:graphicFrameChg>
        <pc:extLst>
          <p:ext xmlns:p="http://schemas.openxmlformats.org/presentationml/2006/main" uri="{D6D511B9-2390-475A-947B-AFAB55BFBCF1}">
            <pc226:cmChg xmlns:pc226="http://schemas.microsoft.com/office/powerpoint/2022/06/main/command" chg="mod">
              <pc226:chgData name="Sabrina Thomas" userId="S::sabrina@thestrategygroup.com.au::71d01e8f-f5be-4dc8-9c6f-d69dbfe8b323" providerId="AD" clId="Web-{0BAAF28A-34C2-E47C-3C32-8EF63F30A40E}" dt="2026-10-19T00:02:03.041" v="14"/>
              <pc2:cmMkLst xmlns:pc2="http://schemas.microsoft.com/office/powerpoint/2019/9/main/command">
                <pc:docMk/>
                <pc:sldMk cId="2836175673" sldId="2147475352"/>
                <pc2:cmMk id="{4A0B26BA-F298-C349-A594-62CB741EC4A5}"/>
              </pc2:cmMkLst>
            </pc226:cmChg>
          </p:ext>
        </pc:extLst>
      </pc:sldChg>
    </pc:docChg>
  </pc:docChgLst>
  <pc:docChgLst>
    <pc:chgData name="Marcus Naoum" userId="4578fcc8-dbf2-452a-b11c-6b75cc6176d4" providerId="ADAL" clId="{EE3F6CF7-E024-5100-A70A-5616DEA5C1B7}"/>
    <pc:docChg chg="undo redo custSel addSld delSld modSld sldOrd">
      <pc:chgData name="Marcus Naoum" userId="4578fcc8-dbf2-452a-b11c-6b75cc6176d4" providerId="ADAL" clId="{EE3F6CF7-E024-5100-A70A-5616DEA5C1B7}" dt="2026-10-20T22:08:52.261" v="4421" actId="1076"/>
      <pc:docMkLst>
        <pc:docMk/>
      </pc:docMkLst>
      <pc:sldChg chg="modSp mod">
        <pc:chgData name="Marcus Naoum" userId="4578fcc8-dbf2-452a-b11c-6b75cc6176d4" providerId="ADAL" clId="{EE3F6CF7-E024-5100-A70A-5616DEA5C1B7}" dt="2026-10-19T00:35:50.468" v="3669" actId="20577"/>
        <pc:sldMkLst>
          <pc:docMk/>
          <pc:sldMk cId="1219458738" sldId="2147474930"/>
        </pc:sldMkLst>
        <pc:graphicFrameChg chg="mod modGraphic">
          <ac:chgData name="Marcus Naoum" userId="4578fcc8-dbf2-452a-b11c-6b75cc6176d4" providerId="ADAL" clId="{EE3F6CF7-E024-5100-A70A-5616DEA5C1B7}" dt="2026-10-19T00:35:50.468" v="3669" actId="20577"/>
          <ac:graphicFrameMkLst>
            <pc:docMk/>
            <pc:sldMk cId="1219458738" sldId="2147474930"/>
            <ac:graphicFrameMk id="16" creationId="{0C51364A-7FF6-8E1D-26ED-7C5257B9B2CC}"/>
          </ac:graphicFrameMkLst>
        </pc:graphicFrameChg>
      </pc:sldChg>
      <pc:sldChg chg="addSp delSp modSp mod">
        <pc:chgData name="Marcus Naoum" userId="4578fcc8-dbf2-452a-b11c-6b75cc6176d4" providerId="ADAL" clId="{EE3F6CF7-E024-5100-A70A-5616DEA5C1B7}" dt="2026-10-18T23:49:57.795" v="3633" actId="20577"/>
        <pc:sldMkLst>
          <pc:docMk/>
          <pc:sldMk cId="1614242727" sldId="2147475311"/>
        </pc:sldMkLst>
        <pc:spChg chg="mod">
          <ac:chgData name="Marcus Naoum" userId="4578fcc8-dbf2-452a-b11c-6b75cc6176d4" providerId="ADAL" clId="{EE3F6CF7-E024-5100-A70A-5616DEA5C1B7}" dt="2026-10-15T23:52:52.244" v="1385" actId="14100"/>
          <ac:spMkLst>
            <pc:docMk/>
            <pc:sldMk cId="1614242727" sldId="2147475311"/>
            <ac:spMk id="19" creationId="{A486F91E-842B-0946-15DD-22ED58C5FB80}"/>
          </ac:spMkLst>
        </pc:spChg>
        <pc:spChg chg="mod">
          <ac:chgData name="Marcus Naoum" userId="4578fcc8-dbf2-452a-b11c-6b75cc6176d4" providerId="ADAL" clId="{EE3F6CF7-E024-5100-A70A-5616DEA5C1B7}" dt="2026-10-15T23:53:02.261" v="1388" actId="14100"/>
          <ac:spMkLst>
            <pc:docMk/>
            <pc:sldMk cId="1614242727" sldId="2147475311"/>
            <ac:spMk id="22" creationId="{5D9FFE6F-888B-2717-4C1B-DFF80CCA653E}"/>
          </ac:spMkLst>
        </pc:spChg>
        <pc:spChg chg="add mod">
          <ac:chgData name="Marcus Naoum" userId="4578fcc8-dbf2-452a-b11c-6b75cc6176d4" providerId="ADAL" clId="{EE3F6CF7-E024-5100-A70A-5616DEA5C1B7}" dt="2026-10-15T23:52:15.312" v="1337"/>
          <ac:spMkLst>
            <pc:docMk/>
            <pc:sldMk cId="1614242727" sldId="2147475311"/>
            <ac:spMk id="25" creationId="{AFB8E476-1289-5D8C-03F9-AAD186114A2D}"/>
          </ac:spMkLst>
        </pc:spChg>
        <pc:spChg chg="add mod">
          <ac:chgData name="Marcus Naoum" userId="4578fcc8-dbf2-452a-b11c-6b75cc6176d4" providerId="ADAL" clId="{EE3F6CF7-E024-5100-A70A-5616DEA5C1B7}" dt="2026-10-15T23:52:36.363" v="1374" actId="20577"/>
          <ac:spMkLst>
            <pc:docMk/>
            <pc:sldMk cId="1614242727" sldId="2147475311"/>
            <ac:spMk id="29" creationId="{DE94A945-6ADA-0917-50AD-77858221F46F}"/>
          </ac:spMkLst>
        </pc:spChg>
        <pc:graphicFrameChg chg="mod modGraphic">
          <ac:chgData name="Marcus Naoum" userId="4578fcc8-dbf2-452a-b11c-6b75cc6176d4" providerId="ADAL" clId="{EE3F6CF7-E024-5100-A70A-5616DEA5C1B7}" dt="2026-10-18T23:49:57.795" v="3633" actId="20577"/>
          <ac:graphicFrameMkLst>
            <pc:docMk/>
            <pc:sldMk cId="1614242727" sldId="2147475311"/>
            <ac:graphicFrameMk id="15" creationId="{3BEBF9A7-EA61-A7DB-05D4-6FEE8F45C2D3}"/>
          </ac:graphicFrameMkLst>
        </pc:graphicFrameChg>
        <pc:cxnChg chg="add mod">
          <ac:chgData name="Marcus Naoum" userId="4578fcc8-dbf2-452a-b11c-6b75cc6176d4" providerId="ADAL" clId="{EE3F6CF7-E024-5100-A70A-5616DEA5C1B7}" dt="2026-10-15T23:52:15.312" v="1337"/>
          <ac:cxnSpMkLst>
            <pc:docMk/>
            <pc:sldMk cId="1614242727" sldId="2147475311"/>
            <ac:cxnSpMk id="12" creationId="{44E0E2C7-1A2B-D534-6B68-9AA89C8533A4}"/>
          </ac:cxnSpMkLst>
        </pc:cxnChg>
        <pc:cxnChg chg="add mod">
          <ac:chgData name="Marcus Naoum" userId="4578fcc8-dbf2-452a-b11c-6b75cc6176d4" providerId="ADAL" clId="{EE3F6CF7-E024-5100-A70A-5616DEA5C1B7}" dt="2026-10-15T23:52:15.312" v="1337"/>
          <ac:cxnSpMkLst>
            <pc:docMk/>
            <pc:sldMk cId="1614242727" sldId="2147475311"/>
            <ac:cxnSpMk id="24" creationId="{F3C1BED6-FC77-B645-D7D8-C5FB2CFB0521}"/>
          </ac:cxnSpMkLst>
        </pc:cxnChg>
      </pc:sldChg>
      <pc:sldChg chg="addSp delSp modSp mod">
        <pc:chgData name="Marcus Naoum" userId="4578fcc8-dbf2-452a-b11c-6b75cc6176d4" providerId="ADAL" clId="{EE3F6CF7-E024-5100-A70A-5616DEA5C1B7}" dt="2026-10-19T22:26:48.107" v="3891" actId="478"/>
        <pc:sldMkLst>
          <pc:docMk/>
          <pc:sldMk cId="1304384433" sldId="2147475314"/>
        </pc:sldMkLst>
        <pc:spChg chg="add del mod">
          <ac:chgData name="Marcus Naoum" userId="4578fcc8-dbf2-452a-b11c-6b75cc6176d4" providerId="ADAL" clId="{EE3F6CF7-E024-5100-A70A-5616DEA5C1B7}" dt="2026-10-19T22:26:48.107" v="3891" actId="478"/>
          <ac:spMkLst>
            <pc:docMk/>
            <pc:sldMk cId="1304384433" sldId="2147475314"/>
            <ac:spMk id="2" creationId="{C193C015-F537-2248-2B32-719BB6EF9901}"/>
          </ac:spMkLst>
        </pc:spChg>
        <pc:spChg chg="mod">
          <ac:chgData name="Marcus Naoum" userId="4578fcc8-dbf2-452a-b11c-6b75cc6176d4" providerId="ADAL" clId="{EE3F6CF7-E024-5100-A70A-5616DEA5C1B7}" dt="2026-10-14T07:11:53.031" v="5" actId="1076"/>
          <ac:spMkLst>
            <pc:docMk/>
            <pc:sldMk cId="1304384433" sldId="2147475314"/>
            <ac:spMk id="9" creationId="{65F5A8F3-97DE-6DF4-DFE7-4AE104686192}"/>
          </ac:spMkLst>
        </pc:spChg>
        <pc:spChg chg="mod">
          <ac:chgData name="Marcus Naoum" userId="4578fcc8-dbf2-452a-b11c-6b75cc6176d4" providerId="ADAL" clId="{EE3F6CF7-E024-5100-A70A-5616DEA5C1B7}" dt="2026-10-19T22:20:35.978" v="3692" actId="20577"/>
          <ac:spMkLst>
            <pc:docMk/>
            <pc:sldMk cId="1304384433" sldId="2147475314"/>
            <ac:spMk id="13" creationId="{E01ADEE1-26A6-0660-D47A-861E588A14B5}"/>
          </ac:spMkLst>
        </pc:spChg>
        <pc:spChg chg="mod">
          <ac:chgData name="Marcus Naoum" userId="4578fcc8-dbf2-452a-b11c-6b75cc6176d4" providerId="ADAL" clId="{EE3F6CF7-E024-5100-A70A-5616DEA5C1B7}" dt="2026-10-14T07:11:55.926" v="6" actId="207"/>
          <ac:spMkLst>
            <pc:docMk/>
            <pc:sldMk cId="1304384433" sldId="2147475314"/>
            <ac:spMk id="14" creationId="{39599FE2-127A-BB0A-FB8B-3061EE8581BC}"/>
          </ac:spMkLst>
        </pc:spChg>
      </pc:sldChg>
      <pc:sldChg chg="addSp delSp modSp mod">
        <pc:chgData name="Marcus Naoum" userId="4578fcc8-dbf2-452a-b11c-6b75cc6176d4" providerId="ADAL" clId="{EE3F6CF7-E024-5100-A70A-5616DEA5C1B7}" dt="2026-10-19T22:21:00.435" v="3694" actId="478"/>
        <pc:sldMkLst>
          <pc:docMk/>
          <pc:sldMk cId="1922296058" sldId="2147475323"/>
        </pc:sldMkLst>
        <pc:spChg chg="add del mod">
          <ac:chgData name="Marcus Naoum" userId="4578fcc8-dbf2-452a-b11c-6b75cc6176d4" providerId="ADAL" clId="{EE3F6CF7-E024-5100-A70A-5616DEA5C1B7}" dt="2026-10-19T22:21:00.435" v="3694" actId="478"/>
          <ac:spMkLst>
            <pc:docMk/>
            <pc:sldMk cId="1922296058" sldId="2147475323"/>
            <ac:spMk id="4" creationId="{37ED6159-06AC-5609-E387-573A14954799}"/>
          </ac:spMkLst>
        </pc:spChg>
        <pc:spChg chg="add del mod">
          <ac:chgData name="Marcus Naoum" userId="4578fcc8-dbf2-452a-b11c-6b75cc6176d4" providerId="ADAL" clId="{EE3F6CF7-E024-5100-A70A-5616DEA5C1B7}" dt="2026-10-19T22:21:00.435" v="3694" actId="478"/>
          <ac:spMkLst>
            <pc:docMk/>
            <pc:sldMk cId="1922296058" sldId="2147475323"/>
            <ac:spMk id="7" creationId="{A66FB4B1-C7A6-2929-5965-10486DC22DBF}"/>
          </ac:spMkLst>
        </pc:spChg>
        <pc:spChg chg="add del mod">
          <ac:chgData name="Marcus Naoum" userId="4578fcc8-dbf2-452a-b11c-6b75cc6176d4" providerId="ADAL" clId="{EE3F6CF7-E024-5100-A70A-5616DEA5C1B7}" dt="2026-10-19T22:21:00.435" v="3694" actId="478"/>
          <ac:spMkLst>
            <pc:docMk/>
            <pc:sldMk cId="1922296058" sldId="2147475323"/>
            <ac:spMk id="8" creationId="{8CAC71B2-F616-4F6C-0375-8F31A63A9C49}"/>
          </ac:spMkLst>
        </pc:spChg>
        <pc:spChg chg="mod">
          <ac:chgData name="Marcus Naoum" userId="4578fcc8-dbf2-452a-b11c-6b75cc6176d4" providerId="ADAL" clId="{EE3F6CF7-E024-5100-A70A-5616DEA5C1B7}" dt="2026-10-14T07:22:43.722" v="381" actId="207"/>
          <ac:spMkLst>
            <pc:docMk/>
            <pc:sldMk cId="1922296058" sldId="2147475323"/>
            <ac:spMk id="14" creationId="{15B0D0C6-2A12-4A64-5CA6-AFD820857D29}"/>
          </ac:spMkLst>
        </pc:spChg>
        <pc:spChg chg="mod">
          <ac:chgData name="Marcus Naoum" userId="4578fcc8-dbf2-452a-b11c-6b75cc6176d4" providerId="ADAL" clId="{EE3F6CF7-E024-5100-A70A-5616DEA5C1B7}" dt="2026-10-16T01:09:00.097" v="2688" actId="403"/>
          <ac:spMkLst>
            <pc:docMk/>
            <pc:sldMk cId="1922296058" sldId="2147475323"/>
            <ac:spMk id="287" creationId="{00000000-0000-0000-0000-000000000000}"/>
          </ac:spMkLst>
        </pc:spChg>
        <pc:spChg chg="mod">
          <ac:chgData name="Marcus Naoum" userId="4578fcc8-dbf2-452a-b11c-6b75cc6176d4" providerId="ADAL" clId="{EE3F6CF7-E024-5100-A70A-5616DEA5C1B7}" dt="2026-10-16T01:09:00.097" v="2688" actId="403"/>
          <ac:spMkLst>
            <pc:docMk/>
            <pc:sldMk cId="1922296058" sldId="2147475323"/>
            <ac:spMk id="293" creationId="{00000000-0000-0000-0000-000000000000}"/>
          </ac:spMkLst>
        </pc:spChg>
        <pc:spChg chg="mod">
          <ac:chgData name="Marcus Naoum" userId="4578fcc8-dbf2-452a-b11c-6b75cc6176d4" providerId="ADAL" clId="{EE3F6CF7-E024-5100-A70A-5616DEA5C1B7}" dt="2026-10-16T01:09:00.097" v="2688" actId="403"/>
          <ac:spMkLst>
            <pc:docMk/>
            <pc:sldMk cId="1922296058" sldId="2147475323"/>
            <ac:spMk id="299" creationId="{00000000-0000-0000-0000-000000000000}"/>
          </ac:spMkLst>
        </pc:spChg>
      </pc:sldChg>
      <pc:sldChg chg="addSp delSp modSp mod">
        <pc:chgData name="Marcus Naoum" userId="4578fcc8-dbf2-452a-b11c-6b75cc6176d4" providerId="ADAL" clId="{EE3F6CF7-E024-5100-A70A-5616DEA5C1B7}" dt="2026-10-16T00:19:46.531" v="2116" actId="20577"/>
        <pc:sldMkLst>
          <pc:docMk/>
          <pc:sldMk cId="1922296058" sldId="2147475324"/>
        </pc:sldMkLst>
        <pc:spChg chg="mod">
          <ac:chgData name="Marcus Naoum" userId="4578fcc8-dbf2-452a-b11c-6b75cc6176d4" providerId="ADAL" clId="{EE3F6CF7-E024-5100-A70A-5616DEA5C1B7}" dt="2026-10-14T07:22:36.019" v="379" actId="108"/>
          <ac:spMkLst>
            <pc:docMk/>
            <pc:sldMk cId="1922296058" sldId="2147475324"/>
            <ac:spMk id="14" creationId="{15B0D0C6-2A12-4A64-5CA6-AFD820857D29}"/>
          </ac:spMkLst>
        </pc:spChg>
        <pc:spChg chg="mod">
          <ac:chgData name="Marcus Naoum" userId="4578fcc8-dbf2-452a-b11c-6b75cc6176d4" providerId="ADAL" clId="{EE3F6CF7-E024-5100-A70A-5616DEA5C1B7}" dt="2026-10-16T00:19:46.531" v="2116" actId="20577"/>
          <ac:spMkLst>
            <pc:docMk/>
            <pc:sldMk cId="1922296058" sldId="2147475324"/>
            <ac:spMk id="25" creationId="{7C642996-8561-33B3-8D02-7B92372F99A9}"/>
          </ac:spMkLst>
        </pc:spChg>
        <pc:spChg chg="mod">
          <ac:chgData name="Marcus Naoum" userId="4578fcc8-dbf2-452a-b11c-6b75cc6176d4" providerId="ADAL" clId="{EE3F6CF7-E024-5100-A70A-5616DEA5C1B7}" dt="2026-10-16T00:13:48.920" v="1966" actId="1076"/>
          <ac:spMkLst>
            <pc:docMk/>
            <pc:sldMk cId="1922296058" sldId="2147475324"/>
            <ac:spMk id="30" creationId="{28DA5C6F-52C4-3136-5811-83E0899FCC5D}"/>
          </ac:spMkLst>
        </pc:spChg>
        <pc:spChg chg="mod">
          <ac:chgData name="Marcus Naoum" userId="4578fcc8-dbf2-452a-b11c-6b75cc6176d4" providerId="ADAL" clId="{EE3F6CF7-E024-5100-A70A-5616DEA5C1B7}" dt="2026-10-16T00:14:13.299" v="1982" actId="20577"/>
          <ac:spMkLst>
            <pc:docMk/>
            <pc:sldMk cId="1922296058" sldId="2147475324"/>
            <ac:spMk id="32" creationId="{61E92355-C77C-799F-E8CF-6B42215458B5}"/>
          </ac:spMkLst>
        </pc:spChg>
      </pc:sldChg>
      <pc:sldChg chg="addSp delSp modSp mod">
        <pc:chgData name="Marcus Naoum" userId="4578fcc8-dbf2-452a-b11c-6b75cc6176d4" providerId="ADAL" clId="{EE3F6CF7-E024-5100-A70A-5616DEA5C1B7}" dt="2026-10-19T22:24:45.671" v="3780" actId="14100"/>
        <pc:sldMkLst>
          <pc:docMk/>
          <pc:sldMk cId="1922296058" sldId="2147475326"/>
        </pc:sldMkLst>
        <pc:spChg chg="mod">
          <ac:chgData name="Marcus Naoum" userId="4578fcc8-dbf2-452a-b11c-6b75cc6176d4" providerId="ADAL" clId="{EE3F6CF7-E024-5100-A70A-5616DEA5C1B7}" dt="2026-10-16T00:27:45.323" v="2199" actId="122"/>
          <ac:spMkLst>
            <pc:docMk/>
            <pc:sldMk cId="1922296058" sldId="2147475326"/>
            <ac:spMk id="4" creationId="{BB1E0741-CDB5-BC92-E490-3AAE4871C536}"/>
          </ac:spMkLst>
        </pc:spChg>
        <pc:spChg chg="mod">
          <ac:chgData name="Marcus Naoum" userId="4578fcc8-dbf2-452a-b11c-6b75cc6176d4" providerId="ADAL" clId="{EE3F6CF7-E024-5100-A70A-5616DEA5C1B7}" dt="2026-10-16T00:27:45.323" v="2199" actId="122"/>
          <ac:spMkLst>
            <pc:docMk/>
            <pc:sldMk cId="1922296058" sldId="2147475326"/>
            <ac:spMk id="14" creationId="{15B0D0C6-2A12-4A64-5CA6-AFD820857D29}"/>
          </ac:spMkLst>
        </pc:spChg>
        <pc:spChg chg="mod">
          <ac:chgData name="Marcus Naoum" userId="4578fcc8-dbf2-452a-b11c-6b75cc6176d4" providerId="ADAL" clId="{EE3F6CF7-E024-5100-A70A-5616DEA5C1B7}" dt="2026-10-16T00:41:03.317" v="2461" actId="208"/>
          <ac:spMkLst>
            <pc:docMk/>
            <pc:sldMk cId="1922296058" sldId="2147475326"/>
            <ac:spMk id="18" creationId="{9D47F020-0DBA-9AC2-1364-4EEA397A585C}"/>
          </ac:spMkLst>
        </pc:spChg>
        <pc:spChg chg="mod">
          <ac:chgData name="Marcus Naoum" userId="4578fcc8-dbf2-452a-b11c-6b75cc6176d4" providerId="ADAL" clId="{EE3F6CF7-E024-5100-A70A-5616DEA5C1B7}" dt="2026-10-16T00:40:50.435" v="2454"/>
          <ac:spMkLst>
            <pc:docMk/>
            <pc:sldMk cId="1922296058" sldId="2147475326"/>
            <ac:spMk id="21" creationId="{85D2A6FF-B1E2-9A8B-DE3E-E7C7155DAE66}"/>
          </ac:spMkLst>
        </pc:spChg>
        <pc:spChg chg="mod">
          <ac:chgData name="Marcus Naoum" userId="4578fcc8-dbf2-452a-b11c-6b75cc6176d4" providerId="ADAL" clId="{EE3F6CF7-E024-5100-A70A-5616DEA5C1B7}" dt="2026-10-16T00:40:46.044" v="2452"/>
          <ac:spMkLst>
            <pc:docMk/>
            <pc:sldMk cId="1922296058" sldId="2147475326"/>
            <ac:spMk id="24" creationId="{A1B63DC3-2D5D-ED02-540A-8CAB295C9017}"/>
          </ac:spMkLst>
        </pc:spChg>
        <pc:spChg chg="mod">
          <ac:chgData name="Marcus Naoum" userId="4578fcc8-dbf2-452a-b11c-6b75cc6176d4" providerId="ADAL" clId="{EE3F6CF7-E024-5100-A70A-5616DEA5C1B7}" dt="2026-10-16T00:41:03.317" v="2461" actId="208"/>
          <ac:spMkLst>
            <pc:docMk/>
            <pc:sldMk cId="1922296058" sldId="2147475326"/>
            <ac:spMk id="25" creationId="{F5A4A32A-1749-9756-FB13-1A03EB4B718C}"/>
          </ac:spMkLst>
        </pc:spChg>
        <pc:spChg chg="mod">
          <ac:chgData name="Marcus Naoum" userId="4578fcc8-dbf2-452a-b11c-6b75cc6176d4" providerId="ADAL" clId="{EE3F6CF7-E024-5100-A70A-5616DEA5C1B7}" dt="2026-10-16T00:41:03.317" v="2461" actId="208"/>
          <ac:spMkLst>
            <pc:docMk/>
            <pc:sldMk cId="1922296058" sldId="2147475326"/>
            <ac:spMk id="26" creationId="{47B8268F-5BF9-1FFE-3BD4-4C8271CEBDFF}"/>
          </ac:spMkLst>
        </pc:spChg>
        <pc:spChg chg="mod">
          <ac:chgData name="Marcus Naoum" userId="4578fcc8-dbf2-452a-b11c-6b75cc6176d4" providerId="ADAL" clId="{EE3F6CF7-E024-5100-A70A-5616DEA5C1B7}" dt="2026-10-16T01:09:17.953" v="2690" actId="20577"/>
          <ac:spMkLst>
            <pc:docMk/>
            <pc:sldMk cId="1922296058" sldId="2147475326"/>
            <ac:spMk id="27" creationId="{FF6AFC5F-1A17-406E-03E4-61BBACA92E6D}"/>
          </ac:spMkLst>
        </pc:spChg>
        <pc:spChg chg="mod">
          <ac:chgData name="Marcus Naoum" userId="4578fcc8-dbf2-452a-b11c-6b75cc6176d4" providerId="ADAL" clId="{EE3F6CF7-E024-5100-A70A-5616DEA5C1B7}" dt="2026-10-16T00:40:46.044" v="2452"/>
          <ac:spMkLst>
            <pc:docMk/>
            <pc:sldMk cId="1922296058" sldId="2147475326"/>
            <ac:spMk id="28" creationId="{768E263B-866A-AE89-2017-49F6BD5A85EF}"/>
          </ac:spMkLst>
        </pc:spChg>
        <pc:spChg chg="mod">
          <ac:chgData name="Marcus Naoum" userId="4578fcc8-dbf2-452a-b11c-6b75cc6176d4" providerId="ADAL" clId="{EE3F6CF7-E024-5100-A70A-5616DEA5C1B7}" dt="2026-10-16T00:40:46.044" v="2452"/>
          <ac:spMkLst>
            <pc:docMk/>
            <pc:sldMk cId="1922296058" sldId="2147475326"/>
            <ac:spMk id="29" creationId="{CC2BE861-F094-B40E-37FC-C675DEB4C87E}"/>
          </ac:spMkLst>
        </pc:spChg>
        <pc:spChg chg="mod">
          <ac:chgData name="Marcus Naoum" userId="4578fcc8-dbf2-452a-b11c-6b75cc6176d4" providerId="ADAL" clId="{EE3F6CF7-E024-5100-A70A-5616DEA5C1B7}" dt="2026-10-16T00:41:00.627" v="2460" actId="208"/>
          <ac:spMkLst>
            <pc:docMk/>
            <pc:sldMk cId="1922296058" sldId="2147475326"/>
            <ac:spMk id="30" creationId="{174D15DF-155A-49CD-2926-DE7F65466F3D}"/>
          </ac:spMkLst>
        </pc:spChg>
        <pc:spChg chg="mod">
          <ac:chgData name="Marcus Naoum" userId="4578fcc8-dbf2-452a-b11c-6b75cc6176d4" providerId="ADAL" clId="{EE3F6CF7-E024-5100-A70A-5616DEA5C1B7}" dt="2026-10-16T00:40:52.720" v="2458"/>
          <ac:spMkLst>
            <pc:docMk/>
            <pc:sldMk cId="1922296058" sldId="2147475326"/>
            <ac:spMk id="31" creationId="{EC0A89B0-892F-6A64-519A-E5CE9A0F3776}"/>
          </ac:spMkLst>
        </pc:spChg>
        <pc:spChg chg="mod">
          <ac:chgData name="Marcus Naoum" userId="4578fcc8-dbf2-452a-b11c-6b75cc6176d4" providerId="ADAL" clId="{EE3F6CF7-E024-5100-A70A-5616DEA5C1B7}" dt="2026-10-16T00:41:00.627" v="2460" actId="208"/>
          <ac:spMkLst>
            <pc:docMk/>
            <pc:sldMk cId="1922296058" sldId="2147475326"/>
            <ac:spMk id="32" creationId="{929AA29A-A2DF-4EEE-4EF1-8642469BF05D}"/>
          </ac:spMkLst>
        </pc:spChg>
        <pc:spChg chg="mod">
          <ac:chgData name="Marcus Naoum" userId="4578fcc8-dbf2-452a-b11c-6b75cc6176d4" providerId="ADAL" clId="{EE3F6CF7-E024-5100-A70A-5616DEA5C1B7}" dt="2026-10-16T00:40:51.798" v="2456"/>
          <ac:spMkLst>
            <pc:docMk/>
            <pc:sldMk cId="1922296058" sldId="2147475326"/>
            <ac:spMk id="33" creationId="{410197CE-9390-AA27-3EF6-4483C0F7A6B6}"/>
          </ac:spMkLst>
        </pc:spChg>
        <pc:spChg chg="mod">
          <ac:chgData name="Marcus Naoum" userId="4578fcc8-dbf2-452a-b11c-6b75cc6176d4" providerId="ADAL" clId="{EE3F6CF7-E024-5100-A70A-5616DEA5C1B7}" dt="2026-10-16T00:40:46.044" v="2452"/>
          <ac:spMkLst>
            <pc:docMk/>
            <pc:sldMk cId="1922296058" sldId="2147475326"/>
            <ac:spMk id="34" creationId="{6378B3FE-386E-0F03-76D9-7D135C76131F}"/>
          </ac:spMkLst>
        </pc:spChg>
        <pc:spChg chg="mod">
          <ac:chgData name="Marcus Naoum" userId="4578fcc8-dbf2-452a-b11c-6b75cc6176d4" providerId="ADAL" clId="{EE3F6CF7-E024-5100-A70A-5616DEA5C1B7}" dt="2026-10-16T00:40:46.044" v="2452"/>
          <ac:spMkLst>
            <pc:docMk/>
            <pc:sldMk cId="1922296058" sldId="2147475326"/>
            <ac:spMk id="35" creationId="{542E6DAF-927D-C83D-008E-A4F58A33033E}"/>
          </ac:spMkLst>
        </pc:spChg>
        <pc:spChg chg="mod">
          <ac:chgData name="Marcus Naoum" userId="4578fcc8-dbf2-452a-b11c-6b75cc6176d4" providerId="ADAL" clId="{EE3F6CF7-E024-5100-A70A-5616DEA5C1B7}" dt="2026-10-16T00:16:36.467" v="2100" actId="1076"/>
          <ac:spMkLst>
            <pc:docMk/>
            <pc:sldMk cId="1922296058" sldId="2147475326"/>
            <ac:spMk id="910"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1"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2"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3"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4"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5" creationId="{00000000-0000-0000-0000-000000000000}"/>
          </ac:spMkLst>
        </pc:spChg>
        <pc:picChg chg="add mod">
          <ac:chgData name="Marcus Naoum" userId="4578fcc8-dbf2-452a-b11c-6b75cc6176d4" providerId="ADAL" clId="{EE3F6CF7-E024-5100-A70A-5616DEA5C1B7}" dt="2026-10-19T22:24:45.671" v="3780" actId="14100"/>
          <ac:picMkLst>
            <pc:docMk/>
            <pc:sldMk cId="1922296058" sldId="2147475326"/>
            <ac:picMk id="5" creationId="{66A40633-EC6F-C237-8D76-91DB09C7B6C3}"/>
          </ac:picMkLst>
        </pc:picChg>
      </pc:sldChg>
      <pc:sldChg chg="addSp delSp modSp mod">
        <pc:chgData name="Marcus Naoum" userId="4578fcc8-dbf2-452a-b11c-6b75cc6176d4" providerId="ADAL" clId="{EE3F6CF7-E024-5100-A70A-5616DEA5C1B7}" dt="2026-10-19T22:25:18.572" v="3788" actId="1076"/>
        <pc:sldMkLst>
          <pc:docMk/>
          <pc:sldMk cId="1922296058" sldId="2147475327"/>
        </pc:sldMkLst>
        <pc:spChg chg="mod">
          <ac:chgData name="Marcus Naoum" userId="4578fcc8-dbf2-452a-b11c-6b75cc6176d4" providerId="ADAL" clId="{EE3F6CF7-E024-5100-A70A-5616DEA5C1B7}" dt="2026-10-16T00:27:36.929" v="2197" actId="403"/>
          <ac:spMkLst>
            <pc:docMk/>
            <pc:sldMk cId="1922296058" sldId="2147475327"/>
            <ac:spMk id="4" creationId="{A53A4BF5-E4DC-F96B-9C0A-FF89D0016AB8}"/>
          </ac:spMkLst>
        </pc:spChg>
        <pc:spChg chg="mod">
          <ac:chgData name="Marcus Naoum" userId="4578fcc8-dbf2-452a-b11c-6b75cc6176d4" providerId="ADAL" clId="{EE3F6CF7-E024-5100-A70A-5616DEA5C1B7}" dt="2026-10-16T00:41:29.751" v="2477" actId="208"/>
          <ac:spMkLst>
            <pc:docMk/>
            <pc:sldMk cId="1922296058" sldId="2147475327"/>
            <ac:spMk id="9" creationId="{15B8DA46-70C7-597B-569A-45295EC0EF81}"/>
          </ac:spMkLst>
        </pc:spChg>
        <pc:spChg chg="mod">
          <ac:chgData name="Marcus Naoum" userId="4578fcc8-dbf2-452a-b11c-6b75cc6176d4" providerId="ADAL" clId="{EE3F6CF7-E024-5100-A70A-5616DEA5C1B7}" dt="2026-10-16T00:41:20.916" v="2471"/>
          <ac:spMkLst>
            <pc:docMk/>
            <pc:sldMk cId="1922296058" sldId="2147475327"/>
            <ac:spMk id="11" creationId="{98EA2BF0-611B-63FE-64A7-D54AB9272924}"/>
          </ac:spMkLst>
        </pc:spChg>
        <pc:spChg chg="mod">
          <ac:chgData name="Marcus Naoum" userId="4578fcc8-dbf2-452a-b11c-6b75cc6176d4" providerId="ADAL" clId="{EE3F6CF7-E024-5100-A70A-5616DEA5C1B7}" dt="2026-10-16T00:27:38.991" v="2198" actId="122"/>
          <ac:spMkLst>
            <pc:docMk/>
            <pc:sldMk cId="1922296058" sldId="2147475327"/>
            <ac:spMk id="14" creationId="{15B0D0C6-2A12-4A64-5CA6-AFD820857D29}"/>
          </ac:spMkLst>
        </pc:spChg>
        <pc:spChg chg="mod">
          <ac:chgData name="Marcus Naoum" userId="4578fcc8-dbf2-452a-b11c-6b75cc6176d4" providerId="ADAL" clId="{EE3F6CF7-E024-5100-A70A-5616DEA5C1B7}" dt="2026-10-16T00:41:17.028" v="2467"/>
          <ac:spMkLst>
            <pc:docMk/>
            <pc:sldMk cId="1922296058" sldId="2147475327"/>
            <ac:spMk id="19" creationId="{8D3ACF9C-960A-22A7-201E-D1D2DF60E179}"/>
          </ac:spMkLst>
        </pc:spChg>
        <pc:spChg chg="mod">
          <ac:chgData name="Marcus Naoum" userId="4578fcc8-dbf2-452a-b11c-6b75cc6176d4" providerId="ADAL" clId="{EE3F6CF7-E024-5100-A70A-5616DEA5C1B7}" dt="2026-10-16T00:41:29.751" v="2477" actId="208"/>
          <ac:spMkLst>
            <pc:docMk/>
            <pc:sldMk cId="1922296058" sldId="2147475327"/>
            <ac:spMk id="25" creationId="{4CE78083-E061-9054-32CB-7DB1F48A448D}"/>
          </ac:spMkLst>
        </pc:spChg>
        <pc:spChg chg="mod">
          <ac:chgData name="Marcus Naoum" userId="4578fcc8-dbf2-452a-b11c-6b75cc6176d4" providerId="ADAL" clId="{EE3F6CF7-E024-5100-A70A-5616DEA5C1B7}" dt="2026-10-16T00:41:29.751" v="2477" actId="208"/>
          <ac:spMkLst>
            <pc:docMk/>
            <pc:sldMk cId="1922296058" sldId="2147475327"/>
            <ac:spMk id="26" creationId="{E6ECEEB0-5B4E-2DAE-C5E9-9968DDED006E}"/>
          </ac:spMkLst>
        </pc:spChg>
        <pc:spChg chg="mod">
          <ac:chgData name="Marcus Naoum" userId="4578fcc8-dbf2-452a-b11c-6b75cc6176d4" providerId="ADAL" clId="{EE3F6CF7-E024-5100-A70A-5616DEA5C1B7}" dt="2026-10-16T01:09:21.883" v="2691" actId="20577"/>
          <ac:spMkLst>
            <pc:docMk/>
            <pc:sldMk cId="1922296058" sldId="2147475327"/>
            <ac:spMk id="27" creationId="{9AD63DD1-9DCB-91B8-35EE-67944384A3E1}"/>
          </ac:spMkLst>
        </pc:spChg>
        <pc:spChg chg="mod">
          <ac:chgData name="Marcus Naoum" userId="4578fcc8-dbf2-452a-b11c-6b75cc6176d4" providerId="ADAL" clId="{EE3F6CF7-E024-5100-A70A-5616DEA5C1B7}" dt="2026-10-16T00:41:17.028" v="2467"/>
          <ac:spMkLst>
            <pc:docMk/>
            <pc:sldMk cId="1922296058" sldId="2147475327"/>
            <ac:spMk id="29" creationId="{CAEE8E21-7F9A-B280-A922-ADBF6778FD8A}"/>
          </ac:spMkLst>
        </pc:spChg>
        <pc:spChg chg="mod">
          <ac:chgData name="Marcus Naoum" userId="4578fcc8-dbf2-452a-b11c-6b75cc6176d4" providerId="ADAL" clId="{EE3F6CF7-E024-5100-A70A-5616DEA5C1B7}" dt="2026-10-16T00:41:27.476" v="2476" actId="208"/>
          <ac:spMkLst>
            <pc:docMk/>
            <pc:sldMk cId="1922296058" sldId="2147475327"/>
            <ac:spMk id="30" creationId="{0612A60A-EA74-66C0-16CC-A58ADEE6B5AB}"/>
          </ac:spMkLst>
        </pc:spChg>
        <pc:spChg chg="mod">
          <ac:chgData name="Marcus Naoum" userId="4578fcc8-dbf2-452a-b11c-6b75cc6176d4" providerId="ADAL" clId="{EE3F6CF7-E024-5100-A70A-5616DEA5C1B7}" dt="2026-10-16T00:41:22.774" v="2475"/>
          <ac:spMkLst>
            <pc:docMk/>
            <pc:sldMk cId="1922296058" sldId="2147475327"/>
            <ac:spMk id="31" creationId="{DE4582C1-D886-DC1B-881B-27C4BABB5F59}"/>
          </ac:spMkLst>
        </pc:spChg>
        <pc:spChg chg="mod">
          <ac:chgData name="Marcus Naoum" userId="4578fcc8-dbf2-452a-b11c-6b75cc6176d4" providerId="ADAL" clId="{EE3F6CF7-E024-5100-A70A-5616DEA5C1B7}" dt="2026-10-16T00:41:27.476" v="2476" actId="208"/>
          <ac:spMkLst>
            <pc:docMk/>
            <pc:sldMk cId="1922296058" sldId="2147475327"/>
            <ac:spMk id="32" creationId="{03BE86B7-4E55-F45D-B2AF-4B30CFDAE134}"/>
          </ac:spMkLst>
        </pc:spChg>
        <pc:spChg chg="mod">
          <ac:chgData name="Marcus Naoum" userId="4578fcc8-dbf2-452a-b11c-6b75cc6176d4" providerId="ADAL" clId="{EE3F6CF7-E024-5100-A70A-5616DEA5C1B7}" dt="2026-10-16T00:41:21.731" v="2473"/>
          <ac:spMkLst>
            <pc:docMk/>
            <pc:sldMk cId="1922296058" sldId="2147475327"/>
            <ac:spMk id="33" creationId="{5A165B5A-DDF0-1042-891B-87CE68C90C37}"/>
          </ac:spMkLst>
        </pc:spChg>
        <pc:spChg chg="mod">
          <ac:chgData name="Marcus Naoum" userId="4578fcc8-dbf2-452a-b11c-6b75cc6176d4" providerId="ADAL" clId="{EE3F6CF7-E024-5100-A70A-5616DEA5C1B7}" dt="2026-10-16T00:41:17.028" v="2467"/>
          <ac:spMkLst>
            <pc:docMk/>
            <pc:sldMk cId="1922296058" sldId="2147475327"/>
            <ac:spMk id="34" creationId="{D4156406-4666-DCA5-8C32-C3DEF8D036DC}"/>
          </ac:spMkLst>
        </pc:spChg>
        <pc:spChg chg="mod">
          <ac:chgData name="Marcus Naoum" userId="4578fcc8-dbf2-452a-b11c-6b75cc6176d4" providerId="ADAL" clId="{EE3F6CF7-E024-5100-A70A-5616DEA5C1B7}" dt="2026-10-16T00:16:41.350" v="2101" actId="1076"/>
          <ac:spMkLst>
            <pc:docMk/>
            <pc:sldMk cId="1922296058" sldId="2147475327"/>
            <ac:spMk id="910"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1"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2"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3"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4" creationId="{00000000-0000-0000-0000-000000000000}"/>
          </ac:spMkLst>
        </pc:spChg>
        <pc:grpChg chg="mod">
          <ac:chgData name="Marcus Naoum" userId="4578fcc8-dbf2-452a-b11c-6b75cc6176d4" providerId="ADAL" clId="{EE3F6CF7-E024-5100-A70A-5616DEA5C1B7}" dt="2026-10-16T00:41:19.402" v="2469" actId="1076"/>
          <ac:grpSpMkLst>
            <pc:docMk/>
            <pc:sldMk cId="1922296058" sldId="2147475327"/>
            <ac:grpSpMk id="7" creationId="{D45DBD3A-9059-5F02-DF2F-F21FA42552F9}"/>
          </ac:grpSpMkLst>
        </pc:grpChg>
        <pc:picChg chg="add mod">
          <ac:chgData name="Marcus Naoum" userId="4578fcc8-dbf2-452a-b11c-6b75cc6176d4" providerId="ADAL" clId="{EE3F6CF7-E024-5100-A70A-5616DEA5C1B7}" dt="2026-10-19T22:25:18.572" v="3788" actId="1076"/>
          <ac:picMkLst>
            <pc:docMk/>
            <pc:sldMk cId="1922296058" sldId="2147475327"/>
            <ac:picMk id="5" creationId="{8B42A0F6-A842-3898-8BFF-C54FB1982DC3}"/>
          </ac:picMkLst>
        </pc:picChg>
      </pc:sldChg>
      <pc:sldChg chg="addSp delSp modSp mod">
        <pc:chgData name="Marcus Naoum" userId="4578fcc8-dbf2-452a-b11c-6b75cc6176d4" providerId="ADAL" clId="{EE3F6CF7-E024-5100-A70A-5616DEA5C1B7}" dt="2026-10-16T00:55:59.183" v="2607" actId="114"/>
        <pc:sldMkLst>
          <pc:docMk/>
          <pc:sldMk cId="1922296058" sldId="2147475331"/>
        </pc:sldMkLst>
        <pc:spChg chg="mod">
          <ac:chgData name="Marcus Naoum" userId="4578fcc8-dbf2-452a-b11c-6b75cc6176d4" providerId="ADAL" clId="{EE3F6CF7-E024-5100-A70A-5616DEA5C1B7}" dt="2026-10-16T00:55:59.183" v="2607" actId="114"/>
          <ac:spMkLst>
            <pc:docMk/>
            <pc:sldMk cId="1922296058" sldId="2147475331"/>
            <ac:spMk id="14" creationId="{15B0D0C6-2A12-4A64-5CA6-AFD820857D29}"/>
          </ac:spMkLst>
        </pc:spChg>
        <pc:spChg chg="mod">
          <ac:chgData name="Marcus Naoum" userId="4578fcc8-dbf2-452a-b11c-6b75cc6176d4" providerId="ADAL" clId="{EE3F6CF7-E024-5100-A70A-5616DEA5C1B7}" dt="2026-10-16T00:54:10.298" v="2495"/>
          <ac:spMkLst>
            <pc:docMk/>
            <pc:sldMk cId="1922296058" sldId="2147475331"/>
            <ac:spMk id="15" creationId="{27A04183-3484-FD44-9870-ADAC83250DFD}"/>
          </ac:spMkLst>
        </pc:spChg>
        <pc:spChg chg="mod">
          <ac:chgData name="Marcus Naoum" userId="4578fcc8-dbf2-452a-b11c-6b75cc6176d4" providerId="ADAL" clId="{EE3F6CF7-E024-5100-A70A-5616DEA5C1B7}" dt="2026-10-16T00:54:28.693" v="2498" actId="20577"/>
          <ac:spMkLst>
            <pc:docMk/>
            <pc:sldMk cId="1922296058" sldId="2147475331"/>
            <ac:spMk id="16" creationId="{12DAD65D-58AE-3E30-1F40-0DFE22BEB198}"/>
          </ac:spMkLst>
        </pc:spChg>
        <pc:spChg chg="mod">
          <ac:chgData name="Marcus Naoum" userId="4578fcc8-dbf2-452a-b11c-6b75cc6176d4" providerId="ADAL" clId="{EE3F6CF7-E024-5100-A70A-5616DEA5C1B7}" dt="2026-10-16T00:54:12.496" v="2496"/>
          <ac:spMkLst>
            <pc:docMk/>
            <pc:sldMk cId="1922296058" sldId="2147475331"/>
            <ac:spMk id="18" creationId="{BDDCBBD5-BCEE-8787-6E93-C04313A86EE0}"/>
          </ac:spMkLst>
        </pc:spChg>
        <pc:spChg chg="mod">
          <ac:chgData name="Marcus Naoum" userId="4578fcc8-dbf2-452a-b11c-6b75cc6176d4" providerId="ADAL" clId="{EE3F6CF7-E024-5100-A70A-5616DEA5C1B7}" dt="2026-10-16T00:54:38.242" v="2499" actId="20577"/>
          <ac:spMkLst>
            <pc:docMk/>
            <pc:sldMk cId="1922296058" sldId="2147475331"/>
            <ac:spMk id="19" creationId="{A7351E71-DC6B-DB82-B179-91A4A276DD2E}"/>
          </ac:spMkLst>
        </pc:spChg>
        <pc:spChg chg="mod">
          <ac:chgData name="Marcus Naoum" userId="4578fcc8-dbf2-452a-b11c-6b75cc6176d4" providerId="ADAL" clId="{EE3F6CF7-E024-5100-A70A-5616DEA5C1B7}" dt="2026-10-16T00:54:08.025" v="2494" actId="20577"/>
          <ac:spMkLst>
            <pc:docMk/>
            <pc:sldMk cId="1922296058" sldId="2147475331"/>
            <ac:spMk id="402" creationId="{00000000-0000-0000-0000-000000000000}"/>
          </ac:spMkLst>
        </pc:spChg>
        <pc:spChg chg="mod">
          <ac:chgData name="Marcus Naoum" userId="4578fcc8-dbf2-452a-b11c-6b75cc6176d4" providerId="ADAL" clId="{EE3F6CF7-E024-5100-A70A-5616DEA5C1B7}" dt="2026-10-16T00:54:25.300" v="2497" actId="20577"/>
          <ac:spMkLst>
            <pc:docMk/>
            <pc:sldMk cId="1922296058" sldId="2147475331"/>
            <ac:spMk id="403" creationId="{00000000-0000-0000-0000-000000000000}"/>
          </ac:spMkLst>
        </pc:spChg>
      </pc:sldChg>
      <pc:sldChg chg="modSp mod">
        <pc:chgData name="Marcus Naoum" userId="4578fcc8-dbf2-452a-b11c-6b75cc6176d4" providerId="ADAL" clId="{EE3F6CF7-E024-5100-A70A-5616DEA5C1B7}" dt="2026-10-16T00:27:54.485" v="2202" actId="122"/>
        <pc:sldMkLst>
          <pc:docMk/>
          <pc:sldMk cId="880272278" sldId="2147475335"/>
        </pc:sldMkLst>
        <pc:spChg chg="mod">
          <ac:chgData name="Marcus Naoum" userId="4578fcc8-dbf2-452a-b11c-6b75cc6176d4" providerId="ADAL" clId="{EE3F6CF7-E024-5100-A70A-5616DEA5C1B7}" dt="2026-10-16T00:27:54.485" v="2202" actId="122"/>
          <ac:spMkLst>
            <pc:docMk/>
            <pc:sldMk cId="880272278" sldId="2147475335"/>
            <ac:spMk id="14" creationId="{15B0D0C6-2A12-4A64-5CA6-AFD820857D29}"/>
          </ac:spMkLst>
        </pc:spChg>
        <pc:spChg chg="mod">
          <ac:chgData name="Marcus Naoum" userId="4578fcc8-dbf2-452a-b11c-6b75cc6176d4" providerId="ADAL" clId="{EE3F6CF7-E024-5100-A70A-5616DEA5C1B7}" dt="2026-10-16T00:27:54.485" v="2202" actId="122"/>
          <ac:spMkLst>
            <pc:docMk/>
            <pc:sldMk cId="880272278" sldId="2147475335"/>
            <ac:spMk id="101" creationId="{00000000-0000-0000-0000-000000000000}"/>
          </ac:spMkLst>
        </pc:spChg>
      </pc:sldChg>
      <pc:sldChg chg="modSp mod">
        <pc:chgData name="Marcus Naoum" userId="4578fcc8-dbf2-452a-b11c-6b75cc6176d4" providerId="ADAL" clId="{EE3F6CF7-E024-5100-A70A-5616DEA5C1B7}" dt="2026-10-16T00:27:47.430" v="2200" actId="122"/>
        <pc:sldMkLst>
          <pc:docMk/>
          <pc:sldMk cId="2631522827" sldId="2147475336"/>
        </pc:sldMkLst>
        <pc:spChg chg="mod">
          <ac:chgData name="Marcus Naoum" userId="4578fcc8-dbf2-452a-b11c-6b75cc6176d4" providerId="ADAL" clId="{EE3F6CF7-E024-5100-A70A-5616DEA5C1B7}" dt="2026-10-16T00:27:47.430" v="2200" actId="122"/>
          <ac:spMkLst>
            <pc:docMk/>
            <pc:sldMk cId="2631522827" sldId="2147475336"/>
            <ac:spMk id="14" creationId="{15B0D0C6-2A12-4A64-5CA6-AFD820857D29}"/>
          </ac:spMkLst>
        </pc:spChg>
        <pc:spChg chg="mod">
          <ac:chgData name="Marcus Naoum" userId="4578fcc8-dbf2-452a-b11c-6b75cc6176d4" providerId="ADAL" clId="{EE3F6CF7-E024-5100-A70A-5616DEA5C1B7}" dt="2026-10-16T00:27:47.430" v="2200" actId="122"/>
          <ac:spMkLst>
            <pc:docMk/>
            <pc:sldMk cId="2631522827" sldId="2147475336"/>
            <ac:spMk id="123" creationId="{00000000-0000-0000-0000-000000000000}"/>
          </ac:spMkLst>
        </pc:spChg>
      </pc:sldChg>
      <pc:sldChg chg="modSp mod">
        <pc:chgData name="Marcus Naoum" userId="4578fcc8-dbf2-452a-b11c-6b75cc6176d4" providerId="ADAL" clId="{EE3F6CF7-E024-5100-A70A-5616DEA5C1B7}" dt="2026-10-16T00:27:29.267" v="2192" actId="122"/>
        <pc:sldMkLst>
          <pc:docMk/>
          <pc:sldMk cId="3424755803" sldId="2147475337"/>
        </pc:sldMkLst>
        <pc:spChg chg="mod">
          <ac:chgData name="Marcus Naoum" userId="4578fcc8-dbf2-452a-b11c-6b75cc6176d4" providerId="ADAL" clId="{EE3F6CF7-E024-5100-A70A-5616DEA5C1B7}" dt="2026-10-16T00:27:29.267" v="2192" actId="122"/>
          <ac:spMkLst>
            <pc:docMk/>
            <pc:sldMk cId="3424755803" sldId="2147475337"/>
            <ac:spMk id="14" creationId="{15B0D0C6-2A12-4A64-5CA6-AFD820857D29}"/>
          </ac:spMkLst>
        </pc:spChg>
        <pc:spChg chg="mod">
          <ac:chgData name="Marcus Naoum" userId="4578fcc8-dbf2-452a-b11c-6b75cc6176d4" providerId="ADAL" clId="{EE3F6CF7-E024-5100-A70A-5616DEA5C1B7}" dt="2026-10-16T00:27:25.911" v="2191" actId="403"/>
          <ac:spMkLst>
            <pc:docMk/>
            <pc:sldMk cId="3424755803" sldId="2147475337"/>
            <ac:spMk id="145" creationId="{00000000-0000-0000-0000-000000000000}"/>
          </ac:spMkLst>
        </pc:spChg>
      </pc:sldChg>
      <pc:sldChg chg="addSp delSp modSp mod">
        <pc:chgData name="Marcus Naoum" userId="4578fcc8-dbf2-452a-b11c-6b75cc6176d4" providerId="ADAL" clId="{EE3F6CF7-E024-5100-A70A-5616DEA5C1B7}" dt="2026-10-16T00:10:14.177" v="1846" actId="20577"/>
        <pc:sldMkLst>
          <pc:docMk/>
          <pc:sldMk cId="1922296058" sldId="2147475339"/>
        </pc:sldMkLst>
        <pc:spChg chg="add del mod">
          <ac:chgData name="Marcus Naoum" userId="4578fcc8-dbf2-452a-b11c-6b75cc6176d4" providerId="ADAL" clId="{EE3F6CF7-E024-5100-A70A-5616DEA5C1B7}" dt="2026-10-15T23:51:23.855" v="1330" actId="1076"/>
          <ac:spMkLst>
            <pc:docMk/>
            <pc:sldMk cId="1922296058" sldId="2147475339"/>
            <ac:spMk id="11" creationId="{B076AED9-AB4D-53AB-AFCC-E95F1E415ABF}"/>
          </ac:spMkLst>
        </pc:spChg>
        <pc:spChg chg="add del mod">
          <ac:chgData name="Marcus Naoum" userId="4578fcc8-dbf2-452a-b11c-6b75cc6176d4" providerId="ADAL" clId="{EE3F6CF7-E024-5100-A70A-5616DEA5C1B7}" dt="2026-10-15T23:51:23.855" v="1330" actId="1076"/>
          <ac:spMkLst>
            <pc:docMk/>
            <pc:sldMk cId="1922296058" sldId="2147475339"/>
            <ac:spMk id="12" creationId="{36743AF0-2F03-1741-114F-777249CB77E4}"/>
          </ac:spMkLst>
        </pc:spChg>
        <pc:spChg chg="add del mod">
          <ac:chgData name="Marcus Naoum" userId="4578fcc8-dbf2-452a-b11c-6b75cc6176d4" providerId="ADAL" clId="{EE3F6CF7-E024-5100-A70A-5616DEA5C1B7}" dt="2026-10-15T23:51:23.855" v="1330" actId="1076"/>
          <ac:spMkLst>
            <pc:docMk/>
            <pc:sldMk cId="1922296058" sldId="2147475339"/>
            <ac:spMk id="13" creationId="{B2F9A65D-FCE2-1F19-47AE-ADB4BE932998}"/>
          </ac:spMkLst>
        </pc:spChg>
        <pc:spChg chg="add del mod">
          <ac:chgData name="Marcus Naoum" userId="4578fcc8-dbf2-452a-b11c-6b75cc6176d4" providerId="ADAL" clId="{EE3F6CF7-E024-5100-A70A-5616DEA5C1B7}" dt="2026-10-15T23:51:23.855" v="1330" actId="1076"/>
          <ac:spMkLst>
            <pc:docMk/>
            <pc:sldMk cId="1922296058" sldId="2147475339"/>
            <ac:spMk id="15" creationId="{24347B34-55C6-B9AB-EC44-B88D9FB54247}"/>
          </ac:spMkLst>
        </pc:spChg>
        <pc:spChg chg="add del mod">
          <ac:chgData name="Marcus Naoum" userId="4578fcc8-dbf2-452a-b11c-6b75cc6176d4" providerId="ADAL" clId="{EE3F6CF7-E024-5100-A70A-5616DEA5C1B7}" dt="2026-10-15T23:51:23.855" v="1330" actId="1076"/>
          <ac:spMkLst>
            <pc:docMk/>
            <pc:sldMk cId="1922296058" sldId="2147475339"/>
            <ac:spMk id="19" creationId="{E172CD25-30AF-F562-F66D-3048E07A4AB6}"/>
          </ac:spMkLst>
        </pc:spChg>
        <pc:spChg chg="add del mod">
          <ac:chgData name="Marcus Naoum" userId="4578fcc8-dbf2-452a-b11c-6b75cc6176d4" providerId="ADAL" clId="{EE3F6CF7-E024-5100-A70A-5616DEA5C1B7}" dt="2026-10-15T23:51:23.855" v="1330" actId="1076"/>
          <ac:spMkLst>
            <pc:docMk/>
            <pc:sldMk cId="1922296058" sldId="2147475339"/>
            <ac:spMk id="20" creationId="{E5C2E5FC-23A0-7CFF-8DEC-623A2560D71E}"/>
          </ac:spMkLst>
        </pc:spChg>
        <pc:spChg chg="add del mod">
          <ac:chgData name="Marcus Naoum" userId="4578fcc8-dbf2-452a-b11c-6b75cc6176d4" providerId="ADAL" clId="{EE3F6CF7-E024-5100-A70A-5616DEA5C1B7}" dt="2026-10-15T23:51:23.855" v="1330" actId="1076"/>
          <ac:spMkLst>
            <pc:docMk/>
            <pc:sldMk cId="1922296058" sldId="2147475339"/>
            <ac:spMk id="21" creationId="{12A4D3CE-2EA7-A112-1123-B76C6A6AA3D7}"/>
          </ac:spMkLst>
        </pc:spChg>
        <pc:spChg chg="add del mod">
          <ac:chgData name="Marcus Naoum" userId="4578fcc8-dbf2-452a-b11c-6b75cc6176d4" providerId="ADAL" clId="{EE3F6CF7-E024-5100-A70A-5616DEA5C1B7}" dt="2026-10-15T23:51:23.855" v="1330" actId="1076"/>
          <ac:spMkLst>
            <pc:docMk/>
            <pc:sldMk cId="1922296058" sldId="2147475339"/>
            <ac:spMk id="22" creationId="{14ED1281-689B-7012-25B0-CF41928DEBCB}"/>
          </ac:spMkLst>
        </pc:spChg>
        <pc:spChg chg="add del mod">
          <ac:chgData name="Marcus Naoum" userId="4578fcc8-dbf2-452a-b11c-6b75cc6176d4" providerId="ADAL" clId="{EE3F6CF7-E024-5100-A70A-5616DEA5C1B7}" dt="2026-10-16T00:10:14.177" v="1846" actId="20577"/>
          <ac:spMkLst>
            <pc:docMk/>
            <pc:sldMk cId="1922296058" sldId="2147475339"/>
            <ac:spMk id="24" creationId="{785970AF-B6E7-907E-2992-796781C6942A}"/>
          </ac:spMkLst>
        </pc:spChg>
        <pc:spChg chg="add del mod">
          <ac:chgData name="Marcus Naoum" userId="4578fcc8-dbf2-452a-b11c-6b75cc6176d4" providerId="ADAL" clId="{EE3F6CF7-E024-5100-A70A-5616DEA5C1B7}" dt="2026-10-15T23:51:23.855" v="1330" actId="1076"/>
          <ac:spMkLst>
            <pc:docMk/>
            <pc:sldMk cId="1922296058" sldId="2147475339"/>
            <ac:spMk id="26" creationId="{660EC05D-76AC-CD25-600F-32F5589F4FB9}"/>
          </ac:spMkLst>
        </pc:spChg>
        <pc:spChg chg="mod">
          <ac:chgData name="Marcus Naoum" userId="4578fcc8-dbf2-452a-b11c-6b75cc6176d4" providerId="ADAL" clId="{EE3F6CF7-E024-5100-A70A-5616DEA5C1B7}" dt="2026-10-14T07:21:38.938" v="357" actId="2711"/>
          <ac:spMkLst>
            <pc:docMk/>
            <pc:sldMk cId="1922296058" sldId="2147475339"/>
            <ac:spMk id="27" creationId="{939581D4-1516-F655-AE33-C42F66CA82FC}"/>
          </ac:spMkLst>
        </pc:spChg>
        <pc:spChg chg="mod">
          <ac:chgData name="Marcus Naoum" userId="4578fcc8-dbf2-452a-b11c-6b75cc6176d4" providerId="ADAL" clId="{EE3F6CF7-E024-5100-A70A-5616DEA5C1B7}" dt="2026-10-14T07:21:42.905" v="358" actId="2711"/>
          <ac:spMkLst>
            <pc:docMk/>
            <pc:sldMk cId="1922296058" sldId="2147475339"/>
            <ac:spMk id="30" creationId="{8CEE4670-81E8-EC76-5CE3-3FB414789C50}"/>
          </ac:spMkLst>
        </pc:spChg>
        <pc:spChg chg="mod">
          <ac:chgData name="Marcus Naoum" userId="4578fcc8-dbf2-452a-b11c-6b75cc6176d4" providerId="ADAL" clId="{EE3F6CF7-E024-5100-A70A-5616DEA5C1B7}" dt="2026-10-15T23:51:39.292" v="1334" actId="14100"/>
          <ac:spMkLst>
            <pc:docMk/>
            <pc:sldMk cId="1922296058" sldId="2147475339"/>
            <ac:spMk id="61" creationId="{945693E0-1294-D65C-1929-F37FBD276044}"/>
          </ac:spMkLst>
        </pc:spChg>
        <pc:spChg chg="mod">
          <ac:chgData name="Marcus Naoum" userId="4578fcc8-dbf2-452a-b11c-6b75cc6176d4" providerId="ADAL" clId="{EE3F6CF7-E024-5100-A70A-5616DEA5C1B7}" dt="2026-10-15T23:51:28.943" v="1332" actId="1076"/>
          <ac:spMkLst>
            <pc:docMk/>
            <pc:sldMk cId="1922296058" sldId="2147475339"/>
            <ac:spMk id="62" creationId="{B45E2CA1-B10E-4E03-7194-70532084AA22}"/>
          </ac:spMkLst>
        </pc:spChg>
        <pc:spChg chg="mod">
          <ac:chgData name="Marcus Naoum" userId="4578fcc8-dbf2-452a-b11c-6b75cc6176d4" providerId="ADAL" clId="{EE3F6CF7-E024-5100-A70A-5616DEA5C1B7}" dt="2026-10-15T23:51:24.641" v="1331"/>
          <ac:spMkLst>
            <pc:docMk/>
            <pc:sldMk cId="1922296058" sldId="2147475339"/>
            <ac:spMk id="64" creationId="{84C098C1-E746-D53D-53BA-4291F0986723}"/>
          </ac:spMkLst>
        </pc:spChg>
        <pc:spChg chg="mod">
          <ac:chgData name="Marcus Naoum" userId="4578fcc8-dbf2-452a-b11c-6b75cc6176d4" providerId="ADAL" clId="{EE3F6CF7-E024-5100-A70A-5616DEA5C1B7}" dt="2026-10-15T23:51:24.641" v="1331"/>
          <ac:spMkLst>
            <pc:docMk/>
            <pc:sldMk cId="1922296058" sldId="2147475339"/>
            <ac:spMk id="70" creationId="{47485019-C775-47BA-CAD5-263CEDE2B585}"/>
          </ac:spMkLst>
        </pc:spChg>
        <pc:spChg chg="mod">
          <ac:chgData name="Marcus Naoum" userId="4578fcc8-dbf2-452a-b11c-6b75cc6176d4" providerId="ADAL" clId="{EE3F6CF7-E024-5100-A70A-5616DEA5C1B7}" dt="2026-10-15T23:51:24.641" v="1331"/>
          <ac:spMkLst>
            <pc:docMk/>
            <pc:sldMk cId="1922296058" sldId="2147475339"/>
            <ac:spMk id="73" creationId="{F8350E51-D030-E4C2-32CB-4FA21726E946}"/>
          </ac:spMkLst>
        </pc:spChg>
        <pc:spChg chg="mod">
          <ac:chgData name="Marcus Naoum" userId="4578fcc8-dbf2-452a-b11c-6b75cc6176d4" providerId="ADAL" clId="{EE3F6CF7-E024-5100-A70A-5616DEA5C1B7}" dt="2026-10-15T23:51:24.641" v="1331"/>
          <ac:spMkLst>
            <pc:docMk/>
            <pc:sldMk cId="1922296058" sldId="2147475339"/>
            <ac:spMk id="74" creationId="{9EBFDD97-07F9-D0F5-BCC1-3C012A4F2CBC}"/>
          </ac:spMkLst>
        </pc:spChg>
        <pc:spChg chg="mod">
          <ac:chgData name="Marcus Naoum" userId="4578fcc8-dbf2-452a-b11c-6b75cc6176d4" providerId="ADAL" clId="{EE3F6CF7-E024-5100-A70A-5616DEA5C1B7}" dt="2026-10-15T23:51:24.641" v="1331"/>
          <ac:spMkLst>
            <pc:docMk/>
            <pc:sldMk cId="1922296058" sldId="2147475339"/>
            <ac:spMk id="77" creationId="{9B1DE134-F06B-E4E5-8ED4-2886CC894103}"/>
          </ac:spMkLst>
        </pc:spChg>
        <pc:spChg chg="mod">
          <ac:chgData name="Marcus Naoum" userId="4578fcc8-dbf2-452a-b11c-6b75cc6176d4" providerId="ADAL" clId="{EE3F6CF7-E024-5100-A70A-5616DEA5C1B7}" dt="2026-10-15T23:51:24.641" v="1331"/>
          <ac:spMkLst>
            <pc:docMk/>
            <pc:sldMk cId="1922296058" sldId="2147475339"/>
            <ac:spMk id="81" creationId="{3A7A9976-DD29-8154-C20E-0CC32F38E4CF}"/>
          </ac:spMkLst>
        </pc:spChg>
        <pc:spChg chg="mod">
          <ac:chgData name="Marcus Naoum" userId="4578fcc8-dbf2-452a-b11c-6b75cc6176d4" providerId="ADAL" clId="{EE3F6CF7-E024-5100-A70A-5616DEA5C1B7}" dt="2026-10-15T23:51:28.943" v="1332" actId="1076"/>
          <ac:spMkLst>
            <pc:docMk/>
            <pc:sldMk cId="1922296058" sldId="2147475339"/>
            <ac:spMk id="82" creationId="{A3CCFE6E-3633-DEDE-A9C5-3DDE44A56849}"/>
          </ac:spMkLst>
        </pc:spChg>
        <pc:spChg chg="add mod">
          <ac:chgData name="Marcus Naoum" userId="4578fcc8-dbf2-452a-b11c-6b75cc6176d4" providerId="ADAL" clId="{EE3F6CF7-E024-5100-A70A-5616DEA5C1B7}" dt="2026-10-15T23:51:28.943" v="1332" actId="1076"/>
          <ac:spMkLst>
            <pc:docMk/>
            <pc:sldMk cId="1922296058" sldId="2147475339"/>
            <ac:spMk id="84" creationId="{445C52FF-26D0-A67A-46EC-CBA39583DB77}"/>
          </ac:spMkLst>
        </pc:spChg>
        <pc:spChg chg="mod">
          <ac:chgData name="Marcus Naoum" userId="4578fcc8-dbf2-452a-b11c-6b75cc6176d4" providerId="ADAL" clId="{EE3F6CF7-E024-5100-A70A-5616DEA5C1B7}" dt="2026-10-15T23:51:28.943" v="1332" actId="1076"/>
          <ac:spMkLst>
            <pc:docMk/>
            <pc:sldMk cId="1922296058" sldId="2147475339"/>
            <ac:spMk id="85" creationId="{2494F14B-A312-206B-27E9-57B7CEA9B68A}"/>
          </ac:spMkLst>
        </pc:spChg>
        <pc:spChg chg="mod">
          <ac:chgData name="Marcus Naoum" userId="4578fcc8-dbf2-452a-b11c-6b75cc6176d4" providerId="ADAL" clId="{EE3F6CF7-E024-5100-A70A-5616DEA5C1B7}" dt="2026-10-15T23:51:28.943" v="1332" actId="1076"/>
          <ac:spMkLst>
            <pc:docMk/>
            <pc:sldMk cId="1922296058" sldId="2147475339"/>
            <ac:spMk id="86" creationId="{E8097A1D-3BD3-2ED6-4F80-4E92837517A7}"/>
          </ac:spMkLst>
        </pc:spChg>
        <pc:spChg chg="add mod">
          <ac:chgData name="Marcus Naoum" userId="4578fcc8-dbf2-452a-b11c-6b75cc6176d4" providerId="ADAL" clId="{EE3F6CF7-E024-5100-A70A-5616DEA5C1B7}" dt="2026-10-15T23:51:28.943" v="1332" actId="1076"/>
          <ac:spMkLst>
            <pc:docMk/>
            <pc:sldMk cId="1922296058" sldId="2147475339"/>
            <ac:spMk id="87" creationId="{5B47F59B-C8C9-45EB-878D-44F48B7E6152}"/>
          </ac:spMkLst>
        </pc:spChg>
        <pc:spChg chg="mod">
          <ac:chgData name="Marcus Naoum" userId="4578fcc8-dbf2-452a-b11c-6b75cc6176d4" providerId="ADAL" clId="{EE3F6CF7-E024-5100-A70A-5616DEA5C1B7}" dt="2026-10-15T23:51:28.943" v="1332" actId="1076"/>
          <ac:spMkLst>
            <pc:docMk/>
            <pc:sldMk cId="1922296058" sldId="2147475339"/>
            <ac:spMk id="88" creationId="{F9AEAA2D-7C00-D863-AFD7-A7796B1F3927}"/>
          </ac:spMkLst>
        </pc:spChg>
        <pc:spChg chg="add mod">
          <ac:chgData name="Marcus Naoum" userId="4578fcc8-dbf2-452a-b11c-6b75cc6176d4" providerId="ADAL" clId="{EE3F6CF7-E024-5100-A70A-5616DEA5C1B7}" dt="2026-10-15T23:51:28.943" v="1332" actId="1076"/>
          <ac:spMkLst>
            <pc:docMk/>
            <pc:sldMk cId="1922296058" sldId="2147475339"/>
            <ac:spMk id="89" creationId="{F7C23FD7-EBA3-6C3F-6813-DD089E7F09EC}"/>
          </ac:spMkLst>
        </pc:spChg>
        <pc:spChg chg="add mod">
          <ac:chgData name="Marcus Naoum" userId="4578fcc8-dbf2-452a-b11c-6b75cc6176d4" providerId="ADAL" clId="{EE3F6CF7-E024-5100-A70A-5616DEA5C1B7}" dt="2026-10-15T23:51:28.943" v="1332" actId="1076"/>
          <ac:spMkLst>
            <pc:docMk/>
            <pc:sldMk cId="1922296058" sldId="2147475339"/>
            <ac:spMk id="90" creationId="{D72CA68E-6D29-B8CE-A04A-EA2189E3B625}"/>
          </ac:spMkLst>
        </pc:spChg>
        <pc:cxnChg chg="mod">
          <ac:chgData name="Marcus Naoum" userId="4578fcc8-dbf2-452a-b11c-6b75cc6176d4" providerId="ADAL" clId="{EE3F6CF7-E024-5100-A70A-5616DEA5C1B7}" dt="2026-10-15T23:51:48.179" v="1335" actId="14100"/>
          <ac:cxnSpMkLst>
            <pc:docMk/>
            <pc:sldMk cId="1922296058" sldId="2147475339"/>
            <ac:cxnSpMk id="83" creationId="{9065C579-D2EA-3650-717C-1AB7E42A69E4}"/>
          </ac:cxnSpMkLst>
        </pc:cxnChg>
      </pc:sldChg>
      <pc:sldChg chg="addSp delSp modSp mod">
        <pc:chgData name="Marcus Naoum" userId="4578fcc8-dbf2-452a-b11c-6b75cc6176d4" providerId="ADAL" clId="{EE3F6CF7-E024-5100-A70A-5616DEA5C1B7}" dt="2026-10-19T22:24:54.626" v="3783" actId="14100"/>
        <pc:sldMkLst>
          <pc:docMk/>
          <pc:sldMk cId="1922296058" sldId="2147475341"/>
        </pc:sldMkLst>
        <pc:spChg chg="add mod">
          <ac:chgData name="Marcus Naoum" userId="4578fcc8-dbf2-452a-b11c-6b75cc6176d4" providerId="ADAL" clId="{EE3F6CF7-E024-5100-A70A-5616DEA5C1B7}" dt="2026-10-19T22:23:42.141" v="3764" actId="404"/>
          <ac:spMkLst>
            <pc:docMk/>
            <pc:sldMk cId="1922296058" sldId="2147475341"/>
            <ac:spMk id="2" creationId="{3C77655D-BC07-D2A6-6CFE-D9D92E1A37F3}"/>
          </ac:spMkLst>
        </pc:spChg>
        <pc:spChg chg="mod">
          <ac:chgData name="Marcus Naoum" userId="4578fcc8-dbf2-452a-b11c-6b75cc6176d4" providerId="ADAL" clId="{EE3F6CF7-E024-5100-A70A-5616DEA5C1B7}" dt="2026-10-16T00:40:26.761" v="2444" actId="404"/>
          <ac:spMkLst>
            <pc:docMk/>
            <pc:sldMk cId="1922296058" sldId="2147475341"/>
            <ac:spMk id="4" creationId="{BB1E0741-CDB5-BC92-E490-3AAE4871C536}"/>
          </ac:spMkLst>
        </pc:spChg>
        <pc:spChg chg="mod">
          <ac:chgData name="Marcus Naoum" userId="4578fcc8-dbf2-452a-b11c-6b75cc6176d4" providerId="ADAL" clId="{EE3F6CF7-E024-5100-A70A-5616DEA5C1B7}" dt="2026-10-19T22:23:42.141" v="3764" actId="404"/>
          <ac:spMkLst>
            <pc:docMk/>
            <pc:sldMk cId="1922296058" sldId="2147475341"/>
            <ac:spMk id="5" creationId="{B594F758-7541-836B-909A-3385028B0777}"/>
          </ac:spMkLst>
        </pc:spChg>
        <pc:spChg chg="add mod">
          <ac:chgData name="Marcus Naoum" userId="4578fcc8-dbf2-452a-b11c-6b75cc6176d4" providerId="ADAL" clId="{EE3F6CF7-E024-5100-A70A-5616DEA5C1B7}" dt="2026-10-18T23:51:52.919" v="3634" actId="14100"/>
          <ac:spMkLst>
            <pc:docMk/>
            <pc:sldMk cId="1922296058" sldId="2147475341"/>
            <ac:spMk id="6" creationId="{1C8FD7C3-AF0E-E7B2-7193-887C85B2C066}"/>
          </ac:spMkLst>
        </pc:spChg>
        <pc:spChg chg="mod">
          <ac:chgData name="Marcus Naoum" userId="4578fcc8-dbf2-452a-b11c-6b75cc6176d4" providerId="ADAL" clId="{EE3F6CF7-E024-5100-A70A-5616DEA5C1B7}" dt="2026-10-16T00:28:06.267" v="2203" actId="14100"/>
          <ac:spMkLst>
            <pc:docMk/>
            <pc:sldMk cId="1922296058" sldId="2147475341"/>
            <ac:spMk id="7" creationId="{0FCD6B82-D0EB-347B-A0C2-7AEF5B0AEFAE}"/>
          </ac:spMkLst>
        </pc:spChg>
        <pc:spChg chg="mod">
          <ac:chgData name="Marcus Naoum" userId="4578fcc8-dbf2-452a-b11c-6b75cc6176d4" providerId="ADAL" clId="{EE3F6CF7-E024-5100-A70A-5616DEA5C1B7}" dt="2026-10-16T00:28:29.516" v="2209" actId="1036"/>
          <ac:spMkLst>
            <pc:docMk/>
            <pc:sldMk cId="1922296058" sldId="2147475341"/>
            <ac:spMk id="8" creationId="{146CA8D2-3624-C7E0-2636-5D44525C96D8}"/>
          </ac:spMkLst>
        </pc:spChg>
        <pc:spChg chg="mod">
          <ac:chgData name="Marcus Naoum" userId="4578fcc8-dbf2-452a-b11c-6b75cc6176d4" providerId="ADAL" clId="{EE3F6CF7-E024-5100-A70A-5616DEA5C1B7}" dt="2026-10-16T00:29:56.340" v="2241" actId="1037"/>
          <ac:spMkLst>
            <pc:docMk/>
            <pc:sldMk cId="1922296058" sldId="2147475341"/>
            <ac:spMk id="10" creationId="{BE4BB55A-D883-9807-43EA-F6D11EF1EE50}"/>
          </ac:spMkLst>
        </pc:spChg>
        <pc:spChg chg="mod">
          <ac:chgData name="Marcus Naoum" userId="4578fcc8-dbf2-452a-b11c-6b75cc6176d4" providerId="ADAL" clId="{EE3F6CF7-E024-5100-A70A-5616DEA5C1B7}" dt="2026-10-16T00:30:39.414" v="2275" actId="14100"/>
          <ac:spMkLst>
            <pc:docMk/>
            <pc:sldMk cId="1922296058" sldId="2147475341"/>
            <ac:spMk id="12" creationId="{DB789765-E438-C8F4-528D-463976923560}"/>
          </ac:spMkLst>
        </pc:spChg>
        <pc:spChg chg="mod">
          <ac:chgData name="Marcus Naoum" userId="4578fcc8-dbf2-452a-b11c-6b75cc6176d4" providerId="ADAL" clId="{EE3F6CF7-E024-5100-A70A-5616DEA5C1B7}" dt="2026-10-16T00:28:06.267" v="2203" actId="14100"/>
          <ac:spMkLst>
            <pc:docMk/>
            <pc:sldMk cId="1922296058" sldId="2147475341"/>
            <ac:spMk id="13" creationId="{AD766B1D-47D8-1D0E-A32A-3CF55C2D008C}"/>
          </ac:spMkLst>
        </pc:spChg>
        <pc:spChg chg="mod">
          <ac:chgData name="Marcus Naoum" userId="4578fcc8-dbf2-452a-b11c-6b75cc6176d4" providerId="ADAL" clId="{EE3F6CF7-E024-5100-A70A-5616DEA5C1B7}" dt="2026-10-16T00:40:26.761" v="2444" actId="404"/>
          <ac:spMkLst>
            <pc:docMk/>
            <pc:sldMk cId="1922296058" sldId="2147475341"/>
            <ac:spMk id="14" creationId="{15B0D0C6-2A12-4A64-5CA6-AFD820857D29}"/>
          </ac:spMkLst>
        </pc:spChg>
        <pc:spChg chg="add mod">
          <ac:chgData name="Marcus Naoum" userId="4578fcc8-dbf2-452a-b11c-6b75cc6176d4" providerId="ADAL" clId="{EE3F6CF7-E024-5100-A70A-5616DEA5C1B7}" dt="2026-10-18T23:51:52.919" v="3634" actId="14100"/>
          <ac:spMkLst>
            <pc:docMk/>
            <pc:sldMk cId="1922296058" sldId="2147475341"/>
            <ac:spMk id="18" creationId="{2EEBC5D2-0901-5919-3E33-30E4C7AD7081}"/>
          </ac:spMkLst>
        </pc:spChg>
        <pc:spChg chg="mod">
          <ac:chgData name="Marcus Naoum" userId="4578fcc8-dbf2-452a-b11c-6b75cc6176d4" providerId="ADAL" clId="{EE3F6CF7-E024-5100-A70A-5616DEA5C1B7}" dt="2026-10-16T00:31:19.019" v="2286" actId="555"/>
          <ac:spMkLst>
            <pc:docMk/>
            <pc:sldMk cId="1922296058" sldId="2147475341"/>
            <ac:spMk id="20" creationId="{5A8F1F0A-E9C6-C6F9-E3D5-C839C2C70470}"/>
          </ac:spMkLst>
        </pc:spChg>
        <pc:spChg chg="mod">
          <ac:chgData name="Marcus Naoum" userId="4578fcc8-dbf2-452a-b11c-6b75cc6176d4" providerId="ADAL" clId="{EE3F6CF7-E024-5100-A70A-5616DEA5C1B7}" dt="2026-10-16T00:30:28.248" v="2272" actId="14100"/>
          <ac:spMkLst>
            <pc:docMk/>
            <pc:sldMk cId="1922296058" sldId="2147475341"/>
            <ac:spMk id="22" creationId="{A66C1987-E2BE-76D9-355B-26759518252F}"/>
          </ac:spMkLst>
        </pc:spChg>
        <pc:spChg chg="add mod">
          <ac:chgData name="Marcus Naoum" userId="4578fcc8-dbf2-452a-b11c-6b75cc6176d4" providerId="ADAL" clId="{EE3F6CF7-E024-5100-A70A-5616DEA5C1B7}" dt="2026-10-16T01:09:14.362" v="2689" actId="20577"/>
          <ac:spMkLst>
            <pc:docMk/>
            <pc:sldMk cId="1922296058" sldId="2147475341"/>
            <ac:spMk id="23" creationId="{32D349AB-165F-0E43-436F-FFA49416815F}"/>
          </ac:spMkLst>
        </pc:spChg>
        <pc:spChg chg="add mod">
          <ac:chgData name="Marcus Naoum" userId="4578fcc8-dbf2-452a-b11c-6b75cc6176d4" providerId="ADAL" clId="{EE3F6CF7-E024-5100-A70A-5616DEA5C1B7}" dt="2026-10-16T00:39:18.024" v="2387" actId="554"/>
          <ac:spMkLst>
            <pc:docMk/>
            <pc:sldMk cId="1922296058" sldId="2147475341"/>
            <ac:spMk id="24" creationId="{997DD621-19AB-7240-4751-53431084F331}"/>
          </ac:spMkLst>
        </pc:spChg>
        <pc:spChg chg="add mod">
          <ac:chgData name="Marcus Naoum" userId="4578fcc8-dbf2-452a-b11c-6b75cc6176d4" providerId="ADAL" clId="{EE3F6CF7-E024-5100-A70A-5616DEA5C1B7}" dt="2026-10-16T00:39:51.131" v="2435" actId="20577"/>
          <ac:spMkLst>
            <pc:docMk/>
            <pc:sldMk cId="1922296058" sldId="2147475341"/>
            <ac:spMk id="25" creationId="{81ABA49A-F301-4076-8349-B9C87E42E7E0}"/>
          </ac:spMkLst>
        </pc:spChg>
        <pc:spChg chg="mod">
          <ac:chgData name="Marcus Naoum" userId="4578fcc8-dbf2-452a-b11c-6b75cc6176d4" providerId="ADAL" clId="{EE3F6CF7-E024-5100-A70A-5616DEA5C1B7}" dt="2026-10-19T22:23:42.141" v="3764" actId="404"/>
          <ac:spMkLst>
            <pc:docMk/>
            <pc:sldMk cId="1922296058" sldId="2147475341"/>
            <ac:spMk id="28" creationId="{BEDFBB6B-18D1-1E25-957B-1A920E8DBF82}"/>
          </ac:spMkLst>
        </pc:spChg>
        <pc:spChg chg="mod">
          <ac:chgData name="Marcus Naoum" userId="4578fcc8-dbf2-452a-b11c-6b75cc6176d4" providerId="ADAL" clId="{EE3F6CF7-E024-5100-A70A-5616DEA5C1B7}" dt="2026-10-19T22:23:42.141" v="3764" actId="404"/>
          <ac:spMkLst>
            <pc:docMk/>
            <pc:sldMk cId="1922296058" sldId="2147475341"/>
            <ac:spMk id="31" creationId="{D5216E09-EE85-2CF1-1378-541640BB0E00}"/>
          </ac:spMkLst>
        </pc:spChg>
        <pc:spChg chg="mod">
          <ac:chgData name="Marcus Naoum" userId="4578fcc8-dbf2-452a-b11c-6b75cc6176d4" providerId="ADAL" clId="{EE3F6CF7-E024-5100-A70A-5616DEA5C1B7}" dt="2026-10-19T22:23:42.141" v="3764" actId="404"/>
          <ac:spMkLst>
            <pc:docMk/>
            <pc:sldMk cId="1922296058" sldId="2147475341"/>
            <ac:spMk id="34" creationId="{640BA434-3419-4589-EC4D-5E0D79B44873}"/>
          </ac:spMkLst>
        </pc:spChg>
        <pc:spChg chg="add mod">
          <ac:chgData name="Marcus Naoum" userId="4578fcc8-dbf2-452a-b11c-6b75cc6176d4" providerId="ADAL" clId="{EE3F6CF7-E024-5100-A70A-5616DEA5C1B7}" dt="2026-10-19T22:23:42.141" v="3764" actId="404"/>
          <ac:spMkLst>
            <pc:docMk/>
            <pc:sldMk cId="1922296058" sldId="2147475341"/>
            <ac:spMk id="36" creationId="{39430EBD-42AA-281A-674E-F6AA76CD4C1D}"/>
          </ac:spMkLst>
        </pc:spChg>
        <pc:spChg chg="add mod">
          <ac:chgData name="Marcus Naoum" userId="4578fcc8-dbf2-452a-b11c-6b75cc6176d4" providerId="ADAL" clId="{EE3F6CF7-E024-5100-A70A-5616DEA5C1B7}" dt="2026-10-19T22:23:42.141" v="3764" actId="404"/>
          <ac:spMkLst>
            <pc:docMk/>
            <pc:sldMk cId="1922296058" sldId="2147475341"/>
            <ac:spMk id="37" creationId="{3F869DF9-B6CF-6D19-0412-5737A6BD2AAA}"/>
          </ac:spMkLst>
        </pc:spChg>
        <pc:spChg chg="mod">
          <ac:chgData name="Marcus Naoum" userId="4578fcc8-dbf2-452a-b11c-6b75cc6176d4" providerId="ADAL" clId="{EE3F6CF7-E024-5100-A70A-5616DEA5C1B7}" dt="2026-10-16T00:16:29.853" v="2099" actId="1076"/>
          <ac:spMkLst>
            <pc:docMk/>
            <pc:sldMk cId="1922296058" sldId="2147475341"/>
            <ac:spMk id="910"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1"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2"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3"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4"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5" creationId="{00000000-0000-0000-0000-000000000000}"/>
          </ac:spMkLst>
        </pc:spChg>
        <pc:grpChg chg="add mod">
          <ac:chgData name="Marcus Naoum" userId="4578fcc8-dbf2-452a-b11c-6b75cc6176d4" providerId="ADAL" clId="{EE3F6CF7-E024-5100-A70A-5616DEA5C1B7}" dt="2026-10-16T00:30:22.974" v="2271" actId="1037"/>
          <ac:grpSpMkLst>
            <pc:docMk/>
            <pc:sldMk cId="1922296058" sldId="2147475341"/>
            <ac:grpSpMk id="11" creationId="{CF7A7D61-2EE4-9768-F5A6-2F1E083044D6}"/>
          </ac:grpSpMkLst>
        </pc:grpChg>
        <pc:grpChg chg="add mod">
          <ac:chgData name="Marcus Naoum" userId="4578fcc8-dbf2-452a-b11c-6b75cc6176d4" providerId="ADAL" clId="{EE3F6CF7-E024-5100-A70A-5616DEA5C1B7}" dt="2026-10-16T00:40:14.900" v="2438" actId="14100"/>
          <ac:grpSpMkLst>
            <pc:docMk/>
            <pc:sldMk cId="1922296058" sldId="2147475341"/>
            <ac:grpSpMk id="26" creationId="{90CF1DD3-280F-60CF-0BD5-3DA838DB3FEC}"/>
          </ac:grpSpMkLst>
        </pc:grpChg>
        <pc:grpChg chg="add del mod">
          <ac:chgData name="Marcus Naoum" userId="4578fcc8-dbf2-452a-b11c-6b75cc6176d4" providerId="ADAL" clId="{EE3F6CF7-E024-5100-A70A-5616DEA5C1B7}" dt="2026-10-19T22:23:59.961" v="3769" actId="478"/>
          <ac:grpSpMkLst>
            <pc:docMk/>
            <pc:sldMk cId="1922296058" sldId="2147475341"/>
            <ac:grpSpMk id="38" creationId="{68F6655E-45C8-7F9A-6BF7-30FCC150AE17}"/>
          </ac:grpSpMkLst>
        </pc:grpChg>
        <pc:picChg chg="mod">
          <ac:chgData name="Marcus Naoum" userId="4578fcc8-dbf2-452a-b11c-6b75cc6176d4" providerId="ADAL" clId="{EE3F6CF7-E024-5100-A70A-5616DEA5C1B7}" dt="2026-10-19T22:23:57.331" v="3768" actId="1582"/>
          <ac:picMkLst>
            <pc:docMk/>
            <pc:sldMk cId="1922296058" sldId="2147475341"/>
            <ac:picMk id="21" creationId="{D0939B8A-2FFC-941C-8FD6-558F973AC4C3}"/>
          </ac:picMkLst>
        </pc:picChg>
        <pc:picChg chg="mod">
          <ac:chgData name="Marcus Naoum" userId="4578fcc8-dbf2-452a-b11c-6b75cc6176d4" providerId="ADAL" clId="{EE3F6CF7-E024-5100-A70A-5616DEA5C1B7}" dt="2026-10-19T22:23:57.331" v="3768" actId="1582"/>
          <ac:picMkLst>
            <pc:docMk/>
            <pc:sldMk cId="1922296058" sldId="2147475341"/>
            <ac:picMk id="29" creationId="{EFB1BD16-49C1-467A-9CF4-CB74AEA881D4}"/>
          </ac:picMkLst>
        </pc:picChg>
        <pc:picChg chg="mod">
          <ac:chgData name="Marcus Naoum" userId="4578fcc8-dbf2-452a-b11c-6b75cc6176d4" providerId="ADAL" clId="{EE3F6CF7-E024-5100-A70A-5616DEA5C1B7}" dt="2026-10-19T22:23:57.331" v="3768" actId="1582"/>
          <ac:picMkLst>
            <pc:docMk/>
            <pc:sldMk cId="1922296058" sldId="2147475341"/>
            <ac:picMk id="32" creationId="{7EABD13F-B26D-63D5-0D92-E56A7A4E6090}"/>
          </ac:picMkLst>
        </pc:picChg>
        <pc:picChg chg="mod">
          <ac:chgData name="Marcus Naoum" userId="4578fcc8-dbf2-452a-b11c-6b75cc6176d4" providerId="ADAL" clId="{EE3F6CF7-E024-5100-A70A-5616DEA5C1B7}" dt="2026-10-19T22:23:57.331" v="3768" actId="1582"/>
          <ac:picMkLst>
            <pc:docMk/>
            <pc:sldMk cId="1922296058" sldId="2147475341"/>
            <ac:picMk id="35" creationId="{D50DF1A8-3D2C-C729-4569-0BD5D85277E7}"/>
          </ac:picMkLst>
        </pc:picChg>
        <pc:picChg chg="add mod">
          <ac:chgData name="Marcus Naoum" userId="4578fcc8-dbf2-452a-b11c-6b75cc6176d4" providerId="ADAL" clId="{EE3F6CF7-E024-5100-A70A-5616DEA5C1B7}" dt="2026-10-19T22:24:54.626" v="3783" actId="14100"/>
          <ac:picMkLst>
            <pc:docMk/>
            <pc:sldMk cId="1922296058" sldId="2147475341"/>
            <ac:picMk id="40" creationId="{1CCB4B1B-672A-49DA-60B0-C17FA193410A}"/>
          </ac:picMkLst>
        </pc:picChg>
      </pc:sldChg>
      <pc:sldChg chg="addSp modSp mod">
        <pc:chgData name="Marcus Naoum" userId="4578fcc8-dbf2-452a-b11c-6b75cc6176d4" providerId="ADAL" clId="{EE3F6CF7-E024-5100-A70A-5616DEA5C1B7}" dt="2026-10-20T05:48:54.379" v="4082" actId="20577"/>
        <pc:sldMkLst>
          <pc:docMk/>
          <pc:sldMk cId="1028503985" sldId="2147475342"/>
        </pc:sldMkLst>
        <pc:spChg chg="add mod">
          <ac:chgData name="Marcus Naoum" userId="4578fcc8-dbf2-452a-b11c-6b75cc6176d4" providerId="ADAL" clId="{EE3F6CF7-E024-5100-A70A-5616DEA5C1B7}" dt="2026-10-14T07:21:18.676" v="346" actId="1036"/>
          <ac:spMkLst>
            <pc:docMk/>
            <pc:sldMk cId="1028503985" sldId="2147475342"/>
            <ac:spMk id="13" creationId="{331B2E3A-76E0-B00B-B354-B654ED6D759C}"/>
          </ac:spMkLst>
        </pc:spChg>
        <pc:spChg chg="mod">
          <ac:chgData name="Marcus Naoum" userId="4578fcc8-dbf2-452a-b11c-6b75cc6176d4" providerId="ADAL" clId="{EE3F6CF7-E024-5100-A70A-5616DEA5C1B7}" dt="2026-10-14T07:21:18.676" v="346" actId="1036"/>
          <ac:spMkLst>
            <pc:docMk/>
            <pc:sldMk cId="1028503985" sldId="2147475342"/>
            <ac:spMk id="14" creationId="{15B0D0C6-2A12-4A64-5CA6-AFD820857D29}"/>
          </ac:spMkLst>
        </pc:spChg>
        <pc:spChg chg="mod">
          <ac:chgData name="Marcus Naoum" userId="4578fcc8-dbf2-452a-b11c-6b75cc6176d4" providerId="ADAL" clId="{EE3F6CF7-E024-5100-A70A-5616DEA5C1B7}" dt="2026-10-14T07:20:04.377" v="261" actId="1076"/>
          <ac:spMkLst>
            <pc:docMk/>
            <pc:sldMk cId="1028503985" sldId="2147475342"/>
            <ac:spMk id="197" creationId="{00000000-0000-0000-0000-000000000000}"/>
          </ac:spMkLst>
        </pc:spChg>
        <pc:spChg chg="mod">
          <ac:chgData name="Marcus Naoum" userId="4578fcc8-dbf2-452a-b11c-6b75cc6176d4" providerId="ADAL" clId="{EE3F6CF7-E024-5100-A70A-5616DEA5C1B7}" dt="2026-10-20T05:48:54.379" v="4082" actId="20577"/>
          <ac:spMkLst>
            <pc:docMk/>
            <pc:sldMk cId="1028503985" sldId="2147475342"/>
            <ac:spMk id="212" creationId="{00000000-0000-0000-0000-000000000000}"/>
          </ac:spMkLst>
        </pc:spChg>
        <pc:spChg chg="mod">
          <ac:chgData name="Marcus Naoum" userId="4578fcc8-dbf2-452a-b11c-6b75cc6176d4" providerId="ADAL" clId="{EE3F6CF7-E024-5100-A70A-5616DEA5C1B7}" dt="2026-10-15T23:50:50.179" v="1325" actId="207"/>
          <ac:spMkLst>
            <pc:docMk/>
            <pc:sldMk cId="1028503985" sldId="2147475342"/>
            <ac:spMk id="213" creationId="{00000000-0000-0000-0000-000000000000}"/>
          </ac:spMkLst>
        </pc:spChg>
      </pc:sldChg>
      <pc:sldChg chg="addSp modSp mod">
        <pc:chgData name="Marcus Naoum" userId="4578fcc8-dbf2-452a-b11c-6b75cc6176d4" providerId="ADAL" clId="{EE3F6CF7-E024-5100-A70A-5616DEA5C1B7}" dt="2026-10-14T07:21:24.383" v="356" actId="1036"/>
        <pc:sldMkLst>
          <pc:docMk/>
          <pc:sldMk cId="3998268133" sldId="2147475343"/>
        </pc:sldMkLst>
        <pc:spChg chg="mod">
          <ac:chgData name="Marcus Naoum" userId="4578fcc8-dbf2-452a-b11c-6b75cc6176d4" providerId="ADAL" clId="{EE3F6CF7-E024-5100-A70A-5616DEA5C1B7}" dt="2026-10-14T07:21:24.383" v="356" actId="1036"/>
          <ac:spMkLst>
            <pc:docMk/>
            <pc:sldMk cId="3998268133" sldId="2147475343"/>
            <ac:spMk id="14" creationId="{15B0D0C6-2A12-4A64-5CA6-AFD820857D29}"/>
          </ac:spMkLst>
        </pc:spChg>
        <pc:spChg chg="add mod">
          <ac:chgData name="Marcus Naoum" userId="4578fcc8-dbf2-452a-b11c-6b75cc6176d4" providerId="ADAL" clId="{EE3F6CF7-E024-5100-A70A-5616DEA5C1B7}" dt="2026-10-14T07:21:24.383" v="356" actId="1036"/>
          <ac:spMkLst>
            <pc:docMk/>
            <pc:sldMk cId="3998268133" sldId="2147475343"/>
            <ac:spMk id="19" creationId="{B8501895-B25F-DF0D-D80B-E2BF6A3E80A5}"/>
          </ac:spMkLst>
        </pc:spChg>
      </pc:sldChg>
      <pc:sldChg chg="addSp delSp modSp mod">
        <pc:chgData name="Marcus Naoum" userId="4578fcc8-dbf2-452a-b11c-6b75cc6176d4" providerId="ADAL" clId="{EE3F6CF7-E024-5100-A70A-5616DEA5C1B7}" dt="2026-10-20T05:46:33.037" v="4081" actId="14100"/>
        <pc:sldMkLst>
          <pc:docMk/>
          <pc:sldMk cId="1295143267" sldId="2147475345"/>
        </pc:sldMkLst>
        <pc:spChg chg="del mod">
          <ac:chgData name="Marcus Naoum" userId="4578fcc8-dbf2-452a-b11c-6b75cc6176d4" providerId="ADAL" clId="{EE3F6CF7-E024-5100-A70A-5616DEA5C1B7}" dt="2026-10-20T05:43:13.082" v="3938" actId="478"/>
          <ac:spMkLst>
            <pc:docMk/>
            <pc:sldMk cId="1295143267" sldId="2147475345"/>
            <ac:spMk id="7" creationId="{BF033E06-AA8F-B72A-60B2-6842057B8689}"/>
          </ac:spMkLst>
        </pc:spChg>
        <pc:spChg chg="add del mod">
          <ac:chgData name="Marcus Naoum" userId="4578fcc8-dbf2-452a-b11c-6b75cc6176d4" providerId="ADAL" clId="{EE3F6CF7-E024-5100-A70A-5616DEA5C1B7}" dt="2026-10-20T05:44:41.705" v="4038" actId="478"/>
          <ac:spMkLst>
            <pc:docMk/>
            <pc:sldMk cId="1295143267" sldId="2147475345"/>
            <ac:spMk id="8" creationId="{624C5DD3-B2B9-8E2E-EC12-543A99D68257}"/>
          </ac:spMkLst>
        </pc:spChg>
        <pc:spChg chg="add mod">
          <ac:chgData name="Marcus Naoum" userId="4578fcc8-dbf2-452a-b11c-6b75cc6176d4" providerId="ADAL" clId="{EE3F6CF7-E024-5100-A70A-5616DEA5C1B7}" dt="2026-10-20T05:44:53.036" v="4044" actId="1076"/>
          <ac:spMkLst>
            <pc:docMk/>
            <pc:sldMk cId="1295143267" sldId="2147475345"/>
            <ac:spMk id="9" creationId="{C4E171AB-1A80-9626-8D56-9E0C760833DB}"/>
          </ac:spMkLst>
        </pc:spChg>
        <pc:spChg chg="mod">
          <ac:chgData name="Marcus Naoum" userId="4578fcc8-dbf2-452a-b11c-6b75cc6176d4" providerId="ADAL" clId="{EE3F6CF7-E024-5100-A70A-5616DEA5C1B7}" dt="2026-10-20T05:44:46.053" v="4039" actId="14100"/>
          <ac:spMkLst>
            <pc:docMk/>
            <pc:sldMk cId="1295143267" sldId="2147475345"/>
            <ac:spMk id="101" creationId="{00000000-0000-0000-0000-000000000000}"/>
          </ac:spMkLst>
        </pc:spChg>
        <pc:spChg chg="del mod">
          <ac:chgData name="Marcus Naoum" userId="4578fcc8-dbf2-452a-b11c-6b75cc6176d4" providerId="ADAL" clId="{EE3F6CF7-E024-5100-A70A-5616DEA5C1B7}" dt="2026-10-20T05:42:42.889" v="3892" actId="478"/>
          <ac:spMkLst>
            <pc:docMk/>
            <pc:sldMk cId="1295143267" sldId="2147475345"/>
            <ac:spMk id="103"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5" creationId="{00000000-0000-0000-0000-000000000000}"/>
          </ac:spMkLst>
        </pc:spChg>
        <pc:spChg chg="mod">
          <ac:chgData name="Marcus Naoum" userId="4578fcc8-dbf2-452a-b11c-6b75cc6176d4" providerId="ADAL" clId="{EE3F6CF7-E024-5100-A70A-5616DEA5C1B7}" dt="2026-10-20T05:46:33.037" v="4081" actId="14100"/>
          <ac:spMkLst>
            <pc:docMk/>
            <pc:sldMk cId="1295143267" sldId="2147475345"/>
            <ac:spMk id="106"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7" creationId="{00000000-0000-0000-0000-000000000000}"/>
          </ac:spMkLst>
        </pc:spChg>
        <pc:spChg chg="mod">
          <ac:chgData name="Marcus Naoum" userId="4578fcc8-dbf2-452a-b11c-6b75cc6176d4" providerId="ADAL" clId="{EE3F6CF7-E024-5100-A70A-5616DEA5C1B7}" dt="2026-10-20T05:46:28.673" v="4080" actId="403"/>
          <ac:spMkLst>
            <pc:docMk/>
            <pc:sldMk cId="1295143267" sldId="2147475345"/>
            <ac:spMk id="108"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9" creationId="{00000000-0000-0000-0000-000000000000}"/>
          </ac:spMkLst>
        </pc:spChg>
        <pc:spChg chg="mod">
          <ac:chgData name="Marcus Naoum" userId="4578fcc8-dbf2-452a-b11c-6b75cc6176d4" providerId="ADAL" clId="{EE3F6CF7-E024-5100-A70A-5616DEA5C1B7}" dt="2026-10-20T05:46:28.673" v="4080" actId="403"/>
          <ac:spMkLst>
            <pc:docMk/>
            <pc:sldMk cId="1295143267" sldId="2147475345"/>
            <ac:spMk id="110" creationId="{00000000-0000-0000-0000-000000000000}"/>
          </ac:spMkLst>
        </pc:spChg>
      </pc:sldChg>
      <pc:sldChg chg="addSp delSp modSp mod modNotesTx">
        <pc:chgData name="Marcus Naoum" userId="4578fcc8-dbf2-452a-b11c-6b75cc6176d4" providerId="ADAL" clId="{EE3F6CF7-E024-5100-A70A-5616DEA5C1B7}" dt="2026-10-18T23:53:30.374" v="3665" actId="20577"/>
        <pc:sldMkLst>
          <pc:docMk/>
          <pc:sldMk cId="409861122" sldId="2147475346"/>
        </pc:sldMkLst>
        <pc:spChg chg="mod">
          <ac:chgData name="Marcus Naoum" userId="4578fcc8-dbf2-452a-b11c-6b75cc6176d4" providerId="ADAL" clId="{EE3F6CF7-E024-5100-A70A-5616DEA5C1B7}" dt="2026-10-16T00:16:12.943" v="2098" actId="1035"/>
          <ac:spMkLst>
            <pc:docMk/>
            <pc:sldMk cId="409861122" sldId="2147475346"/>
            <ac:spMk id="28" creationId="{FF51DCB6-40C2-D1B4-4949-4DA312CDCEED}"/>
          </ac:spMkLst>
        </pc:spChg>
        <pc:spChg chg="mod">
          <ac:chgData name="Marcus Naoum" userId="4578fcc8-dbf2-452a-b11c-6b75cc6176d4" providerId="ADAL" clId="{EE3F6CF7-E024-5100-A70A-5616DEA5C1B7}" dt="2026-10-16T00:16:12.943" v="2098" actId="1035"/>
          <ac:spMkLst>
            <pc:docMk/>
            <pc:sldMk cId="409861122" sldId="2147475346"/>
            <ac:spMk id="29" creationId="{09F7ECE5-41FB-3BB3-1760-BFF3D8B27262}"/>
          </ac:spMkLst>
        </pc:spChg>
        <pc:spChg chg="mod">
          <ac:chgData name="Marcus Naoum" userId="4578fcc8-dbf2-452a-b11c-6b75cc6176d4" providerId="ADAL" clId="{EE3F6CF7-E024-5100-A70A-5616DEA5C1B7}" dt="2026-10-16T00:16:12.943" v="2098" actId="1035"/>
          <ac:spMkLst>
            <pc:docMk/>
            <pc:sldMk cId="409861122" sldId="2147475346"/>
            <ac:spMk id="30" creationId="{0946C5DB-D1C9-0097-8E38-EF4835393A18}"/>
          </ac:spMkLst>
        </pc:spChg>
      </pc:sldChg>
      <pc:sldChg chg="modSp mod">
        <pc:chgData name="Marcus Naoum" userId="4578fcc8-dbf2-452a-b11c-6b75cc6176d4" providerId="ADAL" clId="{EE3F6CF7-E024-5100-A70A-5616DEA5C1B7}" dt="2026-10-20T22:08:52.261" v="4421" actId="1076"/>
        <pc:sldMkLst>
          <pc:docMk/>
          <pc:sldMk cId="3139328298" sldId="2147475347"/>
        </pc:sldMkLst>
        <pc:spChg chg="mod">
          <ac:chgData name="Marcus Naoum" userId="4578fcc8-dbf2-452a-b11c-6b75cc6176d4" providerId="ADAL" clId="{EE3F6CF7-E024-5100-A70A-5616DEA5C1B7}" dt="2026-10-20T22:08:50.736" v="4419" actId="14100"/>
          <ac:spMkLst>
            <pc:docMk/>
            <pc:sldMk cId="3139328298" sldId="2147475347"/>
            <ac:spMk id="3" creationId="{98C25365-4491-DB6C-7E03-9D202826D763}"/>
          </ac:spMkLst>
        </pc:spChg>
        <pc:spChg chg="mod">
          <ac:chgData name="Marcus Naoum" userId="4578fcc8-dbf2-452a-b11c-6b75cc6176d4" providerId="ADAL" clId="{EE3F6CF7-E024-5100-A70A-5616DEA5C1B7}" dt="2026-10-20T22:08:52.261" v="4421" actId="1076"/>
          <ac:spMkLst>
            <pc:docMk/>
            <pc:sldMk cId="3139328298" sldId="2147475347"/>
            <ac:spMk id="4" creationId="{CBD10433-6322-C998-C9D9-8EC5101E4144}"/>
          </ac:spMkLst>
        </pc:spChg>
      </pc:sldChg>
      <pc:sldChg chg="addSp delSp modSp add mod modAnim">
        <pc:chgData name="Marcus Naoum" userId="4578fcc8-dbf2-452a-b11c-6b75cc6176d4" providerId="ADAL" clId="{EE3F6CF7-E024-5100-A70A-5616DEA5C1B7}" dt="2026-10-15T23:50:41.177" v="1323"/>
        <pc:sldMkLst>
          <pc:docMk/>
          <pc:sldMk cId="3486327061" sldId="2147475351"/>
        </pc:sldMkLst>
        <pc:spChg chg="add mod">
          <ac:chgData name="Marcus Naoum" userId="4578fcc8-dbf2-452a-b11c-6b75cc6176d4" providerId="ADAL" clId="{EE3F6CF7-E024-5100-A70A-5616DEA5C1B7}" dt="2026-10-15T23:50:25.946" v="1318" actId="115"/>
          <ac:spMkLst>
            <pc:docMk/>
            <pc:sldMk cId="3486327061" sldId="2147475351"/>
            <ac:spMk id="9" creationId="{7A43B5CA-B020-7500-E481-F904A0C45FE9}"/>
          </ac:spMkLst>
        </pc:spChg>
        <pc:spChg chg="add mod">
          <ac:chgData name="Marcus Naoum" userId="4578fcc8-dbf2-452a-b11c-6b75cc6176d4" providerId="ADAL" clId="{EE3F6CF7-E024-5100-A70A-5616DEA5C1B7}" dt="2026-10-15T23:49:38" v="1299" actId="1076"/>
          <ac:spMkLst>
            <pc:docMk/>
            <pc:sldMk cId="3486327061" sldId="2147475351"/>
            <ac:spMk id="35" creationId="{8D56D9DD-5D7D-8F66-1F02-F75B231FFE5F}"/>
          </ac:spMkLst>
        </pc:spChg>
        <pc:grpChg chg="add mod">
          <ac:chgData name="Marcus Naoum" userId="4578fcc8-dbf2-452a-b11c-6b75cc6176d4" providerId="ADAL" clId="{EE3F6CF7-E024-5100-A70A-5616DEA5C1B7}" dt="2026-10-15T23:49:29.917" v="1296" actId="1076"/>
          <ac:grpSpMkLst>
            <pc:docMk/>
            <pc:sldMk cId="3486327061" sldId="2147475351"/>
            <ac:grpSpMk id="36" creationId="{930CACB9-F3E6-F99D-D752-557848ACCCAF}"/>
          </ac:grpSpMkLst>
        </pc:grpChg>
      </pc:sldChg>
      <pc:sldChg chg="addSp delSp modSp add mod modShow modNotesTx">
        <pc:chgData name="Marcus Naoum" userId="4578fcc8-dbf2-452a-b11c-6b75cc6176d4" providerId="ADAL" clId="{EE3F6CF7-E024-5100-A70A-5616DEA5C1B7}" dt="2026-10-20T06:00:12.571" v="4166" actId="729"/>
        <pc:sldMkLst>
          <pc:docMk/>
          <pc:sldMk cId="2836175673" sldId="2147475352"/>
        </pc:sldMkLst>
        <pc:spChg chg="add mod topLvl">
          <ac:chgData name="Marcus Naoum" userId="4578fcc8-dbf2-452a-b11c-6b75cc6176d4" providerId="ADAL" clId="{EE3F6CF7-E024-5100-A70A-5616DEA5C1B7}" dt="2026-10-16T00:04:20.565" v="1674" actId="165"/>
          <ac:spMkLst>
            <pc:docMk/>
            <pc:sldMk cId="2836175673" sldId="2147475352"/>
            <ac:spMk id="26" creationId="{2B35E51F-FD08-DE57-2568-FA135F630D14}"/>
          </ac:spMkLst>
        </pc:spChg>
        <pc:spChg chg="add mod topLvl">
          <ac:chgData name="Marcus Naoum" userId="4578fcc8-dbf2-452a-b11c-6b75cc6176d4" providerId="ADAL" clId="{EE3F6CF7-E024-5100-A70A-5616DEA5C1B7}" dt="2026-10-16T00:04:53.886" v="1679" actId="12789"/>
          <ac:spMkLst>
            <pc:docMk/>
            <pc:sldMk cId="2836175673" sldId="2147475352"/>
            <ac:spMk id="27" creationId="{87644FA6-DBE4-E58A-F6EE-F8D51E6E19B2}"/>
          </ac:spMkLst>
        </pc:spChg>
        <pc:spChg chg="mod">
          <ac:chgData name="Marcus Naoum" userId="4578fcc8-dbf2-452a-b11c-6b75cc6176d4" providerId="ADAL" clId="{EE3F6CF7-E024-5100-A70A-5616DEA5C1B7}" dt="2026-10-15T23:53:48.374" v="1399"/>
          <ac:spMkLst>
            <pc:docMk/>
            <pc:sldMk cId="2836175673" sldId="2147475352"/>
            <ac:spMk id="29" creationId="{33859027-C498-AEF8-603F-ED2FF840C863}"/>
          </ac:spMkLst>
        </pc:spChg>
        <pc:spChg chg="add mod">
          <ac:chgData name="Marcus Naoum" userId="4578fcc8-dbf2-452a-b11c-6b75cc6176d4" providerId="ADAL" clId="{EE3F6CF7-E024-5100-A70A-5616DEA5C1B7}" dt="2026-10-16T00:04:53.886" v="1679" actId="12789"/>
          <ac:spMkLst>
            <pc:docMk/>
            <pc:sldMk cId="2836175673" sldId="2147475352"/>
            <ac:spMk id="32" creationId="{0731436A-23A5-9BD2-E344-D149B6851147}"/>
          </ac:spMkLst>
        </pc:spChg>
        <pc:spChg chg="add mod">
          <ac:chgData name="Marcus Naoum" userId="4578fcc8-dbf2-452a-b11c-6b75cc6176d4" providerId="ADAL" clId="{EE3F6CF7-E024-5100-A70A-5616DEA5C1B7}" dt="2026-10-16T00:05:12.659" v="1684" actId="1038"/>
          <ac:spMkLst>
            <pc:docMk/>
            <pc:sldMk cId="2836175673" sldId="2147475352"/>
            <ac:spMk id="42" creationId="{705D79E0-7805-3341-709D-541101E3069A}"/>
          </ac:spMkLst>
        </pc:spChg>
        <pc:spChg chg="add mod">
          <ac:chgData name="Marcus Naoum" userId="4578fcc8-dbf2-452a-b11c-6b75cc6176d4" providerId="ADAL" clId="{EE3F6CF7-E024-5100-A70A-5616DEA5C1B7}" dt="2026-10-16T00:04:53.886" v="1679" actId="12789"/>
          <ac:spMkLst>
            <pc:docMk/>
            <pc:sldMk cId="2836175673" sldId="2147475352"/>
            <ac:spMk id="43" creationId="{59D6513E-9D35-CE97-6429-B23B2EE33C09}"/>
          </ac:spMkLst>
        </pc:spChg>
        <pc:spChg chg="add mod">
          <ac:chgData name="Marcus Naoum" userId="4578fcc8-dbf2-452a-b11c-6b75cc6176d4" providerId="ADAL" clId="{EE3F6CF7-E024-5100-A70A-5616DEA5C1B7}" dt="2026-10-16T00:04:14.204" v="1673" actId="1035"/>
          <ac:spMkLst>
            <pc:docMk/>
            <pc:sldMk cId="2836175673" sldId="2147475352"/>
            <ac:spMk id="47" creationId="{C8A5987D-583B-D51D-B4EF-8E525CF4E22C}"/>
          </ac:spMkLst>
        </pc:spChg>
        <pc:graphicFrameChg chg="add mod modGraphic">
          <ac:chgData name="Marcus Naoum" userId="4578fcc8-dbf2-452a-b11c-6b75cc6176d4" providerId="ADAL" clId="{EE3F6CF7-E024-5100-A70A-5616DEA5C1B7}" dt="2026-10-20T05:55:06.431" v="4093" actId="20577"/>
          <ac:graphicFrameMkLst>
            <pc:docMk/>
            <pc:sldMk cId="2836175673" sldId="2147475352"/>
            <ac:graphicFrameMk id="46" creationId="{09A6E235-09A6-1C17-3EA4-2158E206B489}"/>
          </ac:graphicFrameMkLst>
        </pc:graphicFrameChg>
        <pc:picChg chg="add mod">
          <ac:chgData name="Marcus Naoum" userId="4578fcc8-dbf2-452a-b11c-6b75cc6176d4" providerId="ADAL" clId="{EE3F6CF7-E024-5100-A70A-5616DEA5C1B7}" dt="2026-10-16T00:05:04.019" v="1680" actId="12789"/>
          <ac:picMkLst>
            <pc:docMk/>
            <pc:sldMk cId="2836175673" sldId="2147475352"/>
            <ac:picMk id="34" creationId="{93B0A212-F09C-5428-20ED-B5FBBA9BB044}"/>
          </ac:picMkLst>
        </pc:picChg>
        <pc:picChg chg="add mod">
          <ac:chgData name="Marcus Naoum" userId="4578fcc8-dbf2-452a-b11c-6b75cc6176d4" providerId="ADAL" clId="{EE3F6CF7-E024-5100-A70A-5616DEA5C1B7}" dt="2026-10-16T00:05:04.019" v="1680" actId="12789"/>
          <ac:picMkLst>
            <pc:docMk/>
            <pc:sldMk cId="2836175673" sldId="2147475352"/>
            <ac:picMk id="44" creationId="{4F54B833-C198-47DE-D2BB-805EFE07838E}"/>
          </ac:picMkLst>
        </pc:picChg>
        <pc:picChg chg="add mod">
          <ac:chgData name="Marcus Naoum" userId="4578fcc8-dbf2-452a-b11c-6b75cc6176d4" providerId="ADAL" clId="{EE3F6CF7-E024-5100-A70A-5616DEA5C1B7}" dt="2026-10-16T00:05:12.659" v="1684" actId="1038"/>
          <ac:picMkLst>
            <pc:docMk/>
            <pc:sldMk cId="2836175673" sldId="2147475352"/>
            <ac:picMk id="45" creationId="{CA3731B6-29E2-1B70-2B58-DAECB6619D6F}"/>
          </ac:picMkLst>
        </pc:picChg>
      </pc:sldChg>
      <pc:sldChg chg="addSp delSp modSp add mod modNotesTx">
        <pc:chgData name="Marcus Naoum" userId="4578fcc8-dbf2-452a-b11c-6b75cc6176d4" providerId="ADAL" clId="{EE3F6CF7-E024-5100-A70A-5616DEA5C1B7}" dt="2026-10-16T00:12:22.512" v="1887" actId="20577"/>
        <pc:sldMkLst>
          <pc:docMk/>
          <pc:sldMk cId="1078423514" sldId="2147475353"/>
        </pc:sldMkLst>
        <pc:spChg chg="mod">
          <ac:chgData name="Marcus Naoum" userId="4578fcc8-dbf2-452a-b11c-6b75cc6176d4" providerId="ADAL" clId="{EE3F6CF7-E024-5100-A70A-5616DEA5C1B7}" dt="2026-10-16T00:08:48.706" v="1771" actId="207"/>
          <ac:spMkLst>
            <pc:docMk/>
            <pc:sldMk cId="1078423514" sldId="2147475353"/>
            <ac:spMk id="29" creationId="{B2A37F31-C577-1419-8D06-750D4B001510}"/>
          </ac:spMkLst>
        </pc:spChg>
        <pc:spChg chg="mod">
          <ac:chgData name="Marcus Naoum" userId="4578fcc8-dbf2-452a-b11c-6b75cc6176d4" providerId="ADAL" clId="{EE3F6CF7-E024-5100-A70A-5616DEA5C1B7}" dt="2026-10-16T00:11:28.739" v="1877" actId="207"/>
          <ac:spMkLst>
            <pc:docMk/>
            <pc:sldMk cId="1078423514" sldId="2147475353"/>
            <ac:spMk id="36" creationId="{72292145-0B0D-E30B-9A8A-21543D3A2219}"/>
          </ac:spMkLst>
        </pc:spChg>
        <pc:spChg chg="mod">
          <ac:chgData name="Marcus Naoum" userId="4578fcc8-dbf2-452a-b11c-6b75cc6176d4" providerId="ADAL" clId="{EE3F6CF7-E024-5100-A70A-5616DEA5C1B7}" dt="2026-10-16T00:11:22.096" v="1876" actId="207"/>
          <ac:spMkLst>
            <pc:docMk/>
            <pc:sldMk cId="1078423514" sldId="2147475353"/>
            <ac:spMk id="37" creationId="{F0CC45FC-ED91-EA46-EF86-447DFC1732E6}"/>
          </ac:spMkLst>
        </pc:spChg>
        <pc:spChg chg="mod">
          <ac:chgData name="Marcus Naoum" userId="4578fcc8-dbf2-452a-b11c-6b75cc6176d4" providerId="ADAL" clId="{EE3F6CF7-E024-5100-A70A-5616DEA5C1B7}" dt="2026-10-16T00:09:46.858" v="1775"/>
          <ac:spMkLst>
            <pc:docMk/>
            <pc:sldMk cId="1078423514" sldId="2147475353"/>
            <ac:spMk id="38" creationId="{AA20E583-3B82-FDB8-DE97-341F2C1BA5E9}"/>
          </ac:spMkLst>
        </pc:spChg>
        <pc:spChg chg="mod">
          <ac:chgData name="Marcus Naoum" userId="4578fcc8-dbf2-452a-b11c-6b75cc6176d4" providerId="ADAL" clId="{EE3F6CF7-E024-5100-A70A-5616DEA5C1B7}" dt="2026-10-16T00:09:46.858" v="1775"/>
          <ac:spMkLst>
            <pc:docMk/>
            <pc:sldMk cId="1078423514" sldId="2147475353"/>
            <ac:spMk id="39" creationId="{11872B5C-2459-D5B0-6022-BF8176A69A0D}"/>
          </ac:spMkLst>
        </pc:spChg>
        <pc:spChg chg="mod">
          <ac:chgData name="Marcus Naoum" userId="4578fcc8-dbf2-452a-b11c-6b75cc6176d4" providerId="ADAL" clId="{EE3F6CF7-E024-5100-A70A-5616DEA5C1B7}" dt="2026-10-16T00:09:46.858" v="1775"/>
          <ac:spMkLst>
            <pc:docMk/>
            <pc:sldMk cId="1078423514" sldId="2147475353"/>
            <ac:spMk id="40" creationId="{5D13EF84-183E-2E35-5E10-28AF392E9966}"/>
          </ac:spMkLst>
        </pc:spChg>
        <pc:spChg chg="mod">
          <ac:chgData name="Marcus Naoum" userId="4578fcc8-dbf2-452a-b11c-6b75cc6176d4" providerId="ADAL" clId="{EE3F6CF7-E024-5100-A70A-5616DEA5C1B7}" dt="2026-10-16T00:09:46.858" v="1775"/>
          <ac:spMkLst>
            <pc:docMk/>
            <pc:sldMk cId="1078423514" sldId="2147475353"/>
            <ac:spMk id="49" creationId="{EBDECC7F-1B7C-B51D-7FD1-7E88B8D82B8B}"/>
          </ac:spMkLst>
        </pc:spChg>
        <pc:spChg chg="mod">
          <ac:chgData name="Marcus Naoum" userId="4578fcc8-dbf2-452a-b11c-6b75cc6176d4" providerId="ADAL" clId="{EE3F6CF7-E024-5100-A70A-5616DEA5C1B7}" dt="2026-10-16T00:09:46.858" v="1775"/>
          <ac:spMkLst>
            <pc:docMk/>
            <pc:sldMk cId="1078423514" sldId="2147475353"/>
            <ac:spMk id="50" creationId="{59D94F24-1F8D-2E56-3DFC-6BFFE7D6C052}"/>
          </ac:spMkLst>
        </pc:spChg>
        <pc:spChg chg="mod">
          <ac:chgData name="Marcus Naoum" userId="4578fcc8-dbf2-452a-b11c-6b75cc6176d4" providerId="ADAL" clId="{EE3F6CF7-E024-5100-A70A-5616DEA5C1B7}" dt="2026-10-16T00:09:46.858" v="1775"/>
          <ac:spMkLst>
            <pc:docMk/>
            <pc:sldMk cId="1078423514" sldId="2147475353"/>
            <ac:spMk id="51" creationId="{AF8FDE99-C0E1-C45B-ABCE-BE319E0F2A54}"/>
          </ac:spMkLst>
        </pc:spChg>
        <pc:spChg chg="mod">
          <ac:chgData name="Marcus Naoum" userId="4578fcc8-dbf2-452a-b11c-6b75cc6176d4" providerId="ADAL" clId="{EE3F6CF7-E024-5100-A70A-5616DEA5C1B7}" dt="2026-10-16T00:09:46.858" v="1775"/>
          <ac:spMkLst>
            <pc:docMk/>
            <pc:sldMk cId="1078423514" sldId="2147475353"/>
            <ac:spMk id="52" creationId="{4E678654-682B-F184-255C-264D88E5AE09}"/>
          </ac:spMkLst>
        </pc:spChg>
        <pc:spChg chg="mod">
          <ac:chgData name="Marcus Naoum" userId="4578fcc8-dbf2-452a-b11c-6b75cc6176d4" providerId="ADAL" clId="{EE3F6CF7-E024-5100-A70A-5616DEA5C1B7}" dt="2026-10-16T00:09:46.858" v="1775"/>
          <ac:spMkLst>
            <pc:docMk/>
            <pc:sldMk cId="1078423514" sldId="2147475353"/>
            <ac:spMk id="54" creationId="{D0B0DC4B-D238-3B6D-6972-EE72CC3C7149}"/>
          </ac:spMkLst>
        </pc:spChg>
        <pc:spChg chg="add mod">
          <ac:chgData name="Marcus Naoum" userId="4578fcc8-dbf2-452a-b11c-6b75cc6176d4" providerId="ADAL" clId="{EE3F6CF7-E024-5100-A70A-5616DEA5C1B7}" dt="2026-10-16T00:11:47.986" v="1879" actId="1076"/>
          <ac:spMkLst>
            <pc:docMk/>
            <pc:sldMk cId="1078423514" sldId="2147475353"/>
            <ac:spMk id="58" creationId="{C4913151-E456-C4FF-E919-415C0FB0E5C3}"/>
          </ac:spMkLst>
        </pc:spChg>
        <pc:spChg chg="add mod">
          <ac:chgData name="Marcus Naoum" userId="4578fcc8-dbf2-452a-b11c-6b75cc6176d4" providerId="ADAL" clId="{EE3F6CF7-E024-5100-A70A-5616DEA5C1B7}" dt="2026-10-16T00:11:52.773" v="1880" actId="1076"/>
          <ac:spMkLst>
            <pc:docMk/>
            <pc:sldMk cId="1078423514" sldId="2147475353"/>
            <ac:spMk id="59" creationId="{B7BE9CDA-DECC-FC84-07D6-3A02E7531C13}"/>
          </ac:spMkLst>
        </pc:spChg>
        <pc:spChg chg="add mod">
          <ac:chgData name="Marcus Naoum" userId="4578fcc8-dbf2-452a-b11c-6b75cc6176d4" providerId="ADAL" clId="{EE3F6CF7-E024-5100-A70A-5616DEA5C1B7}" dt="2026-10-16T00:11:57.751" v="1881" actId="1076"/>
          <ac:spMkLst>
            <pc:docMk/>
            <pc:sldMk cId="1078423514" sldId="2147475353"/>
            <ac:spMk id="60" creationId="{D4C2B5BE-3CF3-277D-24A3-88AFD64AF988}"/>
          </ac:spMkLst>
        </pc:spChg>
        <pc:spChg chg="add mod">
          <ac:chgData name="Marcus Naoum" userId="4578fcc8-dbf2-452a-b11c-6b75cc6176d4" providerId="ADAL" clId="{EE3F6CF7-E024-5100-A70A-5616DEA5C1B7}" dt="2026-10-16T00:11:36.354" v="1878" actId="207"/>
          <ac:spMkLst>
            <pc:docMk/>
            <pc:sldMk cId="1078423514" sldId="2147475353"/>
            <ac:spMk id="61" creationId="{FE79CBC9-447B-172E-1FC7-F9901B4AABB8}"/>
          </ac:spMkLst>
        </pc:spChg>
        <pc:grpChg chg="mod">
          <ac:chgData name="Marcus Naoum" userId="4578fcc8-dbf2-452a-b11c-6b75cc6176d4" providerId="ADAL" clId="{EE3F6CF7-E024-5100-A70A-5616DEA5C1B7}" dt="2026-10-16T00:09:59.409" v="1842" actId="1037"/>
          <ac:grpSpMkLst>
            <pc:docMk/>
            <pc:sldMk cId="1078423514" sldId="2147475353"/>
            <ac:grpSpMk id="31" creationId="{D5A4D086-AA7E-BADE-7381-E057EFD96EAD}"/>
          </ac:grpSpMkLst>
        </pc:grpChg>
      </pc:sldChg>
      <pc:sldChg chg="modSp add del mod">
        <pc:chgData name="Marcus Naoum" userId="4578fcc8-dbf2-452a-b11c-6b75cc6176d4" providerId="ADAL" clId="{EE3F6CF7-E024-5100-A70A-5616DEA5C1B7}" dt="2026-10-19T22:26:34.931" v="3890" actId="2696"/>
        <pc:sldMkLst>
          <pc:docMk/>
          <pc:sldMk cId="1509581919" sldId="2147475354"/>
        </pc:sldMkLst>
      </pc:sldChg>
      <pc:sldChg chg="modSp mod modNotesTx">
        <pc:chgData name="Marcus Naoum" userId="4578fcc8-dbf2-452a-b11c-6b75cc6176d4" providerId="ADAL" clId="{EE3F6CF7-E024-5100-A70A-5616DEA5C1B7}" dt="2026-10-20T06:37:46.645" v="4416" actId="20577"/>
        <pc:sldMkLst>
          <pc:docMk/>
          <pc:sldMk cId="2904025356" sldId="2147475355"/>
        </pc:sldMkLst>
        <pc:spChg chg="mod">
          <ac:chgData name="Marcus Naoum" userId="4578fcc8-dbf2-452a-b11c-6b75cc6176d4" providerId="ADAL" clId="{EE3F6CF7-E024-5100-A70A-5616DEA5C1B7}" dt="2026-10-20T06:37:46.645" v="4416" actId="20577"/>
          <ac:spMkLst>
            <pc:docMk/>
            <pc:sldMk cId="2904025356" sldId="2147475355"/>
            <ac:spMk id="14" creationId="{EDA65971-6F57-D3C0-D248-14F306236B9F}"/>
          </ac:spMkLst>
        </pc:spChg>
      </pc:sldChg>
      <pc:sldChg chg="modSp mod">
        <pc:chgData name="Marcus Naoum" userId="4578fcc8-dbf2-452a-b11c-6b75cc6176d4" providerId="ADAL" clId="{EE3F6CF7-E024-5100-A70A-5616DEA5C1B7}" dt="2026-10-20T06:36:12.855" v="4404" actId="20577"/>
        <pc:sldMkLst>
          <pc:docMk/>
          <pc:sldMk cId="116775105" sldId="2147475356"/>
        </pc:sldMkLst>
        <pc:spChg chg="mod">
          <ac:chgData name="Marcus Naoum" userId="4578fcc8-dbf2-452a-b11c-6b75cc6176d4" providerId="ADAL" clId="{EE3F6CF7-E024-5100-A70A-5616DEA5C1B7}" dt="2026-10-20T06:18:41.921" v="4223" actId="1035"/>
          <ac:spMkLst>
            <pc:docMk/>
            <pc:sldMk cId="116775105" sldId="2147475356"/>
            <ac:spMk id="284" creationId="{015256CA-EF00-2775-FD6C-823AF09419C1}"/>
          </ac:spMkLst>
        </pc:spChg>
        <pc:spChg chg="mod">
          <ac:chgData name="Marcus Naoum" userId="4578fcc8-dbf2-452a-b11c-6b75cc6176d4" providerId="ADAL" clId="{EE3F6CF7-E024-5100-A70A-5616DEA5C1B7}" dt="2026-10-20T06:36:08.873" v="4394" actId="20577"/>
          <ac:spMkLst>
            <pc:docMk/>
            <pc:sldMk cId="116775105" sldId="2147475356"/>
            <ac:spMk id="286" creationId="{B5AF3F62-4D7E-78F0-672C-0BFCD0712A64}"/>
          </ac:spMkLst>
        </pc:spChg>
        <pc:spChg chg="mod">
          <ac:chgData name="Marcus Naoum" userId="4578fcc8-dbf2-452a-b11c-6b75cc6176d4" providerId="ADAL" clId="{EE3F6CF7-E024-5100-A70A-5616DEA5C1B7}" dt="2026-10-20T06:35:56.879" v="4361" actId="20577"/>
          <ac:spMkLst>
            <pc:docMk/>
            <pc:sldMk cId="116775105" sldId="2147475356"/>
            <ac:spMk id="287" creationId="{BFB434F3-BF93-9889-9B6D-D1FF4B7F7A2B}"/>
          </ac:spMkLst>
        </pc:spChg>
        <pc:spChg chg="mod">
          <ac:chgData name="Marcus Naoum" userId="4578fcc8-dbf2-452a-b11c-6b75cc6176d4" providerId="ADAL" clId="{EE3F6CF7-E024-5100-A70A-5616DEA5C1B7}" dt="2026-10-20T06:18:41.921" v="4223" actId="1035"/>
          <ac:spMkLst>
            <pc:docMk/>
            <pc:sldMk cId="116775105" sldId="2147475356"/>
            <ac:spMk id="290" creationId="{942F09E2-6E21-B01D-B9BA-20961D84F1DF}"/>
          </ac:spMkLst>
        </pc:spChg>
        <pc:spChg chg="mod">
          <ac:chgData name="Marcus Naoum" userId="4578fcc8-dbf2-452a-b11c-6b75cc6176d4" providerId="ADAL" clId="{EE3F6CF7-E024-5100-A70A-5616DEA5C1B7}" dt="2026-10-20T06:36:10.789" v="4399" actId="20577"/>
          <ac:spMkLst>
            <pc:docMk/>
            <pc:sldMk cId="116775105" sldId="2147475356"/>
            <ac:spMk id="292" creationId="{0D702371-D5FA-5E68-6DAB-1DD1A6333041}"/>
          </ac:spMkLst>
        </pc:spChg>
        <pc:spChg chg="mod">
          <ac:chgData name="Marcus Naoum" userId="4578fcc8-dbf2-452a-b11c-6b75cc6176d4" providerId="ADAL" clId="{EE3F6CF7-E024-5100-A70A-5616DEA5C1B7}" dt="2026-10-20T06:36:04.567" v="4382" actId="20577"/>
          <ac:spMkLst>
            <pc:docMk/>
            <pc:sldMk cId="116775105" sldId="2147475356"/>
            <ac:spMk id="293" creationId="{9B4A1740-924E-84D7-13F3-C31B87376295}"/>
          </ac:spMkLst>
        </pc:spChg>
        <pc:spChg chg="mod">
          <ac:chgData name="Marcus Naoum" userId="4578fcc8-dbf2-452a-b11c-6b75cc6176d4" providerId="ADAL" clId="{EE3F6CF7-E024-5100-A70A-5616DEA5C1B7}" dt="2026-10-20T06:18:41.921" v="4223" actId="1035"/>
          <ac:spMkLst>
            <pc:docMk/>
            <pc:sldMk cId="116775105" sldId="2147475356"/>
            <ac:spMk id="296" creationId="{4B015CD0-20A9-15F7-CCA0-8CD75F75B076}"/>
          </ac:spMkLst>
        </pc:spChg>
        <pc:spChg chg="mod">
          <ac:chgData name="Marcus Naoum" userId="4578fcc8-dbf2-452a-b11c-6b75cc6176d4" providerId="ADAL" clId="{EE3F6CF7-E024-5100-A70A-5616DEA5C1B7}" dt="2026-10-20T06:36:12.855" v="4404" actId="20577"/>
          <ac:spMkLst>
            <pc:docMk/>
            <pc:sldMk cId="116775105" sldId="2147475356"/>
            <ac:spMk id="298" creationId="{94E88FA7-F3CB-2949-0675-08E15BE70181}"/>
          </ac:spMkLst>
        </pc:spChg>
        <pc:spChg chg="mod">
          <ac:chgData name="Marcus Naoum" userId="4578fcc8-dbf2-452a-b11c-6b75cc6176d4" providerId="ADAL" clId="{EE3F6CF7-E024-5100-A70A-5616DEA5C1B7}" dt="2026-10-20T06:36:05.889" v="4387" actId="20577"/>
          <ac:spMkLst>
            <pc:docMk/>
            <pc:sldMk cId="116775105" sldId="2147475356"/>
            <ac:spMk id="299" creationId="{DE7DD751-AD24-E500-0EE0-F1FD30A639AC}"/>
          </ac:spMkLst>
        </pc:spChg>
      </pc:sldChg>
      <pc:sldChg chg="new del">
        <pc:chgData name="Marcus Naoum" userId="4578fcc8-dbf2-452a-b11c-6b75cc6176d4" providerId="ADAL" clId="{EE3F6CF7-E024-5100-A70A-5616DEA5C1B7}" dt="2026-10-19T22:21:45.630" v="3744" actId="2696"/>
        <pc:sldMkLst>
          <pc:docMk/>
          <pc:sldMk cId="4146333739" sldId="2147475357"/>
        </pc:sldMkLst>
      </pc:sldChg>
      <pc:sldChg chg="add">
        <pc:chgData name="Marcus Naoum" userId="4578fcc8-dbf2-452a-b11c-6b75cc6176d4" providerId="ADAL" clId="{EE3F6CF7-E024-5100-A70A-5616DEA5C1B7}" dt="2026-10-19T22:21:23.502" v="3695"/>
        <pc:sldMkLst>
          <pc:docMk/>
          <pc:sldMk cId="1093358316" sldId="2147475358"/>
        </pc:sldMkLst>
      </pc:sldChg>
      <pc:sldChg chg="modSp add mod">
        <pc:chgData name="Marcus Naoum" userId="4578fcc8-dbf2-452a-b11c-6b75cc6176d4" providerId="ADAL" clId="{EE3F6CF7-E024-5100-A70A-5616DEA5C1B7}" dt="2026-10-19T22:26:23.354" v="3889" actId="20577"/>
        <pc:sldMkLst>
          <pc:docMk/>
          <pc:sldMk cId="4256657338" sldId="2147475359"/>
        </pc:sldMkLst>
        <pc:spChg chg="mod">
          <ac:chgData name="Marcus Naoum" userId="4578fcc8-dbf2-452a-b11c-6b75cc6176d4" providerId="ADAL" clId="{EE3F6CF7-E024-5100-A70A-5616DEA5C1B7}" dt="2026-10-19T22:21:55.772" v="3748" actId="1076"/>
          <ac:spMkLst>
            <pc:docMk/>
            <pc:sldMk cId="4256657338" sldId="2147475359"/>
            <ac:spMk id="3" creationId="{5F701303-CEF0-7F26-5773-CCE8FD73B0E4}"/>
          </ac:spMkLst>
        </pc:spChg>
        <pc:spChg chg="mod">
          <ac:chgData name="Marcus Naoum" userId="4578fcc8-dbf2-452a-b11c-6b75cc6176d4" providerId="ADAL" clId="{EE3F6CF7-E024-5100-A70A-5616DEA5C1B7}" dt="2026-10-19T22:26:23.354" v="3889" actId="20577"/>
          <ac:spMkLst>
            <pc:docMk/>
            <pc:sldMk cId="4256657338" sldId="2147475359"/>
            <ac:spMk id="14" creationId="{D2200983-0DD1-5639-D34F-4A2A1DC42915}"/>
          </ac:spMkLst>
        </pc:spChg>
      </pc:sldChg>
      <pc:sldChg chg="delSp modSp add mod ord modNotesTx">
        <pc:chgData name="Marcus Naoum" userId="4578fcc8-dbf2-452a-b11c-6b75cc6176d4" providerId="ADAL" clId="{EE3F6CF7-E024-5100-A70A-5616DEA5C1B7}" dt="2026-10-20T06:14:23.458" v="4179" actId="20577"/>
        <pc:sldMkLst>
          <pc:docMk/>
          <pc:sldMk cId="1341326142" sldId="2147475360"/>
        </pc:sldMkLst>
        <pc:spChg chg="del">
          <ac:chgData name="Marcus Naoum" userId="4578fcc8-dbf2-452a-b11c-6b75cc6176d4" providerId="ADAL" clId="{EE3F6CF7-E024-5100-A70A-5616DEA5C1B7}" dt="2026-10-20T05:57:13.655" v="4103" actId="478"/>
          <ac:spMkLst>
            <pc:docMk/>
            <pc:sldMk cId="1341326142" sldId="2147475360"/>
            <ac:spMk id="26" creationId="{C28105E6-C263-2946-0023-A75C9008AB6B}"/>
          </ac:spMkLst>
        </pc:spChg>
        <pc:spChg chg="del">
          <ac:chgData name="Marcus Naoum" userId="4578fcc8-dbf2-452a-b11c-6b75cc6176d4" providerId="ADAL" clId="{EE3F6CF7-E024-5100-A70A-5616DEA5C1B7}" dt="2026-10-20T05:57:13.655" v="4103" actId="478"/>
          <ac:spMkLst>
            <pc:docMk/>
            <pc:sldMk cId="1341326142" sldId="2147475360"/>
            <ac:spMk id="27" creationId="{F1D3AC14-9C1A-C72F-AE0E-21908B244F20}"/>
          </ac:spMkLst>
        </pc:spChg>
        <pc:spChg chg="del">
          <ac:chgData name="Marcus Naoum" userId="4578fcc8-dbf2-452a-b11c-6b75cc6176d4" providerId="ADAL" clId="{EE3F6CF7-E024-5100-A70A-5616DEA5C1B7}" dt="2026-10-20T05:57:13.655" v="4103" actId="478"/>
          <ac:spMkLst>
            <pc:docMk/>
            <pc:sldMk cId="1341326142" sldId="2147475360"/>
            <ac:spMk id="32" creationId="{3686E982-8695-286D-B171-D0CD1308C9F1}"/>
          </ac:spMkLst>
        </pc:spChg>
        <pc:spChg chg="del">
          <ac:chgData name="Marcus Naoum" userId="4578fcc8-dbf2-452a-b11c-6b75cc6176d4" providerId="ADAL" clId="{EE3F6CF7-E024-5100-A70A-5616DEA5C1B7}" dt="2026-10-20T05:57:13.655" v="4103" actId="478"/>
          <ac:spMkLst>
            <pc:docMk/>
            <pc:sldMk cId="1341326142" sldId="2147475360"/>
            <ac:spMk id="42" creationId="{05D4C8A1-ACC2-8FFF-B397-EBFF341A01D4}"/>
          </ac:spMkLst>
        </pc:spChg>
        <pc:spChg chg="del">
          <ac:chgData name="Marcus Naoum" userId="4578fcc8-dbf2-452a-b11c-6b75cc6176d4" providerId="ADAL" clId="{EE3F6CF7-E024-5100-A70A-5616DEA5C1B7}" dt="2026-10-20T05:57:13.655" v="4103" actId="478"/>
          <ac:spMkLst>
            <pc:docMk/>
            <pc:sldMk cId="1341326142" sldId="2147475360"/>
            <ac:spMk id="43" creationId="{4EC364A1-47A1-5A0A-4524-B018C16FB323}"/>
          </ac:spMkLst>
        </pc:spChg>
        <pc:spChg chg="mod">
          <ac:chgData name="Marcus Naoum" userId="4578fcc8-dbf2-452a-b11c-6b75cc6176d4" providerId="ADAL" clId="{EE3F6CF7-E024-5100-A70A-5616DEA5C1B7}" dt="2026-10-20T05:59:43.735" v="4157" actId="1036"/>
          <ac:spMkLst>
            <pc:docMk/>
            <pc:sldMk cId="1341326142" sldId="2147475360"/>
            <ac:spMk id="47" creationId="{11F49A0F-A6E4-0267-D7B3-EBBD1DD4D479}"/>
          </ac:spMkLst>
        </pc:spChg>
        <pc:graphicFrameChg chg="mod modGraphic">
          <ac:chgData name="Marcus Naoum" userId="4578fcc8-dbf2-452a-b11c-6b75cc6176d4" providerId="ADAL" clId="{EE3F6CF7-E024-5100-A70A-5616DEA5C1B7}" dt="2026-10-20T06:14:23.458" v="4179" actId="20577"/>
          <ac:graphicFrameMkLst>
            <pc:docMk/>
            <pc:sldMk cId="1341326142" sldId="2147475360"/>
            <ac:graphicFrameMk id="46" creationId="{255D923B-E41B-CD79-2009-84105A2D027C}"/>
          </ac:graphicFrameMkLst>
        </pc:graphicFrameChg>
        <pc:picChg chg="del">
          <ac:chgData name="Marcus Naoum" userId="4578fcc8-dbf2-452a-b11c-6b75cc6176d4" providerId="ADAL" clId="{EE3F6CF7-E024-5100-A70A-5616DEA5C1B7}" dt="2026-10-20T05:57:13.655" v="4103" actId="478"/>
          <ac:picMkLst>
            <pc:docMk/>
            <pc:sldMk cId="1341326142" sldId="2147475360"/>
            <ac:picMk id="34" creationId="{4E87BCE1-9B53-BB9C-C1E6-682A24910685}"/>
          </ac:picMkLst>
        </pc:picChg>
        <pc:picChg chg="del">
          <ac:chgData name="Marcus Naoum" userId="4578fcc8-dbf2-452a-b11c-6b75cc6176d4" providerId="ADAL" clId="{EE3F6CF7-E024-5100-A70A-5616DEA5C1B7}" dt="2026-10-20T05:57:13.655" v="4103" actId="478"/>
          <ac:picMkLst>
            <pc:docMk/>
            <pc:sldMk cId="1341326142" sldId="2147475360"/>
            <ac:picMk id="44" creationId="{BD48E500-DA01-2514-98AF-64D4686958EC}"/>
          </ac:picMkLst>
        </pc:picChg>
        <pc:picChg chg="del">
          <ac:chgData name="Marcus Naoum" userId="4578fcc8-dbf2-452a-b11c-6b75cc6176d4" providerId="ADAL" clId="{EE3F6CF7-E024-5100-A70A-5616DEA5C1B7}" dt="2026-10-20T05:57:13.655" v="4103" actId="478"/>
          <ac:picMkLst>
            <pc:docMk/>
            <pc:sldMk cId="1341326142" sldId="2147475360"/>
            <ac:picMk id="45" creationId="{E5EB1FC0-172F-E9F8-334E-94E28C75631E}"/>
          </ac:picMkLst>
        </pc:picChg>
      </pc:sldChg>
      <pc:sldChg chg="add del">
        <pc:chgData name="Marcus Naoum" userId="4578fcc8-dbf2-452a-b11c-6b75cc6176d4" providerId="ADAL" clId="{EE3F6CF7-E024-5100-A70A-5616DEA5C1B7}" dt="2026-10-19T22:22:39.409" v="3757"/>
        <pc:sldMkLst>
          <pc:docMk/>
          <pc:sldMk cId="2495256895" sldId="214747536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6C5D396-7B96-4346-AAAE-754D44F7F52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latin typeface="Open Sans Light" pitchFamily="2" charset="0"/>
            </a:endParaRPr>
          </a:p>
        </p:txBody>
      </p:sp>
      <p:sp>
        <p:nvSpPr>
          <p:cNvPr id="3" name="Date Placeholder 2">
            <a:extLst>
              <a:ext uri="{FF2B5EF4-FFF2-40B4-BE49-F238E27FC236}">
                <a16:creationId xmlns:a16="http://schemas.microsoft.com/office/drawing/2014/main" id="{04D405ED-F3C3-C64D-896E-A82D517A682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DBF9414-3D7D-694D-A4D4-2A38CD631945}" type="datetimeFigureOut">
              <a:rPr lang="en-US" smtClean="0">
                <a:latin typeface="Open Sans Light" pitchFamily="2" charset="0"/>
              </a:rPr>
              <a:t>10/20/2026</a:t>
            </a:fld>
            <a:endParaRPr lang="en-US">
              <a:latin typeface="Open Sans Light" pitchFamily="2" charset="0"/>
            </a:endParaRPr>
          </a:p>
        </p:txBody>
      </p:sp>
      <p:sp>
        <p:nvSpPr>
          <p:cNvPr id="4" name="Footer Placeholder 3">
            <a:extLst>
              <a:ext uri="{FF2B5EF4-FFF2-40B4-BE49-F238E27FC236}">
                <a16:creationId xmlns:a16="http://schemas.microsoft.com/office/drawing/2014/main" id="{CEA3EAB3-9FA5-9449-9881-6508ECDCCE6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latin typeface="Open Sans Light" pitchFamily="2" charset="0"/>
            </a:endParaRPr>
          </a:p>
        </p:txBody>
      </p:sp>
      <p:sp>
        <p:nvSpPr>
          <p:cNvPr id="5" name="Slide Number Placeholder 4">
            <a:extLst>
              <a:ext uri="{FF2B5EF4-FFF2-40B4-BE49-F238E27FC236}">
                <a16:creationId xmlns:a16="http://schemas.microsoft.com/office/drawing/2014/main" id="{35250E67-DC67-0A48-968B-2D9E103292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9C1F1D-0F54-3E40-B5C3-72C471D17D1E}" type="slidenum">
              <a:rPr lang="en-US" smtClean="0">
                <a:latin typeface="Open Sans Light" pitchFamily="2" charset="0"/>
              </a:rPr>
              <a:t>‹#›</a:t>
            </a:fld>
            <a:endParaRPr lang="en-US">
              <a:latin typeface="Open Sans Light" pitchFamily="2" charset="0"/>
            </a:endParaRPr>
          </a:p>
        </p:txBody>
      </p:sp>
    </p:spTree>
    <p:extLst>
      <p:ext uri="{BB962C8B-B14F-4D97-AF65-F5344CB8AC3E}">
        <p14:creationId xmlns:p14="http://schemas.microsoft.com/office/powerpoint/2010/main" val="19724352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Open Sans Light" pitchFamily="2" charset="0"/>
              </a:defRPr>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Open Sans Light" pitchFamily="2" charset="0"/>
              </a:defRPr>
            </a:lvl1pPr>
          </a:lstStyle>
          <a:p>
            <a:fld id="{7DB8B409-6AE1-413F-AD0F-8F9B711D0698}" type="datetimeFigureOut">
              <a:rPr lang="en-AU" smtClean="0"/>
              <a:pPr/>
              <a:t>20/10/2026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Open Sans Light" pitchFamily="2" charset="0"/>
              </a:defRPr>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Open Sans Light" pitchFamily="2" charset="0"/>
              </a:defRPr>
            </a:lvl1pPr>
          </a:lstStyle>
          <a:p>
            <a:fld id="{F7CA7197-82FF-4B06-884D-DB6B1218D975}" type="slidenum">
              <a:rPr lang="en-AU" smtClean="0"/>
              <a:pPr/>
              <a:t>‹#›</a:t>
            </a:fld>
            <a:endParaRPr lang="en-AU"/>
          </a:p>
        </p:txBody>
      </p:sp>
    </p:spTree>
    <p:extLst>
      <p:ext uri="{BB962C8B-B14F-4D97-AF65-F5344CB8AC3E}">
        <p14:creationId xmlns:p14="http://schemas.microsoft.com/office/powerpoint/2010/main" val="4099036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Open Sans Light" pitchFamily="2" charset="0"/>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Welcome. Frame quickly: this is a working session. We are here to respond to the ISS findings, not to redesign strategy.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l">
              <a:lnSpc>
                <a:spcPct val="110000"/>
              </a:lnSpc>
              <a:spcBef>
                <a:spcPts val="0"/>
              </a:spcBef>
              <a:spcAft>
                <a:spcPts val="0"/>
              </a:spcAft>
              <a:buNone/>
            </a:pPr>
            <a:r>
              <a:rPr lang="en-AU" sz="1200" b="1">
                <a:solidFill>
                  <a:schemeClr val="accent6">
                    <a:lumMod val="75000"/>
                  </a:schemeClr>
                </a:solidFill>
                <a:latin typeface="Poppins" pitchFamily="2" charset="77"/>
                <a:cs typeface="Poppins" pitchFamily="2" charset="77"/>
              </a:rPr>
              <a:t>Most of the work to address the ISS findings is already underway across the business. It just hasn’t been organised or communicated to industry. We are not here to redesign strategy.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a:t>What other mechanisms ways channels should we be communicating out</a:t>
            </a:r>
          </a:p>
          <a:p>
            <a:r>
              <a:rPr lang="en-AU"/>
              <a:t>HEALTH AND SAFETY TRUST</a:t>
            </a:r>
          </a:p>
        </p:txBody>
      </p:sp>
      <p:sp>
        <p:nvSpPr>
          <p:cNvPr id="4" name="Slide Number Placeholder 3"/>
          <p:cNvSpPr>
            <a:spLocks noGrp="1"/>
          </p:cNvSpPr>
          <p:nvPr>
            <p:ph type="sldNum" sz="quarter" idx="5"/>
          </p:nvPr>
        </p:nvSpPr>
        <p:spPr/>
        <p:txBody>
          <a:bodyPr/>
          <a:lstStyle/>
          <a:p>
            <a:fld id="{F7CA7197-82FF-4B06-884D-DB6B1218D975}" type="slidenum">
              <a:rPr lang="en-AU" smtClean="0"/>
              <a:pPr/>
              <a:t>12</a:t>
            </a:fld>
            <a:endParaRPr lang="en-AU"/>
          </a:p>
        </p:txBody>
      </p:sp>
    </p:spTree>
    <p:extLst>
      <p:ext uri="{BB962C8B-B14F-4D97-AF65-F5344CB8AC3E}">
        <p14:creationId xmlns:p14="http://schemas.microsoft.com/office/powerpoint/2010/main" val="37518946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Station 2 canvas. Print at A3 and place with the Station 2 handout. Photograph at the end of the rotation.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Station 3 canvas. Print at A3 and place with the Station 3 handout. Photograph at the end of the rotation.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88564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3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138719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2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685747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1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87218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5_Title Slide">
    <p:spTree>
      <p:nvGrpSpPr>
        <p:cNvPr id="1" name=""/>
        <p:cNvGrpSpPr/>
        <p:nvPr/>
      </p:nvGrpSpPr>
      <p:grpSpPr>
        <a:xfrm>
          <a:off x="0" y="0"/>
          <a:ext cx="0" cy="0"/>
          <a:chOff x="0" y="0"/>
          <a:chExt cx="0" cy="0"/>
        </a:xfrm>
      </p:grpSpPr>
      <p:sp>
        <p:nvSpPr>
          <p:cNvPr id="18" name="Subtitle 2">
            <a:extLst>
              <a:ext uri="{FF2B5EF4-FFF2-40B4-BE49-F238E27FC236}">
                <a16:creationId xmlns:a16="http://schemas.microsoft.com/office/drawing/2014/main" id="{8DF9EC0C-8D8A-394C-98CB-975B46260778}"/>
              </a:ext>
            </a:extLst>
          </p:cNvPr>
          <p:cNvSpPr>
            <a:spLocks noGrp="1"/>
          </p:cNvSpPr>
          <p:nvPr>
            <p:ph type="subTitle" idx="1"/>
          </p:nvPr>
        </p:nvSpPr>
        <p:spPr>
          <a:xfrm>
            <a:off x="499110" y="5177854"/>
            <a:ext cx="9144000" cy="1655762"/>
          </a:xfrm>
        </p:spPr>
        <p:txBody>
          <a:bodyPr>
            <a:normAutofit/>
          </a:bodyPr>
          <a:lstStyle>
            <a:lvl1pPr marL="0" indent="0" algn="l">
              <a:buNone/>
              <a:defRPr sz="2000">
                <a:solidFill>
                  <a:schemeClr val="bg2"/>
                </a:solidFill>
                <a:latin typeface="Open Sans Light" panose="020B0606030504020204" pitchFamily="34" charset="0"/>
                <a:ea typeface="Open Sans Light" panose="020B0606030504020204" pitchFamily="34" charset="0"/>
                <a:cs typeface="Open Sans Light"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Title 1">
            <a:extLst>
              <a:ext uri="{FF2B5EF4-FFF2-40B4-BE49-F238E27FC236}">
                <a16:creationId xmlns:a16="http://schemas.microsoft.com/office/drawing/2014/main" id="{E6174DF3-85AD-3849-AA29-99B8B3E8F7CA}"/>
              </a:ext>
            </a:extLst>
          </p:cNvPr>
          <p:cNvSpPr>
            <a:spLocks noGrp="1"/>
          </p:cNvSpPr>
          <p:nvPr>
            <p:ph type="ctrTitle"/>
          </p:nvPr>
        </p:nvSpPr>
        <p:spPr>
          <a:xfrm>
            <a:off x="499110" y="4096613"/>
            <a:ext cx="9144000" cy="947129"/>
          </a:xfrm>
        </p:spPr>
        <p:txBody>
          <a:bodyPr anchor="b">
            <a:normAutofit/>
          </a:bodyPr>
          <a:lstStyle>
            <a:lvl1pPr algn="l">
              <a:defRPr sz="4400" b="0">
                <a:solidFill>
                  <a:schemeClr val="bg1"/>
                </a:solidFill>
              </a:defRPr>
            </a:lvl1pPr>
          </a:lstStyle>
          <a:p>
            <a:r>
              <a:rPr lang="en-US"/>
              <a:t>Click to edit Master title style</a:t>
            </a:r>
          </a:p>
        </p:txBody>
      </p:sp>
      <p:sp>
        <p:nvSpPr>
          <p:cNvPr id="7" name="Slide Number Placeholder 3">
            <a:extLst>
              <a:ext uri="{FF2B5EF4-FFF2-40B4-BE49-F238E27FC236}">
                <a16:creationId xmlns:a16="http://schemas.microsoft.com/office/drawing/2014/main" id="{E155D132-6578-874E-A1F5-777D8134DC9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733865409"/>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10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9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8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7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6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5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6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2802365"/>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2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789" t="43946" r="16249" b="16538"/>
          <a:stretch/>
        </p:blipFill>
        <p:spPr>
          <a:xfrm rot="16200000">
            <a:off x="-836593" y="709593"/>
            <a:ext cx="6985000" cy="5311814"/>
          </a:xfrm>
          <a:prstGeom prst="rect">
            <a:avLst/>
          </a:prstGeom>
        </p:spPr>
      </p:pic>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24308518"/>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Graphic 5">
            <a:extLst>
              <a:ext uri="{FF2B5EF4-FFF2-40B4-BE49-F238E27FC236}">
                <a16:creationId xmlns:a16="http://schemas.microsoft.com/office/drawing/2014/main" id="{CBC5C1FE-9433-3323-B1CF-97B605AB107E}"/>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768" b="42291"/>
          <a:stretch/>
        </p:blipFill>
        <p:spPr>
          <a:xfrm rot="5400000">
            <a:off x="-1031083" y="1031083"/>
            <a:ext cx="8158166" cy="6096000"/>
          </a:xfrm>
          <a:prstGeom prst="rect">
            <a:avLst/>
          </a:prstGeom>
        </p:spPr>
      </p:pic>
    </p:spTree>
    <p:extLst>
      <p:ext uri="{BB962C8B-B14F-4D97-AF65-F5344CB8AC3E}">
        <p14:creationId xmlns:p14="http://schemas.microsoft.com/office/powerpoint/2010/main" val="3938116889"/>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Graphic 6">
            <a:extLst>
              <a:ext uri="{FF2B5EF4-FFF2-40B4-BE49-F238E27FC236}">
                <a16:creationId xmlns:a16="http://schemas.microsoft.com/office/drawing/2014/main" id="{1D3B9BF0-1660-1AA0-06B5-6DFACF441A07}"/>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9486" b="40030"/>
          <a:stretch/>
        </p:blipFill>
        <p:spPr>
          <a:xfrm rot="5400000">
            <a:off x="-640895" y="640893"/>
            <a:ext cx="8572503" cy="7290717"/>
          </a:xfrm>
          <a:prstGeom prst="rect">
            <a:avLst/>
          </a:prstGeom>
        </p:spPr>
      </p:pic>
    </p:spTree>
    <p:extLst>
      <p:ext uri="{BB962C8B-B14F-4D97-AF65-F5344CB8AC3E}">
        <p14:creationId xmlns:p14="http://schemas.microsoft.com/office/powerpoint/2010/main" val="321340601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4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 name="Title 1">
            <a:extLst>
              <a:ext uri="{FF2B5EF4-FFF2-40B4-BE49-F238E27FC236}">
                <a16:creationId xmlns:a16="http://schemas.microsoft.com/office/drawing/2014/main" id="{AFB12B21-F03F-768B-78B3-E0856D6D2E36}"/>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D9B1A806-7E4B-7D96-7208-91EBEB909B9A}"/>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50058707"/>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accent1">
                  <a:lumMod val="20000"/>
                  <a:lumOff val="80000"/>
                </a:schemeClr>
              </a:gs>
              <a:gs pos="100000">
                <a:schemeClr val="accent1">
                  <a:lumMod val="40000"/>
                  <a:lumOff val="60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0" name="Title 1">
            <a:extLst>
              <a:ext uri="{FF2B5EF4-FFF2-40B4-BE49-F238E27FC236}">
                <a16:creationId xmlns:a16="http://schemas.microsoft.com/office/drawing/2014/main" id="{26B861B8-6461-3BD8-C6E6-DA70B2B2E13F}"/>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1" name="Content Placeholder 2">
            <a:extLst>
              <a:ext uri="{FF2B5EF4-FFF2-40B4-BE49-F238E27FC236}">
                <a16:creationId xmlns:a16="http://schemas.microsoft.com/office/drawing/2014/main" id="{36EF2579-4395-43A2-13FC-857B670C3583}"/>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6408593"/>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481" t="-1" r="30512" b="20969"/>
          <a:stretch/>
        </p:blipFill>
        <p:spPr>
          <a:xfrm>
            <a:off x="6393461" y="-1718316"/>
            <a:ext cx="5798540" cy="7900197"/>
          </a:xfrm>
          <a:prstGeom prst="rect">
            <a:avLst/>
          </a:prstGeom>
        </p:spPr>
      </p:pic>
    </p:spTree>
    <p:extLst>
      <p:ext uri="{BB962C8B-B14F-4D97-AF65-F5344CB8AC3E}">
        <p14:creationId xmlns:p14="http://schemas.microsoft.com/office/powerpoint/2010/main" val="942874928"/>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C3839F8-3364-3C4E-810A-2FC99C244E37}"/>
              </a:ext>
            </a:extLst>
          </p:cNvPr>
          <p:cNvSpPr/>
          <p:nvPr userDrawn="1"/>
        </p:nvSpPr>
        <p:spPr>
          <a:xfrm>
            <a:off x="0" y="0"/>
            <a:ext cx="12192000" cy="6858000"/>
          </a:xfrm>
          <a:prstGeom prst="rect">
            <a:avLst/>
          </a:prstGeom>
          <a:gradFill>
            <a:gsLst>
              <a:gs pos="9000">
                <a:srgbClr val="F8952F"/>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pic>
        <p:nvPicPr>
          <p:cNvPr id="15" name="Graphic 14">
            <a:extLst>
              <a:ext uri="{FF2B5EF4-FFF2-40B4-BE49-F238E27FC236}">
                <a16:creationId xmlns:a16="http://schemas.microsoft.com/office/drawing/2014/main" id="{DDDEA3E2-E5AD-D14C-B1EB-E632CA3CDBB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2" r="35284" b="18720"/>
          <a:stretch/>
        </p:blipFill>
        <p:spPr>
          <a:xfrm>
            <a:off x="5545394" y="-1638142"/>
            <a:ext cx="6646606" cy="8342359"/>
          </a:xfrm>
          <a:prstGeom prst="rect">
            <a:avLst/>
          </a:prstGeom>
        </p:spPr>
      </p:pic>
    </p:spTree>
    <p:extLst>
      <p:ext uri="{BB962C8B-B14F-4D97-AF65-F5344CB8AC3E}">
        <p14:creationId xmlns:p14="http://schemas.microsoft.com/office/powerpoint/2010/main" val="3693151770"/>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1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1E03BB5-73A0-9740-A5A5-D1CE3064E40F}"/>
              </a:ext>
            </a:extLst>
          </p:cNvPr>
          <p:cNvSpPr/>
          <p:nvPr userDrawn="1"/>
        </p:nvSpPr>
        <p:spPr>
          <a:xfrm>
            <a:off x="0" y="0"/>
            <a:ext cx="12192000" cy="6858000"/>
          </a:xfrm>
          <a:prstGeom prst="rect">
            <a:avLst/>
          </a:prstGeom>
          <a:gradFill>
            <a:gsLst>
              <a:gs pos="0">
                <a:srgbClr val="EE2B7B"/>
              </a:gs>
              <a:gs pos="100000">
                <a:srgbClr val="9E1F63"/>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DCF62D6-5D07-004E-99E2-0014E921AD2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6134" t="10221" r="1" b="18731"/>
          <a:stretch/>
        </p:blipFill>
        <p:spPr>
          <a:xfrm rot="10800000">
            <a:off x="5607255" y="0"/>
            <a:ext cx="6584745" cy="7325222"/>
          </a:xfrm>
          <a:prstGeom prst="rect">
            <a:avLst/>
          </a:prstGeom>
        </p:spPr>
      </p:pic>
    </p:spTree>
    <p:extLst>
      <p:ext uri="{BB962C8B-B14F-4D97-AF65-F5344CB8AC3E}">
        <p14:creationId xmlns:p14="http://schemas.microsoft.com/office/powerpoint/2010/main" val="1214708061"/>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obj" preserve="1">
  <p:cSld name="27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1"/>
              </a:gs>
              <a:gs pos="100000">
                <a:srgbClr val="E85A3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1635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 preserve="1">
  <p:cSld name="33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97945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obj" preserve="1">
  <p:cSld name="34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70090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obj" preserve="1">
  <p:cSld name="20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Tree>
    <p:extLst>
      <p:ext uri="{BB962C8B-B14F-4D97-AF65-F5344CB8AC3E}">
        <p14:creationId xmlns:p14="http://schemas.microsoft.com/office/powerpoint/2010/main" val="42320102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9" name="Title 1">
            <a:extLst>
              <a:ext uri="{FF2B5EF4-FFF2-40B4-BE49-F238E27FC236}">
                <a16:creationId xmlns:a16="http://schemas.microsoft.com/office/drawing/2014/main" id="{6D41C234-8CDF-C44A-2B85-C29AF0F0E254}"/>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10" name="Content Placeholder 2">
            <a:extLst>
              <a:ext uri="{FF2B5EF4-FFF2-40B4-BE49-F238E27FC236}">
                <a16:creationId xmlns:a16="http://schemas.microsoft.com/office/drawing/2014/main" id="{BF4F5225-44BA-2429-E778-C8E938E7E558}"/>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82968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2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5" name="Title 1">
            <a:extLst>
              <a:ext uri="{FF2B5EF4-FFF2-40B4-BE49-F238E27FC236}">
                <a16:creationId xmlns:a16="http://schemas.microsoft.com/office/drawing/2014/main" id="{785E208D-C5D8-6524-F56F-4BD1174247A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6" name="Content Placeholder 2">
            <a:extLst>
              <a:ext uri="{FF2B5EF4-FFF2-40B4-BE49-F238E27FC236}">
                <a16:creationId xmlns:a16="http://schemas.microsoft.com/office/drawing/2014/main" id="{3D480F6A-BCEC-25F3-0016-FD136C85234B}"/>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776493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1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29">
            <a:extLst>
              <a:ext uri="{FF2B5EF4-FFF2-40B4-BE49-F238E27FC236}">
                <a16:creationId xmlns:a16="http://schemas.microsoft.com/office/drawing/2014/main" id="{3483602A-2DCA-F446-B0E9-1DEB2FE3B53A}"/>
              </a:ext>
            </a:extLst>
          </p:cNvPr>
          <p:cNvSpPr/>
          <p:nvPr userDrawn="1"/>
        </p:nvSpPr>
        <p:spPr>
          <a:xfrm rot="16200000">
            <a:off x="7310433" y="1985612"/>
            <a:ext cx="6857999" cy="2905143"/>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520913" y="2191499"/>
            <a:ext cx="6857999" cy="2484185"/>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7" name="Title 1">
            <a:extLst>
              <a:ext uri="{FF2B5EF4-FFF2-40B4-BE49-F238E27FC236}">
                <a16:creationId xmlns:a16="http://schemas.microsoft.com/office/drawing/2014/main" id="{140AC590-A1D0-F2A3-1F1F-FA23ADC0F42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9" name="Content Placeholder 2">
            <a:extLst>
              <a:ext uri="{FF2B5EF4-FFF2-40B4-BE49-F238E27FC236}">
                <a16:creationId xmlns:a16="http://schemas.microsoft.com/office/drawing/2014/main" id="{6DAFB4C4-7DC0-9548-E4FD-02E7BF7EA4DC}"/>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3196190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obj" preserve="1">
  <p:cSld name="24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1"/>
              </a:gs>
              <a:gs pos="100000">
                <a:srgbClr val="EF4136"/>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743984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obj" preserve="1">
  <p:cSld name="1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788931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obj" preserve="1">
  <p:cSld name="2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0814875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7457735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7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2"/>
                </a:gs>
                <a:gs pos="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029806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2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0">
                  <a:schemeClr val="accent3"/>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100000">
                  <a:schemeClr val="accent3"/>
                </a:gs>
                <a:gs pos="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4842253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9B4F-E032-7842-81B5-F7DAEF0BD261}"/>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6" name="Slide Number Placeholder 3">
            <a:extLst>
              <a:ext uri="{FF2B5EF4-FFF2-40B4-BE49-F238E27FC236}">
                <a16:creationId xmlns:a16="http://schemas.microsoft.com/office/drawing/2014/main" id="{B7A7A84D-8766-D045-8B74-31B5E18E5185}"/>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177842201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3F30FBA-829C-6D43-A610-2ACFFB45657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291274734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54711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387331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4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608204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5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4594058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5_Title Slide">
    <p:spTree>
      <p:nvGrpSpPr>
        <p:cNvPr id="1" name=""/>
        <p:cNvGrpSpPr/>
        <p:nvPr/>
      </p:nvGrpSpPr>
      <p:grpSpPr>
        <a:xfrm>
          <a:off x="0" y="0"/>
          <a:ext cx="0" cy="0"/>
          <a:chOff x="0" y="0"/>
          <a:chExt cx="0" cy="0"/>
        </a:xfrm>
      </p:grpSpPr>
      <p:sp>
        <p:nvSpPr>
          <p:cNvPr id="18" name="Subtitle 2">
            <a:extLst>
              <a:ext uri="{FF2B5EF4-FFF2-40B4-BE49-F238E27FC236}">
                <a16:creationId xmlns:a16="http://schemas.microsoft.com/office/drawing/2014/main" id="{8DF9EC0C-8D8A-394C-98CB-975B46260778}"/>
              </a:ext>
            </a:extLst>
          </p:cNvPr>
          <p:cNvSpPr>
            <a:spLocks noGrp="1"/>
          </p:cNvSpPr>
          <p:nvPr>
            <p:ph type="subTitle" idx="1"/>
          </p:nvPr>
        </p:nvSpPr>
        <p:spPr>
          <a:xfrm>
            <a:off x="499110" y="5177854"/>
            <a:ext cx="9144000" cy="1655762"/>
          </a:xfrm>
        </p:spPr>
        <p:txBody>
          <a:bodyPr>
            <a:normAutofit/>
          </a:bodyPr>
          <a:lstStyle>
            <a:lvl1pPr marL="0" indent="0" algn="l">
              <a:buNone/>
              <a:defRPr sz="2000">
                <a:solidFill>
                  <a:schemeClr val="bg2"/>
                </a:solidFill>
                <a:latin typeface="Open Sans Light" panose="020B0606030504020204" pitchFamily="34" charset="0"/>
                <a:ea typeface="Open Sans Light" panose="020B0606030504020204" pitchFamily="34" charset="0"/>
                <a:cs typeface="Open Sans Light"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Title 1">
            <a:extLst>
              <a:ext uri="{FF2B5EF4-FFF2-40B4-BE49-F238E27FC236}">
                <a16:creationId xmlns:a16="http://schemas.microsoft.com/office/drawing/2014/main" id="{E6174DF3-85AD-3849-AA29-99B8B3E8F7CA}"/>
              </a:ext>
            </a:extLst>
          </p:cNvPr>
          <p:cNvSpPr>
            <a:spLocks noGrp="1"/>
          </p:cNvSpPr>
          <p:nvPr>
            <p:ph type="ctrTitle"/>
          </p:nvPr>
        </p:nvSpPr>
        <p:spPr>
          <a:xfrm>
            <a:off x="499110" y="4096613"/>
            <a:ext cx="9144000" cy="947129"/>
          </a:xfrm>
        </p:spPr>
        <p:txBody>
          <a:bodyPr anchor="b">
            <a:normAutofit/>
          </a:bodyPr>
          <a:lstStyle>
            <a:lvl1pPr algn="l">
              <a:defRPr sz="4400" b="0">
                <a:solidFill>
                  <a:schemeClr val="bg1"/>
                </a:solidFill>
              </a:defRPr>
            </a:lvl1pPr>
          </a:lstStyle>
          <a:p>
            <a:r>
              <a:rPr lang="en-US"/>
              <a:t>Click to edit Master title style</a:t>
            </a:r>
          </a:p>
        </p:txBody>
      </p:sp>
      <p:sp>
        <p:nvSpPr>
          <p:cNvPr id="7" name="Slide Number Placeholder 3">
            <a:extLst>
              <a:ext uri="{FF2B5EF4-FFF2-40B4-BE49-F238E27FC236}">
                <a16:creationId xmlns:a16="http://schemas.microsoft.com/office/drawing/2014/main" id="{E155D132-6578-874E-A1F5-777D8134DC9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2763255101"/>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343270703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42334851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16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91894826"/>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2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789" t="43946" r="16249" b="16538"/>
          <a:stretch/>
        </p:blipFill>
        <p:spPr>
          <a:xfrm rot="16200000">
            <a:off x="-836593" y="709593"/>
            <a:ext cx="6985000" cy="5311814"/>
          </a:xfrm>
          <a:prstGeom prst="rect">
            <a:avLst/>
          </a:prstGeom>
        </p:spPr>
      </p:pic>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19524634"/>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1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Graphic 5">
            <a:extLst>
              <a:ext uri="{FF2B5EF4-FFF2-40B4-BE49-F238E27FC236}">
                <a16:creationId xmlns:a16="http://schemas.microsoft.com/office/drawing/2014/main" id="{CBC5C1FE-9433-3323-B1CF-97B605AB107E}"/>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768" b="42291"/>
          <a:stretch/>
        </p:blipFill>
        <p:spPr>
          <a:xfrm rot="5400000">
            <a:off x="-1031083" y="1031083"/>
            <a:ext cx="8158166" cy="6096000"/>
          </a:xfrm>
          <a:prstGeom prst="rect">
            <a:avLst/>
          </a:prstGeom>
        </p:spPr>
      </p:pic>
    </p:spTree>
    <p:extLst>
      <p:ext uri="{BB962C8B-B14F-4D97-AF65-F5344CB8AC3E}">
        <p14:creationId xmlns:p14="http://schemas.microsoft.com/office/powerpoint/2010/main" val="1180105894"/>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Graphic 6">
            <a:extLst>
              <a:ext uri="{FF2B5EF4-FFF2-40B4-BE49-F238E27FC236}">
                <a16:creationId xmlns:a16="http://schemas.microsoft.com/office/drawing/2014/main" id="{1D3B9BF0-1660-1AA0-06B5-6DFACF441A07}"/>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9486" b="40030"/>
          <a:stretch/>
        </p:blipFill>
        <p:spPr>
          <a:xfrm rot="5400000">
            <a:off x="-640895" y="640893"/>
            <a:ext cx="8572503" cy="7290717"/>
          </a:xfrm>
          <a:prstGeom prst="rect">
            <a:avLst/>
          </a:prstGeom>
        </p:spPr>
      </p:pic>
    </p:spTree>
    <p:extLst>
      <p:ext uri="{BB962C8B-B14F-4D97-AF65-F5344CB8AC3E}">
        <p14:creationId xmlns:p14="http://schemas.microsoft.com/office/powerpoint/2010/main" val="1438938162"/>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14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 name="Title 1">
            <a:extLst>
              <a:ext uri="{FF2B5EF4-FFF2-40B4-BE49-F238E27FC236}">
                <a16:creationId xmlns:a16="http://schemas.microsoft.com/office/drawing/2014/main" id="{AFB12B21-F03F-768B-78B3-E0856D6D2E36}"/>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D9B1A806-7E4B-7D96-7208-91EBEB909B9A}"/>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1006476"/>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1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accent1">
                  <a:lumMod val="20000"/>
                  <a:lumOff val="80000"/>
                </a:schemeClr>
              </a:gs>
              <a:gs pos="100000">
                <a:schemeClr val="accent1">
                  <a:lumMod val="40000"/>
                  <a:lumOff val="60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0" name="Title 1">
            <a:extLst>
              <a:ext uri="{FF2B5EF4-FFF2-40B4-BE49-F238E27FC236}">
                <a16:creationId xmlns:a16="http://schemas.microsoft.com/office/drawing/2014/main" id="{26B861B8-6461-3BD8-C6E6-DA70B2B2E13F}"/>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1" name="Content Placeholder 2">
            <a:extLst>
              <a:ext uri="{FF2B5EF4-FFF2-40B4-BE49-F238E27FC236}">
                <a16:creationId xmlns:a16="http://schemas.microsoft.com/office/drawing/2014/main" id="{36EF2579-4395-43A2-13FC-857B670C3583}"/>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19048128"/>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481" t="-1" r="30512" b="20969"/>
          <a:stretch/>
        </p:blipFill>
        <p:spPr>
          <a:xfrm>
            <a:off x="6393461" y="-1718316"/>
            <a:ext cx="5798540" cy="7900197"/>
          </a:xfrm>
          <a:prstGeom prst="rect">
            <a:avLst/>
          </a:prstGeom>
        </p:spPr>
      </p:pic>
    </p:spTree>
    <p:extLst>
      <p:ext uri="{BB962C8B-B14F-4D97-AF65-F5344CB8AC3E}">
        <p14:creationId xmlns:p14="http://schemas.microsoft.com/office/powerpoint/2010/main" val="587862144"/>
      </p:ext>
    </p:extLst>
  </p:cSld>
  <p:clrMapOvr>
    <a:overrideClrMapping bg1="lt1" tx1="dk1" bg2="lt2" tx2="dk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C3839F8-3364-3C4E-810A-2FC99C244E37}"/>
              </a:ext>
            </a:extLst>
          </p:cNvPr>
          <p:cNvSpPr/>
          <p:nvPr userDrawn="1"/>
        </p:nvSpPr>
        <p:spPr>
          <a:xfrm>
            <a:off x="0" y="0"/>
            <a:ext cx="12192000" cy="6858000"/>
          </a:xfrm>
          <a:prstGeom prst="rect">
            <a:avLst/>
          </a:prstGeom>
          <a:gradFill>
            <a:gsLst>
              <a:gs pos="9000">
                <a:srgbClr val="F8952F"/>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pic>
        <p:nvPicPr>
          <p:cNvPr id="15" name="Graphic 14">
            <a:extLst>
              <a:ext uri="{FF2B5EF4-FFF2-40B4-BE49-F238E27FC236}">
                <a16:creationId xmlns:a16="http://schemas.microsoft.com/office/drawing/2014/main" id="{DDDEA3E2-E5AD-D14C-B1EB-E632CA3CDBB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2" r="35284" b="18720"/>
          <a:stretch/>
        </p:blipFill>
        <p:spPr>
          <a:xfrm>
            <a:off x="5545394" y="-1638142"/>
            <a:ext cx="6646606" cy="8342359"/>
          </a:xfrm>
          <a:prstGeom prst="rect">
            <a:avLst/>
          </a:prstGeom>
        </p:spPr>
      </p:pic>
    </p:spTree>
    <p:extLst>
      <p:ext uri="{BB962C8B-B14F-4D97-AF65-F5344CB8AC3E}">
        <p14:creationId xmlns:p14="http://schemas.microsoft.com/office/powerpoint/2010/main" val="4146399104"/>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11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1E03BB5-73A0-9740-A5A5-D1CE3064E40F}"/>
              </a:ext>
            </a:extLst>
          </p:cNvPr>
          <p:cNvSpPr/>
          <p:nvPr userDrawn="1"/>
        </p:nvSpPr>
        <p:spPr>
          <a:xfrm>
            <a:off x="0" y="0"/>
            <a:ext cx="12192000" cy="6858000"/>
          </a:xfrm>
          <a:prstGeom prst="rect">
            <a:avLst/>
          </a:prstGeom>
          <a:gradFill>
            <a:gsLst>
              <a:gs pos="0">
                <a:srgbClr val="EE2B7B"/>
              </a:gs>
              <a:gs pos="100000">
                <a:srgbClr val="9E1F63"/>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DCF62D6-5D07-004E-99E2-0014E921AD2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6134" t="10221" r="1" b="18731"/>
          <a:stretch/>
        </p:blipFill>
        <p:spPr>
          <a:xfrm rot="10800000">
            <a:off x="5607255" y="0"/>
            <a:ext cx="6584745" cy="7325222"/>
          </a:xfrm>
          <a:prstGeom prst="rect">
            <a:avLst/>
          </a:prstGeom>
        </p:spPr>
      </p:pic>
    </p:spTree>
    <p:extLst>
      <p:ext uri="{BB962C8B-B14F-4D97-AF65-F5344CB8AC3E}">
        <p14:creationId xmlns:p14="http://schemas.microsoft.com/office/powerpoint/2010/main" val="351233966"/>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obj" preserve="1">
  <p:cSld name="27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1"/>
              </a:gs>
              <a:gs pos="100000">
                <a:srgbClr val="E85A3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96001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obj" preserve="1">
  <p:cSld name="33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800821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type="obj" preserve="1">
  <p:cSld name="34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377647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type="obj" preserve="1">
  <p:cSld name="20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Tree>
    <p:extLst>
      <p:ext uri="{BB962C8B-B14F-4D97-AF65-F5344CB8AC3E}">
        <p14:creationId xmlns:p14="http://schemas.microsoft.com/office/powerpoint/2010/main" val="24313815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1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9" name="Title 1">
            <a:extLst>
              <a:ext uri="{FF2B5EF4-FFF2-40B4-BE49-F238E27FC236}">
                <a16:creationId xmlns:a16="http://schemas.microsoft.com/office/drawing/2014/main" id="{6D41C234-8CDF-C44A-2B85-C29AF0F0E254}"/>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10" name="Content Placeholder 2">
            <a:extLst>
              <a:ext uri="{FF2B5EF4-FFF2-40B4-BE49-F238E27FC236}">
                <a16:creationId xmlns:a16="http://schemas.microsoft.com/office/drawing/2014/main" id="{BF4F5225-44BA-2429-E778-C8E938E7E558}"/>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4881360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2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5" name="Title 1">
            <a:extLst>
              <a:ext uri="{FF2B5EF4-FFF2-40B4-BE49-F238E27FC236}">
                <a16:creationId xmlns:a16="http://schemas.microsoft.com/office/drawing/2014/main" id="{785E208D-C5D8-6524-F56F-4BD1174247A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6" name="Content Placeholder 2">
            <a:extLst>
              <a:ext uri="{FF2B5EF4-FFF2-40B4-BE49-F238E27FC236}">
                <a16:creationId xmlns:a16="http://schemas.microsoft.com/office/drawing/2014/main" id="{3D480F6A-BCEC-25F3-0016-FD136C85234B}"/>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2597136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1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29">
            <a:extLst>
              <a:ext uri="{FF2B5EF4-FFF2-40B4-BE49-F238E27FC236}">
                <a16:creationId xmlns:a16="http://schemas.microsoft.com/office/drawing/2014/main" id="{3483602A-2DCA-F446-B0E9-1DEB2FE3B53A}"/>
              </a:ext>
            </a:extLst>
          </p:cNvPr>
          <p:cNvSpPr/>
          <p:nvPr userDrawn="1"/>
        </p:nvSpPr>
        <p:spPr>
          <a:xfrm rot="16200000">
            <a:off x="7310433" y="1985612"/>
            <a:ext cx="6857999" cy="2905143"/>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520913" y="2191499"/>
            <a:ext cx="6857999" cy="2484185"/>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7" name="Title 1">
            <a:extLst>
              <a:ext uri="{FF2B5EF4-FFF2-40B4-BE49-F238E27FC236}">
                <a16:creationId xmlns:a16="http://schemas.microsoft.com/office/drawing/2014/main" id="{140AC590-A1D0-F2A3-1F1F-FA23ADC0F42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9" name="Content Placeholder 2">
            <a:extLst>
              <a:ext uri="{FF2B5EF4-FFF2-40B4-BE49-F238E27FC236}">
                <a16:creationId xmlns:a16="http://schemas.microsoft.com/office/drawing/2014/main" id="{6DAFB4C4-7DC0-9548-E4FD-02E7BF7EA4DC}"/>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6977416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type="obj" preserve="1">
  <p:cSld name="24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1"/>
              </a:gs>
              <a:gs pos="100000">
                <a:srgbClr val="EF4136"/>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40843666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type="obj" preserve="1">
  <p:cSld name="1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58327761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type="obj" preserve="1">
  <p:cSld name="2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294407987"/>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1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154550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17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2"/>
                </a:gs>
                <a:gs pos="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930208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2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0">
                  <a:schemeClr val="accent3"/>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100000">
                  <a:schemeClr val="accent3"/>
                </a:gs>
                <a:gs pos="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4116291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9B4F-E032-7842-81B5-F7DAEF0BD261}"/>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6" name="Slide Number Placeholder 3">
            <a:extLst>
              <a:ext uri="{FF2B5EF4-FFF2-40B4-BE49-F238E27FC236}">
                <a16:creationId xmlns:a16="http://schemas.microsoft.com/office/drawing/2014/main" id="{B7A7A84D-8766-D045-8B74-31B5E18E5185}"/>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47802565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3F30FBA-829C-6D43-A610-2ACFFB45657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4238988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theme" Target="../theme/theme1.xml"/><Relationship Id="rId41" Type="http://schemas.openxmlformats.org/officeDocument/2006/relationships/image" Target="../media/image1.png"/><Relationship Id="rId42"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slideLayout" Target="../slideLayouts/slideLayout57.xml"/><Relationship Id="rId19" Type="http://schemas.openxmlformats.org/officeDocument/2006/relationships/slideLayout" Target="../slideLayouts/slideLayout58.xml"/><Relationship Id="rId20" Type="http://schemas.openxmlformats.org/officeDocument/2006/relationships/slideLayout" Target="../slideLayouts/slideLayout59.xml"/><Relationship Id="rId21" Type="http://schemas.openxmlformats.org/officeDocument/2006/relationships/slideLayout" Target="../slideLayouts/slideLayout60.xml"/><Relationship Id="rId22" Type="http://schemas.openxmlformats.org/officeDocument/2006/relationships/slideLayout" Target="../slideLayouts/slideLayout61.xml"/><Relationship Id="rId23" Type="http://schemas.openxmlformats.org/officeDocument/2006/relationships/slideLayout" Target="../slideLayouts/slideLayout62.xml"/><Relationship Id="rId24" Type="http://schemas.openxmlformats.org/officeDocument/2006/relationships/slideLayout" Target="../slideLayouts/slideLayout63.xml"/><Relationship Id="rId25" Type="http://schemas.openxmlformats.org/officeDocument/2006/relationships/slideLayout" Target="../slideLayouts/slideLayout64.xml"/><Relationship Id="rId26" Type="http://schemas.openxmlformats.org/officeDocument/2006/relationships/slideLayout" Target="../slideLayouts/slideLayout65.xml"/><Relationship Id="rId27" Type="http://schemas.openxmlformats.org/officeDocument/2006/relationships/slideLayout" Target="../slideLayouts/slideLayout66.xml"/><Relationship Id="rId28" Type="http://schemas.openxmlformats.org/officeDocument/2006/relationships/slideLayout" Target="../slideLayouts/slideLayout67.xml"/><Relationship Id="rId29" Type="http://schemas.openxmlformats.org/officeDocument/2006/relationships/slideLayout" Target="../slideLayouts/slideLayout68.xml"/><Relationship Id="rId30" Type="http://schemas.openxmlformats.org/officeDocument/2006/relationships/slideLayout" Target="../slideLayouts/slideLayout69.xml"/><Relationship Id="rId31" Type="http://schemas.openxmlformats.org/officeDocument/2006/relationships/slideLayout" Target="../slideLayouts/slideLayout70.xml"/><Relationship Id="rId3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51D45D-9934-604D-99B4-7F9FD259C3C4}"/>
              </a:ext>
            </a:extLst>
          </p:cNvPr>
          <p:cNvSpPr>
            <a:spLocks noGrp="1"/>
          </p:cNvSpPr>
          <p:nvPr>
            <p:ph type="title"/>
          </p:nvPr>
        </p:nvSpPr>
        <p:spPr>
          <a:xfrm>
            <a:off x="525019" y="368300"/>
            <a:ext cx="11151044" cy="90011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73DDE4-94D2-5D4A-8196-76F06726BE19}"/>
              </a:ext>
            </a:extLst>
          </p:cNvPr>
          <p:cNvSpPr>
            <a:spLocks noGrp="1"/>
          </p:cNvSpPr>
          <p:nvPr>
            <p:ph type="body" idx="1"/>
          </p:nvPr>
        </p:nvSpPr>
        <p:spPr>
          <a:xfrm>
            <a:off x="525018" y="1449389"/>
            <a:ext cx="11151033" cy="45005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8662BF66-4F9E-8D30-103D-C44E14CD1BAC}"/>
              </a:ext>
            </a:extLst>
          </p:cNvPr>
          <p:cNvGrpSpPr/>
          <p:nvPr userDrawn="1"/>
        </p:nvGrpSpPr>
        <p:grpSpPr>
          <a:xfrm>
            <a:off x="337362" y="6000547"/>
            <a:ext cx="1633336" cy="719658"/>
            <a:chOff x="160202" y="5758079"/>
            <a:chExt cx="2310184" cy="1017881"/>
          </a:xfrm>
        </p:grpSpPr>
        <p:pic>
          <p:nvPicPr>
            <p:cNvPr id="5" name="Picture 4">
              <a:extLst>
                <a:ext uri="{FF2B5EF4-FFF2-40B4-BE49-F238E27FC236}">
                  <a16:creationId xmlns:a16="http://schemas.microsoft.com/office/drawing/2014/main" id="{E7C626DE-394C-4914-C5B2-59BAC8AFA5D0}"/>
                </a:ext>
              </a:extLst>
            </p:cNvPr>
            <p:cNvPicPr>
              <a:picLocks noChangeAspect="1"/>
            </p:cNvPicPr>
            <p:nvPr/>
          </p:nvPicPr>
          <p:blipFill>
            <a:blip r:embed="rId41" cstate="screen">
              <a:extLst>
                <a:ext uri="{28A0092B-C50C-407E-A947-70E740481C1C}">
                  <a14:useLocalDpi xmlns:a14="http://schemas.microsoft.com/office/drawing/2010/main"/>
                </a:ext>
              </a:extLst>
            </a:blip>
            <a:stretch>
              <a:fillRect/>
            </a:stretch>
          </p:blipFill>
          <p:spPr>
            <a:xfrm>
              <a:off x="160202" y="5758079"/>
              <a:ext cx="2198685" cy="1017881"/>
            </a:xfrm>
            <a:prstGeom prst="rect">
              <a:avLst/>
            </a:prstGeom>
          </p:spPr>
        </p:pic>
        <p:cxnSp>
          <p:nvCxnSpPr>
            <p:cNvPr id="6" name="Straight Connector 5">
              <a:extLst>
                <a:ext uri="{FF2B5EF4-FFF2-40B4-BE49-F238E27FC236}">
                  <a16:creationId xmlns:a16="http://schemas.microsoft.com/office/drawing/2014/main" id="{D9B1BCF9-28F7-5132-DF0D-EBA2DF39BA52}"/>
                </a:ext>
              </a:extLst>
            </p:cNvPr>
            <p:cNvCxnSpPr>
              <a:cxnSpLocks/>
            </p:cNvCxnSpPr>
            <p:nvPr/>
          </p:nvCxnSpPr>
          <p:spPr>
            <a:xfrm>
              <a:off x="2470386" y="5980428"/>
              <a:ext cx="0" cy="573181"/>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grpSp>
      <p:pic>
        <p:nvPicPr>
          <p:cNvPr id="7" name="Picture 2" descr="Coal Mining Health &amp; Safety Services | Coal Services">
            <a:extLst>
              <a:ext uri="{FF2B5EF4-FFF2-40B4-BE49-F238E27FC236}">
                <a16:creationId xmlns:a16="http://schemas.microsoft.com/office/drawing/2014/main" id="{4E5A161A-9D63-DE93-630B-CC3C952E7163}"/>
              </a:ext>
            </a:extLst>
          </p:cNvPr>
          <p:cNvPicPr>
            <a:picLocks noChangeAspect="1" noChangeArrowheads="1"/>
          </p:cNvPicPr>
          <p:nvPr userDrawn="1"/>
        </p:nvPicPr>
        <p:blipFill>
          <a:blip r:embed="rId42" cstate="screen">
            <a:extLst>
              <a:ext uri="{28A0092B-C50C-407E-A947-70E740481C1C}">
                <a14:useLocalDpi xmlns:a14="http://schemas.microsoft.com/office/drawing/2010/main"/>
              </a:ext>
            </a:extLst>
          </a:blip>
          <a:srcRect/>
          <a:stretch>
            <a:fillRect/>
          </a:stretch>
        </p:blipFill>
        <p:spPr bwMode="auto">
          <a:xfrm>
            <a:off x="2242624" y="6130926"/>
            <a:ext cx="971104" cy="471791"/>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BEF960E2-91A0-CB6A-A7C3-C045C270FF0D}"/>
              </a:ext>
            </a:extLst>
          </p:cNvPr>
          <p:cNvSpPr txBox="1"/>
          <p:nvPr userDrawn="1"/>
        </p:nvSpPr>
        <p:spPr>
          <a:xfrm>
            <a:off x="7927089" y="6308575"/>
            <a:ext cx="3011070" cy="230832"/>
          </a:xfrm>
          <a:prstGeom prst="rect">
            <a:avLst/>
          </a:prstGeom>
          <a:noFill/>
        </p:spPr>
        <p:txBody>
          <a:bodyPr wrap="square" rtlCol="0" anchor="b">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AU" sz="900">
                <a:latin typeface="Roboto" panose="02000000000000000000" pitchFamily="2" charset="0"/>
                <a:ea typeface="Roboto" panose="02000000000000000000" pitchFamily="2" charset="0"/>
              </a:rPr>
              <a:t>© The Strategy Group 2026. All rights reserved</a:t>
            </a:r>
            <a:r>
              <a:rPr lang="en-AU" sz="800">
                <a:latin typeface="Roboto" panose="02000000000000000000" pitchFamily="2" charset="0"/>
                <a:ea typeface="Roboto" panose="02000000000000000000" pitchFamily="2" charset="0"/>
              </a:rPr>
              <a:t>. </a:t>
            </a:r>
          </a:p>
        </p:txBody>
      </p:sp>
      <p:sp>
        <p:nvSpPr>
          <p:cNvPr id="12" name="Slide Number Placeholder 3">
            <a:extLst>
              <a:ext uri="{FF2B5EF4-FFF2-40B4-BE49-F238E27FC236}">
                <a16:creationId xmlns:a16="http://schemas.microsoft.com/office/drawing/2014/main" id="{7621E0AC-692E-D20F-992A-AF88F018E659}"/>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766684962"/>
      </p:ext>
    </p:extLst>
  </p:cSld>
  <p:clrMap bg1="lt1" tx1="dk1" bg2="lt2" tx2="dk2" accent1="accent1" accent2="accent2" accent3="accent3" accent4="accent4" accent5="accent5" accent6="accent6" hlink="hlink" folHlink="folHlink"/>
  <p:sldLayoutIdLst>
    <p:sldLayoutId id="2147483846" r:id="rId1"/>
    <p:sldLayoutId id="2147483918" r:id="rId2"/>
    <p:sldLayoutId id="2147483919" r:id="rId3"/>
    <p:sldLayoutId id="2147483920" r:id="rId4"/>
    <p:sldLayoutId id="2147483891" r:id="rId5"/>
    <p:sldLayoutId id="2147483926" r:id="rId6"/>
    <p:sldLayoutId id="2147483927" r:id="rId7"/>
    <p:sldLayoutId id="2147483916" r:id="rId8"/>
    <p:sldLayoutId id="2147483917" r:id="rId9"/>
    <p:sldLayoutId id="2147484027" r:id="rId10"/>
    <p:sldLayoutId id="2147484030" r:id="rId11"/>
    <p:sldLayoutId id="2147484046" r:id="rId12"/>
    <p:sldLayoutId id="2147484047" r:id="rId13"/>
    <p:sldLayoutId id="2147484039" r:id="rId14"/>
    <p:sldLayoutId id="2147484043" r:id="rId15"/>
    <p:sldLayoutId id="2147483922" r:id="rId16"/>
    <p:sldLayoutId id="2147483928" r:id="rId17"/>
    <p:sldLayoutId id="2147483929" r:id="rId18"/>
    <p:sldLayoutId id="2147483930" r:id="rId19"/>
    <p:sldLayoutId id="2147483915" r:id="rId20"/>
    <p:sldLayoutId id="2147483912" r:id="rId21"/>
    <p:sldLayoutId id="2147483931" r:id="rId22"/>
    <p:sldLayoutId id="2147483932" r:id="rId23"/>
    <p:sldLayoutId id="2147483933" r:id="rId24"/>
    <p:sldLayoutId id="2147483934" r:id="rId25"/>
    <p:sldLayoutId id="2147483935" r:id="rId26"/>
    <p:sldLayoutId id="2147483936" r:id="rId27"/>
    <p:sldLayoutId id="2147483881" r:id="rId28"/>
    <p:sldLayoutId id="2147483877" r:id="rId29"/>
    <p:sldLayoutId id="2147483910" r:id="rId30"/>
    <p:sldLayoutId id="2147483880" r:id="rId31"/>
    <p:sldLayoutId id="2147483907" r:id="rId32"/>
    <p:sldLayoutId id="2147483874" r:id="rId33"/>
    <p:sldLayoutId id="2147483908" r:id="rId34"/>
    <p:sldLayoutId id="2147483911" r:id="rId35"/>
    <p:sldLayoutId id="2147483913" r:id="rId36"/>
    <p:sldLayoutId id="2147483914" r:id="rId37"/>
    <p:sldLayoutId id="2147483850" r:id="rId38"/>
    <p:sldLayoutId id="2147483851" r:id="rId39"/>
  </p:sldLayoutIdLst>
  <p:hf hdr="0" ftr="0" dt="0"/>
  <p:txStyles>
    <p:titleStyle>
      <a:lvl1pPr algn="l" defTabSz="914400" rtl="0" eaLnBrk="1" latinLnBrk="0" hangingPunct="1">
        <a:lnSpc>
          <a:spcPct val="90000"/>
        </a:lnSpc>
        <a:spcBef>
          <a:spcPct val="0"/>
        </a:spcBef>
        <a:buNone/>
        <a:defRPr sz="2800" kern="1200">
          <a:solidFill>
            <a:schemeClr val="tx1"/>
          </a:solidFill>
          <a:latin typeface="Poppins" pitchFamily="2" charset="77"/>
          <a:ea typeface="+mj-ea"/>
          <a:cs typeface="Poppins"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Poppins Light" panose="00000400000000000000" pitchFamily="2" charset="0"/>
          <a:ea typeface="Lato" panose="020F0502020204030203" pitchFamily="34" charset="0"/>
          <a:cs typeface="Poppins Light" panose="000004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7355" userDrawn="1">
          <p15:clr>
            <a:srgbClr val="F26B43"/>
          </p15:clr>
        </p15:guide>
        <p15:guide id="5"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51D45D-9934-604D-99B4-7F9FD259C3C4}"/>
              </a:ext>
            </a:extLst>
          </p:cNvPr>
          <p:cNvSpPr>
            <a:spLocks noGrp="1"/>
          </p:cNvSpPr>
          <p:nvPr>
            <p:ph type="title"/>
          </p:nvPr>
        </p:nvSpPr>
        <p:spPr>
          <a:xfrm>
            <a:off x="525019" y="368300"/>
            <a:ext cx="11151044" cy="90011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73DDE4-94D2-5D4A-8196-76F06726BE19}"/>
              </a:ext>
            </a:extLst>
          </p:cNvPr>
          <p:cNvSpPr>
            <a:spLocks noGrp="1"/>
          </p:cNvSpPr>
          <p:nvPr>
            <p:ph type="body" idx="1"/>
          </p:nvPr>
        </p:nvSpPr>
        <p:spPr>
          <a:xfrm>
            <a:off x="525018" y="1449389"/>
            <a:ext cx="11151033" cy="45005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65324002"/>
      </p:ext>
    </p:extLst>
  </p:cSld>
  <p:clrMap bg1="lt1" tx1="dk1" bg2="lt2" tx2="dk2" accent1="accent1" accent2="accent2" accent3="accent3" accent4="accent4" accent5="accent5" accent6="accent6" hlink="hlink" folHlink="folHlink"/>
  <p:sldLayoutIdLst>
    <p:sldLayoutId id="2147484049" r:id="rId1"/>
    <p:sldLayoutId id="2147484050" r:id="rId2"/>
    <p:sldLayoutId id="2147484051" r:id="rId3"/>
    <p:sldLayoutId id="2147484052" r:id="rId4"/>
    <p:sldLayoutId id="2147484053" r:id="rId5"/>
    <p:sldLayoutId id="2147484054" r:id="rId6"/>
    <p:sldLayoutId id="2147484055" r:id="rId7"/>
    <p:sldLayoutId id="2147484056" r:id="rId8"/>
    <p:sldLayoutId id="2147484057" r:id="rId9"/>
    <p:sldLayoutId id="2147484058" r:id="rId10"/>
    <p:sldLayoutId id="2147484059" r:id="rId11"/>
    <p:sldLayoutId id="2147484060" r:id="rId12"/>
    <p:sldLayoutId id="2147484061" r:id="rId13"/>
    <p:sldLayoutId id="2147484062" r:id="rId14"/>
    <p:sldLayoutId id="2147484063" r:id="rId15"/>
    <p:sldLayoutId id="2147484064" r:id="rId16"/>
    <p:sldLayoutId id="2147484065" r:id="rId17"/>
    <p:sldLayoutId id="2147484066" r:id="rId18"/>
    <p:sldLayoutId id="2147484067" r:id="rId19"/>
    <p:sldLayoutId id="2147484068" r:id="rId20"/>
    <p:sldLayoutId id="2147484069" r:id="rId21"/>
    <p:sldLayoutId id="2147484070" r:id="rId22"/>
    <p:sldLayoutId id="2147484071" r:id="rId23"/>
    <p:sldLayoutId id="2147484072" r:id="rId24"/>
    <p:sldLayoutId id="2147484073" r:id="rId25"/>
    <p:sldLayoutId id="2147484074" r:id="rId26"/>
    <p:sldLayoutId id="2147484075" r:id="rId27"/>
    <p:sldLayoutId id="2147484076" r:id="rId28"/>
    <p:sldLayoutId id="2147484077" r:id="rId29"/>
    <p:sldLayoutId id="2147484078" r:id="rId30"/>
    <p:sldLayoutId id="2147484079" r:id="rId31"/>
  </p:sldLayoutIdLst>
  <p:hf hdr="0" ftr="0" dt="0"/>
  <p:txStyles>
    <p:titleStyle>
      <a:lvl1pPr algn="l" defTabSz="914400" rtl="0" eaLnBrk="1" latinLnBrk="0" hangingPunct="1">
        <a:lnSpc>
          <a:spcPct val="90000"/>
        </a:lnSpc>
        <a:spcBef>
          <a:spcPct val="0"/>
        </a:spcBef>
        <a:buNone/>
        <a:defRPr sz="2800" kern="1200">
          <a:solidFill>
            <a:schemeClr val="tx1"/>
          </a:solidFill>
          <a:latin typeface="Poppins" pitchFamily="2" charset="77"/>
          <a:ea typeface="+mj-ea"/>
          <a:cs typeface="Poppins"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Poppins Light" panose="00000400000000000000" pitchFamily="2" charset="0"/>
          <a:ea typeface="Lato" panose="020F0502020204030203" pitchFamily="34" charset="0"/>
          <a:cs typeface="Poppins Light" panose="000004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7355">
          <p15:clr>
            <a:srgbClr val="F26B43"/>
          </p15:clr>
        </p15:guide>
        <p15:guide id="5" pos="712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1.jpeg"/><Relationship Id="rId4" Type="http://schemas.openxmlformats.org/officeDocument/2006/relationships/image" Target="../media/image12.png"/><Relationship Id="rId5" Type="http://schemas.openxmlformats.org/officeDocument/2006/relationships/image" Target="../media/image13.svg"/><Relationship Id="rId6" Type="http://schemas.openxmlformats.org/officeDocument/2006/relationships/image" Target="../media/image14.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9.svg"/><Relationship Id="rId4" Type="http://schemas.openxmlformats.org/officeDocument/2006/relationships/image" Target="../media/image30.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11.jpeg"/><Relationship Id="rId4" Type="http://schemas.openxmlformats.org/officeDocument/2006/relationships/image" Target="../media/image12.png"/><Relationship Id="rId5" Type="http://schemas.openxmlformats.org/officeDocument/2006/relationships/image" Target="../media/image13.svg"/><Relationship Id="rId6" Type="http://schemas.openxmlformats.org/officeDocument/2006/relationships/image" Target="../media/image1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EC006-2222-832D-ED3B-9D349F9A757E}"/>
            </a:ext>
          </a:extLst>
        </p:cNvPr>
        <p:cNvGrpSpPr/>
        <p:nvPr/>
      </p:nvGrpSpPr>
      <p:grpSpPr>
        <a:xfrm>
          <a:off x="0" y="0"/>
          <a:ext cx="0" cy="0"/>
          <a:chOff x="0" y="0"/>
          <a:chExt cx="0" cy="0"/>
        </a:xfrm>
      </p:grpSpPr>
      <p:pic>
        <p:nvPicPr>
          <p:cNvPr id="3" name="Picture 2" descr="About Coal Services : A Specialised Health and Safety Scheme">
            <a:extLst>
              <a:ext uri="{FF2B5EF4-FFF2-40B4-BE49-F238E27FC236}">
                <a16:creationId xmlns:a16="http://schemas.microsoft.com/office/drawing/2014/main" id="{958C83BB-9788-1B17-1380-FFBE7D8CC71C}"/>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0" y="-12626"/>
            <a:ext cx="12191437" cy="6883252"/>
          </a:xfrm>
          <a:prstGeom prst="rect">
            <a:avLst/>
          </a:prstGeom>
        </p:spPr>
      </p:pic>
      <p:sp>
        <p:nvSpPr>
          <p:cNvPr id="9" name="Rectangle 8">
            <a:extLst>
              <a:ext uri="{FF2B5EF4-FFF2-40B4-BE49-F238E27FC236}">
                <a16:creationId xmlns:a16="http://schemas.microsoft.com/office/drawing/2014/main" id="{65F5A8F3-97DE-6DF4-DFE7-4AE104686192}"/>
              </a:ext>
            </a:extLst>
          </p:cNvPr>
          <p:cNvSpPr/>
          <p:nvPr/>
        </p:nvSpPr>
        <p:spPr>
          <a:xfrm>
            <a:off x="0" y="0"/>
            <a:ext cx="12191437" cy="6883253"/>
          </a:xfrm>
          <a:prstGeom prst="rect">
            <a:avLst/>
          </a:prstGeom>
          <a:solidFill>
            <a:schemeClr val="tx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Open Sans Light"/>
              <a:ea typeface="+mn-ea"/>
              <a:cs typeface="+mn-cs"/>
            </a:endParaRPr>
          </a:p>
        </p:txBody>
      </p:sp>
      <p:cxnSp>
        <p:nvCxnSpPr>
          <p:cNvPr id="8" name="Straight Connector 7">
            <a:extLst>
              <a:ext uri="{FF2B5EF4-FFF2-40B4-BE49-F238E27FC236}">
                <a16:creationId xmlns:a16="http://schemas.microsoft.com/office/drawing/2014/main" id="{182F0C0E-03BE-4E8A-9218-90A057E7882F}"/>
              </a:ext>
            </a:extLst>
          </p:cNvPr>
          <p:cNvCxnSpPr>
            <a:cxnSpLocks/>
          </p:cNvCxnSpPr>
          <p:nvPr/>
        </p:nvCxnSpPr>
        <p:spPr>
          <a:xfrm>
            <a:off x="599937" y="4292892"/>
            <a:ext cx="916629" cy="0"/>
          </a:xfrm>
          <a:prstGeom prst="line">
            <a:avLst/>
          </a:prstGeom>
          <a:ln w="38100"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13" name="Subtitle 4">
            <a:extLst>
              <a:ext uri="{FF2B5EF4-FFF2-40B4-BE49-F238E27FC236}">
                <a16:creationId xmlns:a16="http://schemas.microsoft.com/office/drawing/2014/main" id="{E01ADEE1-26A6-0660-D47A-861E588A14B5}"/>
              </a:ext>
            </a:extLst>
          </p:cNvPr>
          <p:cNvSpPr>
            <a:spLocks noGrp="1"/>
          </p:cNvSpPr>
          <p:nvPr>
            <p:ph type="subTitle" idx="1"/>
          </p:nvPr>
        </p:nvSpPr>
        <p:spPr>
          <a:xfrm>
            <a:off x="499110" y="4534406"/>
            <a:ext cx="9144000" cy="1655762"/>
          </a:xfrm>
        </p:spPr>
        <p:txBody>
          <a:bodyPr vert="horz" lIns="91440" tIns="45720" rIns="91440" bIns="45720" rtlCol="0" anchor="t">
            <a:normAutofit/>
          </a:bodyPr>
          <a:lstStyle/>
          <a:p>
            <a:pPr>
              <a:lnSpc>
                <a:spcPct val="100000"/>
              </a:lnSpc>
              <a:spcBef>
                <a:spcPts val="0"/>
              </a:spcBef>
              <a:spcAft>
                <a:spcPts val="800"/>
              </a:spcAft>
            </a:pPr>
            <a:r>
              <a:rPr lang="en-GB" sz="1400">
                <a:solidFill>
                  <a:schemeClr val="bg1"/>
                </a:solidFill>
                <a:latin typeface="Poppins" pitchFamily="2" charset="77"/>
                <a:cs typeface="Poppins" pitchFamily="2" charset="77"/>
              </a:rPr>
              <a:t>What the GMT captured on the canvases</a:t>
            </a:r>
          </a:p>
          <a:p>
            <a:pPr>
              <a:lnSpc>
                <a:spcPct val="100000"/>
              </a:lnSpc>
              <a:spcBef>
                <a:spcPts val="0"/>
              </a:spcBef>
              <a:spcAft>
                <a:spcPts val="800"/>
              </a:spcAft>
            </a:pPr>
            <a:r>
              <a:rPr lang="en-GB" sz="1400">
                <a:solidFill>
                  <a:schemeClr val="bg1"/>
                </a:solidFill>
                <a:latin typeface="Poppins" pitchFamily="2" charset="77"/>
                <a:cs typeface="Poppins" pitchFamily="2" charset="77"/>
              </a:rPr>
              <a:t>21 October 2026</a:t>
            </a:r>
          </a:p>
        </p:txBody>
      </p:sp>
      <p:sp>
        <p:nvSpPr>
          <p:cNvPr id="14" name="Title 3">
            <a:extLst>
              <a:ext uri="{FF2B5EF4-FFF2-40B4-BE49-F238E27FC236}">
                <a16:creationId xmlns:a16="http://schemas.microsoft.com/office/drawing/2014/main" id="{39599FE2-127A-BB0A-FB8B-3061EE8581BC}"/>
              </a:ext>
            </a:extLst>
          </p:cNvPr>
          <p:cNvSpPr>
            <a:spLocks noGrp="1"/>
          </p:cNvSpPr>
          <p:nvPr>
            <p:ph type="ctrTitle"/>
          </p:nvPr>
        </p:nvSpPr>
        <p:spPr>
          <a:xfrm>
            <a:off x="499109" y="1653000"/>
            <a:ext cx="9144000" cy="2499699"/>
          </a:xfrm>
        </p:spPr>
        <p:txBody>
          <a:bodyPr>
            <a:normAutofit/>
          </a:bodyPr>
          <a:lstStyle/>
          <a:p>
            <a:pPr>
              <a:lnSpc>
                <a:spcPct val="100000"/>
              </a:lnSpc>
            </a:pPr>
            <a:r>
              <a:rPr lang="en-AU" b="1"/>
              <a:t>Industry Sentiment Scorecard:</a:t>
            </a:r>
            <a:br>
              <a:rPr lang="en-AU" b="1"/>
            </a:br>
            <a:r>
              <a:rPr lang="en-AU" b="1"/>
              <a:t>Workshop Outputs</a:t>
            </a:r>
            <a:endParaRPr lang="en-GB" b="1" noProof="0">
              <a:latin typeface="Poppins" pitchFamily="2" charset="77"/>
              <a:cs typeface="Poppins" pitchFamily="2" charset="77"/>
            </a:endParaRPr>
          </a:p>
        </p:txBody>
      </p:sp>
      <p:pic>
        <p:nvPicPr>
          <p:cNvPr id="16" name="Picture 15">
            <a:extLst>
              <a:ext uri="{FF2B5EF4-FFF2-40B4-BE49-F238E27FC236}">
                <a16:creationId xmlns:a16="http://schemas.microsoft.com/office/drawing/2014/main" id="{0B8E9BD2-09C0-3CE8-32EF-F822B1148CA8}"/>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99519" y="6000382"/>
            <a:ext cx="1572883" cy="726691"/>
          </a:xfrm>
          <a:prstGeom prst="rect">
            <a:avLst/>
          </a:prstGeom>
        </p:spPr>
      </p:pic>
      <p:pic>
        <p:nvPicPr>
          <p:cNvPr id="4" name="Graphic 3">
            <a:extLst>
              <a:ext uri="{FF2B5EF4-FFF2-40B4-BE49-F238E27FC236}">
                <a16:creationId xmlns:a16="http://schemas.microsoft.com/office/drawing/2014/main" id="{A809D29D-F8AA-B053-D0E4-57C0F079C9E6}"/>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8654" t="36592" r="41735" b="22942"/>
          <a:stretch>
            <a:fillRect/>
          </a:stretch>
        </p:blipFill>
        <p:spPr>
          <a:xfrm>
            <a:off x="8130766" y="20202"/>
            <a:ext cx="4060671" cy="3312083"/>
          </a:xfrm>
          <a:prstGeom prst="rect">
            <a:avLst/>
          </a:prstGeom>
        </p:spPr>
      </p:pic>
      <p:pic>
        <p:nvPicPr>
          <p:cNvPr id="19" name="Picture 6">
            <a:extLst>
              <a:ext uri="{FF2B5EF4-FFF2-40B4-BE49-F238E27FC236}">
                <a16:creationId xmlns:a16="http://schemas.microsoft.com/office/drawing/2014/main" id="{15B59517-8ADD-FB27-58CF-D7BFFF0B4F8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99109" y="272505"/>
            <a:ext cx="2156226" cy="1189642"/>
          </a:xfrm>
          <a:prstGeom prst="rect">
            <a:avLst/>
          </a:prstGeom>
        </p:spPr>
      </p:pic>
    </p:spTree>
    <p:extLst>
      <p:ext uri="{BB962C8B-B14F-4D97-AF65-F5344CB8AC3E}">
        <p14:creationId xmlns:p14="http://schemas.microsoft.com/office/powerpoint/2010/main" val="1304384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53 initiatives in one place, </a:t>
            </a:r>
            <a:r>
              <a:rPr lang="en-AU">
                <a:solidFill>
                  <a:schemeClr val="accent3"/>
                </a:solidFill>
              </a:rPr>
              <a:t>and what we share back on each</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graphicFrame>
        <p:nvGraphicFramePr>
          <p:cNvPr id="15" name="Table 14"/>
          <p:cNvGraphicFramePr>
            <a:graphicFrameLocks noGrp="1"/>
          </p:cNvGraphicFramePr>
          <p:nvPr/>
        </p:nvGraphicFramePr>
        <p:xfrm>
          <a:off x="475488" y="1298448"/>
          <a:ext cx="3675888" cy="384048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Pre-mapped and validated</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  </a:t>
                      </a:r>
                      <a:r>
                        <a:rPr sz="750" b="0" i="0">
                          <a:solidFill>
                            <a:srgbClr val="333F4F"/>
                          </a:solidFill>
                          <a:latin typeface="Open Sans"/>
                        </a:rPr>
                        <a:t>CMI Go to Green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rgbClr val="333F4F"/>
                          </a:solidFill>
                          <a:latin typeface="Open Sans"/>
                        </a:rPr>
                        <a:t>Progress</a:t>
                      </a: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  </a:t>
                      </a:r>
                      <a:r>
                        <a:rPr sz="750" b="0" i="0">
                          <a:solidFill>
                            <a:srgbClr val="333F4F"/>
                          </a:solidFill>
                          <a:latin typeface="Open Sans"/>
                        </a:rPr>
                        <a:t>CX uplift (CX measurement framework, service standards)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rgbClr val="333F4F"/>
                          </a:solidFill>
                          <a:latin typeface="Open Sans"/>
                        </a:rPr>
                        <a:t>Awareness</a:t>
                      </a: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  </a:t>
                      </a:r>
                      <a:r>
                        <a:rPr sz="750" b="0" i="0">
                          <a:solidFill>
                            <a:srgbClr val="333F4F"/>
                          </a:solidFill>
                          <a:latin typeface="Open Sans"/>
                        </a:rPr>
                        <a:t>Engagement Strategy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  </a:t>
                      </a:r>
                      <a:r>
                        <a:rPr sz="750" b="0" i="0">
                          <a:solidFill>
                            <a:srgbClr val="333F4F"/>
                          </a:solidFill>
                          <a:latin typeface="Open Sans"/>
                        </a:rPr>
                        <a:t>Complaints and feedback uplift (Bowtie remediation)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  </a:t>
                      </a:r>
                      <a:r>
                        <a:rPr sz="750" b="0" i="0">
                          <a:solidFill>
                            <a:srgbClr val="333F4F"/>
                          </a:solidFill>
                          <a:latin typeface="Open Sans"/>
                        </a:rPr>
                        <a:t>MSOH Customer Reporting Portal</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6  </a:t>
                      </a:r>
                      <a:r>
                        <a:rPr sz="750" b="0" i="0">
                          <a:solidFill>
                            <a:srgbClr val="333F4F"/>
                          </a:solidFill>
                          <a:latin typeface="Open Sans"/>
                        </a:rPr>
                        <a:t>IT Data Strategy and Implementation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CIO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7  </a:t>
                      </a:r>
                      <a:r>
                        <a:rPr sz="750" b="0" i="0">
                          <a:solidFill>
                            <a:srgbClr val="333F4F"/>
                          </a:solidFill>
                          <a:latin typeface="Open Sans"/>
                        </a:rPr>
                        <a:t>IT Records management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CIO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8  </a:t>
                      </a:r>
                      <a:r>
                        <a:rPr sz="750" b="0" i="0">
                          <a:solidFill>
                            <a:srgbClr val="333F4F"/>
                          </a:solidFill>
                          <a:latin typeface="Open Sans"/>
                        </a:rPr>
                        <a:t>CMI Capability uplift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9  </a:t>
                      </a:r>
                      <a:r>
                        <a:rPr sz="750" b="0" i="0">
                          <a:solidFill>
                            <a:srgbClr val="333F4F"/>
                          </a:solidFill>
                          <a:latin typeface="Open Sans"/>
                        </a:rPr>
                        <a:t>Process Excellence capability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10  </a:t>
                      </a:r>
                      <a:r>
                        <a:rPr sz="750" b="0" i="0">
                          <a:solidFill>
                            <a:srgbClr val="333F4F"/>
                          </a:solidFill>
                          <a:latin typeface="Open Sans"/>
                        </a:rPr>
                        <a:t>CSH Mobile Health Units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Capital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11  </a:t>
                      </a:r>
                      <a:r>
                        <a:rPr sz="750" b="0" i="0">
                          <a:solidFill>
                            <a:srgbClr val="333F4F"/>
                          </a:solidFill>
                          <a:latin typeface="Open Sans"/>
                        </a:rPr>
                        <a:t>MRRC Customer service experience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12  </a:t>
                      </a:r>
                      <a:r>
                        <a:rPr sz="750" b="0" i="0">
                          <a:solidFill>
                            <a:srgbClr val="333F4F"/>
                          </a:solidFill>
                          <a:latin typeface="Open Sans"/>
                        </a:rPr>
                        <a:t>CSH Service value review and delivery model (incl. service value model)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13  </a:t>
                      </a:r>
                      <a:r>
                        <a:rPr sz="750" b="0" i="0">
                          <a:solidFill>
                            <a:srgbClr val="333F4F"/>
                          </a:solidFill>
                          <a:latin typeface="Open Sans"/>
                        </a:rPr>
                        <a:t>MR Levy clarity, bang for buck (renamed on the day)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14  </a:t>
                      </a:r>
                      <a:r>
                        <a:rPr sz="750" b="0" i="0">
                          <a:solidFill>
                            <a:srgbClr val="333F4F"/>
                          </a:solidFill>
                          <a:latin typeface="Open Sans"/>
                        </a:rPr>
                        <a:t>MRRC Industry engagement and value to industry</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15  </a:t>
                      </a:r>
                      <a:r>
                        <a:rPr sz="750" b="0" i="0">
                          <a:solidFill>
                            <a:srgbClr val="333F4F"/>
                          </a:solidFill>
                          <a:latin typeface="Open Sans"/>
                        </a:rPr>
                        <a:t>CSS Industry Outlook</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16  </a:t>
                      </a:r>
                      <a:r>
                        <a:rPr sz="750" b="0" i="0">
                          <a:solidFill>
                            <a:srgbClr val="333F4F"/>
                          </a:solidFill>
                          <a:latin typeface="Open Sans"/>
                        </a:rPr>
                        <a:t>Optimise site and service models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COO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17  </a:t>
                      </a:r>
                      <a:r>
                        <a:rPr sz="750" b="0" i="0">
                          <a:solidFill>
                            <a:srgbClr val="333F4F"/>
                          </a:solidFill>
                          <a:latin typeface="Open Sans"/>
                        </a:rPr>
                        <a:t>Call recording and transcribing</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18  </a:t>
                      </a:r>
                      <a:r>
                        <a:rPr sz="750" b="0" i="0">
                          <a:solidFill>
                            <a:srgbClr val="333F4F"/>
                          </a:solidFill>
                          <a:latin typeface="Open Sans"/>
                        </a:rPr>
                        <a:t>Telephony upgrade (part of CMI Go to Green)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bl>
          </a:graphicData>
        </a:graphic>
      </p:graphicFrame>
      <p:graphicFrame>
        <p:nvGraphicFramePr>
          <p:cNvPr id="16" name="Table 15"/>
          <p:cNvGraphicFramePr>
            <a:graphicFrameLocks noGrp="1"/>
          </p:cNvGraphicFramePr>
          <p:nvPr/>
        </p:nvGraphicFramePr>
        <p:xfrm>
          <a:off x="4251959" y="1298448"/>
          <a:ext cx="3675888" cy="384048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 (cont.)</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19  </a:t>
                      </a:r>
                      <a:r>
                        <a:rPr sz="750" b="0" i="0">
                          <a:solidFill>
                            <a:srgbClr val="333F4F"/>
                          </a:solidFill>
                          <a:latin typeface="Open Sans"/>
                        </a:rPr>
                        <a:t>Call abandonment rate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20  </a:t>
                      </a:r>
                      <a:r>
                        <a:rPr sz="750" b="0" i="0">
                          <a:solidFill>
                            <a:srgbClr val="333F4F"/>
                          </a:solidFill>
                          <a:latin typeface="Open Sans"/>
                        </a:rPr>
                        <a:t>Data and reporting taskforce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21  </a:t>
                      </a:r>
                      <a:r>
                        <a:rPr sz="750" b="0" i="0">
                          <a:solidFill>
                            <a:srgbClr val="333F4F"/>
                          </a:solidFill>
                          <a:latin typeface="Open Sans"/>
                        </a:rPr>
                        <a:t>Privacy policy review</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22  </a:t>
                      </a:r>
                      <a:r>
                        <a:rPr sz="750" b="0" i="0">
                          <a:solidFill>
                            <a:srgbClr val="333F4F"/>
                          </a:solidFill>
                          <a:latin typeface="Open Sans"/>
                        </a:rPr>
                        <a:t>Stakeholder engagement plan for all stakeholders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23  </a:t>
                      </a:r>
                      <a:r>
                        <a:rPr sz="750" b="0" i="0">
                          <a:solidFill>
                            <a:srgbClr val="333F4F"/>
                          </a:solidFill>
                          <a:latin typeface="Open Sans"/>
                        </a:rPr>
                        <a:t>Transparency around premiums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24  </a:t>
                      </a:r>
                      <a:r>
                        <a:rPr sz="750" b="0" i="0">
                          <a:solidFill>
                            <a:srgbClr val="333F4F"/>
                          </a:solidFill>
                          <a:latin typeface="Open Sans"/>
                        </a:rPr>
                        <a:t>Legal service standards and target operating model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Legal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25  </a:t>
                      </a:r>
                      <a:r>
                        <a:rPr sz="750" b="0" i="0">
                          <a:solidFill>
                            <a:srgbClr val="333F4F"/>
                          </a:solidFill>
                          <a:latin typeface="Open Sans"/>
                        </a:rPr>
                        <a:t>Operating rhythm (consistency)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26  </a:t>
                      </a:r>
                      <a:r>
                        <a:rPr sz="750" b="0" i="0">
                          <a:solidFill>
                            <a:srgbClr val="333F4F"/>
                          </a:solidFill>
                          <a:latin typeface="Open Sans"/>
                        </a:rPr>
                        <a:t>Payments taskforce: backlog reduction, automation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27  </a:t>
                      </a:r>
                      <a:r>
                        <a:rPr sz="750" b="0" i="0">
                          <a:solidFill>
                            <a:srgbClr val="333F4F"/>
                          </a:solidFill>
                          <a:latin typeface="Open Sans"/>
                        </a:rPr>
                        <a:t>Estimations: process improvement, automation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28  </a:t>
                      </a:r>
                      <a:r>
                        <a:rPr sz="750" b="0" i="0">
                          <a:solidFill>
                            <a:srgbClr val="333F4F"/>
                          </a:solidFill>
                          <a:latin typeface="Open Sans"/>
                        </a:rPr>
                        <a:t>CMI capability: career (?) basics and standards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29  </a:t>
                      </a:r>
                      <a:r>
                        <a:rPr sz="750" b="0" i="0">
                          <a:solidFill>
                            <a:srgbClr val="333F4F"/>
                          </a:solidFill>
                          <a:latin typeface="Open Sans"/>
                        </a:rPr>
                        <a:t>CMI phone answering: fixing the basics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30  </a:t>
                      </a:r>
                      <a:r>
                        <a:rPr sz="750" b="0" i="0">
                          <a:solidFill>
                            <a:srgbClr val="333F4F"/>
                          </a:solidFill>
                          <a:latin typeface="Open Sans"/>
                        </a:rPr>
                        <a:t>Operational group: consistency of processes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31  </a:t>
                      </a:r>
                      <a:r>
                        <a:rPr sz="750" b="0" i="0">
                          <a:solidFill>
                            <a:srgbClr val="333F4F"/>
                          </a:solidFill>
                          <a:latin typeface="Open Sans"/>
                        </a:rPr>
                        <a:t>Customer understanding in onboarding, induction, recruitment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32  </a:t>
                      </a:r>
                      <a:r>
                        <a:rPr sz="750" b="0" i="0">
                          <a:solidFill>
                            <a:srgbClr val="333F4F"/>
                          </a:solidFill>
                          <a:latin typeface="Open Sans"/>
                        </a:rPr>
                        <a:t>Health Standards: standardised decisions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rgbClr val="333F4F"/>
                          </a:solidFill>
                          <a:latin typeface="Open Sans"/>
                        </a:rPr>
                        <a:t>Awareness</a:t>
                      </a: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33  </a:t>
                      </a:r>
                      <a:r>
                        <a:rPr sz="750" b="0" i="0">
                          <a:solidFill>
                            <a:srgbClr val="333F4F"/>
                          </a:solidFill>
                          <a:latin typeface="Open Sans"/>
                        </a:rPr>
                        <a:t>Processing timeframes KPIs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34  </a:t>
                      </a:r>
                      <a:r>
                        <a:rPr sz="750" b="0" i="0">
                          <a:solidFill>
                            <a:srgbClr val="333F4F"/>
                          </a:solidFill>
                          <a:latin typeface="Open Sans"/>
                        </a:rPr>
                        <a:t>Order 45: mitigating variance between doctors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35  </a:t>
                      </a:r>
                      <a:r>
                        <a:rPr sz="750" b="0" i="0">
                          <a:solidFill>
                            <a:srgbClr val="333F4F"/>
                          </a:solidFill>
                          <a:latin typeface="Open Sans"/>
                        </a:rPr>
                        <a:t>CMI TOM, incl. regional manager spans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36  </a:t>
                      </a:r>
                      <a:r>
                        <a:rPr sz="750" b="0" i="0">
                          <a:solidFill>
                            <a:srgbClr val="333F4F"/>
                          </a:solidFill>
                          <a:latin typeface="Open Sans"/>
                        </a:rPr>
                        <a:t>Consistent MRS experience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37  </a:t>
                      </a:r>
                      <a:r>
                        <a:rPr sz="750" b="0" i="0">
                          <a:solidFill>
                            <a:srgbClr val="333F4F"/>
                          </a:solidFill>
                          <a:latin typeface="Open Sans"/>
                        </a:rPr>
                        <a:t>AI assistance to improve language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bl>
          </a:graphicData>
        </a:graphic>
      </p:graphicFrame>
      <p:graphicFrame>
        <p:nvGraphicFramePr>
          <p:cNvPr id="17" name="Table 16"/>
          <p:cNvGraphicFramePr>
            <a:graphicFrameLocks noGrp="1"/>
          </p:cNvGraphicFramePr>
          <p:nvPr/>
        </p:nvGraphicFramePr>
        <p:xfrm>
          <a:off x="8028431" y="1298448"/>
          <a:ext cx="3675888" cy="347472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 (cont.)</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38  </a:t>
                      </a:r>
                      <a:r>
                        <a:rPr sz="750" b="0" i="0">
                          <a:solidFill>
                            <a:srgbClr val="333F4F"/>
                          </a:solidFill>
                          <a:latin typeface="Open Sans"/>
                        </a:rPr>
                        <a:t>Order reviews 34, 40 and 42</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39  </a:t>
                      </a:r>
                      <a:r>
                        <a:rPr sz="750" b="0" i="0">
                          <a:solidFill>
                            <a:srgbClr val="333F4F"/>
                          </a:solidFill>
                          <a:latin typeface="Open Sans"/>
                        </a:rPr>
                        <a:t>Cost to serve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40  </a:t>
                      </a:r>
                      <a:r>
                        <a:rPr sz="750" b="0" i="0">
                          <a:solidFill>
                            <a:srgbClr val="333F4F"/>
                          </a:solidFill>
                          <a:latin typeface="Open Sans"/>
                        </a:rPr>
                        <a:t>Stakeholder map</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41  </a:t>
                      </a:r>
                      <a:r>
                        <a:rPr sz="750" b="0" i="0">
                          <a:solidFill>
                            <a:srgbClr val="333F4F"/>
                          </a:solidFill>
                          <a:latin typeface="Open Sans"/>
                        </a:rPr>
                        <a:t>Internal and external comms review</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42  </a:t>
                      </a:r>
                      <a:r>
                        <a:rPr sz="750" b="0" i="0">
                          <a:solidFill>
                            <a:srgbClr val="333F4F"/>
                          </a:solidFill>
                          <a:latin typeface="Open Sans"/>
                        </a:rPr>
                        <a:t>Impact of sharing performance data</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rgbClr val="333F4F"/>
                          </a:solidFill>
                          <a:latin typeface="Open Sans"/>
                        </a:rPr>
                        <a:t>Result</a:t>
                      </a:r>
                      <a:endParaRPr sz="700" lang="en-AU"/>
                    </a:p>
                  </a:txBody>
                  <a:tcPr marL="45720" marR="45720" marT="9144" marB="9144" anchor="ctr">
                    <a:solidFill>
                      <a:srgbClr val="FFFFFF"/>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New ideas (what else do we need to do?)</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43  </a:t>
                      </a:r>
                      <a:r>
                        <a:rPr sz="750" b="0" i="0">
                          <a:solidFill>
                            <a:srgbClr val="333F4F"/>
                          </a:solidFill>
                          <a:latin typeface="Open Sans"/>
                        </a:rPr>
                        <a:t>Customer-centricity workstream in transformation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44  </a:t>
                      </a:r>
                      <a:r>
                        <a:rPr sz="750" b="0" i="0">
                          <a:solidFill>
                            <a:srgbClr val="333F4F"/>
                          </a:solidFill>
                          <a:latin typeface="Open Sans"/>
                        </a:rPr>
                        <a:t>Define what good looks like for customers (design principles)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45  </a:t>
                      </a:r>
                      <a:r>
                        <a:rPr sz="750" b="0" i="0">
                          <a:solidFill>
                            <a:srgbClr val="333F4F"/>
                          </a:solidFill>
                          <a:latin typeface="Open Sans"/>
                        </a:rPr>
                        <a:t>Coal Services app: access to services, comms channel</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46  </a:t>
                      </a:r>
                      <a:r>
                        <a:rPr sz="750" b="0" i="0">
                          <a:solidFill>
                            <a:srgbClr val="333F4F"/>
                          </a:solidFill>
                          <a:latin typeface="Open Sans"/>
                        </a:rPr>
                        <a:t>Account managers across BUs, business wide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47  </a:t>
                      </a:r>
                      <a:r>
                        <a:rPr sz="750" b="0" i="0">
                          <a:solidFill>
                            <a:srgbClr val="333F4F"/>
                          </a:solidFill>
                          <a:latin typeface="Open Sans"/>
                        </a:rPr>
                        <a:t>Single point of contact for employers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48  </a:t>
                      </a:r>
                      <a:r>
                        <a:rPr sz="750" b="0" i="0">
                          <a:solidFill>
                            <a:srgbClr val="333F4F"/>
                          </a:solidFill>
                          <a:latin typeface="Open Sans"/>
                        </a:rPr>
                        <a:t>Holistic view of key businesses (all data in one place)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49  </a:t>
                      </a:r>
                      <a:r>
                        <a:rPr sz="750" b="0" i="0">
                          <a:solidFill>
                            <a:srgbClr val="333F4F"/>
                          </a:solidFill>
                          <a:latin typeface="Open Sans"/>
                        </a:rPr>
                        <a:t>Coal Services premium clarity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50  </a:t>
                      </a:r>
                      <a:r>
                        <a:rPr sz="750" b="0" i="0">
                          <a:solidFill>
                            <a:srgbClr val="333F4F"/>
                          </a:solidFill>
                          <a:latin typeface="Open Sans"/>
                        </a:rPr>
                        <a:t>CRM and visibility</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51  </a:t>
                      </a:r>
                      <a:r>
                        <a:rPr sz="750" b="0" i="0">
                          <a:solidFill>
                            <a:srgbClr val="333F4F"/>
                          </a:solidFill>
                          <a:latin typeface="Open Sans"/>
                        </a:rPr>
                        <a:t>Gated website content (policyholder space)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52  </a:t>
                      </a:r>
                      <a:r>
                        <a:rPr sz="750" b="0" i="0">
                          <a:solidFill>
                            <a:srgbClr val="333F4F"/>
                          </a:solidFill>
                          <a:latin typeface="Open Sans"/>
                        </a:rPr>
                        <a:t>Internal stakeholder forums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53  </a:t>
                      </a:r>
                      <a:r>
                        <a:rPr sz="750" b="0" i="0">
                          <a:solidFill>
                            <a:srgbClr val="333F4F"/>
                          </a:solidFill>
                          <a:latin typeface="Open Sans"/>
                        </a:rPr>
                        <a:t>Language to customers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bl>
          </a:graphicData>
        </a:graphic>
      </p:graphicFrame>
      <p:sp>
        <p:nvSpPr>
          <p:cNvPr id="18" name="TextBox 17"/>
          <p:cNvSpPr txBox="1"/>
          <p:nvPr/>
        </p:nvSpPr>
        <p:spPr>
          <a:xfrm>
            <a:off x="566928" y="6144768"/>
            <a:ext cx="11064240" cy="502920"/>
          </a:xfrm>
          <a:prstGeom prst="rect">
            <a:avLst/>
          </a:prstGeom>
          <a:noFill/>
        </p:spPr>
        <p:txBody>
          <a:bodyPr wrap="square" anchor="t" lIns="0" tIns="0" rIns="0" bIns="0">
            <a:spAutoFit/>
          </a:bodyPr>
          <a:lstStyle/>
          <a:p>
            <a:pPr algn="l">
              <a:lnSpc>
                <a:spcPct val="100000"/>
              </a:lnSpc>
              <a:spcAft>
                <a:spcPts val="0"/>
              </a:spcAft>
            </a:pPr>
            <a:r>
              <a:rPr sz="800" b="1" i="0">
                <a:solidFill>
                  <a:srgbClr val="445469"/>
                </a:solidFill>
                <a:latin typeface="Open Sans"/>
              </a:rPr>
              <a:t>Theme: </a:t>
            </a:r>
            <a:r>
              <a:rPr sz="800" b="1" i="0">
                <a:solidFill>
                  <a:schemeClr val="accent3"/>
                </a:solidFill>
                <a:latin typeface="Open Sans"/>
              </a:rPr>
              <a:t>1 Trust &amp; Transparency</a:t>
            </a:r>
            <a:r>
              <a:rPr sz="800" b="1" i="0">
                <a:solidFill>
                  <a:schemeClr val="accent1"/>
                </a:solidFill>
                <a:latin typeface="Open Sans"/>
              </a:rPr>
              <a:t>   2 Service Experience &amp; Consistency</a:t>
            </a:r>
            <a:r>
              <a:rPr sz="800" b="1" i="0">
                <a:solidFill>
                  <a:schemeClr val="accent2"/>
                </a:solidFill>
                <a:latin typeface="Open Sans"/>
              </a:rPr>
              <a:t>   3 Value &amp; Stakeholder Confidence</a:t>
            </a:r>
            <a:r>
              <a:rPr sz="800" b="0" i="1">
                <a:solidFill>
                  <a:srgbClr val="445469"/>
                </a:solidFill>
                <a:latin typeface="Open Sans"/>
              </a:rPr>
              <a:t>.   Flag ✓ = raised in ‘How will we share progress?’.   Share back = progress, awareness or result, where the stickies make it clear. Blank = to decide.</a:t>
            </a:r>
          </a:p>
          <a:p>
            <a:pPr algn="l">
              <a:lnSpc>
                <a:spcPct val="100000"/>
              </a:lnSpc>
              <a:spcAft>
                <a:spcPts val="0"/>
              </a:spcAft>
            </a:pPr>
            <a:r>
              <a:rPr sz="800" b="0" i="1">
                <a:solidFill>
                  <a:srgbClr val="445469"/>
                </a:solidFill>
                <a:latin typeface="Open Sans"/>
              </a:rPr>
              <a:t>Still open from the canvases: What does our change management process involve? Where do the health surveillance levels sit? Beth / Brooke to provide detail for A2C (?), CMI capability and process.</a:t>
            </a:r>
          </a:p>
        </p:txBody>
      </p:sp>
    </p:spTree>
    <p:extLst>
      <p:ext uri="{BB962C8B-B14F-4D97-AF65-F5344CB8AC3E}">
        <p14:creationId xmlns:p14="http://schemas.microsoft.com/office/powerpoint/2010/main" val="12951432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How we share progress: </a:t>
            </a:r>
            <a:r>
              <a:rPr lang="en-AU">
                <a:solidFill>
                  <a:schemeClr val="accent3"/>
                </a:solidFill>
              </a:rPr>
              <a:t>who hears from us, how, and what we tell them</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31" name="Station card 283">
            <a:extLst>
              <a:ext uri="{FF2B5EF4-FFF2-40B4-BE49-F238E27FC236}">
                <a16:creationId xmlns:a16="http://schemas.microsoft.com/office/drawing/2014/main" id="{027D4290-AAD8-2570-17D5-516E96C2F6A1}"/>
              </a:ext>
            </a:extLst>
          </p:cNvPr>
          <p:cNvSpPr/>
          <p:nvPr/>
        </p:nvSpPr>
        <p:spPr>
          <a:xfrm>
            <a:off x="56692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2" name="Number 284">
            <a:extLst>
              <a:ext uri="{FF2B5EF4-FFF2-40B4-BE49-F238E27FC236}">
                <a16:creationId xmlns:a16="http://schemas.microsoft.com/office/drawing/2014/main" id="{A6FE2792-B799-F81A-0971-368459D6801D}"/>
              </a:ext>
            </a:extLst>
          </p:cNvPr>
          <p:cNvSpPr/>
          <p:nvPr/>
        </p:nvSpPr>
        <p:spPr>
          <a:xfrm>
            <a:off x="74357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33" name="Station card 289">
            <a:extLst>
              <a:ext uri="{FF2B5EF4-FFF2-40B4-BE49-F238E27FC236}">
                <a16:creationId xmlns:a16="http://schemas.microsoft.com/office/drawing/2014/main" id="{31BD92FE-D688-BB83-E32F-F90CF63D7862}"/>
              </a:ext>
            </a:extLst>
          </p:cNvPr>
          <p:cNvSpPr/>
          <p:nvPr/>
        </p:nvSpPr>
        <p:spPr>
          <a:xfrm>
            <a:off x="431596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4" name="Number 290">
            <a:extLst>
              <a:ext uri="{FF2B5EF4-FFF2-40B4-BE49-F238E27FC236}">
                <a16:creationId xmlns:a16="http://schemas.microsoft.com/office/drawing/2014/main" id="{AAA2BF19-1A7C-C4FE-CAA4-61CB2E457BB3}"/>
              </a:ext>
            </a:extLst>
          </p:cNvPr>
          <p:cNvSpPr/>
          <p:nvPr/>
        </p:nvSpPr>
        <p:spPr>
          <a:xfrm>
            <a:off x="449261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35" name="Station card 295">
            <a:extLst>
              <a:ext uri="{FF2B5EF4-FFF2-40B4-BE49-F238E27FC236}">
                <a16:creationId xmlns:a16="http://schemas.microsoft.com/office/drawing/2014/main" id="{6C649078-D520-DF56-C5B2-F438E7BDE54E}"/>
              </a:ext>
            </a:extLst>
          </p:cNvPr>
          <p:cNvSpPr/>
          <p:nvPr/>
        </p:nvSpPr>
        <p:spPr>
          <a:xfrm>
            <a:off x="806500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6" name="Number 296">
            <a:extLst>
              <a:ext uri="{FF2B5EF4-FFF2-40B4-BE49-F238E27FC236}">
                <a16:creationId xmlns:a16="http://schemas.microsoft.com/office/drawing/2014/main" id="{C764D39E-CC52-75A5-80D3-623C704358B2}"/>
              </a:ext>
            </a:extLst>
          </p:cNvPr>
          <p:cNvSpPr/>
          <p:nvPr/>
        </p:nvSpPr>
        <p:spPr>
          <a:xfrm>
            <a:off x="824165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25" name="Purpose 103">
            <a:extLst>
              <a:ext uri="{FF2B5EF4-FFF2-40B4-BE49-F238E27FC236}">
                <a16:creationId xmlns:a16="http://schemas.microsoft.com/office/drawing/2014/main" id="{919FA0D1-ED11-5FB2-C59C-1251A540210B}"/>
              </a:ext>
            </a:extLst>
          </p:cNvPr>
          <p:cNvSpPr txBox="1"/>
          <p:nvPr/>
        </p:nvSpPr>
        <p:spPr>
          <a:xfrm>
            <a:off x="1504704" y="1783080"/>
            <a:ext cx="2491224"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Who Needs To Hear From Us?</a:t>
            </a:r>
          </a:p>
        </p:txBody>
      </p:sp>
      <p:sp>
        <p:nvSpPr>
          <p:cNvPr id="26" name="Purpose 103">
            <a:extLst>
              <a:ext uri="{FF2B5EF4-FFF2-40B4-BE49-F238E27FC236}">
                <a16:creationId xmlns:a16="http://schemas.microsoft.com/office/drawing/2014/main" id="{91EFF386-D016-C34B-72F2-B19AA12156F3}"/>
              </a:ext>
            </a:extLst>
          </p:cNvPr>
          <p:cNvSpPr txBox="1"/>
          <p:nvPr/>
        </p:nvSpPr>
        <p:spPr>
          <a:xfrm>
            <a:off x="5269937" y="1783080"/>
            <a:ext cx="2447762"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Through What Mechanisms?</a:t>
            </a:r>
          </a:p>
        </p:txBody>
      </p:sp>
      <p:sp>
        <p:nvSpPr>
          <p:cNvPr id="27" name="Purpose 103">
            <a:extLst>
              <a:ext uri="{FF2B5EF4-FFF2-40B4-BE49-F238E27FC236}">
                <a16:creationId xmlns:a16="http://schemas.microsoft.com/office/drawing/2014/main" id="{118BD308-C111-4864-C143-FF223BDAF2BD}"/>
              </a:ext>
            </a:extLst>
          </p:cNvPr>
          <p:cNvSpPr txBox="1"/>
          <p:nvPr/>
        </p:nvSpPr>
        <p:spPr>
          <a:xfrm>
            <a:off x="9011132" y="1783080"/>
            <a:ext cx="2489044"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What Should We Regularly Communicate?</a:t>
            </a:r>
          </a:p>
        </p:txBody>
      </p:sp>
      <p:sp>
        <p:nvSpPr>
          <p:cNvPr id="28" name="Purpose 103">
            <a:extLst>
              <a:ext uri="{FF2B5EF4-FFF2-40B4-BE49-F238E27FC236}">
                <a16:creationId xmlns:a16="http://schemas.microsoft.com/office/drawing/2014/main" id="{FF51DCB6-40C2-D1B4-4949-4DA312CDCEED}"/>
              </a:ext>
            </a:extLst>
          </p:cNvPr>
          <p:cNvSpPr txBox="1"/>
          <p:nvPr/>
        </p:nvSpPr>
        <p:spPr>
          <a:xfrm>
            <a:off x="8350482" y="2670048"/>
            <a:ext cx="3271475" cy="3200400"/>
          </a:xfrm>
          <a:prstGeom prst="rect">
            <a:avLst/>
          </a:prstGeom>
          <a:noFill/>
          <a:ln>
            <a:noFill/>
          </a:ln>
        </p:spPr>
        <p:txBody>
          <a:bodyPr wrap="square" lIns="0" tIns="0" rIns="0" bIns="0" rtlCol="0" anchor="t">
            <a:noAutofit/>
          </a:bodyPr>
          <a:lstStyle/>
          <a:p>
            <a:pPr marL="0" indent="0">
              <a:spcBef>
                <a:spcPts val="0"/>
              </a:spcBef>
              <a:spcAft>
                <a:spcPts val="1000"/>
              </a:spcAft>
              <a:buNone/>
            </a:pPr>
            <a:r>
              <a:rPr sz="800" b="1">
                <a:solidFill>
                  <a:schemeClr val="accent3"/>
                </a:solidFill>
                <a:latin typeface="Poppins SemiBold"/>
              </a:rPr>
              <a:t>Content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The pain points, what we’ve done and what’s to come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Updates on what’s been done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Promises mapped to outcomes and deliveries, and priorities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Service standards, incl. CSH Health Standards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Our processes, up front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Limits of liability for health appointments and certificates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Order 45 consultation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The plan and lessons learned with CMI</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Bowtie complaints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Transparency of $$$</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Reports with outstanding (?) data</a:t>
            </a:r>
          </a:p>
          <a:p>
            <a:pPr marL="0" indent="0">
              <a:spcBef>
                <a:spcPts val="0"/>
              </a:spcBef>
              <a:spcAft>
                <a:spcPts val="1000"/>
              </a:spcAft>
              <a:buNone/>
            </a:pPr>
            <a:r>
              <a:rPr sz="800" b="1">
                <a:solidFill>
                  <a:schemeClr val="accent3"/>
                </a:solidFill>
                <a:latin typeface="Poppins SemiBold"/>
              </a:rPr>
              <a:t>How we say it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Honesty and transparency</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Give them the opportunity to talk it through</a:t>
            </a:r>
          </a:p>
        </p:txBody>
      </p:sp>
      <p:sp>
        <p:nvSpPr>
          <p:cNvPr id="29" name="Purpose 103">
            <a:extLst>
              <a:ext uri="{FF2B5EF4-FFF2-40B4-BE49-F238E27FC236}">
                <a16:creationId xmlns:a16="http://schemas.microsoft.com/office/drawing/2014/main" id="{09F7ECE5-41FB-3BB3-1760-BFF3D8B27262}"/>
              </a:ext>
            </a:extLst>
          </p:cNvPr>
          <p:cNvSpPr txBox="1"/>
          <p:nvPr/>
        </p:nvSpPr>
        <p:spPr>
          <a:xfrm>
            <a:off x="4636557" y="2670048"/>
            <a:ext cx="3108412" cy="3200400"/>
          </a:xfrm>
          <a:prstGeom prst="rect">
            <a:avLst/>
          </a:prstGeom>
          <a:noFill/>
          <a:ln>
            <a:noFill/>
          </a:ln>
        </p:spPr>
        <p:txBody>
          <a:bodyPr wrap="square" lIns="0" tIns="0" rIns="0" bIns="0" rtlCol="0" anchor="t">
            <a:noAutofit/>
          </a:bodyPr>
          <a:lstStyle/>
          <a:p>
            <a:pPr marL="0" indent="0">
              <a:spcBef>
                <a:spcPts val="0"/>
              </a:spcBef>
              <a:spcAft>
                <a:spcPts val="1000"/>
              </a:spcAft>
              <a:buNone/>
            </a:pPr>
            <a:r>
              <a:rPr sz="800" b="1">
                <a:solidFill>
                  <a:schemeClr val="accent3"/>
                </a:solidFill>
                <a:latin typeface="Poppins SemiBold"/>
              </a:rPr>
              <a:t>Raised on the canvases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1:1 meetings with Angela, for trust building</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Monthly escalations with MC</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Large exec group meeting</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 key liaison for MEU and MC as the main point of contact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Monthly newsletter to workers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Clearer access to info, e.g. website</a:t>
            </a:r>
          </a:p>
          <a:p>
            <a:pPr marL="0" indent="0">
              <a:spcBef>
                <a:spcPts val="0"/>
              </a:spcBef>
              <a:spcAft>
                <a:spcPts val="1000"/>
              </a:spcAft>
              <a:buNone/>
            </a:pPr>
            <a:r>
              <a:rPr sz="800" b="1">
                <a:solidFill>
                  <a:schemeClr val="accent3"/>
                </a:solidFill>
                <a:latin typeface="Poppins SemiBold"/>
              </a:rPr>
              <a:t>Raised as new ideas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Coal Services app as a comms channel</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Gated website content (policyholder space)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Internal stakeholder forums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Account managers across BUs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Single point of contact for employers</a:t>
            </a:r>
          </a:p>
        </p:txBody>
      </p:sp>
      <p:sp>
        <p:nvSpPr>
          <p:cNvPr id="30" name="Purpose 103">
            <a:extLst>
              <a:ext uri="{FF2B5EF4-FFF2-40B4-BE49-F238E27FC236}">
                <a16:creationId xmlns:a16="http://schemas.microsoft.com/office/drawing/2014/main" id="{0946C5DB-D1C9-0097-8E38-EF4835393A18}"/>
              </a:ext>
            </a:extLst>
          </p:cNvPr>
          <p:cNvSpPr txBox="1"/>
          <p:nvPr/>
        </p:nvSpPr>
        <p:spPr>
          <a:xfrm>
            <a:off x="855518" y="2670048"/>
            <a:ext cx="3271475" cy="3200400"/>
          </a:xfrm>
          <a:prstGeom prst="rect">
            <a:avLst/>
          </a:prstGeom>
          <a:noFill/>
          <a:ln>
            <a:noFill/>
          </a:ln>
        </p:spPr>
        <p:txBody>
          <a:bodyPr wrap="square" lIns="0" tIns="0" rIns="0" bIns="0" rtlCol="0" anchor="t">
            <a:noAutofit/>
          </a:bodyPr>
          <a:lstStyle/>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MC working group, maintaining the level of interaction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MEU working group</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MEU and MC, through a key liaison during transformation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Workers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Employers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Policyholders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Internal stakeholders</a:t>
            </a:r>
          </a:p>
          <a:p>
            <a:pPr marL="0" indent="0">
              <a:spcBef>
                <a:spcPts val="0"/>
              </a:spcBef>
              <a:spcAft>
                <a:spcPts val="1000"/>
              </a:spcAft>
              <a:buNone/>
            </a:pPr>
            <a:r>
              <a:rPr sz="800" b="1">
                <a:solidFill>
                  <a:schemeClr val="accent3"/>
                </a:solidFill>
                <a:latin typeface="Poppins SemiBold"/>
              </a:rPr>
              <a:t>How it is decided</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Cascaded and directed by Coal Services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 stakeholder map directs who gets what</a:t>
            </a:r>
          </a:p>
        </p:txBody>
      </p:sp>
      <p:pic>
        <p:nvPicPr>
          <p:cNvPr id="38" name="Graphic 37" descr="Meeting with solid fill">
            <a:extLst>
              <a:ext uri="{FF2B5EF4-FFF2-40B4-BE49-F238E27FC236}">
                <a16:creationId xmlns:a16="http://schemas.microsoft.com/office/drawing/2014/main" id="{901555E5-A5ED-DA1D-C4EA-B894B439D4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6957" y="1892807"/>
            <a:ext cx="513311" cy="513311"/>
          </a:xfrm>
          <a:prstGeom prst="rect">
            <a:avLst/>
          </a:prstGeom>
        </p:spPr>
      </p:pic>
      <p:pic>
        <p:nvPicPr>
          <p:cNvPr id="40" name="Graphic 39" descr="Megaphone with solid fill">
            <a:extLst>
              <a:ext uri="{FF2B5EF4-FFF2-40B4-BE49-F238E27FC236}">
                <a16:creationId xmlns:a16="http://schemas.microsoft.com/office/drawing/2014/main" id="{F6A5C5CD-214C-DB5E-A606-E054184C25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4928" y="1892807"/>
            <a:ext cx="466409" cy="466409"/>
          </a:xfrm>
          <a:prstGeom prst="rect">
            <a:avLst/>
          </a:prstGeom>
        </p:spPr>
      </p:pic>
      <p:pic>
        <p:nvPicPr>
          <p:cNvPr id="42" name="Graphic 41" descr="Comment Add with solid fill">
            <a:extLst>
              <a:ext uri="{FF2B5EF4-FFF2-40B4-BE49-F238E27FC236}">
                <a16:creationId xmlns:a16="http://schemas.microsoft.com/office/drawing/2014/main" id="{CC77842C-F821-583E-7876-3881105EE7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03070" y="1892807"/>
            <a:ext cx="511564" cy="511564"/>
          </a:xfrm>
          <a:prstGeom prst="rect">
            <a:avLst/>
          </a:prstGeom>
        </p:spPr>
      </p:pic>
      <p:sp>
        <p:nvSpPr>
          <p:cNvPr id="43" name="Station card 283">
            <a:extLst>
              <a:ext uri="{FF2B5EF4-FFF2-40B4-BE49-F238E27FC236}">
                <a16:creationId xmlns:a16="http://schemas.microsoft.com/office/drawing/2014/main" id="{793A1D7F-68C0-5D7A-E779-85C9897C9422}"/>
              </a:ext>
            </a:extLst>
          </p:cNvPr>
          <p:cNvSpPr/>
          <p:nvPr/>
        </p:nvSpPr>
        <p:spPr>
          <a:xfrm>
            <a:off x="562905" y="6053328"/>
            <a:ext cx="11059052" cy="566928"/>
          </a:xfrm>
          <a:prstGeom prst="rect">
            <a:avLst/>
          </a:prstGeom>
          <a:solidFill>
            <a:schemeClr val="accent6"/>
          </a:solidFill>
          <a:ln>
            <a:noFill/>
          </a:ln>
        </p:spPr>
        <p:txBody>
          <a:bodyPr wrap="square" lIns="0" tIns="0" rIns="0" bIns="0" rtlCol="0" anchor="ctr">
            <a:noAutofit/>
          </a:bodyPr>
          <a:lstStyle/>
          <a:p>
            <a:pPr algn="ctr"/>
            <a:r>
              <a:rPr lang="en-AU">
                <a:solidFill>
                  <a:schemeClr val="bg1"/>
                </a:solidFill>
                <a:latin typeface="Poppins SemiBold" pitchFamily="2" charset="0"/>
                <a:cs typeface="Poppins SemiBold" pitchFamily="2" charset="0"/>
              </a:rPr>
              <a:t>NEXT: shape these into a simple quarterly stakeholder engagement framework</a:t>
            </a:r>
          </a:p>
        </p:txBody>
      </p:sp>
    </p:spTree>
    <p:extLst>
      <p:ext uri="{BB962C8B-B14F-4D97-AF65-F5344CB8AC3E}">
        <p14:creationId xmlns:p14="http://schemas.microsoft.com/office/powerpoint/2010/main" val="4098611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1: </a:t>
            </a:r>
            <a:r>
              <a:rPr lang="en-AU">
                <a:solidFill>
                  <a:schemeClr val="accent3"/>
                </a:solidFill>
              </a:rPr>
              <a:t>Trust &amp; Transparency</a:t>
            </a:r>
            <a:endParaRPr lang="en-AU"/>
          </a:p>
        </p:txBody>
      </p:sp>
      <p:sp>
        <p:nvSpPr>
          <p:cNvPr id="4" name="HMW 123">
            <a:extLst>
              <a:ext uri="{FF2B5EF4-FFF2-40B4-BE49-F238E27FC236}">
                <a16:creationId xmlns:a16="http://schemas.microsoft.com/office/drawing/2014/main" id="{BB1E0741-CDB5-BC92-E490-3AAE4871C536}"/>
              </a:ext>
            </a:extLst>
          </p:cNvPr>
          <p:cNvSpPr/>
          <p:nvPr/>
        </p:nvSpPr>
        <p:spPr>
          <a:xfrm>
            <a:off x="566928" y="1024128"/>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3">
                    <a:lumMod val="75000"/>
                  </a:schemeClr>
                </a:solidFill>
                <a:latin typeface="Poppins SemiBold" pitchFamily="2" charset="0"/>
                <a:cs typeface="Poppins SemiBold" pitchFamily="2" charset="0"/>
              </a:rPr>
              <a:t>How might we show industry we do what we say to increase trust and transparency?</a:t>
            </a:r>
          </a:p>
        </p:txBody>
      </p:sp>
      <p:cxnSp>
        <p:nvCxnSpPr>
          <p:cNvPr id="15" name="Straight Connector 14">
            <a:extLst>
              <a:ext uri="{FF2B5EF4-FFF2-40B4-BE49-F238E27FC236}">
                <a16:creationId xmlns:a16="http://schemas.microsoft.com/office/drawing/2014/main" id="{72A35EA6-C8A3-A521-5F85-889A54496FA8}"/>
              </a:ext>
            </a:extLst>
          </p:cNvPr>
          <p:cNvCxnSpPr>
            <a:cxnSpLocks/>
            <a:stCxn id="19"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085BFFF-C9FC-AD3C-AC47-A3F11F123282}"/>
              </a:ext>
            </a:extLst>
          </p:cNvPr>
          <p:cNvCxnSpPr>
            <a:cxnSpLocks/>
            <a:endCxn id="19"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19" name="Text 0">
            <a:extLst>
              <a:ext uri="{FF2B5EF4-FFF2-40B4-BE49-F238E27FC236}">
                <a16:creationId xmlns:a16="http://schemas.microsoft.com/office/drawing/2014/main" id="{4AF817D4-21BC-213A-37B3-0837C04AC537}"/>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0" name="Canvas column"/>
          <p:cNvSpPr/>
          <p:nvPr/>
        </p:nvSpPr>
        <p:spPr>
          <a:xfrm>
            <a:off x="566928" y="1700784"/>
            <a:ext cx="4937760" cy="4791455"/>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nvas head"/>
          <p:cNvSpPr/>
          <p:nvPr/>
        </p:nvSpPr>
        <p:spPr>
          <a:xfrm>
            <a:off x="566928" y="1700784"/>
            <a:ext cx="4937760" cy="548640"/>
          </a:xfrm>
          <a:prstGeom prst="rect">
            <a:avLst/>
          </a:prstGeom>
          <a:solidFill>
            <a:schemeClr val="accent3">
              <a:lumMod val="15000"/>
              <a:lumOff val="85000"/>
            </a:schemeClr>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Already in train?</a:t>
            </a:r>
          </a:p>
          <a:p>
            <a:pPr algn="l">
              <a:lnSpc>
                <a:spcPct val="100000"/>
              </a:lnSpc>
              <a:spcAft>
                <a:spcPts val="0"/>
              </a:spcAft>
            </a:pPr>
            <a:r>
              <a:rPr sz="850" b="0" i="0">
                <a:solidFill>
                  <a:srgbClr val="445469"/>
                </a:solidFill>
                <a:latin typeface="Open Sans"/>
              </a:rPr>
              <a:t>What are we already doing that addresses this theme and findings?</a:t>
            </a:r>
          </a:p>
        </p:txBody>
      </p:sp>
      <p:sp>
        <p:nvSpPr>
          <p:cNvPr id="22" name="Canvas column"/>
          <p:cNvSpPr/>
          <p:nvPr/>
        </p:nvSpPr>
        <p:spPr>
          <a:xfrm>
            <a:off x="5614416" y="1700784"/>
            <a:ext cx="2103120" cy="4791455"/>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nvas head"/>
          <p:cNvSpPr/>
          <p:nvPr/>
        </p:nvSpPr>
        <p:spPr>
          <a:xfrm>
            <a:off x="5614416" y="1700784"/>
            <a:ext cx="2103120" cy="548640"/>
          </a:xfrm>
          <a:prstGeom prst="rect">
            <a:avLst/>
          </a:prstGeom>
          <a:solidFill>
            <a:schemeClr val="accent3">
              <a:lumMod val="15000"/>
              <a:lumOff val="85000"/>
            </a:schemeClr>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000" b="1" i="0">
                <a:solidFill>
                  <a:srgbClr val="333F4F"/>
                </a:solidFill>
                <a:latin typeface="Poppins SemiBold"/>
              </a:rPr>
              <a:t>What else do we need to do?</a:t>
            </a:r>
          </a:p>
          <a:p>
            <a:pPr algn="l">
              <a:lnSpc>
                <a:spcPct val="100000"/>
              </a:lnSpc>
              <a:spcAft>
                <a:spcPts val="0"/>
              </a:spcAft>
            </a:pPr>
            <a:r>
              <a:rPr sz="850" b="0" i="0">
                <a:solidFill>
                  <a:srgbClr val="445469"/>
                </a:solidFill>
                <a:latin typeface="Open Sans"/>
              </a:rPr>
              <a:t>Not covered by existing work</a:t>
            </a:r>
          </a:p>
        </p:txBody>
      </p:sp>
      <p:sp>
        <p:nvSpPr>
          <p:cNvPr id="24" name="Canvas column"/>
          <p:cNvSpPr/>
          <p:nvPr/>
        </p:nvSpPr>
        <p:spPr>
          <a:xfrm>
            <a:off x="7827264" y="1700784"/>
            <a:ext cx="3803904" cy="4791455"/>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nvas head"/>
          <p:cNvSpPr/>
          <p:nvPr/>
        </p:nvSpPr>
        <p:spPr>
          <a:xfrm>
            <a:off x="7827264" y="1700784"/>
            <a:ext cx="3803904" cy="548640"/>
          </a:xfrm>
          <a:prstGeom prst="rect">
            <a:avLst/>
          </a:prstGeom>
          <a:solidFill>
            <a:schemeClr val="accent3">
              <a:lumMod val="15000"/>
              <a:lumOff val="85000"/>
            </a:schemeClr>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How will we share progress?</a:t>
            </a:r>
          </a:p>
          <a:p>
            <a:pPr algn="l">
              <a:lnSpc>
                <a:spcPct val="100000"/>
              </a:lnSpc>
              <a:spcAft>
                <a:spcPts val="0"/>
              </a:spcAft>
            </a:pPr>
            <a:r>
              <a:rPr sz="850" b="0" i="0">
                <a:solidFill>
                  <a:srgbClr val="445469"/>
                </a:solidFill>
                <a:latin typeface="Open Sans"/>
              </a:rPr>
              <a:t>What industry needs to hear, who needs to hear it, and how we’ll reach them</a:t>
            </a:r>
          </a:p>
        </p:txBody>
      </p:sp>
      <p:sp>
        <p:nvSpPr>
          <p:cNvPr id="26" name="Sub column"/>
          <p:cNvSpPr/>
          <p:nvPr/>
        </p:nvSpPr>
        <p:spPr>
          <a:xfrm>
            <a:off x="7827264" y="2249424"/>
            <a:ext cx="1267968" cy="4242816"/>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7827264"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What We Share</a:t>
            </a:r>
          </a:p>
          <a:p>
            <a:pPr algn="ctr">
              <a:lnSpc>
                <a:spcPct val="100000"/>
              </a:lnSpc>
              <a:spcAft>
                <a:spcPts val="0"/>
              </a:spcAft>
            </a:pPr>
            <a:r>
              <a:rPr sz="800" b="0" i="0">
                <a:solidFill>
                  <a:srgbClr val="445469"/>
                </a:solidFill>
                <a:latin typeface="Open Sans"/>
              </a:rPr>
              <a:t>What industry needs to hear</a:t>
            </a:r>
          </a:p>
        </p:txBody>
      </p:sp>
      <p:sp>
        <p:nvSpPr>
          <p:cNvPr id="28" name="Sub column"/>
          <p:cNvSpPr/>
          <p:nvPr/>
        </p:nvSpPr>
        <p:spPr>
          <a:xfrm>
            <a:off x="9095232" y="2249424"/>
            <a:ext cx="1267968" cy="4242816"/>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095232"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Stakeholders</a:t>
            </a:r>
          </a:p>
          <a:p>
            <a:pPr algn="ctr">
              <a:lnSpc>
                <a:spcPct val="100000"/>
              </a:lnSpc>
              <a:spcAft>
                <a:spcPts val="0"/>
              </a:spcAft>
            </a:pPr>
            <a:r>
              <a:rPr sz="800" b="0" i="0">
                <a:solidFill>
                  <a:srgbClr val="445469"/>
                </a:solidFill>
                <a:latin typeface="Open Sans"/>
              </a:rPr>
              <a:t>Who needs to hear it</a:t>
            </a:r>
          </a:p>
        </p:txBody>
      </p:sp>
      <p:sp>
        <p:nvSpPr>
          <p:cNvPr id="30" name="Sub column"/>
          <p:cNvSpPr/>
          <p:nvPr/>
        </p:nvSpPr>
        <p:spPr>
          <a:xfrm>
            <a:off x="10363200" y="2249424"/>
            <a:ext cx="1267968" cy="4242816"/>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10363200"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Mechanisms</a:t>
            </a:r>
          </a:p>
          <a:p>
            <a:pPr algn="ctr">
              <a:lnSpc>
                <a:spcPct val="100000"/>
              </a:lnSpc>
              <a:spcAft>
                <a:spcPts val="0"/>
              </a:spcAft>
            </a:pPr>
            <a:r>
              <a:rPr sz="800" b="0" i="0">
                <a:solidFill>
                  <a:srgbClr val="445469"/>
                </a:solidFill>
                <a:latin typeface="Open Sans"/>
              </a:rPr>
              <a:t>How we’ll reach them</a:t>
            </a:r>
          </a:p>
        </p:txBody>
      </p:sp>
      <p:sp>
        <p:nvSpPr>
          <p:cNvPr id="32" name="Printed card"/>
          <p:cNvSpPr/>
          <p:nvPr/>
        </p:nvSpPr>
        <p:spPr>
          <a:xfrm>
            <a:off x="704088" y="2359152"/>
            <a:ext cx="2299716" cy="390144"/>
          </a:xfrm>
          <a:prstGeom prst="roundRect">
            <a:avLst>
              <a:gd name="adj" fmla="val 12000"/>
            </a:avLst>
          </a:prstGeom>
          <a:solidFill>
            <a:schemeClr val="accent3">
              <a:lumMod val="15000"/>
              <a:lumOff val="85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00" b="1" i="0">
                <a:solidFill>
                  <a:srgbClr val="1A1A1A"/>
                </a:solidFill>
                <a:latin typeface="Poppins SemiBold"/>
              </a:rPr>
              <a:t>CMI Go to Green</a:t>
            </a:r>
          </a:p>
        </p:txBody>
      </p:sp>
      <p:sp>
        <p:nvSpPr>
          <p:cNvPr id="33" name="Tick"/>
          <p:cNvSpPr/>
          <p:nvPr/>
        </p:nvSpPr>
        <p:spPr>
          <a:xfrm>
            <a:off x="2802636" y="2404872"/>
            <a:ext cx="146304" cy="146304"/>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4" name="Printed card"/>
          <p:cNvSpPr/>
          <p:nvPr/>
        </p:nvSpPr>
        <p:spPr>
          <a:xfrm>
            <a:off x="3067812" y="2359152"/>
            <a:ext cx="2299716" cy="390144"/>
          </a:xfrm>
          <a:prstGeom prst="roundRect">
            <a:avLst>
              <a:gd name="adj" fmla="val 12000"/>
            </a:avLst>
          </a:prstGeom>
          <a:solidFill>
            <a:schemeClr val="accent3">
              <a:lumMod val="15000"/>
              <a:lumOff val="85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00" b="1" i="0">
                <a:solidFill>
                  <a:srgbClr val="1A1A1A"/>
                </a:solidFill>
                <a:latin typeface="Poppins SemiBold"/>
              </a:rPr>
              <a:t>CX uplift (CX measurement framework and service standards)</a:t>
            </a:r>
          </a:p>
        </p:txBody>
      </p:sp>
      <p:sp>
        <p:nvSpPr>
          <p:cNvPr id="35" name="Tick"/>
          <p:cNvSpPr/>
          <p:nvPr/>
        </p:nvSpPr>
        <p:spPr>
          <a:xfrm>
            <a:off x="5166360" y="2404872"/>
            <a:ext cx="146304" cy="146304"/>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6" name="Printed card"/>
          <p:cNvSpPr/>
          <p:nvPr/>
        </p:nvSpPr>
        <p:spPr>
          <a:xfrm>
            <a:off x="704088" y="2813304"/>
            <a:ext cx="2299716" cy="390144"/>
          </a:xfrm>
          <a:prstGeom prst="roundRect">
            <a:avLst>
              <a:gd name="adj" fmla="val 12000"/>
            </a:avLst>
          </a:prstGeom>
          <a:solidFill>
            <a:schemeClr val="accent3">
              <a:lumMod val="15000"/>
              <a:lumOff val="85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00" b="1" i="0">
                <a:solidFill>
                  <a:srgbClr val="1A1A1A"/>
                </a:solidFill>
                <a:latin typeface="Poppins SemiBold"/>
              </a:rPr>
              <a:t>Engagement Strategy</a:t>
            </a:r>
          </a:p>
        </p:txBody>
      </p:sp>
      <p:sp>
        <p:nvSpPr>
          <p:cNvPr id="37" name="Tick"/>
          <p:cNvSpPr/>
          <p:nvPr/>
        </p:nvSpPr>
        <p:spPr>
          <a:xfrm>
            <a:off x="2802636" y="2859024"/>
            <a:ext cx="146304" cy="146304"/>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8" name="Printed card"/>
          <p:cNvSpPr/>
          <p:nvPr/>
        </p:nvSpPr>
        <p:spPr>
          <a:xfrm>
            <a:off x="3067812" y="2813304"/>
            <a:ext cx="2299716" cy="390144"/>
          </a:xfrm>
          <a:prstGeom prst="roundRect">
            <a:avLst>
              <a:gd name="adj" fmla="val 12000"/>
            </a:avLst>
          </a:prstGeom>
          <a:solidFill>
            <a:schemeClr val="accent3">
              <a:lumMod val="15000"/>
              <a:lumOff val="85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00" b="1" i="0">
                <a:solidFill>
                  <a:srgbClr val="1A1A1A"/>
                </a:solidFill>
                <a:latin typeface="Poppins SemiBold"/>
              </a:rPr>
              <a:t>Complaints and feedback uplift (Bowtie remediation)</a:t>
            </a:r>
          </a:p>
        </p:txBody>
      </p:sp>
      <p:sp>
        <p:nvSpPr>
          <p:cNvPr id="39" name="Tick"/>
          <p:cNvSpPr/>
          <p:nvPr/>
        </p:nvSpPr>
        <p:spPr>
          <a:xfrm>
            <a:off x="5166360" y="2859024"/>
            <a:ext cx="146304" cy="146304"/>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40" name="Printed card"/>
          <p:cNvSpPr/>
          <p:nvPr/>
        </p:nvSpPr>
        <p:spPr>
          <a:xfrm>
            <a:off x="704088" y="3267456"/>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00" b="1" i="0">
                <a:solidFill>
                  <a:srgbClr val="1A1A1A"/>
                </a:solidFill>
                <a:latin typeface="Poppins SemiBold"/>
              </a:rPr>
              <a:t>MSOH Customer Reporting Portal</a:t>
            </a:r>
          </a:p>
        </p:txBody>
      </p:sp>
      <p:sp>
        <p:nvSpPr>
          <p:cNvPr id="41" name="Printed card"/>
          <p:cNvSpPr/>
          <p:nvPr/>
        </p:nvSpPr>
        <p:spPr>
          <a:xfrm>
            <a:off x="3067812" y="3267456"/>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00" b="1" i="0">
                <a:solidFill>
                  <a:srgbClr val="1A1A1A"/>
                </a:solidFill>
                <a:latin typeface="Poppins SemiBold"/>
              </a:rPr>
              <a:t>IT Data Strategy and Implementation</a:t>
            </a:r>
          </a:p>
        </p:txBody>
      </p:sp>
      <p:sp>
        <p:nvSpPr>
          <p:cNvPr id="42" name="Printed card"/>
          <p:cNvSpPr/>
          <p:nvPr/>
        </p:nvSpPr>
        <p:spPr>
          <a:xfrm>
            <a:off x="704088" y="3605784"/>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00" b="1" i="0">
                <a:solidFill>
                  <a:srgbClr val="1A1A1A"/>
                </a:solidFill>
                <a:latin typeface="Poppins SemiBold"/>
              </a:rPr>
              <a:t>IT Records management uplift</a:t>
            </a:r>
          </a:p>
        </p:txBody>
      </p:sp>
      <p:sp>
        <p:nvSpPr>
          <p:cNvPr id="43" name="Sticky"/>
          <p:cNvSpPr/>
          <p:nvPr/>
        </p:nvSpPr>
        <p:spPr>
          <a:xfrm>
            <a:off x="704088" y="3989832"/>
            <a:ext cx="1110996" cy="37185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Call recording and transcribing</a:t>
            </a:r>
          </a:p>
        </p:txBody>
      </p:sp>
      <p:sp>
        <p:nvSpPr>
          <p:cNvPr id="44" name="Sticky"/>
          <p:cNvSpPr/>
          <p:nvPr/>
        </p:nvSpPr>
        <p:spPr>
          <a:xfrm>
            <a:off x="1888236" y="3989832"/>
            <a:ext cx="1110996" cy="37185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Telephony upgrade (CMI Go to Green)</a:t>
            </a:r>
          </a:p>
        </p:txBody>
      </p:sp>
      <p:sp>
        <p:nvSpPr>
          <p:cNvPr id="45" name="Sticky"/>
          <p:cNvSpPr/>
          <p:nvPr/>
        </p:nvSpPr>
        <p:spPr>
          <a:xfrm>
            <a:off x="3072384" y="3989832"/>
            <a:ext cx="1110996" cy="37185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Call abandonment rate</a:t>
            </a:r>
          </a:p>
        </p:txBody>
      </p:sp>
      <p:sp>
        <p:nvSpPr>
          <p:cNvPr id="46" name="Sticky"/>
          <p:cNvSpPr/>
          <p:nvPr/>
        </p:nvSpPr>
        <p:spPr>
          <a:xfrm>
            <a:off x="4256532" y="3989832"/>
            <a:ext cx="1110996" cy="37185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Data and reporting taskforce</a:t>
            </a:r>
          </a:p>
        </p:txBody>
      </p:sp>
      <p:sp>
        <p:nvSpPr>
          <p:cNvPr id="47" name="Sticky"/>
          <p:cNvSpPr/>
          <p:nvPr/>
        </p:nvSpPr>
        <p:spPr>
          <a:xfrm>
            <a:off x="704088" y="4434840"/>
            <a:ext cx="1110996" cy="85953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Privacy policy review</a:t>
            </a:r>
          </a:p>
        </p:txBody>
      </p:sp>
      <p:sp>
        <p:nvSpPr>
          <p:cNvPr id="48" name="Sticky"/>
          <p:cNvSpPr/>
          <p:nvPr/>
        </p:nvSpPr>
        <p:spPr>
          <a:xfrm>
            <a:off x="1888236" y="4434840"/>
            <a:ext cx="1110996" cy="85953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Stakeholder engagement plan for all stakeholders</a:t>
            </a:r>
          </a:p>
        </p:txBody>
      </p:sp>
      <p:sp>
        <p:nvSpPr>
          <p:cNvPr id="49" name="Sticky"/>
          <p:cNvSpPr/>
          <p:nvPr/>
        </p:nvSpPr>
        <p:spPr>
          <a:xfrm>
            <a:off x="3072384" y="4434840"/>
            <a:ext cx="1110996" cy="85953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Transparency around premiums</a:t>
            </a:r>
          </a:p>
        </p:txBody>
      </p:sp>
      <p:sp>
        <p:nvSpPr>
          <p:cNvPr id="50" name="Sticky"/>
          <p:cNvSpPr/>
          <p:nvPr/>
        </p:nvSpPr>
        <p:spPr>
          <a:xfrm>
            <a:off x="4256532" y="4434840"/>
            <a:ext cx="1110996" cy="85953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Legal service standards and target operating model piece (functional design) (?)</a:t>
            </a:r>
          </a:p>
        </p:txBody>
      </p:sp>
      <p:sp>
        <p:nvSpPr>
          <p:cNvPr id="51" name="Sticky"/>
          <p:cNvSpPr/>
          <p:nvPr/>
        </p:nvSpPr>
        <p:spPr>
          <a:xfrm>
            <a:off x="704088" y="5367527"/>
            <a:ext cx="1110996" cy="61569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Operating rhythm (consistency)</a:t>
            </a:r>
          </a:p>
        </p:txBody>
      </p:sp>
      <p:sp>
        <p:nvSpPr>
          <p:cNvPr id="52" name="Sticky"/>
          <p:cNvSpPr/>
          <p:nvPr/>
        </p:nvSpPr>
        <p:spPr>
          <a:xfrm>
            <a:off x="1888236" y="5367527"/>
            <a:ext cx="1110996" cy="61569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Payments taskforce: backlog reduction, automation</a:t>
            </a:r>
          </a:p>
        </p:txBody>
      </p:sp>
      <p:sp>
        <p:nvSpPr>
          <p:cNvPr id="53" name="Sticky"/>
          <p:cNvSpPr/>
          <p:nvPr/>
        </p:nvSpPr>
        <p:spPr>
          <a:xfrm>
            <a:off x="3072384" y="5367527"/>
            <a:ext cx="1110996" cy="61569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Estimations: process improvement, automation</a:t>
            </a:r>
          </a:p>
        </p:txBody>
      </p:sp>
      <p:sp>
        <p:nvSpPr>
          <p:cNvPr id="54" name="Sticky"/>
          <p:cNvSpPr/>
          <p:nvPr/>
        </p:nvSpPr>
        <p:spPr>
          <a:xfrm>
            <a:off x="5724144" y="2359152"/>
            <a:ext cx="905255" cy="85953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Customer-centricity workstream in transformation</a:t>
            </a:r>
          </a:p>
        </p:txBody>
      </p:sp>
      <p:sp>
        <p:nvSpPr>
          <p:cNvPr id="55" name="Sticky"/>
          <p:cNvSpPr/>
          <p:nvPr/>
        </p:nvSpPr>
        <p:spPr>
          <a:xfrm>
            <a:off x="6702552" y="2359152"/>
            <a:ext cx="905255" cy="85953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Define what good looks like for (CMI) customers: design principles</a:t>
            </a:r>
          </a:p>
        </p:txBody>
      </p:sp>
      <p:sp>
        <p:nvSpPr>
          <p:cNvPr id="56" name="Sticky"/>
          <p:cNvSpPr/>
          <p:nvPr/>
        </p:nvSpPr>
        <p:spPr>
          <a:xfrm>
            <a:off x="5724144" y="3291840"/>
            <a:ext cx="905255" cy="73761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What does our change management process involve?</a:t>
            </a:r>
          </a:p>
        </p:txBody>
      </p:sp>
      <p:sp>
        <p:nvSpPr>
          <p:cNvPr id="57" name="Sticky"/>
          <p:cNvSpPr/>
          <p:nvPr/>
        </p:nvSpPr>
        <p:spPr>
          <a:xfrm>
            <a:off x="6702552" y="3291840"/>
            <a:ext cx="905255" cy="73761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Where do the health surveillance levels sit?</a:t>
            </a:r>
          </a:p>
        </p:txBody>
      </p:sp>
      <p:sp>
        <p:nvSpPr>
          <p:cNvPr id="58" name="Sticky"/>
          <p:cNvSpPr/>
          <p:nvPr/>
        </p:nvSpPr>
        <p:spPr>
          <a:xfrm>
            <a:off x="7918704" y="2734056"/>
            <a:ext cx="1085088" cy="61569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Share the pain points, what we’ve done and what’s to come</a:t>
            </a:r>
          </a:p>
        </p:txBody>
      </p:sp>
      <p:sp>
        <p:nvSpPr>
          <p:cNvPr id="59" name="Sticky"/>
          <p:cNvSpPr/>
          <p:nvPr/>
        </p:nvSpPr>
        <p:spPr>
          <a:xfrm>
            <a:off x="7918704" y="3422904"/>
            <a:ext cx="1085088" cy="49377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Give them the opportunity to talk it through</a:t>
            </a:r>
          </a:p>
        </p:txBody>
      </p:sp>
      <p:sp>
        <p:nvSpPr>
          <p:cNvPr id="60" name="Sticky"/>
          <p:cNvSpPr/>
          <p:nvPr/>
        </p:nvSpPr>
        <p:spPr>
          <a:xfrm>
            <a:off x="7918704" y="3989832"/>
            <a:ext cx="1085088" cy="37185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Be clear about our processes up front</a:t>
            </a:r>
          </a:p>
        </p:txBody>
      </p:sp>
      <p:sp>
        <p:nvSpPr>
          <p:cNvPr id="61" name="Sticky"/>
          <p:cNvSpPr/>
          <p:nvPr/>
        </p:nvSpPr>
        <p:spPr>
          <a:xfrm>
            <a:off x="7918704" y="4434840"/>
            <a:ext cx="1085088" cy="85953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Clearly communicate limit of liability with health appointments and certificates</a:t>
            </a:r>
          </a:p>
        </p:txBody>
      </p:sp>
      <p:sp>
        <p:nvSpPr>
          <p:cNvPr id="62" name="Sticky"/>
          <p:cNvSpPr/>
          <p:nvPr/>
        </p:nvSpPr>
        <p:spPr>
          <a:xfrm>
            <a:off x="7918704" y="5367527"/>
            <a:ext cx="1085088" cy="37185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Sharing service standards</a:t>
            </a:r>
          </a:p>
        </p:txBody>
      </p:sp>
      <p:sp>
        <p:nvSpPr>
          <p:cNvPr id="63" name="Sticky"/>
          <p:cNvSpPr/>
          <p:nvPr/>
        </p:nvSpPr>
        <p:spPr>
          <a:xfrm>
            <a:off x="10454640" y="2734056"/>
            <a:ext cx="1085088" cy="49377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Appoint someone as the key liaison, e.g. for MEU / MC</a:t>
            </a:r>
          </a:p>
        </p:txBody>
      </p:sp>
      <p:sp>
        <p:nvSpPr>
          <p:cNvPr id="64" name="Sticky"/>
          <p:cNvSpPr/>
          <p:nvPr/>
        </p:nvSpPr>
        <p:spPr>
          <a:xfrm>
            <a:off x="10454640" y="3300984"/>
            <a:ext cx="1085088" cy="73761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...to be the main point of contact whilst transformation is happening</a:t>
            </a:r>
          </a:p>
        </p:txBody>
      </p:sp>
      <p:sp>
        <p:nvSpPr>
          <p:cNvPr id="65" name="Sticky"/>
          <p:cNvSpPr/>
          <p:nvPr/>
        </p:nvSpPr>
        <p:spPr>
          <a:xfrm>
            <a:off x="10454640" y="4111751"/>
            <a:ext cx="1085088" cy="371856"/>
          </a:xfrm>
          <a:prstGeom prst="rect">
            <a:avLst/>
          </a:prstGeom>
          <a:solidFill>
            <a:srgbClr val="F6EE7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Clearer access to info, e.g. website</a:t>
            </a:r>
          </a:p>
        </p:txBody>
      </p:sp>
      <p:sp>
        <p:nvSpPr>
          <p:cNvPr id="66" name="TextBox 65"/>
          <p:cNvSpPr txBox="1"/>
          <p:nvPr/>
        </p:nvSpPr>
        <p:spPr>
          <a:xfrm>
            <a:off x="566928" y="6547103"/>
            <a:ext cx="8595360" cy="22860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Printed cards were pre-mapped (✓ = enterprise-wide).  Stickies were added on the day.  </a:t>
            </a:r>
            <a:r>
              <a:rPr sz="800" b="1" i="1">
                <a:solidFill>
                  <a:srgbClr val="1F2A44"/>
                </a:solidFill>
                <a:latin typeface="Open Sans"/>
              </a:rPr>
              <a:t>Italic</a:t>
            </a:r>
            <a:r>
              <a:rPr sz="800" b="0" i="1">
                <a:solidFill>
                  <a:srgbClr val="445469"/>
                </a:solidFill>
                <a:latin typeface="Open Sans"/>
              </a:rPr>
              <a:t> = handwritten edits.  (?) = handwriting unclear, to confirm.</a:t>
            </a:r>
          </a:p>
        </p:txBody>
      </p:sp>
    </p:spTree>
    <p:extLst>
      <p:ext uri="{BB962C8B-B14F-4D97-AF65-F5344CB8AC3E}">
        <p14:creationId xmlns:p14="http://schemas.microsoft.com/office/powerpoint/2010/main" val="1922296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2: </a:t>
            </a:r>
            <a:r>
              <a:rPr lang="en-AU">
                <a:solidFill>
                  <a:schemeClr val="accent1"/>
                </a:solidFill>
              </a:rPr>
              <a:t>Service Experience &amp; Consistency</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4" name="HMW 123">
            <a:extLst>
              <a:ext uri="{FF2B5EF4-FFF2-40B4-BE49-F238E27FC236}">
                <a16:creationId xmlns:a16="http://schemas.microsoft.com/office/drawing/2014/main" id="{BB1E0741-CDB5-BC92-E490-3AAE4871C536}"/>
              </a:ext>
            </a:extLst>
          </p:cNvPr>
          <p:cNvSpPr/>
          <p:nvPr/>
        </p:nvSpPr>
        <p:spPr>
          <a:xfrm>
            <a:off x="566928" y="1024128"/>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1">
                    <a:lumMod val="75000"/>
                  </a:schemeClr>
                </a:solidFill>
                <a:latin typeface="Poppins SemiBold" pitchFamily="2" charset="0"/>
                <a:cs typeface="Poppins SemiBold" pitchFamily="2" charset="0"/>
              </a:rPr>
              <a:t>How might we make a good experience the standard, not the exception?</a:t>
            </a:r>
          </a:p>
        </p:txBody>
      </p:sp>
      <p:cxnSp>
        <p:nvCxnSpPr>
          <p:cNvPr id="15" name="Straight Connector 14">
            <a:extLst>
              <a:ext uri="{FF2B5EF4-FFF2-40B4-BE49-F238E27FC236}">
                <a16:creationId xmlns:a16="http://schemas.microsoft.com/office/drawing/2014/main" id="{E3DC0A12-5822-C859-ACA9-E1E3398291CF}"/>
              </a:ext>
            </a:extLst>
          </p:cNvPr>
          <p:cNvCxnSpPr>
            <a:cxnSpLocks/>
            <a:stCxn id="19"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1064740-A07D-EF0D-FBF3-A46FD95510C2}"/>
              </a:ext>
            </a:extLst>
          </p:cNvPr>
          <p:cNvCxnSpPr>
            <a:cxnSpLocks/>
            <a:endCxn id="19"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19" name="Text 0">
            <a:extLst>
              <a:ext uri="{FF2B5EF4-FFF2-40B4-BE49-F238E27FC236}">
                <a16:creationId xmlns:a16="http://schemas.microsoft.com/office/drawing/2014/main" id="{3C290C48-10BC-77FD-9D7E-C05BEC5CF601}"/>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0" name="Canvas column"/>
          <p:cNvSpPr/>
          <p:nvPr/>
        </p:nvSpPr>
        <p:spPr>
          <a:xfrm>
            <a:off x="566928" y="1700784"/>
            <a:ext cx="4937760" cy="4791455"/>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nvas head"/>
          <p:cNvSpPr/>
          <p:nvPr/>
        </p:nvSpPr>
        <p:spPr>
          <a:xfrm>
            <a:off x="566928" y="1700784"/>
            <a:ext cx="4937760" cy="548640"/>
          </a:xfrm>
          <a:prstGeom prst="rect">
            <a:avLst/>
          </a:prstGeom>
          <a:solidFill>
            <a:schemeClr val="accent1">
              <a:lumMod val="15000"/>
              <a:lumOff val="85000"/>
            </a:schemeClr>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Already in train?</a:t>
            </a:r>
          </a:p>
          <a:p>
            <a:pPr algn="l">
              <a:lnSpc>
                <a:spcPct val="100000"/>
              </a:lnSpc>
              <a:spcAft>
                <a:spcPts val="0"/>
              </a:spcAft>
            </a:pPr>
            <a:r>
              <a:rPr sz="850" b="0" i="0">
                <a:solidFill>
                  <a:srgbClr val="445469"/>
                </a:solidFill>
                <a:latin typeface="Open Sans"/>
              </a:rPr>
              <a:t>What are we already doing that addresses this theme and findings?</a:t>
            </a:r>
          </a:p>
        </p:txBody>
      </p:sp>
      <p:sp>
        <p:nvSpPr>
          <p:cNvPr id="22" name="Canvas column"/>
          <p:cNvSpPr/>
          <p:nvPr/>
        </p:nvSpPr>
        <p:spPr>
          <a:xfrm>
            <a:off x="5614416" y="1700784"/>
            <a:ext cx="2103120" cy="4791455"/>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nvas head"/>
          <p:cNvSpPr/>
          <p:nvPr/>
        </p:nvSpPr>
        <p:spPr>
          <a:xfrm>
            <a:off x="5614416" y="1700784"/>
            <a:ext cx="2103120" cy="548640"/>
          </a:xfrm>
          <a:prstGeom prst="rect">
            <a:avLst/>
          </a:prstGeom>
          <a:solidFill>
            <a:schemeClr val="accent1">
              <a:lumMod val="15000"/>
              <a:lumOff val="85000"/>
            </a:schemeClr>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000" b="1" i="0">
                <a:solidFill>
                  <a:srgbClr val="333F4F"/>
                </a:solidFill>
                <a:latin typeface="Poppins SemiBold"/>
              </a:rPr>
              <a:t>What else do we need to do?</a:t>
            </a:r>
          </a:p>
          <a:p>
            <a:pPr algn="l">
              <a:lnSpc>
                <a:spcPct val="100000"/>
              </a:lnSpc>
              <a:spcAft>
                <a:spcPts val="0"/>
              </a:spcAft>
            </a:pPr>
            <a:r>
              <a:rPr sz="850" b="0" i="0">
                <a:solidFill>
                  <a:srgbClr val="445469"/>
                </a:solidFill>
                <a:latin typeface="Open Sans"/>
              </a:rPr>
              <a:t>Not covered by existing work</a:t>
            </a:r>
          </a:p>
        </p:txBody>
      </p:sp>
      <p:sp>
        <p:nvSpPr>
          <p:cNvPr id="24" name="Canvas column"/>
          <p:cNvSpPr/>
          <p:nvPr/>
        </p:nvSpPr>
        <p:spPr>
          <a:xfrm>
            <a:off x="7827264" y="1700784"/>
            <a:ext cx="3803904" cy="4791455"/>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nvas head"/>
          <p:cNvSpPr/>
          <p:nvPr/>
        </p:nvSpPr>
        <p:spPr>
          <a:xfrm>
            <a:off x="7827264" y="1700784"/>
            <a:ext cx="3803904" cy="548640"/>
          </a:xfrm>
          <a:prstGeom prst="rect">
            <a:avLst/>
          </a:prstGeom>
          <a:solidFill>
            <a:schemeClr val="accent1">
              <a:lumMod val="15000"/>
              <a:lumOff val="85000"/>
            </a:schemeClr>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How will we share progress?</a:t>
            </a:r>
          </a:p>
          <a:p>
            <a:pPr algn="l">
              <a:lnSpc>
                <a:spcPct val="100000"/>
              </a:lnSpc>
              <a:spcAft>
                <a:spcPts val="0"/>
              </a:spcAft>
            </a:pPr>
            <a:r>
              <a:rPr sz="850" b="0" i="0">
                <a:solidFill>
                  <a:srgbClr val="445469"/>
                </a:solidFill>
                <a:latin typeface="Open Sans"/>
              </a:rPr>
              <a:t>What industry needs to hear, who needs to hear it, and how we’ll reach them</a:t>
            </a:r>
          </a:p>
        </p:txBody>
      </p:sp>
      <p:sp>
        <p:nvSpPr>
          <p:cNvPr id="26" name="Sub column"/>
          <p:cNvSpPr/>
          <p:nvPr/>
        </p:nvSpPr>
        <p:spPr>
          <a:xfrm>
            <a:off x="7827264" y="2249424"/>
            <a:ext cx="1267968" cy="4242816"/>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7827264"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What We Share</a:t>
            </a:r>
          </a:p>
          <a:p>
            <a:pPr algn="ctr">
              <a:lnSpc>
                <a:spcPct val="100000"/>
              </a:lnSpc>
              <a:spcAft>
                <a:spcPts val="0"/>
              </a:spcAft>
            </a:pPr>
            <a:r>
              <a:rPr sz="800" b="0" i="0">
                <a:solidFill>
                  <a:srgbClr val="445469"/>
                </a:solidFill>
                <a:latin typeface="Open Sans"/>
              </a:rPr>
              <a:t>What industry needs to hear</a:t>
            </a:r>
          </a:p>
        </p:txBody>
      </p:sp>
      <p:sp>
        <p:nvSpPr>
          <p:cNvPr id="28" name="Sub column"/>
          <p:cNvSpPr/>
          <p:nvPr/>
        </p:nvSpPr>
        <p:spPr>
          <a:xfrm>
            <a:off x="9095232" y="2249424"/>
            <a:ext cx="1267968" cy="4242816"/>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095232"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Stakeholders</a:t>
            </a:r>
          </a:p>
          <a:p>
            <a:pPr algn="ctr">
              <a:lnSpc>
                <a:spcPct val="100000"/>
              </a:lnSpc>
              <a:spcAft>
                <a:spcPts val="0"/>
              </a:spcAft>
            </a:pPr>
            <a:r>
              <a:rPr sz="800" b="0" i="0">
                <a:solidFill>
                  <a:srgbClr val="445469"/>
                </a:solidFill>
                <a:latin typeface="Open Sans"/>
              </a:rPr>
              <a:t>Who needs to hear it</a:t>
            </a:r>
          </a:p>
        </p:txBody>
      </p:sp>
      <p:sp>
        <p:nvSpPr>
          <p:cNvPr id="30" name="Sub column"/>
          <p:cNvSpPr/>
          <p:nvPr/>
        </p:nvSpPr>
        <p:spPr>
          <a:xfrm>
            <a:off x="10363200" y="2249424"/>
            <a:ext cx="1267968" cy="4242816"/>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10363200"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Mechanisms</a:t>
            </a:r>
          </a:p>
          <a:p>
            <a:pPr algn="ctr">
              <a:lnSpc>
                <a:spcPct val="100000"/>
              </a:lnSpc>
              <a:spcAft>
                <a:spcPts val="0"/>
              </a:spcAft>
            </a:pPr>
            <a:r>
              <a:rPr sz="800" b="0" i="0">
                <a:solidFill>
                  <a:srgbClr val="445469"/>
                </a:solidFill>
                <a:latin typeface="Open Sans"/>
              </a:rPr>
              <a:t>How we’ll reach them</a:t>
            </a:r>
          </a:p>
        </p:txBody>
      </p:sp>
      <p:sp>
        <p:nvSpPr>
          <p:cNvPr id="32" name="Printed card"/>
          <p:cNvSpPr/>
          <p:nvPr/>
        </p:nvSpPr>
        <p:spPr>
          <a:xfrm>
            <a:off x="704088" y="2359152"/>
            <a:ext cx="2299716" cy="374904"/>
          </a:xfrm>
          <a:prstGeom prst="roundRect">
            <a:avLst>
              <a:gd name="adj" fmla="val 12000"/>
            </a:avLst>
          </a:prstGeom>
          <a:solidFill>
            <a:schemeClr val="accent1">
              <a:lumMod val="15000"/>
              <a:lumOff val="85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750" b="1" i="0">
                <a:solidFill>
                  <a:srgbClr val="1A1A1A"/>
                </a:solidFill>
                <a:latin typeface="Poppins SemiBold"/>
              </a:rPr>
              <a:t>CMI Go to Green</a:t>
            </a:r>
          </a:p>
        </p:txBody>
      </p:sp>
      <p:sp>
        <p:nvSpPr>
          <p:cNvPr id="33" name="Tick"/>
          <p:cNvSpPr/>
          <p:nvPr/>
        </p:nvSpPr>
        <p:spPr>
          <a:xfrm>
            <a:off x="2802636" y="2404872"/>
            <a:ext cx="146304" cy="1463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4" name="Printed card"/>
          <p:cNvSpPr/>
          <p:nvPr/>
        </p:nvSpPr>
        <p:spPr>
          <a:xfrm>
            <a:off x="3067812" y="2359152"/>
            <a:ext cx="2299716" cy="374904"/>
          </a:xfrm>
          <a:prstGeom prst="roundRect">
            <a:avLst>
              <a:gd name="adj" fmla="val 12000"/>
            </a:avLst>
          </a:prstGeom>
          <a:solidFill>
            <a:schemeClr val="accent1">
              <a:lumMod val="15000"/>
              <a:lumOff val="85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750" b="1" i="0">
                <a:solidFill>
                  <a:srgbClr val="1A1A1A"/>
                </a:solidFill>
                <a:latin typeface="Poppins SemiBold"/>
              </a:rPr>
              <a:t>CX uplift (CX measurement framework and service standards)</a:t>
            </a:r>
          </a:p>
        </p:txBody>
      </p:sp>
      <p:sp>
        <p:nvSpPr>
          <p:cNvPr id="35" name="Tick"/>
          <p:cNvSpPr/>
          <p:nvPr/>
        </p:nvSpPr>
        <p:spPr>
          <a:xfrm>
            <a:off x="5166360" y="2404872"/>
            <a:ext cx="146304" cy="1463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6" name="Printed card"/>
          <p:cNvSpPr/>
          <p:nvPr/>
        </p:nvSpPr>
        <p:spPr>
          <a:xfrm>
            <a:off x="704088" y="2798064"/>
            <a:ext cx="2299716" cy="374904"/>
          </a:xfrm>
          <a:prstGeom prst="roundRect">
            <a:avLst>
              <a:gd name="adj" fmla="val 12000"/>
            </a:avLst>
          </a:prstGeom>
          <a:solidFill>
            <a:schemeClr val="accent1">
              <a:lumMod val="15000"/>
              <a:lumOff val="85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750" b="1" i="0">
                <a:solidFill>
                  <a:srgbClr val="1A1A1A"/>
                </a:solidFill>
                <a:latin typeface="Poppins SemiBold"/>
              </a:rPr>
              <a:t>Engagement Strategy</a:t>
            </a:r>
          </a:p>
        </p:txBody>
      </p:sp>
      <p:sp>
        <p:nvSpPr>
          <p:cNvPr id="37" name="Tick"/>
          <p:cNvSpPr/>
          <p:nvPr/>
        </p:nvSpPr>
        <p:spPr>
          <a:xfrm>
            <a:off x="2802636" y="2843784"/>
            <a:ext cx="146304" cy="1463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8" name="Printed card"/>
          <p:cNvSpPr/>
          <p:nvPr/>
        </p:nvSpPr>
        <p:spPr>
          <a:xfrm>
            <a:off x="3067812" y="2798064"/>
            <a:ext cx="2299716" cy="374904"/>
          </a:xfrm>
          <a:prstGeom prst="roundRect">
            <a:avLst>
              <a:gd name="adj" fmla="val 12000"/>
            </a:avLst>
          </a:prstGeom>
          <a:solidFill>
            <a:schemeClr val="accent1">
              <a:lumMod val="15000"/>
              <a:lumOff val="85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750" b="1" i="0">
                <a:solidFill>
                  <a:srgbClr val="1A1A1A"/>
                </a:solidFill>
                <a:latin typeface="Poppins SemiBold"/>
              </a:rPr>
              <a:t>Complaints and feedback uplift (Bowtie remediation)</a:t>
            </a:r>
          </a:p>
        </p:txBody>
      </p:sp>
      <p:sp>
        <p:nvSpPr>
          <p:cNvPr id="39" name="Tick"/>
          <p:cNvSpPr/>
          <p:nvPr/>
        </p:nvSpPr>
        <p:spPr>
          <a:xfrm>
            <a:off x="5166360" y="2843784"/>
            <a:ext cx="146304" cy="1463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40" name="Printed card"/>
          <p:cNvSpPr/>
          <p:nvPr/>
        </p:nvSpPr>
        <p:spPr>
          <a:xfrm>
            <a:off x="704088" y="3236976"/>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750" b="1" i="0">
                <a:solidFill>
                  <a:srgbClr val="1A1A1A"/>
                </a:solidFill>
                <a:latin typeface="Poppins SemiBold"/>
              </a:rPr>
              <a:t>CMI Capability uplift</a:t>
            </a:r>
          </a:p>
        </p:txBody>
      </p:sp>
      <p:sp>
        <p:nvSpPr>
          <p:cNvPr id="41" name="Printed card"/>
          <p:cNvSpPr/>
          <p:nvPr/>
        </p:nvSpPr>
        <p:spPr>
          <a:xfrm>
            <a:off x="3067812" y="3236976"/>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750" b="1" i="0">
                <a:solidFill>
                  <a:srgbClr val="1A1A1A"/>
                </a:solidFill>
                <a:latin typeface="Poppins SemiBold"/>
              </a:rPr>
              <a:t>Process Excellence capability uplift</a:t>
            </a:r>
          </a:p>
        </p:txBody>
      </p:sp>
      <p:sp>
        <p:nvSpPr>
          <p:cNvPr id="42" name="Printed card"/>
          <p:cNvSpPr/>
          <p:nvPr/>
        </p:nvSpPr>
        <p:spPr>
          <a:xfrm>
            <a:off x="704088" y="3575304"/>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750" b="1" i="0">
                <a:solidFill>
                  <a:srgbClr val="1A1A1A"/>
                </a:solidFill>
                <a:latin typeface="Poppins SemiBold"/>
              </a:rPr>
              <a:t>CSH Mobile Health Units</a:t>
            </a:r>
          </a:p>
        </p:txBody>
      </p:sp>
      <p:sp>
        <p:nvSpPr>
          <p:cNvPr id="43" name="Printed card"/>
          <p:cNvSpPr/>
          <p:nvPr/>
        </p:nvSpPr>
        <p:spPr>
          <a:xfrm>
            <a:off x="3067812" y="3575304"/>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750" b="1" i="0">
                <a:solidFill>
                  <a:srgbClr val="1A1A1A"/>
                </a:solidFill>
                <a:latin typeface="Poppins SemiBold"/>
              </a:rPr>
              <a:t>MRRC Customer service experience uplift</a:t>
            </a:r>
          </a:p>
        </p:txBody>
      </p:sp>
      <p:sp>
        <p:nvSpPr>
          <p:cNvPr id="44" name="Sticky"/>
          <p:cNvSpPr/>
          <p:nvPr/>
        </p:nvSpPr>
        <p:spPr>
          <a:xfrm>
            <a:off x="704088" y="3959352"/>
            <a:ext cx="1110996" cy="699516"/>
          </a:xfrm>
          <a:prstGeom prst="rect">
            <a:avLst/>
          </a:prstGeom>
          <a:solidFill>
            <a:srgbClr val="D3AEE6"/>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Beth / Brooke to provide detail for A2C (?), CMI capability and process</a:t>
            </a:r>
          </a:p>
        </p:txBody>
      </p:sp>
      <p:sp>
        <p:nvSpPr>
          <p:cNvPr id="45" name="Sticky"/>
          <p:cNvSpPr/>
          <p:nvPr/>
        </p:nvSpPr>
        <p:spPr>
          <a:xfrm>
            <a:off x="1888236" y="3959352"/>
            <a:ext cx="1110996" cy="6995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CMI capability: individual career (?) basics and standards</a:t>
            </a:r>
          </a:p>
        </p:txBody>
      </p:sp>
      <p:sp>
        <p:nvSpPr>
          <p:cNvPr id="46" name="Sticky"/>
          <p:cNvSpPr/>
          <p:nvPr/>
        </p:nvSpPr>
        <p:spPr>
          <a:xfrm>
            <a:off x="3072384" y="3959352"/>
            <a:ext cx="1110996" cy="6995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CMI phone answering: fixing the basics</a:t>
            </a:r>
          </a:p>
        </p:txBody>
      </p:sp>
      <p:sp>
        <p:nvSpPr>
          <p:cNvPr id="47" name="Sticky"/>
          <p:cNvSpPr/>
          <p:nvPr/>
        </p:nvSpPr>
        <p:spPr>
          <a:xfrm>
            <a:off x="4256532" y="3959352"/>
            <a:ext cx="1110996" cy="6995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Operational group: consistency of processes</a:t>
            </a:r>
          </a:p>
        </p:txBody>
      </p:sp>
      <p:sp>
        <p:nvSpPr>
          <p:cNvPr id="48" name="Sticky"/>
          <p:cNvSpPr/>
          <p:nvPr/>
        </p:nvSpPr>
        <p:spPr>
          <a:xfrm>
            <a:off x="704088" y="4732020"/>
            <a:ext cx="1110996" cy="6995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Customer understanding in onboarding, induction and recruitment</a:t>
            </a:r>
          </a:p>
        </p:txBody>
      </p:sp>
      <p:sp>
        <p:nvSpPr>
          <p:cNvPr id="49" name="Sticky"/>
          <p:cNvSpPr/>
          <p:nvPr/>
        </p:nvSpPr>
        <p:spPr>
          <a:xfrm>
            <a:off x="1888236" y="4732020"/>
            <a:ext cx="1110996" cy="699516"/>
          </a:xfrm>
          <a:prstGeom prst="rect">
            <a:avLst/>
          </a:prstGeom>
          <a:solidFill>
            <a:srgbClr val="D3AEE6"/>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CS Health: Health Standards, standardised decisions</a:t>
            </a:r>
          </a:p>
        </p:txBody>
      </p:sp>
      <p:sp>
        <p:nvSpPr>
          <p:cNvPr id="50" name="Sticky"/>
          <p:cNvSpPr/>
          <p:nvPr/>
        </p:nvSpPr>
        <p:spPr>
          <a:xfrm>
            <a:off x="3072384" y="4732020"/>
            <a:ext cx="1110996" cy="699516"/>
          </a:xfrm>
          <a:prstGeom prst="rect">
            <a:avLst/>
          </a:prstGeom>
          <a:solidFill>
            <a:srgbClr val="D3AEE6"/>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CS Health: processing timeframes KPIs</a:t>
            </a:r>
          </a:p>
        </p:txBody>
      </p:sp>
      <p:sp>
        <p:nvSpPr>
          <p:cNvPr id="51" name="Sticky"/>
          <p:cNvSpPr/>
          <p:nvPr/>
        </p:nvSpPr>
        <p:spPr>
          <a:xfrm>
            <a:off x="4256532" y="4732020"/>
            <a:ext cx="1110996" cy="699516"/>
          </a:xfrm>
          <a:prstGeom prst="rect">
            <a:avLst/>
          </a:prstGeom>
          <a:solidFill>
            <a:srgbClr val="D3AEE6"/>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CS Health: Order 45, mitigating variance with different doctors</a:t>
            </a:r>
          </a:p>
        </p:txBody>
      </p:sp>
      <p:sp>
        <p:nvSpPr>
          <p:cNvPr id="52" name="Sticky"/>
          <p:cNvSpPr/>
          <p:nvPr/>
        </p:nvSpPr>
        <p:spPr>
          <a:xfrm>
            <a:off x="704088" y="5504688"/>
            <a:ext cx="1110996" cy="699516"/>
          </a:xfrm>
          <a:prstGeom prst="rect">
            <a:avLst/>
          </a:prstGeom>
          <a:solidFill>
            <a:srgbClr val="D3AEE6"/>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CMI TOM</a:t>
            </a:r>
          </a:p>
        </p:txBody>
      </p:sp>
      <p:sp>
        <p:nvSpPr>
          <p:cNvPr id="53" name="Sticky"/>
          <p:cNvSpPr/>
          <p:nvPr/>
        </p:nvSpPr>
        <p:spPr>
          <a:xfrm>
            <a:off x="1888236" y="5504688"/>
            <a:ext cx="1110996" cy="6995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Regional managers looking after too many direct reports, competency based TOM (?)</a:t>
            </a:r>
          </a:p>
        </p:txBody>
      </p:sp>
      <p:sp>
        <p:nvSpPr>
          <p:cNvPr id="54" name="Sticky"/>
          <p:cNvSpPr/>
          <p:nvPr/>
        </p:nvSpPr>
        <p:spPr>
          <a:xfrm>
            <a:off x="3072384" y="5504688"/>
            <a:ext cx="1110996" cy="6995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MRS experience needs to be made consistent</a:t>
            </a:r>
          </a:p>
        </p:txBody>
      </p:sp>
      <p:sp>
        <p:nvSpPr>
          <p:cNvPr id="55" name="Sticky"/>
          <p:cNvSpPr/>
          <p:nvPr/>
        </p:nvSpPr>
        <p:spPr>
          <a:xfrm>
            <a:off x="4256532" y="5504688"/>
            <a:ext cx="1110996" cy="6995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AI assistance to improve language</a:t>
            </a:r>
          </a:p>
        </p:txBody>
      </p:sp>
      <p:sp>
        <p:nvSpPr>
          <p:cNvPr id="56" name="Sticky"/>
          <p:cNvSpPr/>
          <p:nvPr/>
        </p:nvSpPr>
        <p:spPr>
          <a:xfrm>
            <a:off x="5724144" y="2359152"/>
            <a:ext cx="905255" cy="585216"/>
          </a:xfrm>
          <a:prstGeom prst="rect">
            <a:avLst/>
          </a:prstGeom>
          <a:solidFill>
            <a:srgbClr val="FF9C9C"/>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Coal Services app: access to services, comms channel</a:t>
            </a:r>
          </a:p>
        </p:txBody>
      </p:sp>
      <p:sp>
        <p:nvSpPr>
          <p:cNvPr id="57" name="Sticky"/>
          <p:cNvSpPr/>
          <p:nvPr/>
        </p:nvSpPr>
        <p:spPr>
          <a:xfrm>
            <a:off x="6702552" y="2359152"/>
            <a:ext cx="905255" cy="5852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Account managers across BUs, business wide</a:t>
            </a:r>
          </a:p>
        </p:txBody>
      </p:sp>
      <p:sp>
        <p:nvSpPr>
          <p:cNvPr id="58" name="Sticky"/>
          <p:cNvSpPr/>
          <p:nvPr/>
        </p:nvSpPr>
        <p:spPr>
          <a:xfrm>
            <a:off x="5724144" y="3017520"/>
            <a:ext cx="905255" cy="699516"/>
          </a:xfrm>
          <a:prstGeom prst="rect">
            <a:avLst/>
          </a:prstGeom>
          <a:solidFill>
            <a:srgbClr val="FF9C9C"/>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Single point of contact for employers</a:t>
            </a:r>
          </a:p>
        </p:txBody>
      </p:sp>
      <p:sp>
        <p:nvSpPr>
          <p:cNvPr id="59" name="Sticky"/>
          <p:cNvSpPr/>
          <p:nvPr/>
        </p:nvSpPr>
        <p:spPr>
          <a:xfrm>
            <a:off x="6702552" y="3017520"/>
            <a:ext cx="905255" cy="6995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Holistic view of key businesses: all of the data in one place</a:t>
            </a:r>
          </a:p>
        </p:txBody>
      </p:sp>
      <p:sp>
        <p:nvSpPr>
          <p:cNvPr id="60" name="Sticky"/>
          <p:cNvSpPr/>
          <p:nvPr/>
        </p:nvSpPr>
        <p:spPr>
          <a:xfrm>
            <a:off x="7918704" y="2734056"/>
            <a:ext cx="1085088" cy="470916"/>
          </a:xfrm>
          <a:prstGeom prst="rect">
            <a:avLst/>
          </a:prstGeom>
          <a:solidFill>
            <a:srgbClr val="D3AEE6"/>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CSH Health Standards, O45 consultation</a:t>
            </a:r>
          </a:p>
        </p:txBody>
      </p:sp>
      <p:sp>
        <p:nvSpPr>
          <p:cNvPr id="61" name="Sticky"/>
          <p:cNvSpPr/>
          <p:nvPr/>
        </p:nvSpPr>
        <p:spPr>
          <a:xfrm>
            <a:off x="7918704" y="3278124"/>
            <a:ext cx="1085088" cy="5852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Choosing reports with outstanding (?) data, too many complaints</a:t>
            </a:r>
          </a:p>
        </p:txBody>
      </p:sp>
      <p:sp>
        <p:nvSpPr>
          <p:cNvPr id="62" name="Sticky"/>
          <p:cNvSpPr/>
          <p:nvPr/>
        </p:nvSpPr>
        <p:spPr>
          <a:xfrm>
            <a:off x="7918704" y="3936491"/>
            <a:ext cx="1085088" cy="4709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Plan with CMI, lessons learned with CMI</a:t>
            </a:r>
          </a:p>
        </p:txBody>
      </p:sp>
      <p:sp>
        <p:nvSpPr>
          <p:cNvPr id="63" name="Sticky"/>
          <p:cNvSpPr/>
          <p:nvPr/>
        </p:nvSpPr>
        <p:spPr>
          <a:xfrm>
            <a:off x="7918704" y="4480559"/>
            <a:ext cx="1085088" cy="3566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Updates on what’s been done</a:t>
            </a:r>
          </a:p>
        </p:txBody>
      </p:sp>
      <p:sp>
        <p:nvSpPr>
          <p:cNvPr id="64" name="Sticky"/>
          <p:cNvSpPr/>
          <p:nvPr/>
        </p:nvSpPr>
        <p:spPr>
          <a:xfrm>
            <a:off x="7918704" y="4910327"/>
            <a:ext cx="1085088" cy="3566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Honesty, transparency</a:t>
            </a:r>
          </a:p>
        </p:txBody>
      </p:sp>
      <p:sp>
        <p:nvSpPr>
          <p:cNvPr id="65" name="Sticky"/>
          <p:cNvSpPr/>
          <p:nvPr/>
        </p:nvSpPr>
        <p:spPr>
          <a:xfrm>
            <a:off x="7918704" y="5340095"/>
            <a:ext cx="1085088" cy="329184"/>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Bowtie complaints</a:t>
            </a:r>
          </a:p>
        </p:txBody>
      </p:sp>
      <p:sp>
        <p:nvSpPr>
          <p:cNvPr id="66" name="Sticky"/>
          <p:cNvSpPr/>
          <p:nvPr/>
        </p:nvSpPr>
        <p:spPr>
          <a:xfrm>
            <a:off x="9186672" y="2734056"/>
            <a:ext cx="1085088" cy="5852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MC working group: maintaining the level of interaction</a:t>
            </a:r>
          </a:p>
        </p:txBody>
      </p:sp>
      <p:sp>
        <p:nvSpPr>
          <p:cNvPr id="67" name="Sticky"/>
          <p:cNvSpPr/>
          <p:nvPr/>
        </p:nvSpPr>
        <p:spPr>
          <a:xfrm>
            <a:off x="9186672" y="3392424"/>
            <a:ext cx="1085088" cy="329184"/>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MEU working group</a:t>
            </a:r>
          </a:p>
        </p:txBody>
      </p:sp>
      <p:sp>
        <p:nvSpPr>
          <p:cNvPr id="68" name="Sticky"/>
          <p:cNvSpPr/>
          <p:nvPr/>
        </p:nvSpPr>
        <p:spPr>
          <a:xfrm>
            <a:off x="10454640" y="2734056"/>
            <a:ext cx="1085088" cy="4709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1:1 meetings with Angela: trust building</a:t>
            </a:r>
          </a:p>
        </p:txBody>
      </p:sp>
      <p:sp>
        <p:nvSpPr>
          <p:cNvPr id="69" name="Sticky"/>
          <p:cNvSpPr/>
          <p:nvPr/>
        </p:nvSpPr>
        <p:spPr>
          <a:xfrm>
            <a:off x="10454640" y="3278124"/>
            <a:ext cx="1085088" cy="3566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Monthly escalations with MC</a:t>
            </a:r>
          </a:p>
        </p:txBody>
      </p:sp>
      <p:sp>
        <p:nvSpPr>
          <p:cNvPr id="70" name="Sticky"/>
          <p:cNvSpPr/>
          <p:nvPr/>
        </p:nvSpPr>
        <p:spPr>
          <a:xfrm>
            <a:off x="10454640" y="3707891"/>
            <a:ext cx="1085088" cy="356616"/>
          </a:xfrm>
          <a:prstGeom prst="rect">
            <a:avLst/>
          </a:prstGeom>
          <a:solidFill>
            <a:srgbClr val="7FD3B4"/>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Large exec group meeting</a:t>
            </a:r>
          </a:p>
        </p:txBody>
      </p:sp>
      <p:sp>
        <p:nvSpPr>
          <p:cNvPr id="71" name="TextBox 70"/>
          <p:cNvSpPr txBox="1"/>
          <p:nvPr/>
        </p:nvSpPr>
        <p:spPr>
          <a:xfrm>
            <a:off x="566928" y="6547103"/>
            <a:ext cx="8595360" cy="22860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Printed cards were pre-mapped (✓ = enterprise-wide).  Stickies were added on the day.  </a:t>
            </a:r>
            <a:r>
              <a:rPr sz="800" b="1" i="1">
                <a:solidFill>
                  <a:srgbClr val="1F2A44"/>
                </a:solidFill>
                <a:latin typeface="Open Sans"/>
              </a:rPr>
              <a:t>Italic</a:t>
            </a:r>
            <a:r>
              <a:rPr sz="800" b="0" i="1">
                <a:solidFill>
                  <a:srgbClr val="445469"/>
                </a:solidFill>
                <a:latin typeface="Open Sans"/>
              </a:rPr>
              <a:t> = handwritten edits.  (?) = handwriting unclear, to confirm.</a:t>
            </a:r>
          </a:p>
        </p:txBody>
      </p:sp>
    </p:spTree>
    <p:extLst>
      <p:ext uri="{BB962C8B-B14F-4D97-AF65-F5344CB8AC3E}">
        <p14:creationId xmlns:p14="http://schemas.microsoft.com/office/powerpoint/2010/main" val="1922296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3: </a:t>
            </a:r>
            <a:r>
              <a:rPr lang="en-AU">
                <a:solidFill>
                  <a:schemeClr val="accent2"/>
                </a:solidFill>
              </a:rPr>
              <a:t>Value &amp; Stakeholder Confidence</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4" name="HMW 145">
            <a:extLst>
              <a:ext uri="{FF2B5EF4-FFF2-40B4-BE49-F238E27FC236}">
                <a16:creationId xmlns:a16="http://schemas.microsoft.com/office/drawing/2014/main" id="{A53A4BF5-E4DC-F96B-9C0A-FF89D0016AB8}"/>
              </a:ext>
            </a:extLst>
          </p:cNvPr>
          <p:cNvSpPr/>
          <p:nvPr/>
        </p:nvSpPr>
        <p:spPr>
          <a:xfrm>
            <a:off x="566928" y="1024128"/>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2">
                    <a:lumMod val="75000"/>
                  </a:schemeClr>
                </a:solidFill>
                <a:latin typeface="Poppins SemiBold" pitchFamily="2" charset="0"/>
                <a:cs typeface="Poppins SemiBold" pitchFamily="2" charset="0"/>
              </a:rPr>
              <a:t>How might we give industry confidence we’re working in their interest?</a:t>
            </a:r>
          </a:p>
        </p:txBody>
      </p:sp>
      <p:cxnSp>
        <p:nvCxnSpPr>
          <p:cNvPr id="20" name="Straight Connector 19">
            <a:extLst>
              <a:ext uri="{FF2B5EF4-FFF2-40B4-BE49-F238E27FC236}">
                <a16:creationId xmlns:a16="http://schemas.microsoft.com/office/drawing/2014/main" id="{3E4AE473-15D7-665F-3E15-0B9DD45EAD0A}"/>
              </a:ext>
            </a:extLst>
          </p:cNvPr>
          <p:cNvCxnSpPr>
            <a:cxnSpLocks/>
            <a:stCxn id="24"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4C368FA-22FE-006F-DB55-BE8BAD6C2A73}"/>
              </a:ext>
            </a:extLst>
          </p:cNvPr>
          <p:cNvCxnSpPr>
            <a:cxnSpLocks/>
            <a:endCxn id="24"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24" name="Text 0">
            <a:extLst>
              <a:ext uri="{FF2B5EF4-FFF2-40B4-BE49-F238E27FC236}">
                <a16:creationId xmlns:a16="http://schemas.microsoft.com/office/drawing/2014/main" id="{90C729CE-9202-7E94-99F5-0AA2C89A2756}"/>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5" name="Canvas column"/>
          <p:cNvSpPr/>
          <p:nvPr/>
        </p:nvSpPr>
        <p:spPr>
          <a:xfrm>
            <a:off x="566928" y="1700784"/>
            <a:ext cx="4937760" cy="4791455"/>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nvas head"/>
          <p:cNvSpPr/>
          <p:nvPr/>
        </p:nvSpPr>
        <p:spPr>
          <a:xfrm>
            <a:off x="566928" y="1700784"/>
            <a:ext cx="4937760" cy="548640"/>
          </a:xfrm>
          <a:prstGeom prst="rect">
            <a:avLst/>
          </a:prstGeom>
          <a:solidFill>
            <a:schemeClr val="accent2">
              <a:lumMod val="15000"/>
              <a:lumOff val="85000"/>
            </a:schemeClr>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Already in train?</a:t>
            </a:r>
          </a:p>
          <a:p>
            <a:pPr algn="l">
              <a:lnSpc>
                <a:spcPct val="100000"/>
              </a:lnSpc>
              <a:spcAft>
                <a:spcPts val="0"/>
              </a:spcAft>
            </a:pPr>
            <a:r>
              <a:rPr sz="850" b="0" i="0">
                <a:solidFill>
                  <a:srgbClr val="445469"/>
                </a:solidFill>
                <a:latin typeface="Open Sans"/>
              </a:rPr>
              <a:t>What are we already doing that addresses this theme and findings?</a:t>
            </a:r>
          </a:p>
        </p:txBody>
      </p:sp>
      <p:sp>
        <p:nvSpPr>
          <p:cNvPr id="27" name="Canvas column"/>
          <p:cNvSpPr/>
          <p:nvPr/>
        </p:nvSpPr>
        <p:spPr>
          <a:xfrm>
            <a:off x="5614416" y="1700784"/>
            <a:ext cx="2103120" cy="4791455"/>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Canvas head"/>
          <p:cNvSpPr/>
          <p:nvPr/>
        </p:nvSpPr>
        <p:spPr>
          <a:xfrm>
            <a:off x="5614416" y="1700784"/>
            <a:ext cx="2103120" cy="548640"/>
          </a:xfrm>
          <a:prstGeom prst="rect">
            <a:avLst/>
          </a:prstGeom>
          <a:solidFill>
            <a:schemeClr val="accent2">
              <a:lumMod val="15000"/>
              <a:lumOff val="85000"/>
            </a:schemeClr>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000" b="1" i="0">
                <a:solidFill>
                  <a:srgbClr val="333F4F"/>
                </a:solidFill>
                <a:latin typeface="Poppins SemiBold"/>
              </a:rPr>
              <a:t>What else do we need to do?</a:t>
            </a:r>
          </a:p>
          <a:p>
            <a:pPr algn="l">
              <a:lnSpc>
                <a:spcPct val="100000"/>
              </a:lnSpc>
              <a:spcAft>
                <a:spcPts val="0"/>
              </a:spcAft>
            </a:pPr>
            <a:r>
              <a:rPr sz="850" b="0" i="0">
                <a:solidFill>
                  <a:srgbClr val="445469"/>
                </a:solidFill>
                <a:latin typeface="Open Sans"/>
              </a:rPr>
              <a:t>Not covered by existing work</a:t>
            </a:r>
          </a:p>
        </p:txBody>
      </p:sp>
      <p:sp>
        <p:nvSpPr>
          <p:cNvPr id="29" name="Canvas column"/>
          <p:cNvSpPr/>
          <p:nvPr/>
        </p:nvSpPr>
        <p:spPr>
          <a:xfrm>
            <a:off x="7827264" y="1700784"/>
            <a:ext cx="3803904" cy="4791455"/>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Canvas head"/>
          <p:cNvSpPr/>
          <p:nvPr/>
        </p:nvSpPr>
        <p:spPr>
          <a:xfrm>
            <a:off x="7827264" y="1700784"/>
            <a:ext cx="3803904" cy="548640"/>
          </a:xfrm>
          <a:prstGeom prst="rect">
            <a:avLst/>
          </a:prstGeom>
          <a:solidFill>
            <a:schemeClr val="accent2">
              <a:lumMod val="15000"/>
              <a:lumOff val="85000"/>
            </a:schemeClr>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How will we share progress?</a:t>
            </a:r>
          </a:p>
          <a:p>
            <a:pPr algn="l">
              <a:lnSpc>
                <a:spcPct val="100000"/>
              </a:lnSpc>
              <a:spcAft>
                <a:spcPts val="0"/>
              </a:spcAft>
            </a:pPr>
            <a:r>
              <a:rPr sz="850" b="0" i="0">
                <a:solidFill>
                  <a:srgbClr val="445469"/>
                </a:solidFill>
                <a:latin typeface="Open Sans"/>
              </a:rPr>
              <a:t>What industry needs to hear, who needs to hear it, and how we’ll reach them</a:t>
            </a:r>
          </a:p>
        </p:txBody>
      </p:sp>
      <p:sp>
        <p:nvSpPr>
          <p:cNvPr id="31" name="Sub column"/>
          <p:cNvSpPr/>
          <p:nvPr/>
        </p:nvSpPr>
        <p:spPr>
          <a:xfrm>
            <a:off x="7827264" y="2249424"/>
            <a:ext cx="1267968" cy="4242816"/>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827264"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What We Share</a:t>
            </a:r>
          </a:p>
          <a:p>
            <a:pPr algn="ctr">
              <a:lnSpc>
                <a:spcPct val="100000"/>
              </a:lnSpc>
              <a:spcAft>
                <a:spcPts val="0"/>
              </a:spcAft>
            </a:pPr>
            <a:r>
              <a:rPr sz="800" b="0" i="0">
                <a:solidFill>
                  <a:srgbClr val="445469"/>
                </a:solidFill>
                <a:latin typeface="Open Sans"/>
              </a:rPr>
              <a:t>What industry needs to hear</a:t>
            </a:r>
          </a:p>
        </p:txBody>
      </p:sp>
      <p:sp>
        <p:nvSpPr>
          <p:cNvPr id="33" name="Sub column"/>
          <p:cNvSpPr/>
          <p:nvPr/>
        </p:nvSpPr>
        <p:spPr>
          <a:xfrm>
            <a:off x="9095232" y="2249424"/>
            <a:ext cx="1267968" cy="4242816"/>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095232"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Stakeholders</a:t>
            </a:r>
          </a:p>
          <a:p>
            <a:pPr algn="ctr">
              <a:lnSpc>
                <a:spcPct val="100000"/>
              </a:lnSpc>
              <a:spcAft>
                <a:spcPts val="0"/>
              </a:spcAft>
            </a:pPr>
            <a:r>
              <a:rPr sz="800" b="0" i="0">
                <a:solidFill>
                  <a:srgbClr val="445469"/>
                </a:solidFill>
                <a:latin typeface="Open Sans"/>
              </a:rPr>
              <a:t>Who needs to hear it</a:t>
            </a:r>
          </a:p>
        </p:txBody>
      </p:sp>
      <p:sp>
        <p:nvSpPr>
          <p:cNvPr id="35" name="Sub column"/>
          <p:cNvSpPr/>
          <p:nvPr/>
        </p:nvSpPr>
        <p:spPr>
          <a:xfrm>
            <a:off x="10363200" y="2249424"/>
            <a:ext cx="1267968" cy="4242816"/>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63200"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Mechanisms</a:t>
            </a:r>
          </a:p>
          <a:p>
            <a:pPr algn="ctr">
              <a:lnSpc>
                <a:spcPct val="100000"/>
              </a:lnSpc>
              <a:spcAft>
                <a:spcPts val="0"/>
              </a:spcAft>
            </a:pPr>
            <a:r>
              <a:rPr sz="800" b="0" i="0">
                <a:solidFill>
                  <a:srgbClr val="445469"/>
                </a:solidFill>
                <a:latin typeface="Open Sans"/>
              </a:rPr>
              <a:t>How we’ll reach them</a:t>
            </a:r>
          </a:p>
        </p:txBody>
      </p:sp>
      <p:sp>
        <p:nvSpPr>
          <p:cNvPr id="37" name="Printed card"/>
          <p:cNvSpPr/>
          <p:nvPr/>
        </p:nvSpPr>
        <p:spPr>
          <a:xfrm>
            <a:off x="704088" y="2359152"/>
            <a:ext cx="2299716" cy="405384"/>
          </a:xfrm>
          <a:prstGeom prst="roundRect">
            <a:avLst>
              <a:gd name="adj" fmla="val 12000"/>
            </a:avLst>
          </a:prstGeom>
          <a:solidFill>
            <a:schemeClr val="accent2">
              <a:lumMod val="15000"/>
              <a:lumOff val="85000"/>
            </a:schemeClr>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50" b="1" i="0">
                <a:solidFill>
                  <a:srgbClr val="1A1A1A"/>
                </a:solidFill>
                <a:latin typeface="Poppins SemiBold"/>
              </a:rPr>
              <a:t>CMI Go to Green</a:t>
            </a:r>
            <a:r>
              <a:rPr sz="850" b="0" i="1">
                <a:solidFill>
                  <a:srgbClr val="1F2A44"/>
                </a:solidFill>
                <a:latin typeface="Open Sans"/>
              </a:rPr>
              <a:t>  drill down</a:t>
            </a:r>
          </a:p>
        </p:txBody>
      </p:sp>
      <p:sp>
        <p:nvSpPr>
          <p:cNvPr id="38" name="Tick"/>
          <p:cNvSpPr/>
          <p:nvPr/>
        </p:nvSpPr>
        <p:spPr>
          <a:xfrm>
            <a:off x="2802636" y="2404872"/>
            <a:ext cx="146304" cy="14630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9" name="Printed card"/>
          <p:cNvSpPr/>
          <p:nvPr/>
        </p:nvSpPr>
        <p:spPr>
          <a:xfrm>
            <a:off x="3067812" y="2359152"/>
            <a:ext cx="2299716" cy="405384"/>
          </a:xfrm>
          <a:prstGeom prst="roundRect">
            <a:avLst>
              <a:gd name="adj" fmla="val 12000"/>
            </a:avLst>
          </a:prstGeom>
          <a:solidFill>
            <a:schemeClr val="accent2">
              <a:lumMod val="15000"/>
              <a:lumOff val="85000"/>
            </a:schemeClr>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50" b="1" i="0">
                <a:solidFill>
                  <a:srgbClr val="1A1A1A"/>
                </a:solidFill>
                <a:latin typeface="Poppins SemiBold"/>
              </a:rPr>
              <a:t>CX uplift (CX measurement framework and service standards)</a:t>
            </a:r>
          </a:p>
        </p:txBody>
      </p:sp>
      <p:sp>
        <p:nvSpPr>
          <p:cNvPr id="40" name="Tick"/>
          <p:cNvSpPr/>
          <p:nvPr/>
        </p:nvSpPr>
        <p:spPr>
          <a:xfrm>
            <a:off x="5166360" y="2404872"/>
            <a:ext cx="146304" cy="14630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41" name="Printed card"/>
          <p:cNvSpPr/>
          <p:nvPr/>
        </p:nvSpPr>
        <p:spPr>
          <a:xfrm>
            <a:off x="704088" y="2828544"/>
            <a:ext cx="2299716" cy="405384"/>
          </a:xfrm>
          <a:prstGeom prst="roundRect">
            <a:avLst>
              <a:gd name="adj" fmla="val 12000"/>
            </a:avLst>
          </a:prstGeom>
          <a:solidFill>
            <a:schemeClr val="accent2">
              <a:lumMod val="15000"/>
              <a:lumOff val="85000"/>
            </a:schemeClr>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50" b="1" i="0">
                <a:solidFill>
                  <a:srgbClr val="1A1A1A"/>
                </a:solidFill>
                <a:latin typeface="Poppins SemiBold"/>
              </a:rPr>
              <a:t>Engagement Strategy</a:t>
            </a:r>
          </a:p>
        </p:txBody>
      </p:sp>
      <p:sp>
        <p:nvSpPr>
          <p:cNvPr id="42" name="Tick"/>
          <p:cNvSpPr/>
          <p:nvPr/>
        </p:nvSpPr>
        <p:spPr>
          <a:xfrm>
            <a:off x="2802636" y="2874264"/>
            <a:ext cx="146304" cy="14630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43" name="Printed card"/>
          <p:cNvSpPr/>
          <p:nvPr/>
        </p:nvSpPr>
        <p:spPr>
          <a:xfrm>
            <a:off x="3067812" y="2828544"/>
            <a:ext cx="2299716" cy="405384"/>
          </a:xfrm>
          <a:prstGeom prst="roundRect">
            <a:avLst>
              <a:gd name="adj" fmla="val 12000"/>
            </a:avLst>
          </a:prstGeom>
          <a:solidFill>
            <a:schemeClr val="accent2">
              <a:lumMod val="15000"/>
              <a:lumOff val="85000"/>
            </a:schemeClr>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50" b="1" i="0">
                <a:solidFill>
                  <a:srgbClr val="1A1A1A"/>
                </a:solidFill>
                <a:latin typeface="Poppins SemiBold"/>
              </a:rPr>
              <a:t>Complaints and feedback uplift (Bowtie remediation)</a:t>
            </a:r>
          </a:p>
        </p:txBody>
      </p:sp>
      <p:sp>
        <p:nvSpPr>
          <p:cNvPr id="44" name="Tick"/>
          <p:cNvSpPr/>
          <p:nvPr/>
        </p:nvSpPr>
        <p:spPr>
          <a:xfrm>
            <a:off x="5166360" y="2874264"/>
            <a:ext cx="146304" cy="14630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45" name="Printed card"/>
          <p:cNvSpPr/>
          <p:nvPr/>
        </p:nvSpPr>
        <p:spPr>
          <a:xfrm>
            <a:off x="704088" y="3297936"/>
            <a:ext cx="2299716" cy="405384"/>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50" b="1" i="0">
                <a:solidFill>
                  <a:srgbClr val="1A1A1A"/>
                </a:solidFill>
                <a:latin typeface="Poppins SemiBold"/>
              </a:rPr>
              <a:t>CSH Service value review and delivery model alignment</a:t>
            </a:r>
          </a:p>
        </p:txBody>
      </p:sp>
      <p:sp>
        <p:nvSpPr>
          <p:cNvPr id="46" name="Printed card"/>
          <p:cNvSpPr/>
          <p:nvPr/>
        </p:nvSpPr>
        <p:spPr>
          <a:xfrm>
            <a:off x="3067812" y="3297936"/>
            <a:ext cx="2299716" cy="405384"/>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50" b="1" i="0">
                <a:solidFill>
                  <a:srgbClr val="1A1A1A"/>
                </a:solidFill>
                <a:latin typeface="Poppins SemiBold"/>
              </a:rPr>
              <a:t>MR</a:t>
            </a:r>
            <a:r>
              <a:rPr sz="850" b="1" i="0" strike="sngStrike">
                <a:solidFill>
                  <a:srgbClr val="1A1A1A"/>
                </a:solidFill>
                <a:latin typeface="Poppins SemiBold"/>
              </a:rPr>
              <a:t>RC</a:t>
            </a:r>
            <a:r>
              <a:rPr sz="850" b="1" i="0">
                <a:solidFill>
                  <a:srgbClr val="1A1A1A"/>
                </a:solidFill>
                <a:latin typeface="Poppins SemiBold"/>
              </a:rPr>
              <a:t> Levy, </a:t>
            </a:r>
            <a:r>
              <a:rPr sz="850" b="1" i="0" strike="sngStrike">
                <a:solidFill>
                  <a:srgbClr val="1A1A1A"/>
                </a:solidFill>
                <a:latin typeface="Poppins SemiBold"/>
              </a:rPr>
              <a:t>pricing and regulatory reform</a:t>
            </a:r>
            <a:r>
              <a:rPr sz="850" b="0" i="1">
                <a:solidFill>
                  <a:srgbClr val="1F2A44"/>
                </a:solidFill>
                <a:latin typeface="Open Sans"/>
              </a:rPr>
              <a:t> clarity, bang for buck</a:t>
            </a:r>
          </a:p>
        </p:txBody>
      </p:sp>
      <p:sp>
        <p:nvSpPr>
          <p:cNvPr id="47" name="Printed card"/>
          <p:cNvSpPr/>
          <p:nvPr/>
        </p:nvSpPr>
        <p:spPr>
          <a:xfrm>
            <a:off x="704088" y="3767328"/>
            <a:ext cx="2299716" cy="405384"/>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50" b="1" i="0">
                <a:solidFill>
                  <a:srgbClr val="1A1A1A"/>
                </a:solidFill>
                <a:latin typeface="Poppins SemiBold"/>
              </a:rPr>
              <a:t>MRRC Industry engagement and value to industry</a:t>
            </a:r>
          </a:p>
        </p:txBody>
      </p:sp>
      <p:sp>
        <p:nvSpPr>
          <p:cNvPr id="48" name="Printed card"/>
          <p:cNvSpPr/>
          <p:nvPr/>
        </p:nvSpPr>
        <p:spPr>
          <a:xfrm>
            <a:off x="3067812" y="3767328"/>
            <a:ext cx="2299716" cy="405384"/>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50" b="1" i="0">
                <a:solidFill>
                  <a:srgbClr val="1A1A1A"/>
                </a:solidFill>
                <a:latin typeface="Poppins SemiBold"/>
              </a:rPr>
              <a:t>CSS Industry Outlook</a:t>
            </a:r>
          </a:p>
        </p:txBody>
      </p:sp>
      <p:sp>
        <p:nvSpPr>
          <p:cNvPr id="49" name="Printed card"/>
          <p:cNvSpPr/>
          <p:nvPr/>
        </p:nvSpPr>
        <p:spPr>
          <a:xfrm>
            <a:off x="704088" y="4236720"/>
            <a:ext cx="2299716" cy="275844"/>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50" b="1" i="0">
                <a:solidFill>
                  <a:srgbClr val="1A1A1A"/>
                </a:solidFill>
                <a:latin typeface="Poppins SemiBold"/>
              </a:rPr>
              <a:t>Optimise site and service models</a:t>
            </a:r>
          </a:p>
        </p:txBody>
      </p:sp>
      <p:sp>
        <p:nvSpPr>
          <p:cNvPr id="50" name="TextBox 49"/>
          <p:cNvSpPr txBox="1"/>
          <p:nvPr/>
        </p:nvSpPr>
        <p:spPr>
          <a:xfrm>
            <a:off x="704088" y="4576572"/>
            <a:ext cx="4663440" cy="256032"/>
          </a:xfrm>
          <a:prstGeom prst="rect">
            <a:avLst/>
          </a:prstGeom>
          <a:noFill/>
        </p:spPr>
        <p:txBody>
          <a:bodyPr wrap="square" anchor="ctr" lIns="0" tIns="0" rIns="0" bIns="0">
            <a:spAutoFit/>
          </a:bodyPr>
          <a:lstStyle/>
          <a:p>
            <a:pPr algn="l">
              <a:lnSpc>
                <a:spcPct val="100000"/>
              </a:lnSpc>
              <a:spcAft>
                <a:spcPts val="0"/>
              </a:spcAft>
            </a:pPr>
            <a:r>
              <a:rPr sz="1050" b="0" i="1">
                <a:solidFill>
                  <a:srgbClr val="1F2A44"/>
                </a:solidFill>
                <a:latin typeface="Open Sans"/>
              </a:rPr>
              <a:t>MRRC Order reviews 34 / 40 / 42</a:t>
            </a:r>
          </a:p>
        </p:txBody>
      </p:sp>
      <p:sp>
        <p:nvSpPr>
          <p:cNvPr id="51" name="Sticky"/>
          <p:cNvSpPr/>
          <p:nvPr/>
        </p:nvSpPr>
        <p:spPr>
          <a:xfrm>
            <a:off x="704088" y="4896612"/>
            <a:ext cx="1110996" cy="516635"/>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MR: cost to serve</a:t>
            </a:r>
          </a:p>
        </p:txBody>
      </p:sp>
      <p:sp>
        <p:nvSpPr>
          <p:cNvPr id="52" name="Sticky"/>
          <p:cNvSpPr/>
          <p:nvPr/>
        </p:nvSpPr>
        <p:spPr>
          <a:xfrm>
            <a:off x="1888236" y="4896612"/>
            <a:ext cx="1110996" cy="516635"/>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Stakeholder map</a:t>
            </a:r>
          </a:p>
        </p:txBody>
      </p:sp>
      <p:sp>
        <p:nvSpPr>
          <p:cNvPr id="53" name="Sticky"/>
          <p:cNvSpPr/>
          <p:nvPr/>
        </p:nvSpPr>
        <p:spPr>
          <a:xfrm>
            <a:off x="3072384" y="4896612"/>
            <a:ext cx="1110996" cy="516635"/>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Internal and external comms review</a:t>
            </a:r>
          </a:p>
        </p:txBody>
      </p:sp>
      <p:sp>
        <p:nvSpPr>
          <p:cNvPr id="54" name="Sticky"/>
          <p:cNvSpPr/>
          <p:nvPr/>
        </p:nvSpPr>
        <p:spPr>
          <a:xfrm>
            <a:off x="4256532" y="4896612"/>
            <a:ext cx="1110996" cy="516635"/>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CSH service value model</a:t>
            </a:r>
          </a:p>
        </p:txBody>
      </p:sp>
      <p:sp>
        <p:nvSpPr>
          <p:cNvPr id="55" name="Sticky"/>
          <p:cNvSpPr/>
          <p:nvPr/>
        </p:nvSpPr>
        <p:spPr>
          <a:xfrm>
            <a:off x="704088" y="5486400"/>
            <a:ext cx="1110996" cy="516635"/>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Impact of sharing performance data (CSH)</a:t>
            </a:r>
          </a:p>
        </p:txBody>
      </p:sp>
      <p:sp>
        <p:nvSpPr>
          <p:cNvPr id="56" name="Sticky"/>
          <p:cNvSpPr/>
          <p:nvPr/>
        </p:nvSpPr>
        <p:spPr>
          <a:xfrm>
            <a:off x="5724144" y="2359152"/>
            <a:ext cx="905255" cy="646176"/>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strike="sngStrike">
                <a:solidFill>
                  <a:srgbClr val="333F4F"/>
                </a:solidFill>
                <a:latin typeface="Open Sans"/>
              </a:rPr>
              <a:t>CMI</a:t>
            </a:r>
            <a:r>
              <a:rPr sz="850" b="0" i="0">
                <a:solidFill>
                  <a:srgbClr val="333F4F"/>
                </a:solidFill>
                <a:latin typeface="Open Sans"/>
              </a:rPr>
              <a:t> Coal Services premium: clarity</a:t>
            </a:r>
          </a:p>
        </p:txBody>
      </p:sp>
      <p:sp>
        <p:nvSpPr>
          <p:cNvPr id="57" name="Sticky"/>
          <p:cNvSpPr/>
          <p:nvPr/>
        </p:nvSpPr>
        <p:spPr>
          <a:xfrm>
            <a:off x="6702552" y="2359152"/>
            <a:ext cx="905255" cy="646176"/>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CRM and visibility</a:t>
            </a:r>
          </a:p>
        </p:txBody>
      </p:sp>
      <p:sp>
        <p:nvSpPr>
          <p:cNvPr id="58" name="Sticky"/>
          <p:cNvSpPr/>
          <p:nvPr/>
        </p:nvSpPr>
        <p:spPr>
          <a:xfrm>
            <a:off x="5724144" y="3078480"/>
            <a:ext cx="905255" cy="646176"/>
          </a:xfrm>
          <a:prstGeom prst="rect">
            <a:avLst/>
          </a:prstGeom>
          <a:solidFill>
            <a:srgbClr val="B7A2E3"/>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Gated website content (policyholder space)</a:t>
            </a:r>
          </a:p>
        </p:txBody>
      </p:sp>
      <p:sp>
        <p:nvSpPr>
          <p:cNvPr id="59" name="Sticky"/>
          <p:cNvSpPr/>
          <p:nvPr/>
        </p:nvSpPr>
        <p:spPr>
          <a:xfrm>
            <a:off x="6702552" y="3078480"/>
            <a:ext cx="905255" cy="646176"/>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Internal stakeholder forums</a:t>
            </a:r>
          </a:p>
        </p:txBody>
      </p:sp>
      <p:sp>
        <p:nvSpPr>
          <p:cNvPr id="60" name="Sticky"/>
          <p:cNvSpPr/>
          <p:nvPr/>
        </p:nvSpPr>
        <p:spPr>
          <a:xfrm>
            <a:off x="5724144" y="3797808"/>
            <a:ext cx="905255" cy="387096"/>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Language to customers</a:t>
            </a:r>
          </a:p>
        </p:txBody>
      </p:sp>
      <p:sp>
        <p:nvSpPr>
          <p:cNvPr id="61" name="Sticky"/>
          <p:cNvSpPr/>
          <p:nvPr/>
        </p:nvSpPr>
        <p:spPr>
          <a:xfrm>
            <a:off x="7918704" y="2734056"/>
            <a:ext cx="1085088" cy="646176"/>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Map promises to outcomes and deliveries: priorities</a:t>
            </a:r>
          </a:p>
        </p:txBody>
      </p:sp>
      <p:sp>
        <p:nvSpPr>
          <p:cNvPr id="62" name="Sticky"/>
          <p:cNvSpPr/>
          <p:nvPr/>
        </p:nvSpPr>
        <p:spPr>
          <a:xfrm>
            <a:off x="9186672" y="2734056"/>
            <a:ext cx="1085088" cy="516635"/>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Cascaded and directed by Coal Services</a:t>
            </a:r>
          </a:p>
        </p:txBody>
      </p:sp>
      <p:sp>
        <p:nvSpPr>
          <p:cNvPr id="63" name="Sticky"/>
          <p:cNvSpPr/>
          <p:nvPr/>
        </p:nvSpPr>
        <p:spPr>
          <a:xfrm>
            <a:off x="10454640" y="2734056"/>
            <a:ext cx="1085088" cy="516635"/>
          </a:xfrm>
          <a:prstGeom prst="rect">
            <a:avLst/>
          </a:prstGeom>
          <a:solidFill>
            <a:srgbClr val="FF9CC3"/>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Monthly newsletter to workers</a:t>
            </a:r>
          </a:p>
        </p:txBody>
      </p:sp>
      <p:sp>
        <p:nvSpPr>
          <p:cNvPr id="64" name="Sticky"/>
          <p:cNvSpPr/>
          <p:nvPr/>
        </p:nvSpPr>
        <p:spPr>
          <a:xfrm>
            <a:off x="10454640" y="3323844"/>
            <a:ext cx="1085088" cy="646176"/>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Stakeholder map: directs information sharing</a:t>
            </a:r>
          </a:p>
        </p:txBody>
      </p:sp>
      <p:sp>
        <p:nvSpPr>
          <p:cNvPr id="65" name="Sticky"/>
          <p:cNvSpPr/>
          <p:nvPr/>
        </p:nvSpPr>
        <p:spPr>
          <a:xfrm>
            <a:off x="10454640" y="4043172"/>
            <a:ext cx="1085088" cy="387096"/>
          </a:xfrm>
          <a:prstGeom prst="rect">
            <a:avLst/>
          </a:prstGeom>
          <a:solidFill>
            <a:srgbClr val="F58A82"/>
          </a:solidFill>
          <a:ln>
            <a:noFill/>
          </a:ln>
          <a:effectLst/>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Transparency of money ($$$)</a:t>
            </a:r>
          </a:p>
        </p:txBody>
      </p:sp>
      <p:sp>
        <p:nvSpPr>
          <p:cNvPr id="66" name="TextBox 65"/>
          <p:cNvSpPr txBox="1"/>
          <p:nvPr/>
        </p:nvSpPr>
        <p:spPr>
          <a:xfrm>
            <a:off x="566928" y="6547103"/>
            <a:ext cx="8595360" cy="22860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Printed cards were pre-mapped (✓ = enterprise-wide).  Stickies were added on the day.  </a:t>
            </a:r>
            <a:r>
              <a:rPr sz="800" b="1" i="1">
                <a:solidFill>
                  <a:srgbClr val="1F2A44"/>
                </a:solidFill>
                <a:latin typeface="Open Sans"/>
              </a:rPr>
              <a:t>Italic</a:t>
            </a:r>
            <a:r>
              <a:rPr sz="800" b="0" i="1">
                <a:solidFill>
                  <a:srgbClr val="445469"/>
                </a:solidFill>
                <a:latin typeface="Open Sans"/>
              </a:rPr>
              <a:t> = handwritten edits.  (?) = handwriting unclear, to confirm.</a:t>
            </a:r>
          </a:p>
        </p:txBody>
      </p:sp>
    </p:spTree>
    <p:extLst>
      <p:ext uri="{BB962C8B-B14F-4D97-AF65-F5344CB8AC3E}">
        <p14:creationId xmlns:p14="http://schemas.microsoft.com/office/powerpoint/2010/main" val="19222960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EC006-2222-832D-ED3B-9D349F9A757E}"/>
            </a:ext>
          </a:extLst>
        </p:cNvPr>
        <p:cNvGrpSpPr/>
        <p:nvPr/>
      </p:nvGrpSpPr>
      <p:grpSpPr>
        <a:xfrm>
          <a:off x="0" y="0"/>
          <a:ext cx="0" cy="0"/>
          <a:chOff x="0" y="0"/>
          <a:chExt cx="0" cy="0"/>
        </a:xfrm>
      </p:grpSpPr>
      <p:pic>
        <p:nvPicPr>
          <p:cNvPr id="3" name="Picture 2" descr="About Coal Services : A Specialised Health and Safety Scheme">
            <a:extLst>
              <a:ext uri="{FF2B5EF4-FFF2-40B4-BE49-F238E27FC236}">
                <a16:creationId xmlns:a16="http://schemas.microsoft.com/office/drawing/2014/main" id="{958C83BB-9788-1B17-1380-FFBE7D8CC71C}"/>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0" y="-12626"/>
            <a:ext cx="12191437" cy="6883252"/>
          </a:xfrm>
          <a:prstGeom prst="rect">
            <a:avLst/>
          </a:prstGeom>
        </p:spPr>
      </p:pic>
      <p:sp>
        <p:nvSpPr>
          <p:cNvPr id="9" name="Rectangle 8">
            <a:extLst>
              <a:ext uri="{FF2B5EF4-FFF2-40B4-BE49-F238E27FC236}">
                <a16:creationId xmlns:a16="http://schemas.microsoft.com/office/drawing/2014/main" id="{65F5A8F3-97DE-6DF4-DFE7-4AE104686192}"/>
              </a:ext>
            </a:extLst>
          </p:cNvPr>
          <p:cNvSpPr/>
          <p:nvPr/>
        </p:nvSpPr>
        <p:spPr>
          <a:xfrm>
            <a:off x="-1" y="-12627"/>
            <a:ext cx="12191437" cy="6883253"/>
          </a:xfrm>
          <a:prstGeom prst="rect">
            <a:avLst/>
          </a:prstGeom>
          <a:solidFill>
            <a:schemeClr val="tx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Open Sans Light"/>
              <a:ea typeface="+mn-ea"/>
              <a:cs typeface="+mn-cs"/>
            </a:endParaRPr>
          </a:p>
        </p:txBody>
      </p:sp>
      <p:cxnSp>
        <p:nvCxnSpPr>
          <p:cNvPr id="8" name="Straight Connector 7">
            <a:extLst>
              <a:ext uri="{FF2B5EF4-FFF2-40B4-BE49-F238E27FC236}">
                <a16:creationId xmlns:a16="http://schemas.microsoft.com/office/drawing/2014/main" id="{182F0C0E-03BE-4E8A-9218-90A057E7882F}"/>
              </a:ext>
            </a:extLst>
          </p:cNvPr>
          <p:cNvCxnSpPr>
            <a:cxnSpLocks/>
          </p:cNvCxnSpPr>
          <p:nvPr/>
        </p:nvCxnSpPr>
        <p:spPr>
          <a:xfrm>
            <a:off x="599937" y="4292892"/>
            <a:ext cx="916629" cy="0"/>
          </a:xfrm>
          <a:prstGeom prst="line">
            <a:avLst/>
          </a:prstGeom>
          <a:ln w="38100"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14" name="Title 3">
            <a:extLst>
              <a:ext uri="{FF2B5EF4-FFF2-40B4-BE49-F238E27FC236}">
                <a16:creationId xmlns:a16="http://schemas.microsoft.com/office/drawing/2014/main" id="{39599FE2-127A-BB0A-FB8B-3061EE8581BC}"/>
              </a:ext>
            </a:extLst>
          </p:cNvPr>
          <p:cNvSpPr>
            <a:spLocks noGrp="1"/>
          </p:cNvSpPr>
          <p:nvPr>
            <p:ph type="ctrTitle"/>
          </p:nvPr>
        </p:nvSpPr>
        <p:spPr>
          <a:xfrm>
            <a:off x="499109" y="1653000"/>
            <a:ext cx="9144000" cy="2499699"/>
          </a:xfrm>
        </p:spPr>
        <p:txBody>
          <a:bodyPr>
            <a:normAutofit/>
          </a:bodyPr>
          <a:lstStyle/>
          <a:p>
            <a:pPr>
              <a:lnSpc>
                <a:spcPct val="100000"/>
              </a:lnSpc>
            </a:pPr>
            <a:r>
              <a:rPr lang="en-AU" b="1"/>
              <a:t>Thank you</a:t>
            </a:r>
            <a:endParaRPr lang="en-GB" b="1" noProof="0">
              <a:latin typeface="Poppins" pitchFamily="2" charset="77"/>
              <a:cs typeface="Poppins" pitchFamily="2" charset="77"/>
            </a:endParaRPr>
          </a:p>
        </p:txBody>
      </p:sp>
      <p:pic>
        <p:nvPicPr>
          <p:cNvPr id="16" name="Picture 15">
            <a:extLst>
              <a:ext uri="{FF2B5EF4-FFF2-40B4-BE49-F238E27FC236}">
                <a16:creationId xmlns:a16="http://schemas.microsoft.com/office/drawing/2014/main" id="{0B8E9BD2-09C0-3CE8-32EF-F822B1148CA8}"/>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99519" y="6000382"/>
            <a:ext cx="1572883" cy="726691"/>
          </a:xfrm>
          <a:prstGeom prst="rect">
            <a:avLst/>
          </a:prstGeom>
        </p:spPr>
      </p:pic>
      <p:pic>
        <p:nvPicPr>
          <p:cNvPr id="4" name="Graphic 3">
            <a:extLst>
              <a:ext uri="{FF2B5EF4-FFF2-40B4-BE49-F238E27FC236}">
                <a16:creationId xmlns:a16="http://schemas.microsoft.com/office/drawing/2014/main" id="{A809D29D-F8AA-B053-D0E4-57C0F079C9E6}"/>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8654" t="36592" r="41735" b="22942"/>
          <a:stretch>
            <a:fillRect/>
          </a:stretch>
        </p:blipFill>
        <p:spPr>
          <a:xfrm>
            <a:off x="8130766" y="20202"/>
            <a:ext cx="4060671" cy="3312083"/>
          </a:xfrm>
          <a:prstGeom prst="rect">
            <a:avLst/>
          </a:prstGeom>
        </p:spPr>
      </p:pic>
      <p:pic>
        <p:nvPicPr>
          <p:cNvPr id="19" name="Picture 6">
            <a:extLst>
              <a:ext uri="{FF2B5EF4-FFF2-40B4-BE49-F238E27FC236}">
                <a16:creationId xmlns:a16="http://schemas.microsoft.com/office/drawing/2014/main" id="{15B59517-8ADD-FB27-58CF-D7BFFF0B4F8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99109" y="272505"/>
            <a:ext cx="2156226" cy="1189642"/>
          </a:xfrm>
          <a:prstGeom prst="rect">
            <a:avLst/>
          </a:prstGeom>
        </p:spPr>
      </p:pic>
    </p:spTree>
    <p:extLst>
      <p:ext uri="{BB962C8B-B14F-4D97-AF65-F5344CB8AC3E}">
        <p14:creationId xmlns:p14="http://schemas.microsoft.com/office/powerpoint/2010/main" val="1304384433"/>
      </p:ext>
    </p:extLst>
  </p:cSld>
  <p:clrMapOvr>
    <a:masterClrMapping/>
  </p:clrMapOvr>
</p:sld>
</file>

<file path=ppt/theme/theme1.xml><?xml version="1.0" encoding="utf-8"?>
<a:theme xmlns:a="http://schemas.openxmlformats.org/drawingml/2006/main" name="The Strategy Group - 2022">
  <a:themeElements>
    <a:clrScheme name="The Strategy Group - 2022">
      <a:dk1>
        <a:srgbClr val="000000"/>
      </a:dk1>
      <a:lt1>
        <a:srgbClr val="FFFFFF"/>
      </a:lt1>
      <a:dk2>
        <a:srgbClr val="3C3C3C"/>
      </a:dk2>
      <a:lt2>
        <a:srgbClr val="E5E6EB"/>
      </a:lt2>
      <a:accent1>
        <a:srgbClr val="F38047"/>
      </a:accent1>
      <a:accent2>
        <a:srgbClr val="EE2B79"/>
      </a:accent2>
      <a:accent3>
        <a:srgbClr val="0E98D7"/>
      </a:accent3>
      <a:accent4>
        <a:srgbClr val="2EB88A"/>
      </a:accent4>
      <a:accent5>
        <a:srgbClr val="54C8E9"/>
      </a:accent5>
      <a:accent6>
        <a:srgbClr val="445469"/>
      </a:accent6>
      <a:hlink>
        <a:srgbClr val="0E98D7"/>
      </a:hlink>
      <a:folHlink>
        <a:srgbClr val="445469"/>
      </a:folHlink>
    </a:clrScheme>
    <a:fontScheme name="TSG-Font theme">
      <a:majorFont>
        <a:latin typeface="Poppi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e Strategy Group - 2022">
  <a:themeElements>
    <a:clrScheme name="The Strategy Group - 2022">
      <a:dk1>
        <a:srgbClr val="000000"/>
      </a:dk1>
      <a:lt1>
        <a:srgbClr val="FFFFFF"/>
      </a:lt1>
      <a:dk2>
        <a:srgbClr val="3C3C3C"/>
      </a:dk2>
      <a:lt2>
        <a:srgbClr val="E5E6EB"/>
      </a:lt2>
      <a:accent1>
        <a:srgbClr val="F38047"/>
      </a:accent1>
      <a:accent2>
        <a:srgbClr val="EE2B79"/>
      </a:accent2>
      <a:accent3>
        <a:srgbClr val="0E98D7"/>
      </a:accent3>
      <a:accent4>
        <a:srgbClr val="2EB88A"/>
      </a:accent4>
      <a:accent5>
        <a:srgbClr val="54C8E9"/>
      </a:accent5>
      <a:accent6>
        <a:srgbClr val="445469"/>
      </a:accent6>
      <a:hlink>
        <a:srgbClr val="0E98D7"/>
      </a:hlink>
      <a:folHlink>
        <a:srgbClr val="445469"/>
      </a:folHlink>
    </a:clrScheme>
    <a:fontScheme name="TSG-Font theme">
      <a:majorFont>
        <a:latin typeface="Poppi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700" row="0">
    <wetp:webextensionref xmlns:r="http://schemas.openxmlformats.org/officeDocument/2006/relationships" r:id="rId2"/>
  </wetp:taskpane>
  <wetp:taskpane dockstate="right" visibility="0" width="350" row="1">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E25CDEDE-93DF-C647-B5D8-A467E7AD6B70}">
  <we:reference id="wa104381063" version="1.0.0.1" store="en-GB"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008E564-8F99-4EDF-B2EB-65FCC5B53607}">
  <we:reference id="WA200010001" version="1.0.0.0" store="Omex" storeType="OMEX"/>
  <we:alternateReferences>
    <we:reference id="WA200010001" version="1.0.0.0" store="WA200010001" storeType="OMEX"/>
  </we:alternateReferences>
  <we:properties>
    <we:property name="Office.AutoShowTaskpaneWithDocument" value="true"/>
    <we:property name="claude.fileId" value="&quot;8e7109f5-cc27-4dee-92c6-993b70563417&quot;"/>
  </we:properties>
  <we:bindings/>
  <we:snapshot xmlns:r="http://schemas.openxmlformats.org/officeDocument/2006/relationships"/>
</we:webextension>
</file>

<file path=ppt/webextensions/webextension3.xml><?xml version="1.0" encoding="utf-8"?>
<we:webextension xmlns:we="http://schemas.microsoft.com/office/webextensions/webextension/2010/11" id="{5E2B939A-A0AD-43B7-9FF7-30F71938C10C}">
  <we:reference id="f5f369e5-aa35-49d7-ad7b-638152ddb008" version="1.0.0.1" store="excatalog" storeType="excatalog"/>
  <we:alternateReferences>
    <we:reference id="WA200010001" version="1.0.0.1" store="en-gb" storeType="omex"/>
  </we:alternateReferences>
  <we:properties>
    <we:property name="claude.fileId" value="&quot;a2abae90-18fa-4d27-b228-3bd469c0ebe3&quot;"/>
  </we:properties>
  <we:bindings/>
  <we:snapshot xmlns:r="http://schemas.openxmlformats.org/officeDocument/2006/relationships"/>
  <we:extLst>
    <a:ext xmlns:a="http://schemas.openxmlformats.org/drawingml/2006/main" uri="{0858819E-0033-43BF-8937-05EC82904868}">
      <we:backgroundApp state="0"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c335e2b-7f42-41d0-87ab-ac8237d9a47e" xsi:nil="true"/>
    <lcf76f155ced4ddcb4097134ff3c332f xmlns="6287a675-f086-4c05-9b8c-42540f50c34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65015FF0C4D0D4A84ACD5C5EC18BC34" ma:contentTypeVersion="19" ma:contentTypeDescription="Create a new document." ma:contentTypeScope="" ma:versionID="48ad552dc4ee1b4fa7ea69b2730e5273">
  <xsd:schema xmlns:xsd="http://www.w3.org/2001/XMLSchema" xmlns:xs="http://www.w3.org/2001/XMLSchema" xmlns:p="http://schemas.microsoft.com/office/2006/metadata/properties" xmlns:ns2="6287a675-f086-4c05-9b8c-42540f50c347" xmlns:ns3="cc335e2b-7f42-41d0-87ab-ac8237d9a47e" targetNamespace="http://schemas.microsoft.com/office/2006/metadata/properties" ma:root="true" ma:fieldsID="e2c4e7ddbc6a9a755bb796a3d33b9e2d" ns2:_="" ns3:_="">
    <xsd:import namespace="6287a675-f086-4c05-9b8c-42540f50c347"/>
    <xsd:import namespace="cc335e2b-7f42-41d0-87ab-ac8237d9a47e"/>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287a675-f086-4c05-9b8c-42540f50c34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a5682369-6b18-44d4-a163-e404b92d838d"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c335e2b-7f42-41d0-87ab-ac8237d9a47e"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1045b74b-362b-4bc9-9c37-0e1824aef99d}" ma:internalName="TaxCatchAll" ma:showField="CatchAllData" ma:web="cc335e2b-7f42-41d0-87ab-ac8237d9a47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05A753-6E37-42CF-A494-5F3AA9FF7B7D}">
  <ds:schemaRefs>
    <ds:schemaRef ds:uri="http://schemas.openxmlformats.org/package/2006/metadata/core-properties"/>
    <ds:schemaRef ds:uri="6287a675-f086-4c05-9b8c-42540f50c347"/>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www.w3.org/XML/1998/namespace"/>
    <ds:schemaRef ds:uri="http://purl.org/dc/dcmitype/"/>
    <ds:schemaRef ds:uri="http://purl.org/dc/terms/"/>
    <ds:schemaRef ds:uri="cc335e2b-7f42-41d0-87ab-ac8237d9a47e"/>
  </ds:schemaRefs>
</ds:datastoreItem>
</file>

<file path=customXml/itemProps2.xml><?xml version="1.0" encoding="utf-8"?>
<ds:datastoreItem xmlns:ds="http://schemas.openxmlformats.org/officeDocument/2006/customXml" ds:itemID="{01DB2E5F-D3D3-441D-A755-9F61C052A9B5}">
  <ds:schemaRefs>
    <ds:schemaRef ds:uri="http://schemas.microsoft.com/sharepoint/v3/contenttype/forms"/>
  </ds:schemaRefs>
</ds:datastoreItem>
</file>

<file path=customXml/itemProps3.xml><?xml version="1.0" encoding="utf-8"?>
<ds:datastoreItem xmlns:ds="http://schemas.openxmlformats.org/officeDocument/2006/customXml" ds:itemID="{582AA5A5-98B4-437E-B556-5EED2ACC049C}">
  <ds:schemaRefs>
    <ds:schemaRef ds:uri="6287a675-f086-4c05-9b8c-42540f50c347"/>
    <ds:schemaRef ds:uri="cc335e2b-7f42-41d0-87ab-ac8237d9a47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5510</Words>
  <Application>Microsoft Office PowerPoint</Application>
  <PresentationFormat>Widescreen</PresentationFormat>
  <Paragraphs>718</Paragraphs>
  <Slides>28</Slides>
  <Notes>20</Notes>
  <HiddenSlides>1</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28</vt:i4>
      </vt:variant>
    </vt:vector>
  </HeadingPairs>
  <TitlesOfParts>
    <vt:vector size="42" baseType="lpstr">
      <vt:lpstr>Aptos</vt:lpstr>
      <vt:lpstr>Arial</vt:lpstr>
      <vt:lpstr>Arial Nova</vt:lpstr>
      <vt:lpstr>Calibri</vt:lpstr>
      <vt:lpstr>Open Sans</vt:lpstr>
      <vt:lpstr>Open Sans Light</vt:lpstr>
      <vt:lpstr>Open Sans Semibold</vt:lpstr>
      <vt:lpstr>Poppins</vt:lpstr>
      <vt:lpstr>Poppins ExtraBold</vt:lpstr>
      <vt:lpstr>Poppins Light</vt:lpstr>
      <vt:lpstr>Poppins SemiBold</vt:lpstr>
      <vt:lpstr>Roboto</vt:lpstr>
      <vt:lpstr>The Strategy Group - 2022</vt:lpstr>
      <vt:lpstr>1_The Strategy Group - 2022</vt:lpstr>
      <vt:lpstr>Industry Sentiment Scorecard: From Insight To 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Razer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 Halling</dc:creator>
  <cp:lastModifiedBy>Alycia Wolf</cp:lastModifiedBy>
  <cp:revision>1</cp:revision>
  <cp:lastPrinted>2026-06-05T05:24:36Z</cp:lastPrinted>
  <dcterms:created xsi:type="dcterms:W3CDTF">2017-07-17T06:01:31Z</dcterms:created>
  <dcterms:modified xsi:type="dcterms:W3CDTF">2026-10-22T05:16:11Z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0x010100B65015FF0C4D0D4A84ACD5C5EC18BC34</vt:lpwstr>
  </property>
  <property fmtid="{D5CDD505-2E9C-101B-9397-08002B2CF9AE}" pid="3" name="MediaServiceImageTags">
    <vt:lpwstr/>
  </property>
</Properties>
</file>