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3.svg" ContentType="image/svg+xml"/>
  <Override PartName="/ppt/media/image14.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4" r:id="rId4"/>
    <p:sldMasterId id="2147484048" r:id="rId5"/>
  </p:sldMasterIdLst>
  <p:notesMasterIdLst>
    <p:notesMasterId r:id="rId34"/>
  </p:notesMasterIdLst>
  <p:handoutMasterIdLst>
    <p:handoutMasterId r:id="rId35"/>
  </p:handoutMasterIdLst>
  <p:sldIdLst>
    <p:sldId id="2147475314" r:id="rId6"/>
    <p:sldId id="2147475362" r:id="rId44"/>
    <p:sldId id="2147475341" r:id="rId24"/>
    <p:sldId id="2147475326" r:id="rId26"/>
    <p:sldId id="2147475327" r:id="rId28"/>
    <p:sldId id="2147475345" r:id="rId8"/>
    <p:sldId id="2147475346" r:id="rId17"/>
    <p:sldId id="2147475363" r:id="rId45"/>
    <p:sldId id="2147475364" r:id="rId46"/>
    <p:sldId id="214747533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93" userDrawn="1">
          <p15:clr>
            <a:srgbClr val="A4A3A4"/>
          </p15:clr>
        </p15:guide>
        <p15:guide id="2" orient="horz" pos="459" userDrawn="1">
          <p15:clr>
            <a:srgbClr val="A4A3A4"/>
          </p15:clr>
        </p15:guide>
        <p15:guide id="3" orient="horz" pos="210" userDrawn="1">
          <p15:clr>
            <a:srgbClr val="A4A3A4"/>
          </p15:clr>
        </p15:guide>
        <p15:guide id="4" orient="horz" pos="845" userDrawn="1">
          <p15:clr>
            <a:srgbClr val="A4A3A4"/>
          </p15:clr>
        </p15:guide>
        <p15:guide id="5" pos="2094" userDrawn="1">
          <p15:clr>
            <a:srgbClr val="A4A3A4"/>
          </p15:clr>
        </p15:guide>
        <p15:guide id="6" orient="horz" pos="663" userDrawn="1">
          <p15:clr>
            <a:srgbClr val="A4A3A4"/>
          </p15:clr>
        </p15:guide>
        <p15:guide id="7" pos="3500" userDrawn="1">
          <p15:clr>
            <a:srgbClr val="A4A3A4"/>
          </p15:clr>
        </p15:guide>
        <p15:guide id="8" orient="horz" pos="1230" userDrawn="1">
          <p15:clr>
            <a:srgbClr val="A4A3A4"/>
          </p15:clr>
        </p15:guide>
        <p15:guide id="9" orient="horz" pos="1366" userDrawn="1">
          <p15:clr>
            <a:srgbClr val="A4A3A4"/>
          </p15:clr>
        </p15:guide>
        <p15:guide id="10" pos="3341" userDrawn="1">
          <p15:clr>
            <a:srgbClr val="A4A3A4"/>
          </p15:clr>
        </p15:guide>
        <p15:guide id="11" pos="447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6DCF1C-F1BF-08F1-4F68-1A5268AB94AA}" name="Sabrina Thomas" initials="ST" userId="S::sabrina@thestrategygroup.com.au::71d01e8f-f5be-4dc8-9c6f-d69dbfe8b323" providerId="AD"/>
  <p188:author id="{22B6604C-64F9-9A4C-3D6F-FB7164E2FB2B}" name="Alycia Wolf" initials="AW" userId="S::alycia@thestrategygroup.com.au::c3aef7f7-6659-44db-bf40-576699cfa133" providerId="AD"/>
  <p188:author id="{C60AD75F-BB7A-E2C4-F03F-DC0A34C79042}" name="Liam Hoffman" initials="LH" userId="S::liam@thestrategygroup.com.au::4302a22b-3367-4883-8fcc-8cd8ad62a05e" providerId="AD"/>
  <p188:author id="{A4BFD185-8211-450F-9F9A-53B799A822F0}" name="Nitara Zaid" initials="NZ" userId="S::nitara@thestrategygroup.com.au::ea140d9b-d5e3-432c-a95a-295be01fe418" providerId="AD"/>
  <p188:author id="{AF742A88-23A4-B02F-D282-C8D9BD3AD95C}" name="Jeffrey Tobias" initials="JT" userId="S::jeffrey@thestrategygroup.com.au::9ceb8861-4a13-48a9-ba56-a8c90f5fbffd" providerId="AD"/>
  <p188:author id="{E6A896AE-EBD8-0C62-3B4C-D040BFAA362F}" name="Eliza Beatty" initials="EB" userId="S::eliza@thestrategygroup.com.au::2d4a6939-6cb8-4242-ae6e-ed7e41a40c00" providerId="AD"/>
  <p188:author id="{766270B2-8F53-BD49-570B-6812A4EA1E43}" name="Pierre Schaupp" initials="PS" userId="S::pierre@thestrategygroup.com.au::b910f653-e3ec-49e2-a16b-41bba1208509" providerId="AD"/>
  <p188:author id="{E38D6DFE-8075-8B96-8568-A158DDC43B24}" name="Marcus Naoum" initials="MN" userId="S::marcus@thestrategygroup.com.au::4578fcc8-dbf2-452a-b11c-6b75cc6176d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helle Tabart" initials="M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D1F7"/>
    <a:srgbClr val="AABCF4"/>
    <a:srgbClr val="14359D"/>
    <a:srgbClr val="E2F4FD"/>
    <a:srgbClr val="DCEDF0"/>
    <a:srgbClr val="FACE40"/>
    <a:srgbClr val="2772A1"/>
    <a:srgbClr val="216197"/>
    <a:srgbClr val="091489"/>
    <a:srgbClr val="F7F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E64880-7188-F546-8B0C-2B5BBD01E9D6}" v="5" dt="2026-10-20T22:08:52.261"/>
    <p1510:client id="{56759424-63BB-4AED-9FAA-3D0EB5FADD02}" v="488" dt="2026-10-20T21:57:26.537"/>
    <p1510:client id="{6897D2B0-40AF-3C42-9B59-717CCAF35A9D}" v="751" dt="2026-10-20T06:37:46.6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914" y="630"/>
      </p:cViewPr>
      <p:guideLst>
        <p:guide pos="393"/>
        <p:guide orient="horz" pos="459"/>
        <p:guide orient="horz" pos="210"/>
        <p:guide orient="horz" pos="845"/>
        <p:guide pos="2094"/>
        <p:guide orient="horz" pos="663"/>
        <p:guide pos="3500"/>
        <p:guide orient="horz" pos="1230"/>
        <p:guide orient="horz" pos="1366"/>
        <p:guide pos="3341"/>
        <p:guide pos="4475"/>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8" Type="http://schemas.openxmlformats.org/officeDocument/2006/relationships/slide" Target="slides/slide3.xml"/><Relationship Id="rId17" Type="http://schemas.openxmlformats.org/officeDocument/2006/relationships/slide" Target="slides/slide12.xml"/><Relationship Id="rId24" Type="http://schemas.openxmlformats.org/officeDocument/2006/relationships/slide" Target="slides/slide19.xml"/><Relationship Id="rId26" Type="http://schemas.openxmlformats.org/officeDocument/2006/relationships/slide" Target="slides/slide21.xml"/><Relationship Id="rId28" Type="http://schemas.openxmlformats.org/officeDocument/2006/relationships/slide" Target="slides/slide23.xml"/><Relationship Id="rId33" Type="http://schemas.openxmlformats.org/officeDocument/2006/relationships/slide" Target="slides/slide28.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commentAuthors" Target="commentAuthors.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6/11/relationships/changesInfo" Target="changesInfos/changesInfo1.xml"/><Relationship Id="rId42" Type="http://schemas.microsoft.com/office/2015/10/relationships/revisionInfo" Target="revisionInfo.xml"/><Relationship Id="rId43" Type="http://schemas.microsoft.com/office/2018/10/relationships/authors" Target="authors.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ycia Wolf" userId="c3aef7f7-6659-44db-bf40-576699cfa133" providerId="ADAL" clId="{0050FAD3-4552-4704-84A6-01FEAEE1C93F}"/>
    <pc:docChg chg="undo custSel addSld modSld sldOrd">
      <pc:chgData name="Alycia Wolf" userId="c3aef7f7-6659-44db-bf40-576699cfa133" providerId="ADAL" clId="{0050FAD3-4552-4704-84A6-01FEAEE1C93F}" dt="2026-10-20T21:57:26.537" v="922" actId="478"/>
      <pc:docMkLst>
        <pc:docMk/>
      </pc:docMkLst>
      <pc:sldChg chg="add">
        <pc:chgData name="Alycia Wolf" userId="c3aef7f7-6659-44db-bf40-576699cfa133" providerId="ADAL" clId="{0050FAD3-4552-4704-84A6-01FEAEE1C93F}" dt="2026-10-15T02:33:01.997" v="49"/>
        <pc:sldMkLst>
          <pc:docMk/>
          <pc:sldMk cId="1614242727" sldId="2147475311"/>
        </pc:sldMkLst>
      </pc:sldChg>
      <pc:sldChg chg="ord">
        <pc:chgData name="Alycia Wolf" userId="c3aef7f7-6659-44db-bf40-576699cfa133" providerId="ADAL" clId="{0050FAD3-4552-4704-84A6-01FEAEE1C93F}" dt="2026-10-20T12:52:10.480" v="586"/>
        <pc:sldMkLst>
          <pc:docMk/>
          <pc:sldMk cId="1922296058" sldId="2147475323"/>
        </pc:sldMkLst>
      </pc:sldChg>
      <pc:sldChg chg="modSp mod ord">
        <pc:chgData name="Alycia Wolf" userId="c3aef7f7-6659-44db-bf40-576699cfa133" providerId="ADAL" clId="{0050FAD3-4552-4704-84A6-01FEAEE1C93F}" dt="2026-10-20T12:52:05.856" v="584"/>
        <pc:sldMkLst>
          <pc:docMk/>
          <pc:sldMk cId="1922296058" sldId="2147475324"/>
        </pc:sldMkLst>
        <pc:spChg chg="mod">
          <ac:chgData name="Alycia Wolf" userId="c3aef7f7-6659-44db-bf40-576699cfa133" providerId="ADAL" clId="{0050FAD3-4552-4704-84A6-01FEAEE1C93F}" dt="2026-10-19T00:35:43.486" v="284" actId="20577"/>
          <ac:spMkLst>
            <pc:docMk/>
            <pc:sldMk cId="1922296058" sldId="2147475324"/>
            <ac:spMk id="30" creationId="{28DA5C6F-52C4-3136-5811-83E0899FCC5D}"/>
          </ac:spMkLst>
        </pc:spChg>
      </pc:sldChg>
      <pc:sldChg chg="addSp delSp mod">
        <pc:chgData name="Alycia Wolf" userId="c3aef7f7-6659-44db-bf40-576699cfa133" providerId="ADAL" clId="{0050FAD3-4552-4704-84A6-01FEAEE1C93F}" dt="2026-10-20T21:57:26.537" v="922" actId="478"/>
        <pc:sldMkLst>
          <pc:docMk/>
          <pc:sldMk cId="1922296058" sldId="2147475326"/>
        </pc:sldMkLst>
        <pc:spChg chg="add del">
          <ac:chgData name="Alycia Wolf" userId="c3aef7f7-6659-44db-bf40-576699cfa133" providerId="ADAL" clId="{0050FAD3-4552-4704-84A6-01FEAEE1C93F}" dt="2026-10-20T21:57:26.537" v="922" actId="478"/>
          <ac:spMkLst>
            <pc:docMk/>
            <pc:sldMk cId="1922296058" sldId="2147475326"/>
            <ac:spMk id="910" creationId="{00000000-0000-0000-0000-000000000000}"/>
          </ac:spMkLst>
        </pc:spChg>
        <pc:spChg chg="add del">
          <ac:chgData name="Alycia Wolf" userId="c3aef7f7-6659-44db-bf40-576699cfa133" providerId="ADAL" clId="{0050FAD3-4552-4704-84A6-01FEAEE1C93F}" dt="2026-10-20T21:57:26.537" v="922" actId="478"/>
          <ac:spMkLst>
            <pc:docMk/>
            <pc:sldMk cId="1922296058" sldId="2147475326"/>
            <ac:spMk id="911" creationId="{00000000-0000-0000-0000-000000000000}"/>
          </ac:spMkLst>
        </pc:spChg>
        <pc:spChg chg="add del">
          <ac:chgData name="Alycia Wolf" userId="c3aef7f7-6659-44db-bf40-576699cfa133" providerId="ADAL" clId="{0050FAD3-4552-4704-84A6-01FEAEE1C93F}" dt="2026-10-20T21:57:26.537" v="922" actId="478"/>
          <ac:spMkLst>
            <pc:docMk/>
            <pc:sldMk cId="1922296058" sldId="2147475326"/>
            <ac:spMk id="912" creationId="{00000000-0000-0000-0000-000000000000}"/>
          </ac:spMkLst>
        </pc:spChg>
        <pc:spChg chg="add del">
          <ac:chgData name="Alycia Wolf" userId="c3aef7f7-6659-44db-bf40-576699cfa133" providerId="ADAL" clId="{0050FAD3-4552-4704-84A6-01FEAEE1C93F}" dt="2026-10-20T21:57:26.537" v="922" actId="478"/>
          <ac:spMkLst>
            <pc:docMk/>
            <pc:sldMk cId="1922296058" sldId="2147475326"/>
            <ac:spMk id="913" creationId="{00000000-0000-0000-0000-000000000000}"/>
          </ac:spMkLst>
        </pc:spChg>
        <pc:spChg chg="add del">
          <ac:chgData name="Alycia Wolf" userId="c3aef7f7-6659-44db-bf40-576699cfa133" providerId="ADAL" clId="{0050FAD3-4552-4704-84A6-01FEAEE1C93F}" dt="2026-10-20T21:57:26.537" v="922" actId="478"/>
          <ac:spMkLst>
            <pc:docMk/>
            <pc:sldMk cId="1922296058" sldId="2147475326"/>
            <ac:spMk id="914" creationId="{00000000-0000-0000-0000-000000000000}"/>
          </ac:spMkLst>
        </pc:spChg>
        <pc:spChg chg="add del">
          <ac:chgData name="Alycia Wolf" userId="c3aef7f7-6659-44db-bf40-576699cfa133" providerId="ADAL" clId="{0050FAD3-4552-4704-84A6-01FEAEE1C93F}" dt="2026-10-20T21:57:26.537" v="922" actId="478"/>
          <ac:spMkLst>
            <pc:docMk/>
            <pc:sldMk cId="1922296058" sldId="2147475326"/>
            <ac:spMk id="915" creationId="{00000000-0000-0000-0000-000000000000}"/>
          </ac:spMkLst>
        </pc:spChg>
      </pc:sldChg>
      <pc:sldChg chg="modNotesTx">
        <pc:chgData name="Alycia Wolf" userId="c3aef7f7-6659-44db-bf40-576699cfa133" providerId="ADAL" clId="{0050FAD3-4552-4704-84A6-01FEAEE1C93F}" dt="2026-10-20T21:56:07.702" v="918" actId="20577"/>
        <pc:sldMkLst>
          <pc:docMk/>
          <pc:sldMk cId="2631522827" sldId="2147475336"/>
        </pc:sldMkLst>
      </pc:sldChg>
      <pc:sldChg chg="modSp mod">
        <pc:chgData name="Alycia Wolf" userId="c3aef7f7-6659-44db-bf40-576699cfa133" providerId="ADAL" clId="{0050FAD3-4552-4704-84A6-01FEAEE1C93F}" dt="2026-10-15T02:29:17.200" v="48" actId="1038"/>
        <pc:sldMkLst>
          <pc:docMk/>
          <pc:sldMk cId="1922296058" sldId="2147475341"/>
        </pc:sldMkLst>
        <pc:spChg chg="mod">
          <ac:chgData name="Alycia Wolf" userId="c3aef7f7-6659-44db-bf40-576699cfa133" providerId="ADAL" clId="{0050FAD3-4552-4704-84A6-01FEAEE1C93F}" dt="2026-10-15T02:29:17.200" v="48" actId="1038"/>
          <ac:spMkLst>
            <pc:docMk/>
            <pc:sldMk cId="1922296058" sldId="2147475341"/>
            <ac:spMk id="12" creationId="{DB789765-E438-C8F4-528D-463976923560}"/>
          </ac:spMkLst>
        </pc:spChg>
      </pc:sldChg>
      <pc:sldChg chg="addSp delSp modSp add mod delAnim">
        <pc:chgData name="Alycia Wolf" userId="c3aef7f7-6659-44db-bf40-576699cfa133" providerId="ADAL" clId="{0050FAD3-4552-4704-84A6-01FEAEE1C93F}" dt="2026-10-16T02:40:50.463" v="259" actId="20577"/>
        <pc:sldMkLst>
          <pc:docMk/>
          <pc:sldMk cId="2904025356" sldId="2147475355"/>
        </pc:sldMkLst>
        <pc:spChg chg="add mod">
          <ac:chgData name="Alycia Wolf" userId="c3aef7f7-6659-44db-bf40-576699cfa133" providerId="ADAL" clId="{0050FAD3-4552-4704-84A6-01FEAEE1C93F}" dt="2026-10-16T02:40:46.671" v="258" actId="207"/>
          <ac:spMkLst>
            <pc:docMk/>
            <pc:sldMk cId="2904025356" sldId="2147475355"/>
            <ac:spMk id="7" creationId="{D4E0B90B-6E0C-2EBA-0121-E80C8855E10C}"/>
          </ac:spMkLst>
        </pc:spChg>
        <pc:spChg chg="add mod">
          <ac:chgData name="Alycia Wolf" userId="c3aef7f7-6659-44db-bf40-576699cfa133" providerId="ADAL" clId="{0050FAD3-4552-4704-84A6-01FEAEE1C93F}" dt="2026-10-16T02:40:50.463" v="259" actId="20577"/>
          <ac:spMkLst>
            <pc:docMk/>
            <pc:sldMk cId="2904025356" sldId="2147475355"/>
            <ac:spMk id="13" creationId="{70DAF17A-BB98-0B50-7E20-ACD64D86F957}"/>
          </ac:spMkLst>
        </pc:spChg>
        <pc:spChg chg="mod">
          <ac:chgData name="Alycia Wolf" userId="c3aef7f7-6659-44db-bf40-576699cfa133" providerId="ADAL" clId="{0050FAD3-4552-4704-84A6-01FEAEE1C93F}" dt="2026-10-16T02:32:43.216" v="57" actId="1076"/>
          <ac:spMkLst>
            <pc:docMk/>
            <pc:sldMk cId="2904025356" sldId="2147475355"/>
            <ac:spMk id="27" creationId="{C27309B3-144E-9727-0EA3-185F3FC28280}"/>
          </ac:spMkLst>
        </pc:spChg>
        <pc:spChg chg="mod">
          <ac:chgData name="Alycia Wolf" userId="c3aef7f7-6659-44db-bf40-576699cfa133" providerId="ADAL" clId="{0050FAD3-4552-4704-84A6-01FEAEE1C93F}" dt="2026-10-16T02:32:43.216" v="57" actId="1076"/>
          <ac:spMkLst>
            <pc:docMk/>
            <pc:sldMk cId="2904025356" sldId="2147475355"/>
            <ac:spMk id="29" creationId="{E341A90A-1ED2-17A3-8D55-C6FA21C0C045}"/>
          </ac:spMkLst>
        </pc:spChg>
      </pc:sldChg>
      <pc:sldChg chg="addSp delSp modSp add mod">
        <pc:chgData name="Alycia Wolf" userId="c3aef7f7-6659-44db-bf40-576699cfa133" providerId="ADAL" clId="{0050FAD3-4552-4704-84A6-01FEAEE1C93F}" dt="2026-10-19T02:35:57.890" v="451" actId="20577"/>
        <pc:sldMkLst>
          <pc:docMk/>
          <pc:sldMk cId="116775105" sldId="2147475356"/>
        </pc:sldMkLst>
        <pc:spChg chg="mod">
          <ac:chgData name="Alycia Wolf" userId="c3aef7f7-6659-44db-bf40-576699cfa133" providerId="ADAL" clId="{0050FAD3-4552-4704-84A6-01FEAEE1C93F}" dt="2026-10-19T02:35:57.890" v="451" actId="20577"/>
          <ac:spMkLst>
            <pc:docMk/>
            <pc:sldMk cId="116775105" sldId="2147475356"/>
            <ac:spMk id="14" creationId="{4EF153A3-AB96-F6EE-AD45-F82D2A893EBB}"/>
          </ac:spMkLst>
        </pc:spChg>
        <pc:spChg chg="mod">
          <ac:chgData name="Alycia Wolf" userId="c3aef7f7-6659-44db-bf40-576699cfa133" providerId="ADAL" clId="{0050FAD3-4552-4704-84A6-01FEAEE1C93F}" dt="2026-10-19T00:41:27.448" v="405" actId="14100"/>
          <ac:spMkLst>
            <pc:docMk/>
            <pc:sldMk cId="116775105" sldId="2147475356"/>
            <ac:spMk id="283" creationId="{7160F3FA-D01A-E998-77DA-06CD0493F175}"/>
          </ac:spMkLst>
        </pc:spChg>
        <pc:spChg chg="del">
          <ac:chgData name="Alycia Wolf" userId="c3aef7f7-6659-44db-bf40-576699cfa133" providerId="ADAL" clId="{0050FAD3-4552-4704-84A6-01FEAEE1C93F}" dt="2026-10-19T00:40:44.513" v="325" actId="478"/>
          <ac:spMkLst>
            <pc:docMk/>
            <pc:sldMk cId="116775105" sldId="2147475356"/>
            <ac:spMk id="285" creationId="{AD97871A-3C7F-FB8E-DD89-E7873B0DD8D6}"/>
          </ac:spMkLst>
        </pc:spChg>
        <pc:spChg chg="add del mod">
          <ac:chgData name="Alycia Wolf" userId="c3aef7f7-6659-44db-bf40-576699cfa133" providerId="ADAL" clId="{0050FAD3-4552-4704-84A6-01FEAEE1C93F}" dt="2026-10-19T00:40:58.416" v="350" actId="1035"/>
          <ac:spMkLst>
            <pc:docMk/>
            <pc:sldMk cId="116775105" sldId="2147475356"/>
            <ac:spMk id="286" creationId="{B5AF3F62-4D7E-78F0-672C-0BFCD0712A64}"/>
          </ac:spMkLst>
        </pc:spChg>
        <pc:spChg chg="mod">
          <ac:chgData name="Alycia Wolf" userId="c3aef7f7-6659-44db-bf40-576699cfa133" providerId="ADAL" clId="{0050FAD3-4552-4704-84A6-01FEAEE1C93F}" dt="2026-10-19T02:00:51.737" v="408" actId="20577"/>
          <ac:spMkLst>
            <pc:docMk/>
            <pc:sldMk cId="116775105" sldId="2147475356"/>
            <ac:spMk id="287" creationId="{BFB434F3-BF93-9889-9B6D-D1FF4B7F7A2B}"/>
          </ac:spMkLst>
        </pc:spChg>
        <pc:spChg chg="mod">
          <ac:chgData name="Alycia Wolf" userId="c3aef7f7-6659-44db-bf40-576699cfa133" providerId="ADAL" clId="{0050FAD3-4552-4704-84A6-01FEAEE1C93F}" dt="2026-10-19T00:41:25.339" v="404" actId="14100"/>
          <ac:spMkLst>
            <pc:docMk/>
            <pc:sldMk cId="116775105" sldId="2147475356"/>
            <ac:spMk id="289" creationId="{6A78C4B6-1667-1411-FEAA-E7BFD2A53668}"/>
          </ac:spMkLst>
        </pc:spChg>
        <pc:spChg chg="del">
          <ac:chgData name="Alycia Wolf" userId="c3aef7f7-6659-44db-bf40-576699cfa133" providerId="ADAL" clId="{0050FAD3-4552-4704-84A6-01FEAEE1C93F}" dt="2026-10-19T00:40:54.360" v="336" actId="478"/>
          <ac:spMkLst>
            <pc:docMk/>
            <pc:sldMk cId="116775105" sldId="2147475356"/>
            <ac:spMk id="291" creationId="{39C44278-EA19-4204-738F-ADDA845DB212}"/>
          </ac:spMkLst>
        </pc:spChg>
        <pc:spChg chg="add del mod">
          <ac:chgData name="Alycia Wolf" userId="c3aef7f7-6659-44db-bf40-576699cfa133" providerId="ADAL" clId="{0050FAD3-4552-4704-84A6-01FEAEE1C93F}" dt="2026-10-19T00:40:58.416" v="350" actId="1035"/>
          <ac:spMkLst>
            <pc:docMk/>
            <pc:sldMk cId="116775105" sldId="2147475356"/>
            <ac:spMk id="292" creationId="{0D702371-D5FA-5E68-6DAB-1DD1A6333041}"/>
          </ac:spMkLst>
        </pc:spChg>
        <pc:spChg chg="mod">
          <ac:chgData name="Alycia Wolf" userId="c3aef7f7-6659-44db-bf40-576699cfa133" providerId="ADAL" clId="{0050FAD3-4552-4704-84A6-01FEAEE1C93F}" dt="2026-10-19T02:00:53.227" v="409" actId="20577"/>
          <ac:spMkLst>
            <pc:docMk/>
            <pc:sldMk cId="116775105" sldId="2147475356"/>
            <ac:spMk id="293" creationId="{9B4A1740-924E-84D7-13F3-C31B87376295}"/>
          </ac:spMkLst>
        </pc:spChg>
        <pc:spChg chg="mod">
          <ac:chgData name="Alycia Wolf" userId="c3aef7f7-6659-44db-bf40-576699cfa133" providerId="ADAL" clId="{0050FAD3-4552-4704-84A6-01FEAEE1C93F}" dt="2026-10-19T00:41:33.848" v="407" actId="14100"/>
          <ac:spMkLst>
            <pc:docMk/>
            <pc:sldMk cId="116775105" sldId="2147475356"/>
            <ac:spMk id="295" creationId="{6614BBEB-166E-32AD-3530-358A1C2E0E05}"/>
          </ac:spMkLst>
        </pc:spChg>
        <pc:spChg chg="del">
          <ac:chgData name="Alycia Wolf" userId="c3aef7f7-6659-44db-bf40-576699cfa133" providerId="ADAL" clId="{0050FAD3-4552-4704-84A6-01FEAEE1C93F}" dt="2026-10-19T00:40:54.360" v="336" actId="478"/>
          <ac:spMkLst>
            <pc:docMk/>
            <pc:sldMk cId="116775105" sldId="2147475356"/>
            <ac:spMk id="297" creationId="{070269C0-524A-00C3-C575-B5259E3AE83C}"/>
          </ac:spMkLst>
        </pc:spChg>
        <pc:spChg chg="add del mod">
          <ac:chgData name="Alycia Wolf" userId="c3aef7f7-6659-44db-bf40-576699cfa133" providerId="ADAL" clId="{0050FAD3-4552-4704-84A6-01FEAEE1C93F}" dt="2026-10-19T00:40:58.416" v="350" actId="1035"/>
          <ac:spMkLst>
            <pc:docMk/>
            <pc:sldMk cId="116775105" sldId="2147475356"/>
            <ac:spMk id="298" creationId="{94E88FA7-F3CB-2949-0675-08E15BE70181}"/>
          </ac:spMkLst>
        </pc:spChg>
        <pc:spChg chg="mod">
          <ac:chgData name="Alycia Wolf" userId="c3aef7f7-6659-44db-bf40-576699cfa133" providerId="ADAL" clId="{0050FAD3-4552-4704-84A6-01FEAEE1C93F}" dt="2026-10-19T02:00:54.297" v="410" actId="20577"/>
          <ac:spMkLst>
            <pc:docMk/>
            <pc:sldMk cId="116775105" sldId="2147475356"/>
            <ac:spMk id="299" creationId="{DE7DD751-AD24-E500-0EE0-F1FD30A639AC}"/>
          </ac:spMkLst>
        </pc:spChg>
      </pc:sldChg>
      <pc:sldChg chg="addSp delSp modSp add mod modNotesTx">
        <pc:chgData name="Alycia Wolf" userId="c3aef7f7-6659-44db-bf40-576699cfa133" providerId="ADAL" clId="{0050FAD3-4552-4704-84A6-01FEAEE1C93F}" dt="2026-10-20T12:53:14.137" v="630" actId="1035"/>
        <pc:sldMkLst>
          <pc:docMk/>
          <pc:sldMk cId="1698574673" sldId="2147475361"/>
        </pc:sldMkLst>
        <pc:spChg chg="mod">
          <ac:chgData name="Alycia Wolf" userId="c3aef7f7-6659-44db-bf40-576699cfa133" providerId="ADAL" clId="{0050FAD3-4552-4704-84A6-01FEAEE1C93F}" dt="2026-10-20T12:53:14.137" v="630" actId="1035"/>
          <ac:spMkLst>
            <pc:docMk/>
            <pc:sldMk cId="1698574673" sldId="2147475361"/>
            <ac:spMk id="2" creationId="{2B6BE33A-60B5-E311-CB42-7B2F0308709E}"/>
          </ac:spMkLst>
        </pc:spChg>
        <pc:spChg chg="del">
          <ac:chgData name="Alycia Wolf" userId="c3aef7f7-6659-44db-bf40-576699cfa133" providerId="ADAL" clId="{0050FAD3-4552-4704-84A6-01FEAEE1C93F}" dt="2026-10-20T12:34:48.620" v="453" actId="478"/>
          <ac:spMkLst>
            <pc:docMk/>
            <pc:sldMk cId="1698574673" sldId="2147475361"/>
            <ac:spMk id="6" creationId="{93F24A76-699F-A050-BCAC-71BD08B264A2}"/>
          </ac:spMkLst>
        </pc:spChg>
        <pc:spChg chg="add mod">
          <ac:chgData name="Alycia Wolf" userId="c3aef7f7-6659-44db-bf40-576699cfa133" providerId="ADAL" clId="{0050FAD3-4552-4704-84A6-01FEAEE1C93F}" dt="2026-10-20T12:34:48.932" v="454"/>
          <ac:spMkLst>
            <pc:docMk/>
            <pc:sldMk cId="1698574673" sldId="2147475361"/>
            <ac:spMk id="8" creationId="{4B05A204-A258-28EF-A204-5170C4B1FC7A}"/>
          </ac:spMkLst>
        </pc:spChg>
        <pc:spChg chg="mod">
          <ac:chgData name="Alycia Wolf" userId="c3aef7f7-6659-44db-bf40-576699cfa133" providerId="ADAL" clId="{0050FAD3-4552-4704-84A6-01FEAEE1C93F}" dt="2026-10-20T12:50:38.965" v="492" actId="20577"/>
          <ac:spMkLst>
            <pc:docMk/>
            <pc:sldMk cId="1698574673" sldId="2147475361"/>
            <ac:spMk id="14" creationId="{15B0D0C6-2A12-4A64-5CA6-AFD820857D29}"/>
          </ac:spMkLst>
        </pc:spChg>
        <pc:spChg chg="del">
          <ac:chgData name="Alycia Wolf" userId="c3aef7f7-6659-44db-bf40-576699cfa133" providerId="ADAL" clId="{0050FAD3-4552-4704-84A6-01FEAEE1C93F}" dt="2026-10-20T12:50:41.261" v="493" actId="478"/>
          <ac:spMkLst>
            <pc:docMk/>
            <pc:sldMk cId="1698574673" sldId="2147475361"/>
            <ac:spMk id="101" creationId="{00000000-0000-0000-0000-000000000000}"/>
          </ac:spMkLst>
        </pc:spChg>
        <pc:spChg chg="mod">
          <ac:chgData name="Alycia Wolf" userId="c3aef7f7-6659-44db-bf40-576699cfa133" providerId="ADAL" clId="{0050FAD3-4552-4704-84A6-01FEAEE1C93F}" dt="2026-10-20T12:53:14.137" v="630" actId="1035"/>
          <ac:spMkLst>
            <pc:docMk/>
            <pc:sldMk cId="1698574673" sldId="2147475361"/>
            <ac:spMk id="102" creationId="{00000000-0000-0000-0000-000000000000}"/>
          </ac:spMkLst>
        </pc:spChg>
        <pc:spChg chg="mod">
          <ac:chgData name="Alycia Wolf" userId="c3aef7f7-6659-44db-bf40-576699cfa133" providerId="ADAL" clId="{0050FAD3-4552-4704-84A6-01FEAEE1C93F}" dt="2026-10-20T12:51:52.149" v="573" actId="1035"/>
          <ac:spMkLst>
            <pc:docMk/>
            <pc:sldMk cId="1698574673" sldId="2147475361"/>
            <ac:spMk id="103" creationId="{00000000-0000-0000-0000-000000000000}"/>
          </ac:spMkLst>
        </pc:spChg>
        <pc:spChg chg="mod">
          <ac:chgData name="Alycia Wolf" userId="c3aef7f7-6659-44db-bf40-576699cfa133" providerId="ADAL" clId="{0050FAD3-4552-4704-84A6-01FEAEE1C93F}" dt="2026-10-20T12:52:55.587" v="611" actId="403"/>
          <ac:spMkLst>
            <pc:docMk/>
            <pc:sldMk cId="1698574673" sldId="2147475361"/>
            <ac:spMk id="104" creationId="{00000000-0000-0000-0000-000000000000}"/>
          </ac:spMkLst>
        </pc:spChg>
        <pc:spChg chg="mod">
          <ac:chgData name="Alycia Wolf" userId="c3aef7f7-6659-44db-bf40-576699cfa133" providerId="ADAL" clId="{0050FAD3-4552-4704-84A6-01FEAEE1C93F}" dt="2026-10-20T12:53:02.170" v="612" actId="14100"/>
          <ac:spMkLst>
            <pc:docMk/>
            <pc:sldMk cId="1698574673" sldId="2147475361"/>
            <ac:spMk id="105" creationId="{00000000-0000-0000-0000-000000000000}"/>
          </ac:spMkLst>
        </pc:spChg>
        <pc:spChg chg="mod">
          <ac:chgData name="Alycia Wolf" userId="c3aef7f7-6659-44db-bf40-576699cfa133" providerId="ADAL" clId="{0050FAD3-4552-4704-84A6-01FEAEE1C93F}" dt="2026-10-20T12:53:14.137" v="630" actId="1035"/>
          <ac:spMkLst>
            <pc:docMk/>
            <pc:sldMk cId="1698574673" sldId="2147475361"/>
            <ac:spMk id="106" creationId="{00000000-0000-0000-0000-000000000000}"/>
          </ac:spMkLst>
        </pc:spChg>
        <pc:spChg chg="mod">
          <ac:chgData name="Alycia Wolf" userId="c3aef7f7-6659-44db-bf40-576699cfa133" providerId="ADAL" clId="{0050FAD3-4552-4704-84A6-01FEAEE1C93F}" dt="2026-10-20T12:52:55.587" v="611" actId="403"/>
          <ac:spMkLst>
            <pc:docMk/>
            <pc:sldMk cId="1698574673" sldId="2147475361"/>
            <ac:spMk id="107" creationId="{00000000-0000-0000-0000-000000000000}"/>
          </ac:spMkLst>
        </pc:spChg>
        <pc:spChg chg="mod">
          <ac:chgData name="Alycia Wolf" userId="c3aef7f7-6659-44db-bf40-576699cfa133" providerId="ADAL" clId="{0050FAD3-4552-4704-84A6-01FEAEE1C93F}" dt="2026-10-20T12:53:02.170" v="612" actId="14100"/>
          <ac:spMkLst>
            <pc:docMk/>
            <pc:sldMk cId="1698574673" sldId="2147475361"/>
            <ac:spMk id="108" creationId="{00000000-0000-0000-0000-000000000000}"/>
          </ac:spMkLst>
        </pc:spChg>
        <pc:spChg chg="mod">
          <ac:chgData name="Alycia Wolf" userId="c3aef7f7-6659-44db-bf40-576699cfa133" providerId="ADAL" clId="{0050FAD3-4552-4704-84A6-01FEAEE1C93F}" dt="2026-10-20T12:53:14.137" v="630" actId="1035"/>
          <ac:spMkLst>
            <pc:docMk/>
            <pc:sldMk cId="1698574673" sldId="2147475361"/>
            <ac:spMk id="109" creationId="{00000000-0000-0000-0000-000000000000}"/>
          </ac:spMkLst>
        </pc:spChg>
        <pc:spChg chg="mod">
          <ac:chgData name="Alycia Wolf" userId="c3aef7f7-6659-44db-bf40-576699cfa133" providerId="ADAL" clId="{0050FAD3-4552-4704-84A6-01FEAEE1C93F}" dt="2026-10-20T12:53:14.137" v="630" actId="1035"/>
          <ac:spMkLst>
            <pc:docMk/>
            <pc:sldMk cId="1698574673" sldId="2147475361"/>
            <ac:spMk id="110" creationId="{00000000-0000-0000-0000-000000000000}"/>
          </ac:spMkLst>
        </pc:spChg>
        <pc:spChg chg="mod">
          <ac:chgData name="Alycia Wolf" userId="c3aef7f7-6659-44db-bf40-576699cfa133" providerId="ADAL" clId="{0050FAD3-4552-4704-84A6-01FEAEE1C93F}" dt="2026-10-20T12:53:02.170" v="612" actId="14100"/>
          <ac:spMkLst>
            <pc:docMk/>
            <pc:sldMk cId="1698574673" sldId="2147475361"/>
            <ac:spMk id="111" creationId="{00000000-0000-0000-0000-000000000000}"/>
          </ac:spMkLst>
        </pc:spChg>
        <pc:spChg chg="mod">
          <ac:chgData name="Alycia Wolf" userId="c3aef7f7-6659-44db-bf40-576699cfa133" providerId="ADAL" clId="{0050FAD3-4552-4704-84A6-01FEAEE1C93F}" dt="2026-10-20T12:51:35.575" v="551" actId="403"/>
          <ac:spMkLst>
            <pc:docMk/>
            <pc:sldMk cId="1698574673" sldId="2147475361"/>
            <ac:spMk id="112" creationId="{00000000-0000-0000-0000-000000000000}"/>
          </ac:spMkLst>
        </pc:spChg>
        <pc:spChg chg="mod">
          <ac:chgData name="Alycia Wolf" userId="c3aef7f7-6659-44db-bf40-576699cfa133" providerId="ADAL" clId="{0050FAD3-4552-4704-84A6-01FEAEE1C93F}" dt="2026-10-20T12:53:14.137" v="630" actId="1035"/>
          <ac:spMkLst>
            <pc:docMk/>
            <pc:sldMk cId="1698574673" sldId="2147475361"/>
            <ac:spMk id="113" creationId="{00000000-0000-0000-0000-000000000000}"/>
          </ac:spMkLst>
        </pc:spChg>
        <pc:spChg chg="del">
          <ac:chgData name="Alycia Wolf" userId="c3aef7f7-6659-44db-bf40-576699cfa133" providerId="ADAL" clId="{0050FAD3-4552-4704-84A6-01FEAEE1C93F}" dt="2026-10-20T12:50:41.261" v="493" actId="478"/>
          <ac:spMkLst>
            <pc:docMk/>
            <pc:sldMk cId="1698574673" sldId="2147475361"/>
            <ac:spMk id="114" creationId="{00000000-0000-0000-0000-000000000000}"/>
          </ac:spMkLst>
        </pc:spChg>
        <pc:spChg chg="mod">
          <ac:chgData name="Alycia Wolf" userId="c3aef7f7-6659-44db-bf40-576699cfa133" providerId="ADAL" clId="{0050FAD3-4552-4704-84A6-01FEAEE1C93F}" dt="2026-10-20T12:53:14.137" v="630" actId="1035"/>
          <ac:spMkLst>
            <pc:docMk/>
            <pc:sldMk cId="1698574673" sldId="2147475361"/>
            <ac:spMk id="115" creationId="{00000000-0000-0000-0000-000000000000}"/>
          </ac:spMkLst>
        </pc:spChg>
        <pc:spChg chg="mod">
          <ac:chgData name="Alycia Wolf" userId="c3aef7f7-6659-44db-bf40-576699cfa133" providerId="ADAL" clId="{0050FAD3-4552-4704-84A6-01FEAEE1C93F}" dt="2026-10-20T12:53:14.137" v="630" actId="1035"/>
          <ac:spMkLst>
            <pc:docMk/>
            <pc:sldMk cId="1698574673" sldId="2147475361"/>
            <ac:spMk id="116" creationId="{00000000-0000-0000-0000-000000000000}"/>
          </ac:spMkLst>
        </pc:spChg>
        <pc:spChg chg="mod">
          <ac:chgData name="Alycia Wolf" userId="c3aef7f7-6659-44db-bf40-576699cfa133" providerId="ADAL" clId="{0050FAD3-4552-4704-84A6-01FEAEE1C93F}" dt="2026-10-20T12:52:55.587" v="611" actId="403"/>
          <ac:spMkLst>
            <pc:docMk/>
            <pc:sldMk cId="1698574673" sldId="2147475361"/>
            <ac:spMk id="117" creationId="{00000000-0000-0000-0000-000000000000}"/>
          </ac:spMkLst>
        </pc:spChg>
        <pc:spChg chg="mod">
          <ac:chgData name="Alycia Wolf" userId="c3aef7f7-6659-44db-bf40-576699cfa133" providerId="ADAL" clId="{0050FAD3-4552-4704-84A6-01FEAEE1C93F}" dt="2026-10-20T12:53:08.964" v="613" actId="14100"/>
          <ac:spMkLst>
            <pc:docMk/>
            <pc:sldMk cId="1698574673" sldId="2147475361"/>
            <ac:spMk id="118" creationId="{00000000-0000-0000-0000-000000000000}"/>
          </ac:spMkLst>
        </pc:spChg>
        <pc:spChg chg="mod">
          <ac:chgData name="Alycia Wolf" userId="c3aef7f7-6659-44db-bf40-576699cfa133" providerId="ADAL" clId="{0050FAD3-4552-4704-84A6-01FEAEE1C93F}" dt="2026-10-20T12:52:47.574" v="610" actId="1036"/>
          <ac:spMkLst>
            <pc:docMk/>
            <pc:sldMk cId="1698574673" sldId="2147475361"/>
            <ac:spMk id="119" creationId="{00000000-0000-0000-0000-000000000000}"/>
          </ac:spMkLst>
        </pc:spChg>
        <pc:spChg chg="mod">
          <ac:chgData name="Alycia Wolf" userId="c3aef7f7-6659-44db-bf40-576699cfa133" providerId="ADAL" clId="{0050FAD3-4552-4704-84A6-01FEAEE1C93F}" dt="2026-10-20T12:52:55.587" v="611" actId="403"/>
          <ac:spMkLst>
            <pc:docMk/>
            <pc:sldMk cId="1698574673" sldId="2147475361"/>
            <ac:spMk id="120" creationId="{00000000-0000-0000-0000-000000000000}"/>
          </ac:spMkLst>
        </pc:spChg>
        <pc:spChg chg="mod">
          <ac:chgData name="Alycia Wolf" userId="c3aef7f7-6659-44db-bf40-576699cfa133" providerId="ADAL" clId="{0050FAD3-4552-4704-84A6-01FEAEE1C93F}" dt="2026-10-20T12:53:14.137" v="630" actId="1035"/>
          <ac:spMkLst>
            <pc:docMk/>
            <pc:sldMk cId="1698574673" sldId="2147475361"/>
            <ac:spMk id="121" creationId="{00000000-0000-0000-0000-000000000000}"/>
          </ac:spMkLst>
        </pc:spChg>
        <pc:spChg chg="mod">
          <ac:chgData name="Alycia Wolf" userId="c3aef7f7-6659-44db-bf40-576699cfa133" providerId="ADAL" clId="{0050FAD3-4552-4704-84A6-01FEAEE1C93F}" dt="2026-10-20T12:53:14.137" v="630" actId="1035"/>
          <ac:spMkLst>
            <pc:docMk/>
            <pc:sldMk cId="1698574673" sldId="2147475361"/>
            <ac:spMk id="122" creationId="{00000000-0000-0000-0000-000000000000}"/>
          </ac:spMkLst>
        </pc:spChg>
        <pc:spChg chg="mod">
          <ac:chgData name="Alycia Wolf" userId="c3aef7f7-6659-44db-bf40-576699cfa133" providerId="ADAL" clId="{0050FAD3-4552-4704-84A6-01FEAEE1C93F}" dt="2026-10-20T12:52:55.587" v="611" actId="403"/>
          <ac:spMkLst>
            <pc:docMk/>
            <pc:sldMk cId="1698574673" sldId="2147475361"/>
            <ac:spMk id="123" creationId="{00000000-0000-0000-0000-000000000000}"/>
          </ac:spMkLst>
        </pc:spChg>
        <pc:spChg chg="mod">
          <ac:chgData name="Alycia Wolf" userId="c3aef7f7-6659-44db-bf40-576699cfa133" providerId="ADAL" clId="{0050FAD3-4552-4704-84A6-01FEAEE1C93F}" dt="2026-10-20T12:53:08.964" v="613" actId="14100"/>
          <ac:spMkLst>
            <pc:docMk/>
            <pc:sldMk cId="1698574673" sldId="2147475361"/>
            <ac:spMk id="124" creationId="{00000000-0000-0000-0000-000000000000}"/>
          </ac:spMkLst>
        </pc:spChg>
        <pc:spChg chg="mod">
          <ac:chgData name="Alycia Wolf" userId="c3aef7f7-6659-44db-bf40-576699cfa133" providerId="ADAL" clId="{0050FAD3-4552-4704-84A6-01FEAEE1C93F}" dt="2026-10-20T12:52:47.574" v="610" actId="1036"/>
          <ac:spMkLst>
            <pc:docMk/>
            <pc:sldMk cId="1698574673" sldId="2147475361"/>
            <ac:spMk id="125" creationId="{00000000-0000-0000-0000-000000000000}"/>
          </ac:spMkLst>
        </pc:spChg>
        <pc:spChg chg="mod">
          <ac:chgData name="Alycia Wolf" userId="c3aef7f7-6659-44db-bf40-576699cfa133" providerId="ADAL" clId="{0050FAD3-4552-4704-84A6-01FEAEE1C93F}" dt="2026-10-20T12:52:55.587" v="611" actId="403"/>
          <ac:spMkLst>
            <pc:docMk/>
            <pc:sldMk cId="1698574673" sldId="2147475361"/>
            <ac:spMk id="126" creationId="{00000000-0000-0000-0000-000000000000}"/>
          </ac:spMkLst>
        </pc:spChg>
        <pc:spChg chg="mod">
          <ac:chgData name="Alycia Wolf" userId="c3aef7f7-6659-44db-bf40-576699cfa133" providerId="ADAL" clId="{0050FAD3-4552-4704-84A6-01FEAEE1C93F}" dt="2026-10-20T12:53:08.964" v="613" actId="14100"/>
          <ac:spMkLst>
            <pc:docMk/>
            <pc:sldMk cId="1698574673" sldId="2147475361"/>
            <ac:spMk id="127" creationId="{00000000-0000-0000-0000-000000000000}"/>
          </ac:spMkLst>
        </pc:spChg>
        <pc:spChg chg="mod">
          <ac:chgData name="Alycia Wolf" userId="c3aef7f7-6659-44db-bf40-576699cfa133" providerId="ADAL" clId="{0050FAD3-4552-4704-84A6-01FEAEE1C93F}" dt="2026-10-20T12:52:47.574" v="610" actId="1036"/>
          <ac:spMkLst>
            <pc:docMk/>
            <pc:sldMk cId="1698574673" sldId="2147475361"/>
            <ac:spMk id="128" creationId="{00000000-0000-0000-0000-000000000000}"/>
          </ac:spMkLst>
        </pc:spChg>
        <pc:spChg chg="mod">
          <ac:chgData name="Alycia Wolf" userId="c3aef7f7-6659-44db-bf40-576699cfa133" providerId="ADAL" clId="{0050FAD3-4552-4704-84A6-01FEAEE1C93F}" dt="2026-10-20T12:52:55.587" v="611" actId="403"/>
          <ac:spMkLst>
            <pc:docMk/>
            <pc:sldMk cId="1698574673" sldId="2147475361"/>
            <ac:spMk id="129" creationId="{00000000-0000-0000-0000-000000000000}"/>
          </ac:spMkLst>
        </pc:spChg>
        <pc:spChg chg="del">
          <ac:chgData name="Alycia Wolf" userId="c3aef7f7-6659-44db-bf40-576699cfa133" providerId="ADAL" clId="{0050FAD3-4552-4704-84A6-01FEAEE1C93F}" dt="2026-10-20T12:50:55.907" v="521" actId="478"/>
          <ac:spMkLst>
            <pc:docMk/>
            <pc:sldMk cId="1698574673" sldId="2147475361"/>
            <ac:spMk id="130" creationId="{00000000-0000-0000-0000-000000000000}"/>
          </ac:spMkLst>
        </pc:spChg>
        <pc:cxnChg chg="del mod">
          <ac:chgData name="Alycia Wolf" userId="c3aef7f7-6659-44db-bf40-576699cfa133" providerId="ADAL" clId="{0050FAD3-4552-4704-84A6-01FEAEE1C93F}" dt="2026-10-20T12:34:48.620" v="453" actId="478"/>
          <ac:cxnSpMkLst>
            <pc:docMk/>
            <pc:sldMk cId="1698574673" sldId="2147475361"/>
            <ac:cxnSpMk id="3" creationId="{555E4999-7C88-D24F-75F2-28872F004E5D}"/>
          </ac:cxnSpMkLst>
        </pc:cxnChg>
        <pc:cxnChg chg="add mod">
          <ac:chgData name="Alycia Wolf" userId="c3aef7f7-6659-44db-bf40-576699cfa133" providerId="ADAL" clId="{0050FAD3-4552-4704-84A6-01FEAEE1C93F}" dt="2026-10-20T12:34:48.932" v="454"/>
          <ac:cxnSpMkLst>
            <pc:docMk/>
            <pc:sldMk cId="1698574673" sldId="2147475361"/>
            <ac:cxnSpMk id="4" creationId="{1AC2E4EC-5359-D968-FABA-14A6ABA084AB}"/>
          </ac:cxnSpMkLst>
        </pc:cxnChg>
        <pc:cxnChg chg="del mod">
          <ac:chgData name="Alycia Wolf" userId="c3aef7f7-6659-44db-bf40-576699cfa133" providerId="ADAL" clId="{0050FAD3-4552-4704-84A6-01FEAEE1C93F}" dt="2026-10-20T12:34:48.620" v="453" actId="478"/>
          <ac:cxnSpMkLst>
            <pc:docMk/>
            <pc:sldMk cId="1698574673" sldId="2147475361"/>
            <ac:cxnSpMk id="5" creationId="{3608ACD3-B5DF-52A8-4DE1-4D5D28F05B17}"/>
          </ac:cxnSpMkLst>
        </pc:cxnChg>
        <pc:cxnChg chg="add mod">
          <ac:chgData name="Alycia Wolf" userId="c3aef7f7-6659-44db-bf40-576699cfa133" providerId="ADAL" clId="{0050FAD3-4552-4704-84A6-01FEAEE1C93F}" dt="2026-10-20T12:34:48.932" v="454"/>
          <ac:cxnSpMkLst>
            <pc:docMk/>
            <pc:sldMk cId="1698574673" sldId="2147475361"/>
            <ac:cxnSpMk id="7" creationId="{3E79F940-6962-DA69-C12C-33E12DAA209E}"/>
          </ac:cxnSpMkLst>
        </pc:cxnChg>
      </pc:sldChg>
    </pc:docChg>
  </pc:docChgLst>
  <pc:docChgLst>
    <pc:chgData name="Sabrina Thomas" userId="S::sabrina@thestrategygroup.com.au::71d01e8f-f5be-4dc8-9c6f-d69dbfe8b323" providerId="AD" clId="Web-{0BAAF28A-34C2-E47C-3C32-8EF63F30A40E}"/>
    <pc:docChg chg="modSld">
      <pc:chgData name="Sabrina Thomas" userId="S::sabrina@thestrategygroup.com.au::71d01e8f-f5be-4dc8-9c6f-d69dbfe8b323" providerId="AD" clId="Web-{0BAAF28A-34C2-E47C-3C32-8EF63F30A40E}" dt="2026-10-19T00:02:35.995" v="29"/>
      <pc:docMkLst>
        <pc:docMk/>
      </pc:docMkLst>
      <pc:sldChg chg="modSp modCm">
        <pc:chgData name="Sabrina Thomas" userId="S::sabrina@thestrategygroup.com.au::71d01e8f-f5be-4dc8-9c6f-d69dbfe8b323" providerId="AD" clId="Web-{0BAAF28A-34C2-E47C-3C32-8EF63F30A40E}" dt="2026-10-19T00:02:35.995" v="29"/>
        <pc:sldMkLst>
          <pc:docMk/>
          <pc:sldMk cId="2836175673" sldId="2147475352"/>
        </pc:sldMkLst>
        <pc:graphicFrameChg chg="mod modGraphic">
          <ac:chgData name="Sabrina Thomas" userId="S::sabrina@thestrategygroup.com.au::71d01e8f-f5be-4dc8-9c6f-d69dbfe8b323" providerId="AD" clId="Web-{0BAAF28A-34C2-E47C-3C32-8EF63F30A40E}" dt="2026-10-19T00:02:35.995" v="29"/>
          <ac:graphicFrameMkLst>
            <pc:docMk/>
            <pc:sldMk cId="2836175673" sldId="2147475352"/>
            <ac:graphicFrameMk id="46" creationId="{09A6E235-09A6-1C17-3EA4-2158E206B489}"/>
          </ac:graphicFrameMkLst>
        </pc:graphicFrameChg>
        <pc:extLst>
          <p:ext xmlns:p="http://schemas.openxmlformats.org/presentationml/2006/main" uri="{D6D511B9-2390-475A-947B-AFAB55BFBCF1}">
            <pc226:cmChg xmlns:pc226="http://schemas.microsoft.com/office/powerpoint/2022/06/main/command" chg="mod">
              <pc226:chgData name="Sabrina Thomas" userId="S::sabrina@thestrategygroup.com.au::71d01e8f-f5be-4dc8-9c6f-d69dbfe8b323" providerId="AD" clId="Web-{0BAAF28A-34C2-E47C-3C32-8EF63F30A40E}" dt="2026-10-19T00:02:03.041" v="14"/>
              <pc2:cmMkLst xmlns:pc2="http://schemas.microsoft.com/office/powerpoint/2019/9/main/command">
                <pc:docMk/>
                <pc:sldMk cId="2836175673" sldId="2147475352"/>
                <pc2:cmMk id="{4A0B26BA-F298-C349-A594-62CB741EC4A5}"/>
              </pc2:cmMkLst>
            </pc226:cmChg>
          </p:ext>
        </pc:extLst>
      </pc:sldChg>
    </pc:docChg>
  </pc:docChgLst>
  <pc:docChgLst>
    <pc:chgData name="Marcus Naoum" userId="4578fcc8-dbf2-452a-b11c-6b75cc6176d4" providerId="ADAL" clId="{EE3F6CF7-E024-5100-A70A-5616DEA5C1B7}"/>
    <pc:docChg chg="undo redo custSel addSld delSld modSld sldOrd">
      <pc:chgData name="Marcus Naoum" userId="4578fcc8-dbf2-452a-b11c-6b75cc6176d4" providerId="ADAL" clId="{EE3F6CF7-E024-5100-A70A-5616DEA5C1B7}" dt="2026-10-20T22:08:52.261" v="4421" actId="1076"/>
      <pc:docMkLst>
        <pc:docMk/>
      </pc:docMkLst>
      <pc:sldChg chg="modSp mod">
        <pc:chgData name="Marcus Naoum" userId="4578fcc8-dbf2-452a-b11c-6b75cc6176d4" providerId="ADAL" clId="{EE3F6CF7-E024-5100-A70A-5616DEA5C1B7}" dt="2026-10-19T00:35:50.468" v="3669" actId="20577"/>
        <pc:sldMkLst>
          <pc:docMk/>
          <pc:sldMk cId="1219458738" sldId="2147474930"/>
        </pc:sldMkLst>
        <pc:graphicFrameChg chg="mod modGraphic">
          <ac:chgData name="Marcus Naoum" userId="4578fcc8-dbf2-452a-b11c-6b75cc6176d4" providerId="ADAL" clId="{EE3F6CF7-E024-5100-A70A-5616DEA5C1B7}" dt="2026-10-19T00:35:50.468" v="3669" actId="20577"/>
          <ac:graphicFrameMkLst>
            <pc:docMk/>
            <pc:sldMk cId="1219458738" sldId="2147474930"/>
            <ac:graphicFrameMk id="16" creationId="{0C51364A-7FF6-8E1D-26ED-7C5257B9B2CC}"/>
          </ac:graphicFrameMkLst>
        </pc:graphicFrameChg>
      </pc:sldChg>
      <pc:sldChg chg="addSp delSp modSp mod">
        <pc:chgData name="Marcus Naoum" userId="4578fcc8-dbf2-452a-b11c-6b75cc6176d4" providerId="ADAL" clId="{EE3F6CF7-E024-5100-A70A-5616DEA5C1B7}" dt="2026-10-18T23:49:57.795" v="3633" actId="20577"/>
        <pc:sldMkLst>
          <pc:docMk/>
          <pc:sldMk cId="1614242727" sldId="2147475311"/>
        </pc:sldMkLst>
        <pc:spChg chg="mod">
          <ac:chgData name="Marcus Naoum" userId="4578fcc8-dbf2-452a-b11c-6b75cc6176d4" providerId="ADAL" clId="{EE3F6CF7-E024-5100-A70A-5616DEA5C1B7}" dt="2026-10-15T23:52:52.244" v="1385" actId="14100"/>
          <ac:spMkLst>
            <pc:docMk/>
            <pc:sldMk cId="1614242727" sldId="2147475311"/>
            <ac:spMk id="19" creationId="{A486F91E-842B-0946-15DD-22ED58C5FB80}"/>
          </ac:spMkLst>
        </pc:spChg>
        <pc:spChg chg="mod">
          <ac:chgData name="Marcus Naoum" userId="4578fcc8-dbf2-452a-b11c-6b75cc6176d4" providerId="ADAL" clId="{EE3F6CF7-E024-5100-A70A-5616DEA5C1B7}" dt="2026-10-15T23:53:02.261" v="1388" actId="14100"/>
          <ac:spMkLst>
            <pc:docMk/>
            <pc:sldMk cId="1614242727" sldId="2147475311"/>
            <ac:spMk id="22" creationId="{5D9FFE6F-888B-2717-4C1B-DFF80CCA653E}"/>
          </ac:spMkLst>
        </pc:spChg>
        <pc:spChg chg="add mod">
          <ac:chgData name="Marcus Naoum" userId="4578fcc8-dbf2-452a-b11c-6b75cc6176d4" providerId="ADAL" clId="{EE3F6CF7-E024-5100-A70A-5616DEA5C1B7}" dt="2026-10-15T23:52:15.312" v="1337"/>
          <ac:spMkLst>
            <pc:docMk/>
            <pc:sldMk cId="1614242727" sldId="2147475311"/>
            <ac:spMk id="25" creationId="{AFB8E476-1289-5D8C-03F9-AAD186114A2D}"/>
          </ac:spMkLst>
        </pc:spChg>
        <pc:spChg chg="add mod">
          <ac:chgData name="Marcus Naoum" userId="4578fcc8-dbf2-452a-b11c-6b75cc6176d4" providerId="ADAL" clId="{EE3F6CF7-E024-5100-A70A-5616DEA5C1B7}" dt="2026-10-15T23:52:36.363" v="1374" actId="20577"/>
          <ac:spMkLst>
            <pc:docMk/>
            <pc:sldMk cId="1614242727" sldId="2147475311"/>
            <ac:spMk id="29" creationId="{DE94A945-6ADA-0917-50AD-77858221F46F}"/>
          </ac:spMkLst>
        </pc:spChg>
        <pc:graphicFrameChg chg="mod modGraphic">
          <ac:chgData name="Marcus Naoum" userId="4578fcc8-dbf2-452a-b11c-6b75cc6176d4" providerId="ADAL" clId="{EE3F6CF7-E024-5100-A70A-5616DEA5C1B7}" dt="2026-10-18T23:49:57.795" v="3633" actId="20577"/>
          <ac:graphicFrameMkLst>
            <pc:docMk/>
            <pc:sldMk cId="1614242727" sldId="2147475311"/>
            <ac:graphicFrameMk id="15" creationId="{3BEBF9A7-EA61-A7DB-05D4-6FEE8F45C2D3}"/>
          </ac:graphicFrameMkLst>
        </pc:graphicFrameChg>
        <pc:cxnChg chg="add mod">
          <ac:chgData name="Marcus Naoum" userId="4578fcc8-dbf2-452a-b11c-6b75cc6176d4" providerId="ADAL" clId="{EE3F6CF7-E024-5100-A70A-5616DEA5C1B7}" dt="2026-10-15T23:52:15.312" v="1337"/>
          <ac:cxnSpMkLst>
            <pc:docMk/>
            <pc:sldMk cId="1614242727" sldId="2147475311"/>
            <ac:cxnSpMk id="12" creationId="{44E0E2C7-1A2B-D534-6B68-9AA89C8533A4}"/>
          </ac:cxnSpMkLst>
        </pc:cxnChg>
        <pc:cxnChg chg="add mod">
          <ac:chgData name="Marcus Naoum" userId="4578fcc8-dbf2-452a-b11c-6b75cc6176d4" providerId="ADAL" clId="{EE3F6CF7-E024-5100-A70A-5616DEA5C1B7}" dt="2026-10-15T23:52:15.312" v="1337"/>
          <ac:cxnSpMkLst>
            <pc:docMk/>
            <pc:sldMk cId="1614242727" sldId="2147475311"/>
            <ac:cxnSpMk id="24" creationId="{F3C1BED6-FC77-B645-D7D8-C5FB2CFB0521}"/>
          </ac:cxnSpMkLst>
        </pc:cxnChg>
      </pc:sldChg>
      <pc:sldChg chg="addSp delSp modSp mod">
        <pc:chgData name="Marcus Naoum" userId="4578fcc8-dbf2-452a-b11c-6b75cc6176d4" providerId="ADAL" clId="{EE3F6CF7-E024-5100-A70A-5616DEA5C1B7}" dt="2026-10-19T22:26:48.107" v="3891" actId="478"/>
        <pc:sldMkLst>
          <pc:docMk/>
          <pc:sldMk cId="1304384433" sldId="2147475314"/>
        </pc:sldMkLst>
        <pc:spChg chg="add del mod">
          <ac:chgData name="Marcus Naoum" userId="4578fcc8-dbf2-452a-b11c-6b75cc6176d4" providerId="ADAL" clId="{EE3F6CF7-E024-5100-A70A-5616DEA5C1B7}" dt="2026-10-19T22:26:48.107" v="3891" actId="478"/>
          <ac:spMkLst>
            <pc:docMk/>
            <pc:sldMk cId="1304384433" sldId="2147475314"/>
            <ac:spMk id="2" creationId="{C193C015-F537-2248-2B32-719BB6EF9901}"/>
          </ac:spMkLst>
        </pc:spChg>
        <pc:spChg chg="mod">
          <ac:chgData name="Marcus Naoum" userId="4578fcc8-dbf2-452a-b11c-6b75cc6176d4" providerId="ADAL" clId="{EE3F6CF7-E024-5100-A70A-5616DEA5C1B7}" dt="2026-10-14T07:11:53.031" v="5" actId="1076"/>
          <ac:spMkLst>
            <pc:docMk/>
            <pc:sldMk cId="1304384433" sldId="2147475314"/>
            <ac:spMk id="9" creationId="{65F5A8F3-97DE-6DF4-DFE7-4AE104686192}"/>
          </ac:spMkLst>
        </pc:spChg>
        <pc:spChg chg="mod">
          <ac:chgData name="Marcus Naoum" userId="4578fcc8-dbf2-452a-b11c-6b75cc6176d4" providerId="ADAL" clId="{EE3F6CF7-E024-5100-A70A-5616DEA5C1B7}" dt="2026-10-19T22:20:35.978" v="3692" actId="20577"/>
          <ac:spMkLst>
            <pc:docMk/>
            <pc:sldMk cId="1304384433" sldId="2147475314"/>
            <ac:spMk id="13" creationId="{E01ADEE1-26A6-0660-D47A-861E588A14B5}"/>
          </ac:spMkLst>
        </pc:spChg>
        <pc:spChg chg="mod">
          <ac:chgData name="Marcus Naoum" userId="4578fcc8-dbf2-452a-b11c-6b75cc6176d4" providerId="ADAL" clId="{EE3F6CF7-E024-5100-A70A-5616DEA5C1B7}" dt="2026-10-14T07:11:55.926" v="6" actId="207"/>
          <ac:spMkLst>
            <pc:docMk/>
            <pc:sldMk cId="1304384433" sldId="2147475314"/>
            <ac:spMk id="14" creationId="{39599FE2-127A-BB0A-FB8B-3061EE8581BC}"/>
          </ac:spMkLst>
        </pc:spChg>
      </pc:sldChg>
      <pc:sldChg chg="addSp delSp modSp mod">
        <pc:chgData name="Marcus Naoum" userId="4578fcc8-dbf2-452a-b11c-6b75cc6176d4" providerId="ADAL" clId="{EE3F6CF7-E024-5100-A70A-5616DEA5C1B7}" dt="2026-10-19T22:21:00.435" v="3694" actId="478"/>
        <pc:sldMkLst>
          <pc:docMk/>
          <pc:sldMk cId="1922296058" sldId="2147475323"/>
        </pc:sldMkLst>
        <pc:spChg chg="add del mod">
          <ac:chgData name="Marcus Naoum" userId="4578fcc8-dbf2-452a-b11c-6b75cc6176d4" providerId="ADAL" clId="{EE3F6CF7-E024-5100-A70A-5616DEA5C1B7}" dt="2026-10-19T22:21:00.435" v="3694" actId="478"/>
          <ac:spMkLst>
            <pc:docMk/>
            <pc:sldMk cId="1922296058" sldId="2147475323"/>
            <ac:spMk id="4" creationId="{37ED6159-06AC-5609-E387-573A14954799}"/>
          </ac:spMkLst>
        </pc:spChg>
        <pc:spChg chg="add del mod">
          <ac:chgData name="Marcus Naoum" userId="4578fcc8-dbf2-452a-b11c-6b75cc6176d4" providerId="ADAL" clId="{EE3F6CF7-E024-5100-A70A-5616DEA5C1B7}" dt="2026-10-19T22:21:00.435" v="3694" actId="478"/>
          <ac:spMkLst>
            <pc:docMk/>
            <pc:sldMk cId="1922296058" sldId="2147475323"/>
            <ac:spMk id="7" creationId="{A66FB4B1-C7A6-2929-5965-10486DC22DBF}"/>
          </ac:spMkLst>
        </pc:spChg>
        <pc:spChg chg="add del mod">
          <ac:chgData name="Marcus Naoum" userId="4578fcc8-dbf2-452a-b11c-6b75cc6176d4" providerId="ADAL" clId="{EE3F6CF7-E024-5100-A70A-5616DEA5C1B7}" dt="2026-10-19T22:21:00.435" v="3694" actId="478"/>
          <ac:spMkLst>
            <pc:docMk/>
            <pc:sldMk cId="1922296058" sldId="2147475323"/>
            <ac:spMk id="8" creationId="{8CAC71B2-F616-4F6C-0375-8F31A63A9C49}"/>
          </ac:spMkLst>
        </pc:spChg>
        <pc:spChg chg="mod">
          <ac:chgData name="Marcus Naoum" userId="4578fcc8-dbf2-452a-b11c-6b75cc6176d4" providerId="ADAL" clId="{EE3F6CF7-E024-5100-A70A-5616DEA5C1B7}" dt="2026-10-14T07:22:43.722" v="381" actId="207"/>
          <ac:spMkLst>
            <pc:docMk/>
            <pc:sldMk cId="1922296058" sldId="2147475323"/>
            <ac:spMk id="14" creationId="{15B0D0C6-2A12-4A64-5CA6-AFD820857D29}"/>
          </ac:spMkLst>
        </pc:spChg>
        <pc:spChg chg="mod">
          <ac:chgData name="Marcus Naoum" userId="4578fcc8-dbf2-452a-b11c-6b75cc6176d4" providerId="ADAL" clId="{EE3F6CF7-E024-5100-A70A-5616DEA5C1B7}" dt="2026-10-16T01:09:00.097" v="2688" actId="403"/>
          <ac:spMkLst>
            <pc:docMk/>
            <pc:sldMk cId="1922296058" sldId="2147475323"/>
            <ac:spMk id="287" creationId="{00000000-0000-0000-0000-000000000000}"/>
          </ac:spMkLst>
        </pc:spChg>
        <pc:spChg chg="mod">
          <ac:chgData name="Marcus Naoum" userId="4578fcc8-dbf2-452a-b11c-6b75cc6176d4" providerId="ADAL" clId="{EE3F6CF7-E024-5100-A70A-5616DEA5C1B7}" dt="2026-10-16T01:09:00.097" v="2688" actId="403"/>
          <ac:spMkLst>
            <pc:docMk/>
            <pc:sldMk cId="1922296058" sldId="2147475323"/>
            <ac:spMk id="293" creationId="{00000000-0000-0000-0000-000000000000}"/>
          </ac:spMkLst>
        </pc:spChg>
        <pc:spChg chg="mod">
          <ac:chgData name="Marcus Naoum" userId="4578fcc8-dbf2-452a-b11c-6b75cc6176d4" providerId="ADAL" clId="{EE3F6CF7-E024-5100-A70A-5616DEA5C1B7}" dt="2026-10-16T01:09:00.097" v="2688" actId="403"/>
          <ac:spMkLst>
            <pc:docMk/>
            <pc:sldMk cId="1922296058" sldId="2147475323"/>
            <ac:spMk id="299" creationId="{00000000-0000-0000-0000-000000000000}"/>
          </ac:spMkLst>
        </pc:spChg>
      </pc:sldChg>
      <pc:sldChg chg="addSp delSp modSp mod">
        <pc:chgData name="Marcus Naoum" userId="4578fcc8-dbf2-452a-b11c-6b75cc6176d4" providerId="ADAL" clId="{EE3F6CF7-E024-5100-A70A-5616DEA5C1B7}" dt="2026-10-16T00:19:46.531" v="2116" actId="20577"/>
        <pc:sldMkLst>
          <pc:docMk/>
          <pc:sldMk cId="1922296058" sldId="2147475324"/>
        </pc:sldMkLst>
        <pc:spChg chg="mod">
          <ac:chgData name="Marcus Naoum" userId="4578fcc8-dbf2-452a-b11c-6b75cc6176d4" providerId="ADAL" clId="{EE3F6CF7-E024-5100-A70A-5616DEA5C1B7}" dt="2026-10-14T07:22:36.019" v="379" actId="108"/>
          <ac:spMkLst>
            <pc:docMk/>
            <pc:sldMk cId="1922296058" sldId="2147475324"/>
            <ac:spMk id="14" creationId="{15B0D0C6-2A12-4A64-5CA6-AFD820857D29}"/>
          </ac:spMkLst>
        </pc:spChg>
        <pc:spChg chg="mod">
          <ac:chgData name="Marcus Naoum" userId="4578fcc8-dbf2-452a-b11c-6b75cc6176d4" providerId="ADAL" clId="{EE3F6CF7-E024-5100-A70A-5616DEA5C1B7}" dt="2026-10-16T00:19:46.531" v="2116" actId="20577"/>
          <ac:spMkLst>
            <pc:docMk/>
            <pc:sldMk cId="1922296058" sldId="2147475324"/>
            <ac:spMk id="25" creationId="{7C642996-8561-33B3-8D02-7B92372F99A9}"/>
          </ac:spMkLst>
        </pc:spChg>
        <pc:spChg chg="mod">
          <ac:chgData name="Marcus Naoum" userId="4578fcc8-dbf2-452a-b11c-6b75cc6176d4" providerId="ADAL" clId="{EE3F6CF7-E024-5100-A70A-5616DEA5C1B7}" dt="2026-10-16T00:13:48.920" v="1966" actId="1076"/>
          <ac:spMkLst>
            <pc:docMk/>
            <pc:sldMk cId="1922296058" sldId="2147475324"/>
            <ac:spMk id="30" creationId="{28DA5C6F-52C4-3136-5811-83E0899FCC5D}"/>
          </ac:spMkLst>
        </pc:spChg>
        <pc:spChg chg="mod">
          <ac:chgData name="Marcus Naoum" userId="4578fcc8-dbf2-452a-b11c-6b75cc6176d4" providerId="ADAL" clId="{EE3F6CF7-E024-5100-A70A-5616DEA5C1B7}" dt="2026-10-16T00:14:13.299" v="1982" actId="20577"/>
          <ac:spMkLst>
            <pc:docMk/>
            <pc:sldMk cId="1922296058" sldId="2147475324"/>
            <ac:spMk id="32" creationId="{61E92355-C77C-799F-E8CF-6B42215458B5}"/>
          </ac:spMkLst>
        </pc:spChg>
      </pc:sldChg>
      <pc:sldChg chg="addSp delSp modSp mod">
        <pc:chgData name="Marcus Naoum" userId="4578fcc8-dbf2-452a-b11c-6b75cc6176d4" providerId="ADAL" clId="{EE3F6CF7-E024-5100-A70A-5616DEA5C1B7}" dt="2026-10-19T22:24:45.671" v="3780" actId="14100"/>
        <pc:sldMkLst>
          <pc:docMk/>
          <pc:sldMk cId="1922296058" sldId="2147475326"/>
        </pc:sldMkLst>
        <pc:spChg chg="mod">
          <ac:chgData name="Marcus Naoum" userId="4578fcc8-dbf2-452a-b11c-6b75cc6176d4" providerId="ADAL" clId="{EE3F6CF7-E024-5100-A70A-5616DEA5C1B7}" dt="2026-10-16T00:27:45.323" v="2199" actId="122"/>
          <ac:spMkLst>
            <pc:docMk/>
            <pc:sldMk cId="1922296058" sldId="2147475326"/>
            <ac:spMk id="4" creationId="{BB1E0741-CDB5-BC92-E490-3AAE4871C536}"/>
          </ac:spMkLst>
        </pc:spChg>
        <pc:spChg chg="mod">
          <ac:chgData name="Marcus Naoum" userId="4578fcc8-dbf2-452a-b11c-6b75cc6176d4" providerId="ADAL" clId="{EE3F6CF7-E024-5100-A70A-5616DEA5C1B7}" dt="2026-10-16T00:27:45.323" v="2199" actId="122"/>
          <ac:spMkLst>
            <pc:docMk/>
            <pc:sldMk cId="1922296058" sldId="2147475326"/>
            <ac:spMk id="14" creationId="{15B0D0C6-2A12-4A64-5CA6-AFD820857D29}"/>
          </ac:spMkLst>
        </pc:spChg>
        <pc:spChg chg="mod">
          <ac:chgData name="Marcus Naoum" userId="4578fcc8-dbf2-452a-b11c-6b75cc6176d4" providerId="ADAL" clId="{EE3F6CF7-E024-5100-A70A-5616DEA5C1B7}" dt="2026-10-16T00:41:03.317" v="2461" actId="208"/>
          <ac:spMkLst>
            <pc:docMk/>
            <pc:sldMk cId="1922296058" sldId="2147475326"/>
            <ac:spMk id="18" creationId="{9D47F020-0DBA-9AC2-1364-4EEA397A585C}"/>
          </ac:spMkLst>
        </pc:spChg>
        <pc:spChg chg="mod">
          <ac:chgData name="Marcus Naoum" userId="4578fcc8-dbf2-452a-b11c-6b75cc6176d4" providerId="ADAL" clId="{EE3F6CF7-E024-5100-A70A-5616DEA5C1B7}" dt="2026-10-16T00:40:50.435" v="2454"/>
          <ac:spMkLst>
            <pc:docMk/>
            <pc:sldMk cId="1922296058" sldId="2147475326"/>
            <ac:spMk id="21" creationId="{85D2A6FF-B1E2-9A8B-DE3E-E7C7155DAE66}"/>
          </ac:spMkLst>
        </pc:spChg>
        <pc:spChg chg="mod">
          <ac:chgData name="Marcus Naoum" userId="4578fcc8-dbf2-452a-b11c-6b75cc6176d4" providerId="ADAL" clId="{EE3F6CF7-E024-5100-A70A-5616DEA5C1B7}" dt="2026-10-16T00:40:46.044" v="2452"/>
          <ac:spMkLst>
            <pc:docMk/>
            <pc:sldMk cId="1922296058" sldId="2147475326"/>
            <ac:spMk id="24" creationId="{A1B63DC3-2D5D-ED02-540A-8CAB295C9017}"/>
          </ac:spMkLst>
        </pc:spChg>
        <pc:spChg chg="mod">
          <ac:chgData name="Marcus Naoum" userId="4578fcc8-dbf2-452a-b11c-6b75cc6176d4" providerId="ADAL" clId="{EE3F6CF7-E024-5100-A70A-5616DEA5C1B7}" dt="2026-10-16T00:41:03.317" v="2461" actId="208"/>
          <ac:spMkLst>
            <pc:docMk/>
            <pc:sldMk cId="1922296058" sldId="2147475326"/>
            <ac:spMk id="25" creationId="{F5A4A32A-1749-9756-FB13-1A03EB4B718C}"/>
          </ac:spMkLst>
        </pc:spChg>
        <pc:spChg chg="mod">
          <ac:chgData name="Marcus Naoum" userId="4578fcc8-dbf2-452a-b11c-6b75cc6176d4" providerId="ADAL" clId="{EE3F6CF7-E024-5100-A70A-5616DEA5C1B7}" dt="2026-10-16T00:41:03.317" v="2461" actId="208"/>
          <ac:spMkLst>
            <pc:docMk/>
            <pc:sldMk cId="1922296058" sldId="2147475326"/>
            <ac:spMk id="26" creationId="{47B8268F-5BF9-1FFE-3BD4-4C8271CEBDFF}"/>
          </ac:spMkLst>
        </pc:spChg>
        <pc:spChg chg="mod">
          <ac:chgData name="Marcus Naoum" userId="4578fcc8-dbf2-452a-b11c-6b75cc6176d4" providerId="ADAL" clId="{EE3F6CF7-E024-5100-A70A-5616DEA5C1B7}" dt="2026-10-16T01:09:17.953" v="2690" actId="20577"/>
          <ac:spMkLst>
            <pc:docMk/>
            <pc:sldMk cId="1922296058" sldId="2147475326"/>
            <ac:spMk id="27" creationId="{FF6AFC5F-1A17-406E-03E4-61BBACA92E6D}"/>
          </ac:spMkLst>
        </pc:spChg>
        <pc:spChg chg="mod">
          <ac:chgData name="Marcus Naoum" userId="4578fcc8-dbf2-452a-b11c-6b75cc6176d4" providerId="ADAL" clId="{EE3F6CF7-E024-5100-A70A-5616DEA5C1B7}" dt="2026-10-16T00:40:46.044" v="2452"/>
          <ac:spMkLst>
            <pc:docMk/>
            <pc:sldMk cId="1922296058" sldId="2147475326"/>
            <ac:spMk id="28" creationId="{768E263B-866A-AE89-2017-49F6BD5A85EF}"/>
          </ac:spMkLst>
        </pc:spChg>
        <pc:spChg chg="mod">
          <ac:chgData name="Marcus Naoum" userId="4578fcc8-dbf2-452a-b11c-6b75cc6176d4" providerId="ADAL" clId="{EE3F6CF7-E024-5100-A70A-5616DEA5C1B7}" dt="2026-10-16T00:40:46.044" v="2452"/>
          <ac:spMkLst>
            <pc:docMk/>
            <pc:sldMk cId="1922296058" sldId="2147475326"/>
            <ac:spMk id="29" creationId="{CC2BE861-F094-B40E-37FC-C675DEB4C87E}"/>
          </ac:spMkLst>
        </pc:spChg>
        <pc:spChg chg="mod">
          <ac:chgData name="Marcus Naoum" userId="4578fcc8-dbf2-452a-b11c-6b75cc6176d4" providerId="ADAL" clId="{EE3F6CF7-E024-5100-A70A-5616DEA5C1B7}" dt="2026-10-16T00:41:00.627" v="2460" actId="208"/>
          <ac:spMkLst>
            <pc:docMk/>
            <pc:sldMk cId="1922296058" sldId="2147475326"/>
            <ac:spMk id="30" creationId="{174D15DF-155A-49CD-2926-DE7F65466F3D}"/>
          </ac:spMkLst>
        </pc:spChg>
        <pc:spChg chg="mod">
          <ac:chgData name="Marcus Naoum" userId="4578fcc8-dbf2-452a-b11c-6b75cc6176d4" providerId="ADAL" clId="{EE3F6CF7-E024-5100-A70A-5616DEA5C1B7}" dt="2026-10-16T00:40:52.720" v="2458"/>
          <ac:spMkLst>
            <pc:docMk/>
            <pc:sldMk cId="1922296058" sldId="2147475326"/>
            <ac:spMk id="31" creationId="{EC0A89B0-892F-6A64-519A-E5CE9A0F3776}"/>
          </ac:spMkLst>
        </pc:spChg>
        <pc:spChg chg="mod">
          <ac:chgData name="Marcus Naoum" userId="4578fcc8-dbf2-452a-b11c-6b75cc6176d4" providerId="ADAL" clId="{EE3F6CF7-E024-5100-A70A-5616DEA5C1B7}" dt="2026-10-16T00:41:00.627" v="2460" actId="208"/>
          <ac:spMkLst>
            <pc:docMk/>
            <pc:sldMk cId="1922296058" sldId="2147475326"/>
            <ac:spMk id="32" creationId="{929AA29A-A2DF-4EEE-4EF1-8642469BF05D}"/>
          </ac:spMkLst>
        </pc:spChg>
        <pc:spChg chg="mod">
          <ac:chgData name="Marcus Naoum" userId="4578fcc8-dbf2-452a-b11c-6b75cc6176d4" providerId="ADAL" clId="{EE3F6CF7-E024-5100-A70A-5616DEA5C1B7}" dt="2026-10-16T00:40:51.798" v="2456"/>
          <ac:spMkLst>
            <pc:docMk/>
            <pc:sldMk cId="1922296058" sldId="2147475326"/>
            <ac:spMk id="33" creationId="{410197CE-9390-AA27-3EF6-4483C0F7A6B6}"/>
          </ac:spMkLst>
        </pc:spChg>
        <pc:spChg chg="mod">
          <ac:chgData name="Marcus Naoum" userId="4578fcc8-dbf2-452a-b11c-6b75cc6176d4" providerId="ADAL" clId="{EE3F6CF7-E024-5100-A70A-5616DEA5C1B7}" dt="2026-10-16T00:40:46.044" v="2452"/>
          <ac:spMkLst>
            <pc:docMk/>
            <pc:sldMk cId="1922296058" sldId="2147475326"/>
            <ac:spMk id="34" creationId="{6378B3FE-386E-0F03-76D9-7D135C76131F}"/>
          </ac:spMkLst>
        </pc:spChg>
        <pc:spChg chg="mod">
          <ac:chgData name="Marcus Naoum" userId="4578fcc8-dbf2-452a-b11c-6b75cc6176d4" providerId="ADAL" clId="{EE3F6CF7-E024-5100-A70A-5616DEA5C1B7}" dt="2026-10-16T00:40:46.044" v="2452"/>
          <ac:spMkLst>
            <pc:docMk/>
            <pc:sldMk cId="1922296058" sldId="2147475326"/>
            <ac:spMk id="35" creationId="{542E6DAF-927D-C83D-008E-A4F58A33033E}"/>
          </ac:spMkLst>
        </pc:spChg>
        <pc:spChg chg="mod">
          <ac:chgData name="Marcus Naoum" userId="4578fcc8-dbf2-452a-b11c-6b75cc6176d4" providerId="ADAL" clId="{EE3F6CF7-E024-5100-A70A-5616DEA5C1B7}" dt="2026-10-16T00:16:36.467" v="2100" actId="1076"/>
          <ac:spMkLst>
            <pc:docMk/>
            <pc:sldMk cId="1922296058" sldId="2147475326"/>
            <ac:spMk id="910" creationId="{00000000-0000-0000-0000-000000000000}"/>
          </ac:spMkLst>
        </pc:spChg>
        <pc:spChg chg="mod">
          <ac:chgData name="Marcus Naoum" userId="4578fcc8-dbf2-452a-b11c-6b75cc6176d4" providerId="ADAL" clId="{EE3F6CF7-E024-5100-A70A-5616DEA5C1B7}" dt="2026-10-16T00:16:36.467" v="2100" actId="1076"/>
          <ac:spMkLst>
            <pc:docMk/>
            <pc:sldMk cId="1922296058" sldId="2147475326"/>
            <ac:spMk id="911" creationId="{00000000-0000-0000-0000-000000000000}"/>
          </ac:spMkLst>
        </pc:spChg>
        <pc:spChg chg="mod">
          <ac:chgData name="Marcus Naoum" userId="4578fcc8-dbf2-452a-b11c-6b75cc6176d4" providerId="ADAL" clId="{EE3F6CF7-E024-5100-A70A-5616DEA5C1B7}" dt="2026-10-16T00:16:36.467" v="2100" actId="1076"/>
          <ac:spMkLst>
            <pc:docMk/>
            <pc:sldMk cId="1922296058" sldId="2147475326"/>
            <ac:spMk id="912" creationId="{00000000-0000-0000-0000-000000000000}"/>
          </ac:spMkLst>
        </pc:spChg>
        <pc:spChg chg="mod">
          <ac:chgData name="Marcus Naoum" userId="4578fcc8-dbf2-452a-b11c-6b75cc6176d4" providerId="ADAL" clId="{EE3F6CF7-E024-5100-A70A-5616DEA5C1B7}" dt="2026-10-16T00:16:36.467" v="2100" actId="1076"/>
          <ac:spMkLst>
            <pc:docMk/>
            <pc:sldMk cId="1922296058" sldId="2147475326"/>
            <ac:spMk id="913" creationId="{00000000-0000-0000-0000-000000000000}"/>
          </ac:spMkLst>
        </pc:spChg>
        <pc:spChg chg="mod">
          <ac:chgData name="Marcus Naoum" userId="4578fcc8-dbf2-452a-b11c-6b75cc6176d4" providerId="ADAL" clId="{EE3F6CF7-E024-5100-A70A-5616DEA5C1B7}" dt="2026-10-16T00:16:36.467" v="2100" actId="1076"/>
          <ac:spMkLst>
            <pc:docMk/>
            <pc:sldMk cId="1922296058" sldId="2147475326"/>
            <ac:spMk id="914" creationId="{00000000-0000-0000-0000-000000000000}"/>
          </ac:spMkLst>
        </pc:spChg>
        <pc:spChg chg="mod">
          <ac:chgData name="Marcus Naoum" userId="4578fcc8-dbf2-452a-b11c-6b75cc6176d4" providerId="ADAL" clId="{EE3F6CF7-E024-5100-A70A-5616DEA5C1B7}" dt="2026-10-16T00:16:36.467" v="2100" actId="1076"/>
          <ac:spMkLst>
            <pc:docMk/>
            <pc:sldMk cId="1922296058" sldId="2147475326"/>
            <ac:spMk id="915" creationId="{00000000-0000-0000-0000-000000000000}"/>
          </ac:spMkLst>
        </pc:spChg>
        <pc:picChg chg="add mod">
          <ac:chgData name="Marcus Naoum" userId="4578fcc8-dbf2-452a-b11c-6b75cc6176d4" providerId="ADAL" clId="{EE3F6CF7-E024-5100-A70A-5616DEA5C1B7}" dt="2026-10-19T22:24:45.671" v="3780" actId="14100"/>
          <ac:picMkLst>
            <pc:docMk/>
            <pc:sldMk cId="1922296058" sldId="2147475326"/>
            <ac:picMk id="5" creationId="{66A40633-EC6F-C237-8D76-91DB09C7B6C3}"/>
          </ac:picMkLst>
        </pc:picChg>
      </pc:sldChg>
      <pc:sldChg chg="addSp delSp modSp mod">
        <pc:chgData name="Marcus Naoum" userId="4578fcc8-dbf2-452a-b11c-6b75cc6176d4" providerId="ADAL" clId="{EE3F6CF7-E024-5100-A70A-5616DEA5C1B7}" dt="2026-10-19T22:25:18.572" v="3788" actId="1076"/>
        <pc:sldMkLst>
          <pc:docMk/>
          <pc:sldMk cId="1922296058" sldId="2147475327"/>
        </pc:sldMkLst>
        <pc:spChg chg="mod">
          <ac:chgData name="Marcus Naoum" userId="4578fcc8-dbf2-452a-b11c-6b75cc6176d4" providerId="ADAL" clId="{EE3F6CF7-E024-5100-A70A-5616DEA5C1B7}" dt="2026-10-16T00:27:36.929" v="2197" actId="403"/>
          <ac:spMkLst>
            <pc:docMk/>
            <pc:sldMk cId="1922296058" sldId="2147475327"/>
            <ac:spMk id="4" creationId="{A53A4BF5-E4DC-F96B-9C0A-FF89D0016AB8}"/>
          </ac:spMkLst>
        </pc:spChg>
        <pc:spChg chg="mod">
          <ac:chgData name="Marcus Naoum" userId="4578fcc8-dbf2-452a-b11c-6b75cc6176d4" providerId="ADAL" clId="{EE3F6CF7-E024-5100-A70A-5616DEA5C1B7}" dt="2026-10-16T00:41:29.751" v="2477" actId="208"/>
          <ac:spMkLst>
            <pc:docMk/>
            <pc:sldMk cId="1922296058" sldId="2147475327"/>
            <ac:spMk id="9" creationId="{15B8DA46-70C7-597B-569A-45295EC0EF81}"/>
          </ac:spMkLst>
        </pc:spChg>
        <pc:spChg chg="mod">
          <ac:chgData name="Marcus Naoum" userId="4578fcc8-dbf2-452a-b11c-6b75cc6176d4" providerId="ADAL" clId="{EE3F6CF7-E024-5100-A70A-5616DEA5C1B7}" dt="2026-10-16T00:41:20.916" v="2471"/>
          <ac:spMkLst>
            <pc:docMk/>
            <pc:sldMk cId="1922296058" sldId="2147475327"/>
            <ac:spMk id="11" creationId="{98EA2BF0-611B-63FE-64A7-D54AB9272924}"/>
          </ac:spMkLst>
        </pc:spChg>
        <pc:spChg chg="mod">
          <ac:chgData name="Marcus Naoum" userId="4578fcc8-dbf2-452a-b11c-6b75cc6176d4" providerId="ADAL" clId="{EE3F6CF7-E024-5100-A70A-5616DEA5C1B7}" dt="2026-10-16T00:27:38.991" v="2198" actId="122"/>
          <ac:spMkLst>
            <pc:docMk/>
            <pc:sldMk cId="1922296058" sldId="2147475327"/>
            <ac:spMk id="14" creationId="{15B0D0C6-2A12-4A64-5CA6-AFD820857D29}"/>
          </ac:spMkLst>
        </pc:spChg>
        <pc:spChg chg="mod">
          <ac:chgData name="Marcus Naoum" userId="4578fcc8-dbf2-452a-b11c-6b75cc6176d4" providerId="ADAL" clId="{EE3F6CF7-E024-5100-A70A-5616DEA5C1B7}" dt="2026-10-16T00:41:17.028" v="2467"/>
          <ac:spMkLst>
            <pc:docMk/>
            <pc:sldMk cId="1922296058" sldId="2147475327"/>
            <ac:spMk id="19" creationId="{8D3ACF9C-960A-22A7-201E-D1D2DF60E179}"/>
          </ac:spMkLst>
        </pc:spChg>
        <pc:spChg chg="mod">
          <ac:chgData name="Marcus Naoum" userId="4578fcc8-dbf2-452a-b11c-6b75cc6176d4" providerId="ADAL" clId="{EE3F6CF7-E024-5100-A70A-5616DEA5C1B7}" dt="2026-10-16T00:41:29.751" v="2477" actId="208"/>
          <ac:spMkLst>
            <pc:docMk/>
            <pc:sldMk cId="1922296058" sldId="2147475327"/>
            <ac:spMk id="25" creationId="{4CE78083-E061-9054-32CB-7DB1F48A448D}"/>
          </ac:spMkLst>
        </pc:spChg>
        <pc:spChg chg="mod">
          <ac:chgData name="Marcus Naoum" userId="4578fcc8-dbf2-452a-b11c-6b75cc6176d4" providerId="ADAL" clId="{EE3F6CF7-E024-5100-A70A-5616DEA5C1B7}" dt="2026-10-16T00:41:29.751" v="2477" actId="208"/>
          <ac:spMkLst>
            <pc:docMk/>
            <pc:sldMk cId="1922296058" sldId="2147475327"/>
            <ac:spMk id="26" creationId="{E6ECEEB0-5B4E-2DAE-C5E9-9968DDED006E}"/>
          </ac:spMkLst>
        </pc:spChg>
        <pc:spChg chg="mod">
          <ac:chgData name="Marcus Naoum" userId="4578fcc8-dbf2-452a-b11c-6b75cc6176d4" providerId="ADAL" clId="{EE3F6CF7-E024-5100-A70A-5616DEA5C1B7}" dt="2026-10-16T01:09:21.883" v="2691" actId="20577"/>
          <ac:spMkLst>
            <pc:docMk/>
            <pc:sldMk cId="1922296058" sldId="2147475327"/>
            <ac:spMk id="27" creationId="{9AD63DD1-9DCB-91B8-35EE-67944384A3E1}"/>
          </ac:spMkLst>
        </pc:spChg>
        <pc:spChg chg="mod">
          <ac:chgData name="Marcus Naoum" userId="4578fcc8-dbf2-452a-b11c-6b75cc6176d4" providerId="ADAL" clId="{EE3F6CF7-E024-5100-A70A-5616DEA5C1B7}" dt="2026-10-16T00:41:17.028" v="2467"/>
          <ac:spMkLst>
            <pc:docMk/>
            <pc:sldMk cId="1922296058" sldId="2147475327"/>
            <ac:spMk id="29" creationId="{CAEE8E21-7F9A-B280-A922-ADBF6778FD8A}"/>
          </ac:spMkLst>
        </pc:spChg>
        <pc:spChg chg="mod">
          <ac:chgData name="Marcus Naoum" userId="4578fcc8-dbf2-452a-b11c-6b75cc6176d4" providerId="ADAL" clId="{EE3F6CF7-E024-5100-A70A-5616DEA5C1B7}" dt="2026-10-16T00:41:27.476" v="2476" actId="208"/>
          <ac:spMkLst>
            <pc:docMk/>
            <pc:sldMk cId="1922296058" sldId="2147475327"/>
            <ac:spMk id="30" creationId="{0612A60A-EA74-66C0-16CC-A58ADEE6B5AB}"/>
          </ac:spMkLst>
        </pc:spChg>
        <pc:spChg chg="mod">
          <ac:chgData name="Marcus Naoum" userId="4578fcc8-dbf2-452a-b11c-6b75cc6176d4" providerId="ADAL" clId="{EE3F6CF7-E024-5100-A70A-5616DEA5C1B7}" dt="2026-10-16T00:41:22.774" v="2475"/>
          <ac:spMkLst>
            <pc:docMk/>
            <pc:sldMk cId="1922296058" sldId="2147475327"/>
            <ac:spMk id="31" creationId="{DE4582C1-D886-DC1B-881B-27C4BABB5F59}"/>
          </ac:spMkLst>
        </pc:spChg>
        <pc:spChg chg="mod">
          <ac:chgData name="Marcus Naoum" userId="4578fcc8-dbf2-452a-b11c-6b75cc6176d4" providerId="ADAL" clId="{EE3F6CF7-E024-5100-A70A-5616DEA5C1B7}" dt="2026-10-16T00:41:27.476" v="2476" actId="208"/>
          <ac:spMkLst>
            <pc:docMk/>
            <pc:sldMk cId="1922296058" sldId="2147475327"/>
            <ac:spMk id="32" creationId="{03BE86B7-4E55-F45D-B2AF-4B30CFDAE134}"/>
          </ac:spMkLst>
        </pc:spChg>
        <pc:spChg chg="mod">
          <ac:chgData name="Marcus Naoum" userId="4578fcc8-dbf2-452a-b11c-6b75cc6176d4" providerId="ADAL" clId="{EE3F6CF7-E024-5100-A70A-5616DEA5C1B7}" dt="2026-10-16T00:41:21.731" v="2473"/>
          <ac:spMkLst>
            <pc:docMk/>
            <pc:sldMk cId="1922296058" sldId="2147475327"/>
            <ac:spMk id="33" creationId="{5A165B5A-DDF0-1042-891B-87CE68C90C37}"/>
          </ac:spMkLst>
        </pc:spChg>
        <pc:spChg chg="mod">
          <ac:chgData name="Marcus Naoum" userId="4578fcc8-dbf2-452a-b11c-6b75cc6176d4" providerId="ADAL" clId="{EE3F6CF7-E024-5100-A70A-5616DEA5C1B7}" dt="2026-10-16T00:41:17.028" v="2467"/>
          <ac:spMkLst>
            <pc:docMk/>
            <pc:sldMk cId="1922296058" sldId="2147475327"/>
            <ac:spMk id="34" creationId="{D4156406-4666-DCA5-8C32-C3DEF8D036DC}"/>
          </ac:spMkLst>
        </pc:spChg>
        <pc:spChg chg="mod">
          <ac:chgData name="Marcus Naoum" userId="4578fcc8-dbf2-452a-b11c-6b75cc6176d4" providerId="ADAL" clId="{EE3F6CF7-E024-5100-A70A-5616DEA5C1B7}" dt="2026-10-16T00:16:41.350" v="2101" actId="1076"/>
          <ac:spMkLst>
            <pc:docMk/>
            <pc:sldMk cId="1922296058" sldId="2147475327"/>
            <ac:spMk id="910" creationId="{00000000-0000-0000-0000-000000000000}"/>
          </ac:spMkLst>
        </pc:spChg>
        <pc:spChg chg="mod">
          <ac:chgData name="Marcus Naoum" userId="4578fcc8-dbf2-452a-b11c-6b75cc6176d4" providerId="ADAL" clId="{EE3F6CF7-E024-5100-A70A-5616DEA5C1B7}" dt="2026-10-16T00:16:41.350" v="2101" actId="1076"/>
          <ac:spMkLst>
            <pc:docMk/>
            <pc:sldMk cId="1922296058" sldId="2147475327"/>
            <ac:spMk id="911" creationId="{00000000-0000-0000-0000-000000000000}"/>
          </ac:spMkLst>
        </pc:spChg>
        <pc:spChg chg="mod">
          <ac:chgData name="Marcus Naoum" userId="4578fcc8-dbf2-452a-b11c-6b75cc6176d4" providerId="ADAL" clId="{EE3F6CF7-E024-5100-A70A-5616DEA5C1B7}" dt="2026-10-16T00:16:41.350" v="2101" actId="1076"/>
          <ac:spMkLst>
            <pc:docMk/>
            <pc:sldMk cId="1922296058" sldId="2147475327"/>
            <ac:spMk id="912" creationId="{00000000-0000-0000-0000-000000000000}"/>
          </ac:spMkLst>
        </pc:spChg>
        <pc:spChg chg="mod">
          <ac:chgData name="Marcus Naoum" userId="4578fcc8-dbf2-452a-b11c-6b75cc6176d4" providerId="ADAL" clId="{EE3F6CF7-E024-5100-A70A-5616DEA5C1B7}" dt="2026-10-16T00:16:41.350" v="2101" actId="1076"/>
          <ac:spMkLst>
            <pc:docMk/>
            <pc:sldMk cId="1922296058" sldId="2147475327"/>
            <ac:spMk id="913" creationId="{00000000-0000-0000-0000-000000000000}"/>
          </ac:spMkLst>
        </pc:spChg>
        <pc:spChg chg="mod">
          <ac:chgData name="Marcus Naoum" userId="4578fcc8-dbf2-452a-b11c-6b75cc6176d4" providerId="ADAL" clId="{EE3F6CF7-E024-5100-A70A-5616DEA5C1B7}" dt="2026-10-16T00:16:41.350" v="2101" actId="1076"/>
          <ac:spMkLst>
            <pc:docMk/>
            <pc:sldMk cId="1922296058" sldId="2147475327"/>
            <ac:spMk id="914" creationId="{00000000-0000-0000-0000-000000000000}"/>
          </ac:spMkLst>
        </pc:spChg>
        <pc:grpChg chg="mod">
          <ac:chgData name="Marcus Naoum" userId="4578fcc8-dbf2-452a-b11c-6b75cc6176d4" providerId="ADAL" clId="{EE3F6CF7-E024-5100-A70A-5616DEA5C1B7}" dt="2026-10-16T00:41:19.402" v="2469" actId="1076"/>
          <ac:grpSpMkLst>
            <pc:docMk/>
            <pc:sldMk cId="1922296058" sldId="2147475327"/>
            <ac:grpSpMk id="7" creationId="{D45DBD3A-9059-5F02-DF2F-F21FA42552F9}"/>
          </ac:grpSpMkLst>
        </pc:grpChg>
        <pc:picChg chg="add mod">
          <ac:chgData name="Marcus Naoum" userId="4578fcc8-dbf2-452a-b11c-6b75cc6176d4" providerId="ADAL" clId="{EE3F6CF7-E024-5100-A70A-5616DEA5C1B7}" dt="2026-10-19T22:25:18.572" v="3788" actId="1076"/>
          <ac:picMkLst>
            <pc:docMk/>
            <pc:sldMk cId="1922296058" sldId="2147475327"/>
            <ac:picMk id="5" creationId="{8B42A0F6-A842-3898-8BFF-C54FB1982DC3}"/>
          </ac:picMkLst>
        </pc:picChg>
      </pc:sldChg>
      <pc:sldChg chg="addSp delSp modSp mod">
        <pc:chgData name="Marcus Naoum" userId="4578fcc8-dbf2-452a-b11c-6b75cc6176d4" providerId="ADAL" clId="{EE3F6CF7-E024-5100-A70A-5616DEA5C1B7}" dt="2026-10-16T00:55:59.183" v="2607" actId="114"/>
        <pc:sldMkLst>
          <pc:docMk/>
          <pc:sldMk cId="1922296058" sldId="2147475331"/>
        </pc:sldMkLst>
        <pc:spChg chg="mod">
          <ac:chgData name="Marcus Naoum" userId="4578fcc8-dbf2-452a-b11c-6b75cc6176d4" providerId="ADAL" clId="{EE3F6CF7-E024-5100-A70A-5616DEA5C1B7}" dt="2026-10-16T00:55:59.183" v="2607" actId="114"/>
          <ac:spMkLst>
            <pc:docMk/>
            <pc:sldMk cId="1922296058" sldId="2147475331"/>
            <ac:spMk id="14" creationId="{15B0D0C6-2A12-4A64-5CA6-AFD820857D29}"/>
          </ac:spMkLst>
        </pc:spChg>
        <pc:spChg chg="mod">
          <ac:chgData name="Marcus Naoum" userId="4578fcc8-dbf2-452a-b11c-6b75cc6176d4" providerId="ADAL" clId="{EE3F6CF7-E024-5100-A70A-5616DEA5C1B7}" dt="2026-10-16T00:54:10.298" v="2495"/>
          <ac:spMkLst>
            <pc:docMk/>
            <pc:sldMk cId="1922296058" sldId="2147475331"/>
            <ac:spMk id="15" creationId="{27A04183-3484-FD44-9870-ADAC83250DFD}"/>
          </ac:spMkLst>
        </pc:spChg>
        <pc:spChg chg="mod">
          <ac:chgData name="Marcus Naoum" userId="4578fcc8-dbf2-452a-b11c-6b75cc6176d4" providerId="ADAL" clId="{EE3F6CF7-E024-5100-A70A-5616DEA5C1B7}" dt="2026-10-16T00:54:28.693" v="2498" actId="20577"/>
          <ac:spMkLst>
            <pc:docMk/>
            <pc:sldMk cId="1922296058" sldId="2147475331"/>
            <ac:spMk id="16" creationId="{12DAD65D-58AE-3E30-1F40-0DFE22BEB198}"/>
          </ac:spMkLst>
        </pc:spChg>
        <pc:spChg chg="mod">
          <ac:chgData name="Marcus Naoum" userId="4578fcc8-dbf2-452a-b11c-6b75cc6176d4" providerId="ADAL" clId="{EE3F6CF7-E024-5100-A70A-5616DEA5C1B7}" dt="2026-10-16T00:54:12.496" v="2496"/>
          <ac:spMkLst>
            <pc:docMk/>
            <pc:sldMk cId="1922296058" sldId="2147475331"/>
            <ac:spMk id="18" creationId="{BDDCBBD5-BCEE-8787-6E93-C04313A86EE0}"/>
          </ac:spMkLst>
        </pc:spChg>
        <pc:spChg chg="mod">
          <ac:chgData name="Marcus Naoum" userId="4578fcc8-dbf2-452a-b11c-6b75cc6176d4" providerId="ADAL" clId="{EE3F6CF7-E024-5100-A70A-5616DEA5C1B7}" dt="2026-10-16T00:54:38.242" v="2499" actId="20577"/>
          <ac:spMkLst>
            <pc:docMk/>
            <pc:sldMk cId="1922296058" sldId="2147475331"/>
            <ac:spMk id="19" creationId="{A7351E71-DC6B-DB82-B179-91A4A276DD2E}"/>
          </ac:spMkLst>
        </pc:spChg>
        <pc:spChg chg="mod">
          <ac:chgData name="Marcus Naoum" userId="4578fcc8-dbf2-452a-b11c-6b75cc6176d4" providerId="ADAL" clId="{EE3F6CF7-E024-5100-A70A-5616DEA5C1B7}" dt="2026-10-16T00:54:08.025" v="2494" actId="20577"/>
          <ac:spMkLst>
            <pc:docMk/>
            <pc:sldMk cId="1922296058" sldId="2147475331"/>
            <ac:spMk id="402" creationId="{00000000-0000-0000-0000-000000000000}"/>
          </ac:spMkLst>
        </pc:spChg>
        <pc:spChg chg="mod">
          <ac:chgData name="Marcus Naoum" userId="4578fcc8-dbf2-452a-b11c-6b75cc6176d4" providerId="ADAL" clId="{EE3F6CF7-E024-5100-A70A-5616DEA5C1B7}" dt="2026-10-16T00:54:25.300" v="2497" actId="20577"/>
          <ac:spMkLst>
            <pc:docMk/>
            <pc:sldMk cId="1922296058" sldId="2147475331"/>
            <ac:spMk id="403" creationId="{00000000-0000-0000-0000-000000000000}"/>
          </ac:spMkLst>
        </pc:spChg>
      </pc:sldChg>
      <pc:sldChg chg="modSp mod">
        <pc:chgData name="Marcus Naoum" userId="4578fcc8-dbf2-452a-b11c-6b75cc6176d4" providerId="ADAL" clId="{EE3F6CF7-E024-5100-A70A-5616DEA5C1B7}" dt="2026-10-16T00:27:54.485" v="2202" actId="122"/>
        <pc:sldMkLst>
          <pc:docMk/>
          <pc:sldMk cId="880272278" sldId="2147475335"/>
        </pc:sldMkLst>
        <pc:spChg chg="mod">
          <ac:chgData name="Marcus Naoum" userId="4578fcc8-dbf2-452a-b11c-6b75cc6176d4" providerId="ADAL" clId="{EE3F6CF7-E024-5100-A70A-5616DEA5C1B7}" dt="2026-10-16T00:27:54.485" v="2202" actId="122"/>
          <ac:spMkLst>
            <pc:docMk/>
            <pc:sldMk cId="880272278" sldId="2147475335"/>
            <ac:spMk id="14" creationId="{15B0D0C6-2A12-4A64-5CA6-AFD820857D29}"/>
          </ac:spMkLst>
        </pc:spChg>
        <pc:spChg chg="mod">
          <ac:chgData name="Marcus Naoum" userId="4578fcc8-dbf2-452a-b11c-6b75cc6176d4" providerId="ADAL" clId="{EE3F6CF7-E024-5100-A70A-5616DEA5C1B7}" dt="2026-10-16T00:27:54.485" v="2202" actId="122"/>
          <ac:spMkLst>
            <pc:docMk/>
            <pc:sldMk cId="880272278" sldId="2147475335"/>
            <ac:spMk id="101" creationId="{00000000-0000-0000-0000-000000000000}"/>
          </ac:spMkLst>
        </pc:spChg>
      </pc:sldChg>
      <pc:sldChg chg="modSp mod">
        <pc:chgData name="Marcus Naoum" userId="4578fcc8-dbf2-452a-b11c-6b75cc6176d4" providerId="ADAL" clId="{EE3F6CF7-E024-5100-A70A-5616DEA5C1B7}" dt="2026-10-16T00:27:47.430" v="2200" actId="122"/>
        <pc:sldMkLst>
          <pc:docMk/>
          <pc:sldMk cId="2631522827" sldId="2147475336"/>
        </pc:sldMkLst>
        <pc:spChg chg="mod">
          <ac:chgData name="Marcus Naoum" userId="4578fcc8-dbf2-452a-b11c-6b75cc6176d4" providerId="ADAL" clId="{EE3F6CF7-E024-5100-A70A-5616DEA5C1B7}" dt="2026-10-16T00:27:47.430" v="2200" actId="122"/>
          <ac:spMkLst>
            <pc:docMk/>
            <pc:sldMk cId="2631522827" sldId="2147475336"/>
            <ac:spMk id="14" creationId="{15B0D0C6-2A12-4A64-5CA6-AFD820857D29}"/>
          </ac:spMkLst>
        </pc:spChg>
        <pc:spChg chg="mod">
          <ac:chgData name="Marcus Naoum" userId="4578fcc8-dbf2-452a-b11c-6b75cc6176d4" providerId="ADAL" clId="{EE3F6CF7-E024-5100-A70A-5616DEA5C1B7}" dt="2026-10-16T00:27:47.430" v="2200" actId="122"/>
          <ac:spMkLst>
            <pc:docMk/>
            <pc:sldMk cId="2631522827" sldId="2147475336"/>
            <ac:spMk id="123" creationId="{00000000-0000-0000-0000-000000000000}"/>
          </ac:spMkLst>
        </pc:spChg>
      </pc:sldChg>
      <pc:sldChg chg="modSp mod">
        <pc:chgData name="Marcus Naoum" userId="4578fcc8-dbf2-452a-b11c-6b75cc6176d4" providerId="ADAL" clId="{EE3F6CF7-E024-5100-A70A-5616DEA5C1B7}" dt="2026-10-16T00:27:29.267" v="2192" actId="122"/>
        <pc:sldMkLst>
          <pc:docMk/>
          <pc:sldMk cId="3424755803" sldId="2147475337"/>
        </pc:sldMkLst>
        <pc:spChg chg="mod">
          <ac:chgData name="Marcus Naoum" userId="4578fcc8-dbf2-452a-b11c-6b75cc6176d4" providerId="ADAL" clId="{EE3F6CF7-E024-5100-A70A-5616DEA5C1B7}" dt="2026-10-16T00:27:29.267" v="2192" actId="122"/>
          <ac:spMkLst>
            <pc:docMk/>
            <pc:sldMk cId="3424755803" sldId="2147475337"/>
            <ac:spMk id="14" creationId="{15B0D0C6-2A12-4A64-5CA6-AFD820857D29}"/>
          </ac:spMkLst>
        </pc:spChg>
        <pc:spChg chg="mod">
          <ac:chgData name="Marcus Naoum" userId="4578fcc8-dbf2-452a-b11c-6b75cc6176d4" providerId="ADAL" clId="{EE3F6CF7-E024-5100-A70A-5616DEA5C1B7}" dt="2026-10-16T00:27:25.911" v="2191" actId="403"/>
          <ac:spMkLst>
            <pc:docMk/>
            <pc:sldMk cId="3424755803" sldId="2147475337"/>
            <ac:spMk id="145" creationId="{00000000-0000-0000-0000-000000000000}"/>
          </ac:spMkLst>
        </pc:spChg>
      </pc:sldChg>
      <pc:sldChg chg="addSp delSp modSp mod">
        <pc:chgData name="Marcus Naoum" userId="4578fcc8-dbf2-452a-b11c-6b75cc6176d4" providerId="ADAL" clId="{EE3F6CF7-E024-5100-A70A-5616DEA5C1B7}" dt="2026-10-16T00:10:14.177" v="1846" actId="20577"/>
        <pc:sldMkLst>
          <pc:docMk/>
          <pc:sldMk cId="1922296058" sldId="2147475339"/>
        </pc:sldMkLst>
        <pc:spChg chg="add del mod">
          <ac:chgData name="Marcus Naoum" userId="4578fcc8-dbf2-452a-b11c-6b75cc6176d4" providerId="ADAL" clId="{EE3F6CF7-E024-5100-A70A-5616DEA5C1B7}" dt="2026-10-15T23:51:23.855" v="1330" actId="1076"/>
          <ac:spMkLst>
            <pc:docMk/>
            <pc:sldMk cId="1922296058" sldId="2147475339"/>
            <ac:spMk id="11" creationId="{B076AED9-AB4D-53AB-AFCC-E95F1E415ABF}"/>
          </ac:spMkLst>
        </pc:spChg>
        <pc:spChg chg="add del mod">
          <ac:chgData name="Marcus Naoum" userId="4578fcc8-dbf2-452a-b11c-6b75cc6176d4" providerId="ADAL" clId="{EE3F6CF7-E024-5100-A70A-5616DEA5C1B7}" dt="2026-10-15T23:51:23.855" v="1330" actId="1076"/>
          <ac:spMkLst>
            <pc:docMk/>
            <pc:sldMk cId="1922296058" sldId="2147475339"/>
            <ac:spMk id="12" creationId="{36743AF0-2F03-1741-114F-777249CB77E4}"/>
          </ac:spMkLst>
        </pc:spChg>
        <pc:spChg chg="add del mod">
          <ac:chgData name="Marcus Naoum" userId="4578fcc8-dbf2-452a-b11c-6b75cc6176d4" providerId="ADAL" clId="{EE3F6CF7-E024-5100-A70A-5616DEA5C1B7}" dt="2026-10-15T23:51:23.855" v="1330" actId="1076"/>
          <ac:spMkLst>
            <pc:docMk/>
            <pc:sldMk cId="1922296058" sldId="2147475339"/>
            <ac:spMk id="13" creationId="{B2F9A65D-FCE2-1F19-47AE-ADB4BE932998}"/>
          </ac:spMkLst>
        </pc:spChg>
        <pc:spChg chg="add del mod">
          <ac:chgData name="Marcus Naoum" userId="4578fcc8-dbf2-452a-b11c-6b75cc6176d4" providerId="ADAL" clId="{EE3F6CF7-E024-5100-A70A-5616DEA5C1B7}" dt="2026-10-15T23:51:23.855" v="1330" actId="1076"/>
          <ac:spMkLst>
            <pc:docMk/>
            <pc:sldMk cId="1922296058" sldId="2147475339"/>
            <ac:spMk id="15" creationId="{24347B34-55C6-B9AB-EC44-B88D9FB54247}"/>
          </ac:spMkLst>
        </pc:spChg>
        <pc:spChg chg="add del mod">
          <ac:chgData name="Marcus Naoum" userId="4578fcc8-dbf2-452a-b11c-6b75cc6176d4" providerId="ADAL" clId="{EE3F6CF7-E024-5100-A70A-5616DEA5C1B7}" dt="2026-10-15T23:51:23.855" v="1330" actId="1076"/>
          <ac:spMkLst>
            <pc:docMk/>
            <pc:sldMk cId="1922296058" sldId="2147475339"/>
            <ac:spMk id="19" creationId="{E172CD25-30AF-F562-F66D-3048E07A4AB6}"/>
          </ac:spMkLst>
        </pc:spChg>
        <pc:spChg chg="add del mod">
          <ac:chgData name="Marcus Naoum" userId="4578fcc8-dbf2-452a-b11c-6b75cc6176d4" providerId="ADAL" clId="{EE3F6CF7-E024-5100-A70A-5616DEA5C1B7}" dt="2026-10-15T23:51:23.855" v="1330" actId="1076"/>
          <ac:spMkLst>
            <pc:docMk/>
            <pc:sldMk cId="1922296058" sldId="2147475339"/>
            <ac:spMk id="20" creationId="{E5C2E5FC-23A0-7CFF-8DEC-623A2560D71E}"/>
          </ac:spMkLst>
        </pc:spChg>
        <pc:spChg chg="add del mod">
          <ac:chgData name="Marcus Naoum" userId="4578fcc8-dbf2-452a-b11c-6b75cc6176d4" providerId="ADAL" clId="{EE3F6CF7-E024-5100-A70A-5616DEA5C1B7}" dt="2026-10-15T23:51:23.855" v="1330" actId="1076"/>
          <ac:spMkLst>
            <pc:docMk/>
            <pc:sldMk cId="1922296058" sldId="2147475339"/>
            <ac:spMk id="21" creationId="{12A4D3CE-2EA7-A112-1123-B76C6A6AA3D7}"/>
          </ac:spMkLst>
        </pc:spChg>
        <pc:spChg chg="add del mod">
          <ac:chgData name="Marcus Naoum" userId="4578fcc8-dbf2-452a-b11c-6b75cc6176d4" providerId="ADAL" clId="{EE3F6CF7-E024-5100-A70A-5616DEA5C1B7}" dt="2026-10-15T23:51:23.855" v="1330" actId="1076"/>
          <ac:spMkLst>
            <pc:docMk/>
            <pc:sldMk cId="1922296058" sldId="2147475339"/>
            <ac:spMk id="22" creationId="{14ED1281-689B-7012-25B0-CF41928DEBCB}"/>
          </ac:spMkLst>
        </pc:spChg>
        <pc:spChg chg="add del mod">
          <ac:chgData name="Marcus Naoum" userId="4578fcc8-dbf2-452a-b11c-6b75cc6176d4" providerId="ADAL" clId="{EE3F6CF7-E024-5100-A70A-5616DEA5C1B7}" dt="2026-10-16T00:10:14.177" v="1846" actId="20577"/>
          <ac:spMkLst>
            <pc:docMk/>
            <pc:sldMk cId="1922296058" sldId="2147475339"/>
            <ac:spMk id="24" creationId="{785970AF-B6E7-907E-2992-796781C6942A}"/>
          </ac:spMkLst>
        </pc:spChg>
        <pc:spChg chg="add del mod">
          <ac:chgData name="Marcus Naoum" userId="4578fcc8-dbf2-452a-b11c-6b75cc6176d4" providerId="ADAL" clId="{EE3F6CF7-E024-5100-A70A-5616DEA5C1B7}" dt="2026-10-15T23:51:23.855" v="1330" actId="1076"/>
          <ac:spMkLst>
            <pc:docMk/>
            <pc:sldMk cId="1922296058" sldId="2147475339"/>
            <ac:spMk id="26" creationId="{660EC05D-76AC-CD25-600F-32F5589F4FB9}"/>
          </ac:spMkLst>
        </pc:spChg>
        <pc:spChg chg="mod">
          <ac:chgData name="Marcus Naoum" userId="4578fcc8-dbf2-452a-b11c-6b75cc6176d4" providerId="ADAL" clId="{EE3F6CF7-E024-5100-A70A-5616DEA5C1B7}" dt="2026-10-14T07:21:38.938" v="357" actId="2711"/>
          <ac:spMkLst>
            <pc:docMk/>
            <pc:sldMk cId="1922296058" sldId="2147475339"/>
            <ac:spMk id="27" creationId="{939581D4-1516-F655-AE33-C42F66CA82FC}"/>
          </ac:spMkLst>
        </pc:spChg>
        <pc:spChg chg="mod">
          <ac:chgData name="Marcus Naoum" userId="4578fcc8-dbf2-452a-b11c-6b75cc6176d4" providerId="ADAL" clId="{EE3F6CF7-E024-5100-A70A-5616DEA5C1B7}" dt="2026-10-14T07:21:42.905" v="358" actId="2711"/>
          <ac:spMkLst>
            <pc:docMk/>
            <pc:sldMk cId="1922296058" sldId="2147475339"/>
            <ac:spMk id="30" creationId="{8CEE4670-81E8-EC76-5CE3-3FB414789C50}"/>
          </ac:spMkLst>
        </pc:spChg>
        <pc:spChg chg="mod">
          <ac:chgData name="Marcus Naoum" userId="4578fcc8-dbf2-452a-b11c-6b75cc6176d4" providerId="ADAL" clId="{EE3F6CF7-E024-5100-A70A-5616DEA5C1B7}" dt="2026-10-15T23:51:39.292" v="1334" actId="14100"/>
          <ac:spMkLst>
            <pc:docMk/>
            <pc:sldMk cId="1922296058" sldId="2147475339"/>
            <ac:spMk id="61" creationId="{945693E0-1294-D65C-1929-F37FBD276044}"/>
          </ac:spMkLst>
        </pc:spChg>
        <pc:spChg chg="mod">
          <ac:chgData name="Marcus Naoum" userId="4578fcc8-dbf2-452a-b11c-6b75cc6176d4" providerId="ADAL" clId="{EE3F6CF7-E024-5100-A70A-5616DEA5C1B7}" dt="2026-10-15T23:51:28.943" v="1332" actId="1076"/>
          <ac:spMkLst>
            <pc:docMk/>
            <pc:sldMk cId="1922296058" sldId="2147475339"/>
            <ac:spMk id="62" creationId="{B45E2CA1-B10E-4E03-7194-70532084AA22}"/>
          </ac:spMkLst>
        </pc:spChg>
        <pc:spChg chg="mod">
          <ac:chgData name="Marcus Naoum" userId="4578fcc8-dbf2-452a-b11c-6b75cc6176d4" providerId="ADAL" clId="{EE3F6CF7-E024-5100-A70A-5616DEA5C1B7}" dt="2026-10-15T23:51:24.641" v="1331"/>
          <ac:spMkLst>
            <pc:docMk/>
            <pc:sldMk cId="1922296058" sldId="2147475339"/>
            <ac:spMk id="64" creationId="{84C098C1-E746-D53D-53BA-4291F0986723}"/>
          </ac:spMkLst>
        </pc:spChg>
        <pc:spChg chg="mod">
          <ac:chgData name="Marcus Naoum" userId="4578fcc8-dbf2-452a-b11c-6b75cc6176d4" providerId="ADAL" clId="{EE3F6CF7-E024-5100-A70A-5616DEA5C1B7}" dt="2026-10-15T23:51:24.641" v="1331"/>
          <ac:spMkLst>
            <pc:docMk/>
            <pc:sldMk cId="1922296058" sldId="2147475339"/>
            <ac:spMk id="70" creationId="{47485019-C775-47BA-CAD5-263CEDE2B585}"/>
          </ac:spMkLst>
        </pc:spChg>
        <pc:spChg chg="mod">
          <ac:chgData name="Marcus Naoum" userId="4578fcc8-dbf2-452a-b11c-6b75cc6176d4" providerId="ADAL" clId="{EE3F6CF7-E024-5100-A70A-5616DEA5C1B7}" dt="2026-10-15T23:51:24.641" v="1331"/>
          <ac:spMkLst>
            <pc:docMk/>
            <pc:sldMk cId="1922296058" sldId="2147475339"/>
            <ac:spMk id="73" creationId="{F8350E51-D030-E4C2-32CB-4FA21726E946}"/>
          </ac:spMkLst>
        </pc:spChg>
        <pc:spChg chg="mod">
          <ac:chgData name="Marcus Naoum" userId="4578fcc8-dbf2-452a-b11c-6b75cc6176d4" providerId="ADAL" clId="{EE3F6CF7-E024-5100-A70A-5616DEA5C1B7}" dt="2026-10-15T23:51:24.641" v="1331"/>
          <ac:spMkLst>
            <pc:docMk/>
            <pc:sldMk cId="1922296058" sldId="2147475339"/>
            <ac:spMk id="74" creationId="{9EBFDD97-07F9-D0F5-BCC1-3C012A4F2CBC}"/>
          </ac:spMkLst>
        </pc:spChg>
        <pc:spChg chg="mod">
          <ac:chgData name="Marcus Naoum" userId="4578fcc8-dbf2-452a-b11c-6b75cc6176d4" providerId="ADAL" clId="{EE3F6CF7-E024-5100-A70A-5616DEA5C1B7}" dt="2026-10-15T23:51:24.641" v="1331"/>
          <ac:spMkLst>
            <pc:docMk/>
            <pc:sldMk cId="1922296058" sldId="2147475339"/>
            <ac:spMk id="77" creationId="{9B1DE134-F06B-E4E5-8ED4-2886CC894103}"/>
          </ac:spMkLst>
        </pc:spChg>
        <pc:spChg chg="mod">
          <ac:chgData name="Marcus Naoum" userId="4578fcc8-dbf2-452a-b11c-6b75cc6176d4" providerId="ADAL" clId="{EE3F6CF7-E024-5100-A70A-5616DEA5C1B7}" dt="2026-10-15T23:51:24.641" v="1331"/>
          <ac:spMkLst>
            <pc:docMk/>
            <pc:sldMk cId="1922296058" sldId="2147475339"/>
            <ac:spMk id="81" creationId="{3A7A9976-DD29-8154-C20E-0CC32F38E4CF}"/>
          </ac:spMkLst>
        </pc:spChg>
        <pc:spChg chg="mod">
          <ac:chgData name="Marcus Naoum" userId="4578fcc8-dbf2-452a-b11c-6b75cc6176d4" providerId="ADAL" clId="{EE3F6CF7-E024-5100-A70A-5616DEA5C1B7}" dt="2026-10-15T23:51:28.943" v="1332" actId="1076"/>
          <ac:spMkLst>
            <pc:docMk/>
            <pc:sldMk cId="1922296058" sldId="2147475339"/>
            <ac:spMk id="82" creationId="{A3CCFE6E-3633-DEDE-A9C5-3DDE44A56849}"/>
          </ac:spMkLst>
        </pc:spChg>
        <pc:spChg chg="add mod">
          <ac:chgData name="Marcus Naoum" userId="4578fcc8-dbf2-452a-b11c-6b75cc6176d4" providerId="ADAL" clId="{EE3F6CF7-E024-5100-A70A-5616DEA5C1B7}" dt="2026-10-15T23:51:28.943" v="1332" actId="1076"/>
          <ac:spMkLst>
            <pc:docMk/>
            <pc:sldMk cId="1922296058" sldId="2147475339"/>
            <ac:spMk id="84" creationId="{445C52FF-26D0-A67A-46EC-CBA39583DB77}"/>
          </ac:spMkLst>
        </pc:spChg>
        <pc:spChg chg="mod">
          <ac:chgData name="Marcus Naoum" userId="4578fcc8-dbf2-452a-b11c-6b75cc6176d4" providerId="ADAL" clId="{EE3F6CF7-E024-5100-A70A-5616DEA5C1B7}" dt="2026-10-15T23:51:28.943" v="1332" actId="1076"/>
          <ac:spMkLst>
            <pc:docMk/>
            <pc:sldMk cId="1922296058" sldId="2147475339"/>
            <ac:spMk id="85" creationId="{2494F14B-A312-206B-27E9-57B7CEA9B68A}"/>
          </ac:spMkLst>
        </pc:spChg>
        <pc:spChg chg="mod">
          <ac:chgData name="Marcus Naoum" userId="4578fcc8-dbf2-452a-b11c-6b75cc6176d4" providerId="ADAL" clId="{EE3F6CF7-E024-5100-A70A-5616DEA5C1B7}" dt="2026-10-15T23:51:28.943" v="1332" actId="1076"/>
          <ac:spMkLst>
            <pc:docMk/>
            <pc:sldMk cId="1922296058" sldId="2147475339"/>
            <ac:spMk id="86" creationId="{E8097A1D-3BD3-2ED6-4F80-4E92837517A7}"/>
          </ac:spMkLst>
        </pc:spChg>
        <pc:spChg chg="add mod">
          <ac:chgData name="Marcus Naoum" userId="4578fcc8-dbf2-452a-b11c-6b75cc6176d4" providerId="ADAL" clId="{EE3F6CF7-E024-5100-A70A-5616DEA5C1B7}" dt="2026-10-15T23:51:28.943" v="1332" actId="1076"/>
          <ac:spMkLst>
            <pc:docMk/>
            <pc:sldMk cId="1922296058" sldId="2147475339"/>
            <ac:spMk id="87" creationId="{5B47F59B-C8C9-45EB-878D-44F48B7E6152}"/>
          </ac:spMkLst>
        </pc:spChg>
        <pc:spChg chg="mod">
          <ac:chgData name="Marcus Naoum" userId="4578fcc8-dbf2-452a-b11c-6b75cc6176d4" providerId="ADAL" clId="{EE3F6CF7-E024-5100-A70A-5616DEA5C1B7}" dt="2026-10-15T23:51:28.943" v="1332" actId="1076"/>
          <ac:spMkLst>
            <pc:docMk/>
            <pc:sldMk cId="1922296058" sldId="2147475339"/>
            <ac:spMk id="88" creationId="{F9AEAA2D-7C00-D863-AFD7-A7796B1F3927}"/>
          </ac:spMkLst>
        </pc:spChg>
        <pc:spChg chg="add mod">
          <ac:chgData name="Marcus Naoum" userId="4578fcc8-dbf2-452a-b11c-6b75cc6176d4" providerId="ADAL" clId="{EE3F6CF7-E024-5100-A70A-5616DEA5C1B7}" dt="2026-10-15T23:51:28.943" v="1332" actId="1076"/>
          <ac:spMkLst>
            <pc:docMk/>
            <pc:sldMk cId="1922296058" sldId="2147475339"/>
            <ac:spMk id="89" creationId="{F7C23FD7-EBA3-6C3F-6813-DD089E7F09EC}"/>
          </ac:spMkLst>
        </pc:spChg>
        <pc:spChg chg="add mod">
          <ac:chgData name="Marcus Naoum" userId="4578fcc8-dbf2-452a-b11c-6b75cc6176d4" providerId="ADAL" clId="{EE3F6CF7-E024-5100-A70A-5616DEA5C1B7}" dt="2026-10-15T23:51:28.943" v="1332" actId="1076"/>
          <ac:spMkLst>
            <pc:docMk/>
            <pc:sldMk cId="1922296058" sldId="2147475339"/>
            <ac:spMk id="90" creationId="{D72CA68E-6D29-B8CE-A04A-EA2189E3B625}"/>
          </ac:spMkLst>
        </pc:spChg>
        <pc:cxnChg chg="mod">
          <ac:chgData name="Marcus Naoum" userId="4578fcc8-dbf2-452a-b11c-6b75cc6176d4" providerId="ADAL" clId="{EE3F6CF7-E024-5100-A70A-5616DEA5C1B7}" dt="2026-10-15T23:51:48.179" v="1335" actId="14100"/>
          <ac:cxnSpMkLst>
            <pc:docMk/>
            <pc:sldMk cId="1922296058" sldId="2147475339"/>
            <ac:cxnSpMk id="83" creationId="{9065C579-D2EA-3650-717C-1AB7E42A69E4}"/>
          </ac:cxnSpMkLst>
        </pc:cxnChg>
      </pc:sldChg>
      <pc:sldChg chg="addSp delSp modSp mod">
        <pc:chgData name="Marcus Naoum" userId="4578fcc8-dbf2-452a-b11c-6b75cc6176d4" providerId="ADAL" clId="{EE3F6CF7-E024-5100-A70A-5616DEA5C1B7}" dt="2026-10-19T22:24:54.626" v="3783" actId="14100"/>
        <pc:sldMkLst>
          <pc:docMk/>
          <pc:sldMk cId="1922296058" sldId="2147475341"/>
        </pc:sldMkLst>
        <pc:spChg chg="add mod">
          <ac:chgData name="Marcus Naoum" userId="4578fcc8-dbf2-452a-b11c-6b75cc6176d4" providerId="ADAL" clId="{EE3F6CF7-E024-5100-A70A-5616DEA5C1B7}" dt="2026-10-19T22:23:42.141" v="3764" actId="404"/>
          <ac:spMkLst>
            <pc:docMk/>
            <pc:sldMk cId="1922296058" sldId="2147475341"/>
            <ac:spMk id="2" creationId="{3C77655D-BC07-D2A6-6CFE-D9D92E1A37F3}"/>
          </ac:spMkLst>
        </pc:spChg>
        <pc:spChg chg="mod">
          <ac:chgData name="Marcus Naoum" userId="4578fcc8-dbf2-452a-b11c-6b75cc6176d4" providerId="ADAL" clId="{EE3F6CF7-E024-5100-A70A-5616DEA5C1B7}" dt="2026-10-16T00:40:26.761" v="2444" actId="404"/>
          <ac:spMkLst>
            <pc:docMk/>
            <pc:sldMk cId="1922296058" sldId="2147475341"/>
            <ac:spMk id="4" creationId="{BB1E0741-CDB5-BC92-E490-3AAE4871C536}"/>
          </ac:spMkLst>
        </pc:spChg>
        <pc:spChg chg="mod">
          <ac:chgData name="Marcus Naoum" userId="4578fcc8-dbf2-452a-b11c-6b75cc6176d4" providerId="ADAL" clId="{EE3F6CF7-E024-5100-A70A-5616DEA5C1B7}" dt="2026-10-19T22:23:42.141" v="3764" actId="404"/>
          <ac:spMkLst>
            <pc:docMk/>
            <pc:sldMk cId="1922296058" sldId="2147475341"/>
            <ac:spMk id="5" creationId="{B594F758-7541-836B-909A-3385028B0777}"/>
          </ac:spMkLst>
        </pc:spChg>
        <pc:spChg chg="add mod">
          <ac:chgData name="Marcus Naoum" userId="4578fcc8-dbf2-452a-b11c-6b75cc6176d4" providerId="ADAL" clId="{EE3F6CF7-E024-5100-A70A-5616DEA5C1B7}" dt="2026-10-18T23:51:52.919" v="3634" actId="14100"/>
          <ac:spMkLst>
            <pc:docMk/>
            <pc:sldMk cId="1922296058" sldId="2147475341"/>
            <ac:spMk id="6" creationId="{1C8FD7C3-AF0E-E7B2-7193-887C85B2C066}"/>
          </ac:spMkLst>
        </pc:spChg>
        <pc:spChg chg="mod">
          <ac:chgData name="Marcus Naoum" userId="4578fcc8-dbf2-452a-b11c-6b75cc6176d4" providerId="ADAL" clId="{EE3F6CF7-E024-5100-A70A-5616DEA5C1B7}" dt="2026-10-16T00:28:06.267" v="2203" actId="14100"/>
          <ac:spMkLst>
            <pc:docMk/>
            <pc:sldMk cId="1922296058" sldId="2147475341"/>
            <ac:spMk id="7" creationId="{0FCD6B82-D0EB-347B-A0C2-7AEF5B0AEFAE}"/>
          </ac:spMkLst>
        </pc:spChg>
        <pc:spChg chg="mod">
          <ac:chgData name="Marcus Naoum" userId="4578fcc8-dbf2-452a-b11c-6b75cc6176d4" providerId="ADAL" clId="{EE3F6CF7-E024-5100-A70A-5616DEA5C1B7}" dt="2026-10-16T00:28:29.516" v="2209" actId="1036"/>
          <ac:spMkLst>
            <pc:docMk/>
            <pc:sldMk cId="1922296058" sldId="2147475341"/>
            <ac:spMk id="8" creationId="{146CA8D2-3624-C7E0-2636-5D44525C96D8}"/>
          </ac:spMkLst>
        </pc:spChg>
        <pc:spChg chg="mod">
          <ac:chgData name="Marcus Naoum" userId="4578fcc8-dbf2-452a-b11c-6b75cc6176d4" providerId="ADAL" clId="{EE3F6CF7-E024-5100-A70A-5616DEA5C1B7}" dt="2026-10-16T00:29:56.340" v="2241" actId="1037"/>
          <ac:spMkLst>
            <pc:docMk/>
            <pc:sldMk cId="1922296058" sldId="2147475341"/>
            <ac:spMk id="10" creationId="{BE4BB55A-D883-9807-43EA-F6D11EF1EE50}"/>
          </ac:spMkLst>
        </pc:spChg>
        <pc:spChg chg="mod">
          <ac:chgData name="Marcus Naoum" userId="4578fcc8-dbf2-452a-b11c-6b75cc6176d4" providerId="ADAL" clId="{EE3F6CF7-E024-5100-A70A-5616DEA5C1B7}" dt="2026-10-16T00:30:39.414" v="2275" actId="14100"/>
          <ac:spMkLst>
            <pc:docMk/>
            <pc:sldMk cId="1922296058" sldId="2147475341"/>
            <ac:spMk id="12" creationId="{DB789765-E438-C8F4-528D-463976923560}"/>
          </ac:spMkLst>
        </pc:spChg>
        <pc:spChg chg="mod">
          <ac:chgData name="Marcus Naoum" userId="4578fcc8-dbf2-452a-b11c-6b75cc6176d4" providerId="ADAL" clId="{EE3F6CF7-E024-5100-A70A-5616DEA5C1B7}" dt="2026-10-16T00:28:06.267" v="2203" actId="14100"/>
          <ac:spMkLst>
            <pc:docMk/>
            <pc:sldMk cId="1922296058" sldId="2147475341"/>
            <ac:spMk id="13" creationId="{AD766B1D-47D8-1D0E-A32A-3CF55C2D008C}"/>
          </ac:spMkLst>
        </pc:spChg>
        <pc:spChg chg="mod">
          <ac:chgData name="Marcus Naoum" userId="4578fcc8-dbf2-452a-b11c-6b75cc6176d4" providerId="ADAL" clId="{EE3F6CF7-E024-5100-A70A-5616DEA5C1B7}" dt="2026-10-16T00:40:26.761" v="2444" actId="404"/>
          <ac:spMkLst>
            <pc:docMk/>
            <pc:sldMk cId="1922296058" sldId="2147475341"/>
            <ac:spMk id="14" creationId="{15B0D0C6-2A12-4A64-5CA6-AFD820857D29}"/>
          </ac:spMkLst>
        </pc:spChg>
        <pc:spChg chg="add mod">
          <ac:chgData name="Marcus Naoum" userId="4578fcc8-dbf2-452a-b11c-6b75cc6176d4" providerId="ADAL" clId="{EE3F6CF7-E024-5100-A70A-5616DEA5C1B7}" dt="2026-10-18T23:51:52.919" v="3634" actId="14100"/>
          <ac:spMkLst>
            <pc:docMk/>
            <pc:sldMk cId="1922296058" sldId="2147475341"/>
            <ac:spMk id="18" creationId="{2EEBC5D2-0901-5919-3E33-30E4C7AD7081}"/>
          </ac:spMkLst>
        </pc:spChg>
        <pc:spChg chg="mod">
          <ac:chgData name="Marcus Naoum" userId="4578fcc8-dbf2-452a-b11c-6b75cc6176d4" providerId="ADAL" clId="{EE3F6CF7-E024-5100-A70A-5616DEA5C1B7}" dt="2026-10-16T00:31:19.019" v="2286" actId="555"/>
          <ac:spMkLst>
            <pc:docMk/>
            <pc:sldMk cId="1922296058" sldId="2147475341"/>
            <ac:spMk id="20" creationId="{5A8F1F0A-E9C6-C6F9-E3D5-C839C2C70470}"/>
          </ac:spMkLst>
        </pc:spChg>
        <pc:spChg chg="mod">
          <ac:chgData name="Marcus Naoum" userId="4578fcc8-dbf2-452a-b11c-6b75cc6176d4" providerId="ADAL" clId="{EE3F6CF7-E024-5100-A70A-5616DEA5C1B7}" dt="2026-10-16T00:30:28.248" v="2272" actId="14100"/>
          <ac:spMkLst>
            <pc:docMk/>
            <pc:sldMk cId="1922296058" sldId="2147475341"/>
            <ac:spMk id="22" creationId="{A66C1987-E2BE-76D9-355B-26759518252F}"/>
          </ac:spMkLst>
        </pc:spChg>
        <pc:spChg chg="add mod">
          <ac:chgData name="Marcus Naoum" userId="4578fcc8-dbf2-452a-b11c-6b75cc6176d4" providerId="ADAL" clId="{EE3F6CF7-E024-5100-A70A-5616DEA5C1B7}" dt="2026-10-16T01:09:14.362" v="2689" actId="20577"/>
          <ac:spMkLst>
            <pc:docMk/>
            <pc:sldMk cId="1922296058" sldId="2147475341"/>
            <ac:spMk id="23" creationId="{32D349AB-165F-0E43-436F-FFA49416815F}"/>
          </ac:spMkLst>
        </pc:spChg>
        <pc:spChg chg="add mod">
          <ac:chgData name="Marcus Naoum" userId="4578fcc8-dbf2-452a-b11c-6b75cc6176d4" providerId="ADAL" clId="{EE3F6CF7-E024-5100-A70A-5616DEA5C1B7}" dt="2026-10-16T00:39:18.024" v="2387" actId="554"/>
          <ac:spMkLst>
            <pc:docMk/>
            <pc:sldMk cId="1922296058" sldId="2147475341"/>
            <ac:spMk id="24" creationId="{997DD621-19AB-7240-4751-53431084F331}"/>
          </ac:spMkLst>
        </pc:spChg>
        <pc:spChg chg="add mod">
          <ac:chgData name="Marcus Naoum" userId="4578fcc8-dbf2-452a-b11c-6b75cc6176d4" providerId="ADAL" clId="{EE3F6CF7-E024-5100-A70A-5616DEA5C1B7}" dt="2026-10-16T00:39:51.131" v="2435" actId="20577"/>
          <ac:spMkLst>
            <pc:docMk/>
            <pc:sldMk cId="1922296058" sldId="2147475341"/>
            <ac:spMk id="25" creationId="{81ABA49A-F301-4076-8349-B9C87E42E7E0}"/>
          </ac:spMkLst>
        </pc:spChg>
        <pc:spChg chg="mod">
          <ac:chgData name="Marcus Naoum" userId="4578fcc8-dbf2-452a-b11c-6b75cc6176d4" providerId="ADAL" clId="{EE3F6CF7-E024-5100-A70A-5616DEA5C1B7}" dt="2026-10-19T22:23:42.141" v="3764" actId="404"/>
          <ac:spMkLst>
            <pc:docMk/>
            <pc:sldMk cId="1922296058" sldId="2147475341"/>
            <ac:spMk id="28" creationId="{BEDFBB6B-18D1-1E25-957B-1A920E8DBF82}"/>
          </ac:spMkLst>
        </pc:spChg>
        <pc:spChg chg="mod">
          <ac:chgData name="Marcus Naoum" userId="4578fcc8-dbf2-452a-b11c-6b75cc6176d4" providerId="ADAL" clId="{EE3F6CF7-E024-5100-A70A-5616DEA5C1B7}" dt="2026-10-19T22:23:42.141" v="3764" actId="404"/>
          <ac:spMkLst>
            <pc:docMk/>
            <pc:sldMk cId="1922296058" sldId="2147475341"/>
            <ac:spMk id="31" creationId="{D5216E09-EE85-2CF1-1378-541640BB0E00}"/>
          </ac:spMkLst>
        </pc:spChg>
        <pc:spChg chg="mod">
          <ac:chgData name="Marcus Naoum" userId="4578fcc8-dbf2-452a-b11c-6b75cc6176d4" providerId="ADAL" clId="{EE3F6CF7-E024-5100-A70A-5616DEA5C1B7}" dt="2026-10-19T22:23:42.141" v="3764" actId="404"/>
          <ac:spMkLst>
            <pc:docMk/>
            <pc:sldMk cId="1922296058" sldId="2147475341"/>
            <ac:spMk id="34" creationId="{640BA434-3419-4589-EC4D-5E0D79B44873}"/>
          </ac:spMkLst>
        </pc:spChg>
        <pc:spChg chg="add mod">
          <ac:chgData name="Marcus Naoum" userId="4578fcc8-dbf2-452a-b11c-6b75cc6176d4" providerId="ADAL" clId="{EE3F6CF7-E024-5100-A70A-5616DEA5C1B7}" dt="2026-10-19T22:23:42.141" v="3764" actId="404"/>
          <ac:spMkLst>
            <pc:docMk/>
            <pc:sldMk cId="1922296058" sldId="2147475341"/>
            <ac:spMk id="36" creationId="{39430EBD-42AA-281A-674E-F6AA76CD4C1D}"/>
          </ac:spMkLst>
        </pc:spChg>
        <pc:spChg chg="add mod">
          <ac:chgData name="Marcus Naoum" userId="4578fcc8-dbf2-452a-b11c-6b75cc6176d4" providerId="ADAL" clId="{EE3F6CF7-E024-5100-A70A-5616DEA5C1B7}" dt="2026-10-19T22:23:42.141" v="3764" actId="404"/>
          <ac:spMkLst>
            <pc:docMk/>
            <pc:sldMk cId="1922296058" sldId="2147475341"/>
            <ac:spMk id="37" creationId="{3F869DF9-B6CF-6D19-0412-5737A6BD2AAA}"/>
          </ac:spMkLst>
        </pc:spChg>
        <pc:spChg chg="mod">
          <ac:chgData name="Marcus Naoum" userId="4578fcc8-dbf2-452a-b11c-6b75cc6176d4" providerId="ADAL" clId="{EE3F6CF7-E024-5100-A70A-5616DEA5C1B7}" dt="2026-10-16T00:16:29.853" v="2099" actId="1076"/>
          <ac:spMkLst>
            <pc:docMk/>
            <pc:sldMk cId="1922296058" sldId="2147475341"/>
            <ac:spMk id="910" creationId="{00000000-0000-0000-0000-000000000000}"/>
          </ac:spMkLst>
        </pc:spChg>
        <pc:spChg chg="mod">
          <ac:chgData name="Marcus Naoum" userId="4578fcc8-dbf2-452a-b11c-6b75cc6176d4" providerId="ADAL" clId="{EE3F6CF7-E024-5100-A70A-5616DEA5C1B7}" dt="2026-10-16T00:16:29.853" v="2099" actId="1076"/>
          <ac:spMkLst>
            <pc:docMk/>
            <pc:sldMk cId="1922296058" sldId="2147475341"/>
            <ac:spMk id="911" creationId="{00000000-0000-0000-0000-000000000000}"/>
          </ac:spMkLst>
        </pc:spChg>
        <pc:spChg chg="mod">
          <ac:chgData name="Marcus Naoum" userId="4578fcc8-dbf2-452a-b11c-6b75cc6176d4" providerId="ADAL" clId="{EE3F6CF7-E024-5100-A70A-5616DEA5C1B7}" dt="2026-10-16T00:16:29.853" v="2099" actId="1076"/>
          <ac:spMkLst>
            <pc:docMk/>
            <pc:sldMk cId="1922296058" sldId="2147475341"/>
            <ac:spMk id="912" creationId="{00000000-0000-0000-0000-000000000000}"/>
          </ac:spMkLst>
        </pc:spChg>
        <pc:spChg chg="mod">
          <ac:chgData name="Marcus Naoum" userId="4578fcc8-dbf2-452a-b11c-6b75cc6176d4" providerId="ADAL" clId="{EE3F6CF7-E024-5100-A70A-5616DEA5C1B7}" dt="2026-10-16T00:16:29.853" v="2099" actId="1076"/>
          <ac:spMkLst>
            <pc:docMk/>
            <pc:sldMk cId="1922296058" sldId="2147475341"/>
            <ac:spMk id="913" creationId="{00000000-0000-0000-0000-000000000000}"/>
          </ac:spMkLst>
        </pc:spChg>
        <pc:spChg chg="mod">
          <ac:chgData name="Marcus Naoum" userId="4578fcc8-dbf2-452a-b11c-6b75cc6176d4" providerId="ADAL" clId="{EE3F6CF7-E024-5100-A70A-5616DEA5C1B7}" dt="2026-10-16T00:16:29.853" v="2099" actId="1076"/>
          <ac:spMkLst>
            <pc:docMk/>
            <pc:sldMk cId="1922296058" sldId="2147475341"/>
            <ac:spMk id="914" creationId="{00000000-0000-0000-0000-000000000000}"/>
          </ac:spMkLst>
        </pc:spChg>
        <pc:spChg chg="mod">
          <ac:chgData name="Marcus Naoum" userId="4578fcc8-dbf2-452a-b11c-6b75cc6176d4" providerId="ADAL" clId="{EE3F6CF7-E024-5100-A70A-5616DEA5C1B7}" dt="2026-10-16T00:16:29.853" v="2099" actId="1076"/>
          <ac:spMkLst>
            <pc:docMk/>
            <pc:sldMk cId="1922296058" sldId="2147475341"/>
            <ac:spMk id="915" creationId="{00000000-0000-0000-0000-000000000000}"/>
          </ac:spMkLst>
        </pc:spChg>
        <pc:grpChg chg="add mod">
          <ac:chgData name="Marcus Naoum" userId="4578fcc8-dbf2-452a-b11c-6b75cc6176d4" providerId="ADAL" clId="{EE3F6CF7-E024-5100-A70A-5616DEA5C1B7}" dt="2026-10-16T00:30:22.974" v="2271" actId="1037"/>
          <ac:grpSpMkLst>
            <pc:docMk/>
            <pc:sldMk cId="1922296058" sldId="2147475341"/>
            <ac:grpSpMk id="11" creationId="{CF7A7D61-2EE4-9768-F5A6-2F1E083044D6}"/>
          </ac:grpSpMkLst>
        </pc:grpChg>
        <pc:grpChg chg="add mod">
          <ac:chgData name="Marcus Naoum" userId="4578fcc8-dbf2-452a-b11c-6b75cc6176d4" providerId="ADAL" clId="{EE3F6CF7-E024-5100-A70A-5616DEA5C1B7}" dt="2026-10-16T00:40:14.900" v="2438" actId="14100"/>
          <ac:grpSpMkLst>
            <pc:docMk/>
            <pc:sldMk cId="1922296058" sldId="2147475341"/>
            <ac:grpSpMk id="26" creationId="{90CF1DD3-280F-60CF-0BD5-3DA838DB3FEC}"/>
          </ac:grpSpMkLst>
        </pc:grpChg>
        <pc:grpChg chg="add del mod">
          <ac:chgData name="Marcus Naoum" userId="4578fcc8-dbf2-452a-b11c-6b75cc6176d4" providerId="ADAL" clId="{EE3F6CF7-E024-5100-A70A-5616DEA5C1B7}" dt="2026-10-19T22:23:59.961" v="3769" actId="478"/>
          <ac:grpSpMkLst>
            <pc:docMk/>
            <pc:sldMk cId="1922296058" sldId="2147475341"/>
            <ac:grpSpMk id="38" creationId="{68F6655E-45C8-7F9A-6BF7-30FCC150AE17}"/>
          </ac:grpSpMkLst>
        </pc:grpChg>
        <pc:picChg chg="mod">
          <ac:chgData name="Marcus Naoum" userId="4578fcc8-dbf2-452a-b11c-6b75cc6176d4" providerId="ADAL" clId="{EE3F6CF7-E024-5100-A70A-5616DEA5C1B7}" dt="2026-10-19T22:23:57.331" v="3768" actId="1582"/>
          <ac:picMkLst>
            <pc:docMk/>
            <pc:sldMk cId="1922296058" sldId="2147475341"/>
            <ac:picMk id="21" creationId="{D0939B8A-2FFC-941C-8FD6-558F973AC4C3}"/>
          </ac:picMkLst>
        </pc:picChg>
        <pc:picChg chg="mod">
          <ac:chgData name="Marcus Naoum" userId="4578fcc8-dbf2-452a-b11c-6b75cc6176d4" providerId="ADAL" clId="{EE3F6CF7-E024-5100-A70A-5616DEA5C1B7}" dt="2026-10-19T22:23:57.331" v="3768" actId="1582"/>
          <ac:picMkLst>
            <pc:docMk/>
            <pc:sldMk cId="1922296058" sldId="2147475341"/>
            <ac:picMk id="29" creationId="{EFB1BD16-49C1-467A-9CF4-CB74AEA881D4}"/>
          </ac:picMkLst>
        </pc:picChg>
        <pc:picChg chg="mod">
          <ac:chgData name="Marcus Naoum" userId="4578fcc8-dbf2-452a-b11c-6b75cc6176d4" providerId="ADAL" clId="{EE3F6CF7-E024-5100-A70A-5616DEA5C1B7}" dt="2026-10-19T22:23:57.331" v="3768" actId="1582"/>
          <ac:picMkLst>
            <pc:docMk/>
            <pc:sldMk cId="1922296058" sldId="2147475341"/>
            <ac:picMk id="32" creationId="{7EABD13F-B26D-63D5-0D92-E56A7A4E6090}"/>
          </ac:picMkLst>
        </pc:picChg>
        <pc:picChg chg="mod">
          <ac:chgData name="Marcus Naoum" userId="4578fcc8-dbf2-452a-b11c-6b75cc6176d4" providerId="ADAL" clId="{EE3F6CF7-E024-5100-A70A-5616DEA5C1B7}" dt="2026-10-19T22:23:57.331" v="3768" actId="1582"/>
          <ac:picMkLst>
            <pc:docMk/>
            <pc:sldMk cId="1922296058" sldId="2147475341"/>
            <ac:picMk id="35" creationId="{D50DF1A8-3D2C-C729-4569-0BD5D85277E7}"/>
          </ac:picMkLst>
        </pc:picChg>
        <pc:picChg chg="add mod">
          <ac:chgData name="Marcus Naoum" userId="4578fcc8-dbf2-452a-b11c-6b75cc6176d4" providerId="ADAL" clId="{EE3F6CF7-E024-5100-A70A-5616DEA5C1B7}" dt="2026-10-19T22:24:54.626" v="3783" actId="14100"/>
          <ac:picMkLst>
            <pc:docMk/>
            <pc:sldMk cId="1922296058" sldId="2147475341"/>
            <ac:picMk id="40" creationId="{1CCB4B1B-672A-49DA-60B0-C17FA193410A}"/>
          </ac:picMkLst>
        </pc:picChg>
      </pc:sldChg>
      <pc:sldChg chg="addSp modSp mod">
        <pc:chgData name="Marcus Naoum" userId="4578fcc8-dbf2-452a-b11c-6b75cc6176d4" providerId="ADAL" clId="{EE3F6CF7-E024-5100-A70A-5616DEA5C1B7}" dt="2026-10-20T05:48:54.379" v="4082" actId="20577"/>
        <pc:sldMkLst>
          <pc:docMk/>
          <pc:sldMk cId="1028503985" sldId="2147475342"/>
        </pc:sldMkLst>
        <pc:spChg chg="add mod">
          <ac:chgData name="Marcus Naoum" userId="4578fcc8-dbf2-452a-b11c-6b75cc6176d4" providerId="ADAL" clId="{EE3F6CF7-E024-5100-A70A-5616DEA5C1B7}" dt="2026-10-14T07:21:18.676" v="346" actId="1036"/>
          <ac:spMkLst>
            <pc:docMk/>
            <pc:sldMk cId="1028503985" sldId="2147475342"/>
            <ac:spMk id="13" creationId="{331B2E3A-76E0-B00B-B354-B654ED6D759C}"/>
          </ac:spMkLst>
        </pc:spChg>
        <pc:spChg chg="mod">
          <ac:chgData name="Marcus Naoum" userId="4578fcc8-dbf2-452a-b11c-6b75cc6176d4" providerId="ADAL" clId="{EE3F6CF7-E024-5100-A70A-5616DEA5C1B7}" dt="2026-10-14T07:21:18.676" v="346" actId="1036"/>
          <ac:spMkLst>
            <pc:docMk/>
            <pc:sldMk cId="1028503985" sldId="2147475342"/>
            <ac:spMk id="14" creationId="{15B0D0C6-2A12-4A64-5CA6-AFD820857D29}"/>
          </ac:spMkLst>
        </pc:spChg>
        <pc:spChg chg="mod">
          <ac:chgData name="Marcus Naoum" userId="4578fcc8-dbf2-452a-b11c-6b75cc6176d4" providerId="ADAL" clId="{EE3F6CF7-E024-5100-A70A-5616DEA5C1B7}" dt="2026-10-14T07:20:04.377" v="261" actId="1076"/>
          <ac:spMkLst>
            <pc:docMk/>
            <pc:sldMk cId="1028503985" sldId="2147475342"/>
            <ac:spMk id="197" creationId="{00000000-0000-0000-0000-000000000000}"/>
          </ac:spMkLst>
        </pc:spChg>
        <pc:spChg chg="mod">
          <ac:chgData name="Marcus Naoum" userId="4578fcc8-dbf2-452a-b11c-6b75cc6176d4" providerId="ADAL" clId="{EE3F6CF7-E024-5100-A70A-5616DEA5C1B7}" dt="2026-10-20T05:48:54.379" v="4082" actId="20577"/>
          <ac:spMkLst>
            <pc:docMk/>
            <pc:sldMk cId="1028503985" sldId="2147475342"/>
            <ac:spMk id="212" creationId="{00000000-0000-0000-0000-000000000000}"/>
          </ac:spMkLst>
        </pc:spChg>
        <pc:spChg chg="mod">
          <ac:chgData name="Marcus Naoum" userId="4578fcc8-dbf2-452a-b11c-6b75cc6176d4" providerId="ADAL" clId="{EE3F6CF7-E024-5100-A70A-5616DEA5C1B7}" dt="2026-10-15T23:50:50.179" v="1325" actId="207"/>
          <ac:spMkLst>
            <pc:docMk/>
            <pc:sldMk cId="1028503985" sldId="2147475342"/>
            <ac:spMk id="213" creationId="{00000000-0000-0000-0000-000000000000}"/>
          </ac:spMkLst>
        </pc:spChg>
      </pc:sldChg>
      <pc:sldChg chg="addSp modSp mod">
        <pc:chgData name="Marcus Naoum" userId="4578fcc8-dbf2-452a-b11c-6b75cc6176d4" providerId="ADAL" clId="{EE3F6CF7-E024-5100-A70A-5616DEA5C1B7}" dt="2026-10-14T07:21:24.383" v="356" actId="1036"/>
        <pc:sldMkLst>
          <pc:docMk/>
          <pc:sldMk cId="3998268133" sldId="2147475343"/>
        </pc:sldMkLst>
        <pc:spChg chg="mod">
          <ac:chgData name="Marcus Naoum" userId="4578fcc8-dbf2-452a-b11c-6b75cc6176d4" providerId="ADAL" clId="{EE3F6CF7-E024-5100-A70A-5616DEA5C1B7}" dt="2026-10-14T07:21:24.383" v="356" actId="1036"/>
          <ac:spMkLst>
            <pc:docMk/>
            <pc:sldMk cId="3998268133" sldId="2147475343"/>
            <ac:spMk id="14" creationId="{15B0D0C6-2A12-4A64-5CA6-AFD820857D29}"/>
          </ac:spMkLst>
        </pc:spChg>
        <pc:spChg chg="add mod">
          <ac:chgData name="Marcus Naoum" userId="4578fcc8-dbf2-452a-b11c-6b75cc6176d4" providerId="ADAL" clId="{EE3F6CF7-E024-5100-A70A-5616DEA5C1B7}" dt="2026-10-14T07:21:24.383" v="356" actId="1036"/>
          <ac:spMkLst>
            <pc:docMk/>
            <pc:sldMk cId="3998268133" sldId="2147475343"/>
            <ac:spMk id="19" creationId="{B8501895-B25F-DF0D-D80B-E2BF6A3E80A5}"/>
          </ac:spMkLst>
        </pc:spChg>
      </pc:sldChg>
      <pc:sldChg chg="addSp delSp modSp mod">
        <pc:chgData name="Marcus Naoum" userId="4578fcc8-dbf2-452a-b11c-6b75cc6176d4" providerId="ADAL" clId="{EE3F6CF7-E024-5100-A70A-5616DEA5C1B7}" dt="2026-10-20T05:46:33.037" v="4081" actId="14100"/>
        <pc:sldMkLst>
          <pc:docMk/>
          <pc:sldMk cId="1295143267" sldId="2147475345"/>
        </pc:sldMkLst>
        <pc:spChg chg="del mod">
          <ac:chgData name="Marcus Naoum" userId="4578fcc8-dbf2-452a-b11c-6b75cc6176d4" providerId="ADAL" clId="{EE3F6CF7-E024-5100-A70A-5616DEA5C1B7}" dt="2026-10-20T05:43:13.082" v="3938" actId="478"/>
          <ac:spMkLst>
            <pc:docMk/>
            <pc:sldMk cId="1295143267" sldId="2147475345"/>
            <ac:spMk id="7" creationId="{BF033E06-AA8F-B72A-60B2-6842057B8689}"/>
          </ac:spMkLst>
        </pc:spChg>
        <pc:spChg chg="add del mod">
          <ac:chgData name="Marcus Naoum" userId="4578fcc8-dbf2-452a-b11c-6b75cc6176d4" providerId="ADAL" clId="{EE3F6CF7-E024-5100-A70A-5616DEA5C1B7}" dt="2026-10-20T05:44:41.705" v="4038" actId="478"/>
          <ac:spMkLst>
            <pc:docMk/>
            <pc:sldMk cId="1295143267" sldId="2147475345"/>
            <ac:spMk id="8" creationId="{624C5DD3-B2B9-8E2E-EC12-543A99D68257}"/>
          </ac:spMkLst>
        </pc:spChg>
        <pc:spChg chg="add mod">
          <ac:chgData name="Marcus Naoum" userId="4578fcc8-dbf2-452a-b11c-6b75cc6176d4" providerId="ADAL" clId="{EE3F6CF7-E024-5100-A70A-5616DEA5C1B7}" dt="2026-10-20T05:44:53.036" v="4044" actId="1076"/>
          <ac:spMkLst>
            <pc:docMk/>
            <pc:sldMk cId="1295143267" sldId="2147475345"/>
            <ac:spMk id="9" creationId="{C4E171AB-1A80-9626-8D56-9E0C760833DB}"/>
          </ac:spMkLst>
        </pc:spChg>
        <pc:spChg chg="mod">
          <ac:chgData name="Marcus Naoum" userId="4578fcc8-dbf2-452a-b11c-6b75cc6176d4" providerId="ADAL" clId="{EE3F6CF7-E024-5100-A70A-5616DEA5C1B7}" dt="2026-10-20T05:44:46.053" v="4039" actId="14100"/>
          <ac:spMkLst>
            <pc:docMk/>
            <pc:sldMk cId="1295143267" sldId="2147475345"/>
            <ac:spMk id="101" creationId="{00000000-0000-0000-0000-000000000000}"/>
          </ac:spMkLst>
        </pc:spChg>
        <pc:spChg chg="del mod">
          <ac:chgData name="Marcus Naoum" userId="4578fcc8-dbf2-452a-b11c-6b75cc6176d4" providerId="ADAL" clId="{EE3F6CF7-E024-5100-A70A-5616DEA5C1B7}" dt="2026-10-20T05:42:42.889" v="3892" actId="478"/>
          <ac:spMkLst>
            <pc:docMk/>
            <pc:sldMk cId="1295143267" sldId="2147475345"/>
            <ac:spMk id="103" creationId="{00000000-0000-0000-0000-000000000000}"/>
          </ac:spMkLst>
        </pc:spChg>
        <pc:spChg chg="mod">
          <ac:chgData name="Marcus Naoum" userId="4578fcc8-dbf2-452a-b11c-6b75cc6176d4" providerId="ADAL" clId="{EE3F6CF7-E024-5100-A70A-5616DEA5C1B7}" dt="2026-10-20T05:44:56.635" v="4056" actId="1035"/>
          <ac:spMkLst>
            <pc:docMk/>
            <pc:sldMk cId="1295143267" sldId="2147475345"/>
            <ac:spMk id="105" creationId="{00000000-0000-0000-0000-000000000000}"/>
          </ac:spMkLst>
        </pc:spChg>
        <pc:spChg chg="mod">
          <ac:chgData name="Marcus Naoum" userId="4578fcc8-dbf2-452a-b11c-6b75cc6176d4" providerId="ADAL" clId="{EE3F6CF7-E024-5100-A70A-5616DEA5C1B7}" dt="2026-10-20T05:46:33.037" v="4081" actId="14100"/>
          <ac:spMkLst>
            <pc:docMk/>
            <pc:sldMk cId="1295143267" sldId="2147475345"/>
            <ac:spMk id="106" creationId="{00000000-0000-0000-0000-000000000000}"/>
          </ac:spMkLst>
        </pc:spChg>
        <pc:spChg chg="mod">
          <ac:chgData name="Marcus Naoum" userId="4578fcc8-dbf2-452a-b11c-6b75cc6176d4" providerId="ADAL" clId="{EE3F6CF7-E024-5100-A70A-5616DEA5C1B7}" dt="2026-10-20T05:44:56.635" v="4056" actId="1035"/>
          <ac:spMkLst>
            <pc:docMk/>
            <pc:sldMk cId="1295143267" sldId="2147475345"/>
            <ac:spMk id="107" creationId="{00000000-0000-0000-0000-000000000000}"/>
          </ac:spMkLst>
        </pc:spChg>
        <pc:spChg chg="mod">
          <ac:chgData name="Marcus Naoum" userId="4578fcc8-dbf2-452a-b11c-6b75cc6176d4" providerId="ADAL" clId="{EE3F6CF7-E024-5100-A70A-5616DEA5C1B7}" dt="2026-10-20T05:46:28.673" v="4080" actId="403"/>
          <ac:spMkLst>
            <pc:docMk/>
            <pc:sldMk cId="1295143267" sldId="2147475345"/>
            <ac:spMk id="108" creationId="{00000000-0000-0000-0000-000000000000}"/>
          </ac:spMkLst>
        </pc:spChg>
        <pc:spChg chg="mod">
          <ac:chgData name="Marcus Naoum" userId="4578fcc8-dbf2-452a-b11c-6b75cc6176d4" providerId="ADAL" clId="{EE3F6CF7-E024-5100-A70A-5616DEA5C1B7}" dt="2026-10-20T05:44:56.635" v="4056" actId="1035"/>
          <ac:spMkLst>
            <pc:docMk/>
            <pc:sldMk cId="1295143267" sldId="2147475345"/>
            <ac:spMk id="109" creationId="{00000000-0000-0000-0000-000000000000}"/>
          </ac:spMkLst>
        </pc:spChg>
        <pc:spChg chg="mod">
          <ac:chgData name="Marcus Naoum" userId="4578fcc8-dbf2-452a-b11c-6b75cc6176d4" providerId="ADAL" clId="{EE3F6CF7-E024-5100-A70A-5616DEA5C1B7}" dt="2026-10-20T05:46:28.673" v="4080" actId="403"/>
          <ac:spMkLst>
            <pc:docMk/>
            <pc:sldMk cId="1295143267" sldId="2147475345"/>
            <ac:spMk id="110" creationId="{00000000-0000-0000-0000-000000000000}"/>
          </ac:spMkLst>
        </pc:spChg>
      </pc:sldChg>
      <pc:sldChg chg="addSp delSp modSp mod modNotesTx">
        <pc:chgData name="Marcus Naoum" userId="4578fcc8-dbf2-452a-b11c-6b75cc6176d4" providerId="ADAL" clId="{EE3F6CF7-E024-5100-A70A-5616DEA5C1B7}" dt="2026-10-18T23:53:30.374" v="3665" actId="20577"/>
        <pc:sldMkLst>
          <pc:docMk/>
          <pc:sldMk cId="409861122" sldId="2147475346"/>
        </pc:sldMkLst>
        <pc:spChg chg="mod">
          <ac:chgData name="Marcus Naoum" userId="4578fcc8-dbf2-452a-b11c-6b75cc6176d4" providerId="ADAL" clId="{EE3F6CF7-E024-5100-A70A-5616DEA5C1B7}" dt="2026-10-16T00:16:12.943" v="2098" actId="1035"/>
          <ac:spMkLst>
            <pc:docMk/>
            <pc:sldMk cId="409861122" sldId="2147475346"/>
            <ac:spMk id="28" creationId="{FF51DCB6-40C2-D1B4-4949-4DA312CDCEED}"/>
          </ac:spMkLst>
        </pc:spChg>
        <pc:spChg chg="mod">
          <ac:chgData name="Marcus Naoum" userId="4578fcc8-dbf2-452a-b11c-6b75cc6176d4" providerId="ADAL" clId="{EE3F6CF7-E024-5100-A70A-5616DEA5C1B7}" dt="2026-10-16T00:16:12.943" v="2098" actId="1035"/>
          <ac:spMkLst>
            <pc:docMk/>
            <pc:sldMk cId="409861122" sldId="2147475346"/>
            <ac:spMk id="29" creationId="{09F7ECE5-41FB-3BB3-1760-BFF3D8B27262}"/>
          </ac:spMkLst>
        </pc:spChg>
        <pc:spChg chg="mod">
          <ac:chgData name="Marcus Naoum" userId="4578fcc8-dbf2-452a-b11c-6b75cc6176d4" providerId="ADAL" clId="{EE3F6CF7-E024-5100-A70A-5616DEA5C1B7}" dt="2026-10-16T00:16:12.943" v="2098" actId="1035"/>
          <ac:spMkLst>
            <pc:docMk/>
            <pc:sldMk cId="409861122" sldId="2147475346"/>
            <ac:spMk id="30" creationId="{0946C5DB-D1C9-0097-8E38-EF4835393A18}"/>
          </ac:spMkLst>
        </pc:spChg>
      </pc:sldChg>
      <pc:sldChg chg="modSp mod">
        <pc:chgData name="Marcus Naoum" userId="4578fcc8-dbf2-452a-b11c-6b75cc6176d4" providerId="ADAL" clId="{EE3F6CF7-E024-5100-A70A-5616DEA5C1B7}" dt="2026-10-20T22:08:52.261" v="4421" actId="1076"/>
        <pc:sldMkLst>
          <pc:docMk/>
          <pc:sldMk cId="3139328298" sldId="2147475347"/>
        </pc:sldMkLst>
        <pc:spChg chg="mod">
          <ac:chgData name="Marcus Naoum" userId="4578fcc8-dbf2-452a-b11c-6b75cc6176d4" providerId="ADAL" clId="{EE3F6CF7-E024-5100-A70A-5616DEA5C1B7}" dt="2026-10-20T22:08:50.736" v="4419" actId="14100"/>
          <ac:spMkLst>
            <pc:docMk/>
            <pc:sldMk cId="3139328298" sldId="2147475347"/>
            <ac:spMk id="3" creationId="{98C25365-4491-DB6C-7E03-9D202826D763}"/>
          </ac:spMkLst>
        </pc:spChg>
        <pc:spChg chg="mod">
          <ac:chgData name="Marcus Naoum" userId="4578fcc8-dbf2-452a-b11c-6b75cc6176d4" providerId="ADAL" clId="{EE3F6CF7-E024-5100-A70A-5616DEA5C1B7}" dt="2026-10-20T22:08:52.261" v="4421" actId="1076"/>
          <ac:spMkLst>
            <pc:docMk/>
            <pc:sldMk cId="3139328298" sldId="2147475347"/>
            <ac:spMk id="4" creationId="{CBD10433-6322-C998-C9D9-8EC5101E4144}"/>
          </ac:spMkLst>
        </pc:spChg>
      </pc:sldChg>
      <pc:sldChg chg="addSp delSp modSp add mod modAnim">
        <pc:chgData name="Marcus Naoum" userId="4578fcc8-dbf2-452a-b11c-6b75cc6176d4" providerId="ADAL" clId="{EE3F6CF7-E024-5100-A70A-5616DEA5C1B7}" dt="2026-10-15T23:50:41.177" v="1323"/>
        <pc:sldMkLst>
          <pc:docMk/>
          <pc:sldMk cId="3486327061" sldId="2147475351"/>
        </pc:sldMkLst>
        <pc:spChg chg="add mod">
          <ac:chgData name="Marcus Naoum" userId="4578fcc8-dbf2-452a-b11c-6b75cc6176d4" providerId="ADAL" clId="{EE3F6CF7-E024-5100-A70A-5616DEA5C1B7}" dt="2026-10-15T23:50:25.946" v="1318" actId="115"/>
          <ac:spMkLst>
            <pc:docMk/>
            <pc:sldMk cId="3486327061" sldId="2147475351"/>
            <ac:spMk id="9" creationId="{7A43B5CA-B020-7500-E481-F904A0C45FE9}"/>
          </ac:spMkLst>
        </pc:spChg>
        <pc:spChg chg="add mod">
          <ac:chgData name="Marcus Naoum" userId="4578fcc8-dbf2-452a-b11c-6b75cc6176d4" providerId="ADAL" clId="{EE3F6CF7-E024-5100-A70A-5616DEA5C1B7}" dt="2026-10-15T23:49:38" v="1299" actId="1076"/>
          <ac:spMkLst>
            <pc:docMk/>
            <pc:sldMk cId="3486327061" sldId="2147475351"/>
            <ac:spMk id="35" creationId="{8D56D9DD-5D7D-8F66-1F02-F75B231FFE5F}"/>
          </ac:spMkLst>
        </pc:spChg>
        <pc:grpChg chg="add mod">
          <ac:chgData name="Marcus Naoum" userId="4578fcc8-dbf2-452a-b11c-6b75cc6176d4" providerId="ADAL" clId="{EE3F6CF7-E024-5100-A70A-5616DEA5C1B7}" dt="2026-10-15T23:49:29.917" v="1296" actId="1076"/>
          <ac:grpSpMkLst>
            <pc:docMk/>
            <pc:sldMk cId="3486327061" sldId="2147475351"/>
            <ac:grpSpMk id="36" creationId="{930CACB9-F3E6-F99D-D752-557848ACCCAF}"/>
          </ac:grpSpMkLst>
        </pc:grpChg>
      </pc:sldChg>
      <pc:sldChg chg="addSp delSp modSp add mod modShow modNotesTx">
        <pc:chgData name="Marcus Naoum" userId="4578fcc8-dbf2-452a-b11c-6b75cc6176d4" providerId="ADAL" clId="{EE3F6CF7-E024-5100-A70A-5616DEA5C1B7}" dt="2026-10-20T06:00:12.571" v="4166" actId="729"/>
        <pc:sldMkLst>
          <pc:docMk/>
          <pc:sldMk cId="2836175673" sldId="2147475352"/>
        </pc:sldMkLst>
        <pc:spChg chg="add mod topLvl">
          <ac:chgData name="Marcus Naoum" userId="4578fcc8-dbf2-452a-b11c-6b75cc6176d4" providerId="ADAL" clId="{EE3F6CF7-E024-5100-A70A-5616DEA5C1B7}" dt="2026-10-16T00:04:20.565" v="1674" actId="165"/>
          <ac:spMkLst>
            <pc:docMk/>
            <pc:sldMk cId="2836175673" sldId="2147475352"/>
            <ac:spMk id="26" creationId="{2B35E51F-FD08-DE57-2568-FA135F630D14}"/>
          </ac:spMkLst>
        </pc:spChg>
        <pc:spChg chg="add mod topLvl">
          <ac:chgData name="Marcus Naoum" userId="4578fcc8-dbf2-452a-b11c-6b75cc6176d4" providerId="ADAL" clId="{EE3F6CF7-E024-5100-A70A-5616DEA5C1B7}" dt="2026-10-16T00:04:53.886" v="1679" actId="12789"/>
          <ac:spMkLst>
            <pc:docMk/>
            <pc:sldMk cId="2836175673" sldId="2147475352"/>
            <ac:spMk id="27" creationId="{87644FA6-DBE4-E58A-F6EE-F8D51E6E19B2}"/>
          </ac:spMkLst>
        </pc:spChg>
        <pc:spChg chg="mod">
          <ac:chgData name="Marcus Naoum" userId="4578fcc8-dbf2-452a-b11c-6b75cc6176d4" providerId="ADAL" clId="{EE3F6CF7-E024-5100-A70A-5616DEA5C1B7}" dt="2026-10-15T23:53:48.374" v="1399"/>
          <ac:spMkLst>
            <pc:docMk/>
            <pc:sldMk cId="2836175673" sldId="2147475352"/>
            <ac:spMk id="29" creationId="{33859027-C498-AEF8-603F-ED2FF840C863}"/>
          </ac:spMkLst>
        </pc:spChg>
        <pc:spChg chg="add mod">
          <ac:chgData name="Marcus Naoum" userId="4578fcc8-dbf2-452a-b11c-6b75cc6176d4" providerId="ADAL" clId="{EE3F6CF7-E024-5100-A70A-5616DEA5C1B7}" dt="2026-10-16T00:04:53.886" v="1679" actId="12789"/>
          <ac:spMkLst>
            <pc:docMk/>
            <pc:sldMk cId="2836175673" sldId="2147475352"/>
            <ac:spMk id="32" creationId="{0731436A-23A5-9BD2-E344-D149B6851147}"/>
          </ac:spMkLst>
        </pc:spChg>
        <pc:spChg chg="add mod">
          <ac:chgData name="Marcus Naoum" userId="4578fcc8-dbf2-452a-b11c-6b75cc6176d4" providerId="ADAL" clId="{EE3F6CF7-E024-5100-A70A-5616DEA5C1B7}" dt="2026-10-16T00:05:12.659" v="1684" actId="1038"/>
          <ac:spMkLst>
            <pc:docMk/>
            <pc:sldMk cId="2836175673" sldId="2147475352"/>
            <ac:spMk id="42" creationId="{705D79E0-7805-3341-709D-541101E3069A}"/>
          </ac:spMkLst>
        </pc:spChg>
        <pc:spChg chg="add mod">
          <ac:chgData name="Marcus Naoum" userId="4578fcc8-dbf2-452a-b11c-6b75cc6176d4" providerId="ADAL" clId="{EE3F6CF7-E024-5100-A70A-5616DEA5C1B7}" dt="2026-10-16T00:04:53.886" v="1679" actId="12789"/>
          <ac:spMkLst>
            <pc:docMk/>
            <pc:sldMk cId="2836175673" sldId="2147475352"/>
            <ac:spMk id="43" creationId="{59D6513E-9D35-CE97-6429-B23B2EE33C09}"/>
          </ac:spMkLst>
        </pc:spChg>
        <pc:spChg chg="add mod">
          <ac:chgData name="Marcus Naoum" userId="4578fcc8-dbf2-452a-b11c-6b75cc6176d4" providerId="ADAL" clId="{EE3F6CF7-E024-5100-A70A-5616DEA5C1B7}" dt="2026-10-16T00:04:14.204" v="1673" actId="1035"/>
          <ac:spMkLst>
            <pc:docMk/>
            <pc:sldMk cId="2836175673" sldId="2147475352"/>
            <ac:spMk id="47" creationId="{C8A5987D-583B-D51D-B4EF-8E525CF4E22C}"/>
          </ac:spMkLst>
        </pc:spChg>
        <pc:graphicFrameChg chg="add mod modGraphic">
          <ac:chgData name="Marcus Naoum" userId="4578fcc8-dbf2-452a-b11c-6b75cc6176d4" providerId="ADAL" clId="{EE3F6CF7-E024-5100-A70A-5616DEA5C1B7}" dt="2026-10-20T05:55:06.431" v="4093" actId="20577"/>
          <ac:graphicFrameMkLst>
            <pc:docMk/>
            <pc:sldMk cId="2836175673" sldId="2147475352"/>
            <ac:graphicFrameMk id="46" creationId="{09A6E235-09A6-1C17-3EA4-2158E206B489}"/>
          </ac:graphicFrameMkLst>
        </pc:graphicFrameChg>
        <pc:picChg chg="add mod">
          <ac:chgData name="Marcus Naoum" userId="4578fcc8-dbf2-452a-b11c-6b75cc6176d4" providerId="ADAL" clId="{EE3F6CF7-E024-5100-A70A-5616DEA5C1B7}" dt="2026-10-16T00:05:04.019" v="1680" actId="12789"/>
          <ac:picMkLst>
            <pc:docMk/>
            <pc:sldMk cId="2836175673" sldId="2147475352"/>
            <ac:picMk id="34" creationId="{93B0A212-F09C-5428-20ED-B5FBBA9BB044}"/>
          </ac:picMkLst>
        </pc:picChg>
        <pc:picChg chg="add mod">
          <ac:chgData name="Marcus Naoum" userId="4578fcc8-dbf2-452a-b11c-6b75cc6176d4" providerId="ADAL" clId="{EE3F6CF7-E024-5100-A70A-5616DEA5C1B7}" dt="2026-10-16T00:05:04.019" v="1680" actId="12789"/>
          <ac:picMkLst>
            <pc:docMk/>
            <pc:sldMk cId="2836175673" sldId="2147475352"/>
            <ac:picMk id="44" creationId="{4F54B833-C198-47DE-D2BB-805EFE07838E}"/>
          </ac:picMkLst>
        </pc:picChg>
        <pc:picChg chg="add mod">
          <ac:chgData name="Marcus Naoum" userId="4578fcc8-dbf2-452a-b11c-6b75cc6176d4" providerId="ADAL" clId="{EE3F6CF7-E024-5100-A70A-5616DEA5C1B7}" dt="2026-10-16T00:05:12.659" v="1684" actId="1038"/>
          <ac:picMkLst>
            <pc:docMk/>
            <pc:sldMk cId="2836175673" sldId="2147475352"/>
            <ac:picMk id="45" creationId="{CA3731B6-29E2-1B70-2B58-DAECB6619D6F}"/>
          </ac:picMkLst>
        </pc:picChg>
      </pc:sldChg>
      <pc:sldChg chg="addSp delSp modSp add mod modNotesTx">
        <pc:chgData name="Marcus Naoum" userId="4578fcc8-dbf2-452a-b11c-6b75cc6176d4" providerId="ADAL" clId="{EE3F6CF7-E024-5100-A70A-5616DEA5C1B7}" dt="2026-10-16T00:12:22.512" v="1887" actId="20577"/>
        <pc:sldMkLst>
          <pc:docMk/>
          <pc:sldMk cId="1078423514" sldId="2147475353"/>
        </pc:sldMkLst>
        <pc:spChg chg="mod">
          <ac:chgData name="Marcus Naoum" userId="4578fcc8-dbf2-452a-b11c-6b75cc6176d4" providerId="ADAL" clId="{EE3F6CF7-E024-5100-A70A-5616DEA5C1B7}" dt="2026-10-16T00:08:48.706" v="1771" actId="207"/>
          <ac:spMkLst>
            <pc:docMk/>
            <pc:sldMk cId="1078423514" sldId="2147475353"/>
            <ac:spMk id="29" creationId="{B2A37F31-C577-1419-8D06-750D4B001510}"/>
          </ac:spMkLst>
        </pc:spChg>
        <pc:spChg chg="mod">
          <ac:chgData name="Marcus Naoum" userId="4578fcc8-dbf2-452a-b11c-6b75cc6176d4" providerId="ADAL" clId="{EE3F6CF7-E024-5100-A70A-5616DEA5C1B7}" dt="2026-10-16T00:11:28.739" v="1877" actId="207"/>
          <ac:spMkLst>
            <pc:docMk/>
            <pc:sldMk cId="1078423514" sldId="2147475353"/>
            <ac:spMk id="36" creationId="{72292145-0B0D-E30B-9A8A-21543D3A2219}"/>
          </ac:spMkLst>
        </pc:spChg>
        <pc:spChg chg="mod">
          <ac:chgData name="Marcus Naoum" userId="4578fcc8-dbf2-452a-b11c-6b75cc6176d4" providerId="ADAL" clId="{EE3F6CF7-E024-5100-A70A-5616DEA5C1B7}" dt="2026-10-16T00:11:22.096" v="1876" actId="207"/>
          <ac:spMkLst>
            <pc:docMk/>
            <pc:sldMk cId="1078423514" sldId="2147475353"/>
            <ac:spMk id="37" creationId="{F0CC45FC-ED91-EA46-EF86-447DFC1732E6}"/>
          </ac:spMkLst>
        </pc:spChg>
        <pc:spChg chg="mod">
          <ac:chgData name="Marcus Naoum" userId="4578fcc8-dbf2-452a-b11c-6b75cc6176d4" providerId="ADAL" clId="{EE3F6CF7-E024-5100-A70A-5616DEA5C1B7}" dt="2026-10-16T00:09:46.858" v="1775"/>
          <ac:spMkLst>
            <pc:docMk/>
            <pc:sldMk cId="1078423514" sldId="2147475353"/>
            <ac:spMk id="38" creationId="{AA20E583-3B82-FDB8-DE97-341F2C1BA5E9}"/>
          </ac:spMkLst>
        </pc:spChg>
        <pc:spChg chg="mod">
          <ac:chgData name="Marcus Naoum" userId="4578fcc8-dbf2-452a-b11c-6b75cc6176d4" providerId="ADAL" clId="{EE3F6CF7-E024-5100-A70A-5616DEA5C1B7}" dt="2026-10-16T00:09:46.858" v="1775"/>
          <ac:spMkLst>
            <pc:docMk/>
            <pc:sldMk cId="1078423514" sldId="2147475353"/>
            <ac:spMk id="39" creationId="{11872B5C-2459-D5B0-6022-BF8176A69A0D}"/>
          </ac:spMkLst>
        </pc:spChg>
        <pc:spChg chg="mod">
          <ac:chgData name="Marcus Naoum" userId="4578fcc8-dbf2-452a-b11c-6b75cc6176d4" providerId="ADAL" clId="{EE3F6CF7-E024-5100-A70A-5616DEA5C1B7}" dt="2026-10-16T00:09:46.858" v="1775"/>
          <ac:spMkLst>
            <pc:docMk/>
            <pc:sldMk cId="1078423514" sldId="2147475353"/>
            <ac:spMk id="40" creationId="{5D13EF84-183E-2E35-5E10-28AF392E9966}"/>
          </ac:spMkLst>
        </pc:spChg>
        <pc:spChg chg="mod">
          <ac:chgData name="Marcus Naoum" userId="4578fcc8-dbf2-452a-b11c-6b75cc6176d4" providerId="ADAL" clId="{EE3F6CF7-E024-5100-A70A-5616DEA5C1B7}" dt="2026-10-16T00:09:46.858" v="1775"/>
          <ac:spMkLst>
            <pc:docMk/>
            <pc:sldMk cId="1078423514" sldId="2147475353"/>
            <ac:spMk id="49" creationId="{EBDECC7F-1B7C-B51D-7FD1-7E88B8D82B8B}"/>
          </ac:spMkLst>
        </pc:spChg>
        <pc:spChg chg="mod">
          <ac:chgData name="Marcus Naoum" userId="4578fcc8-dbf2-452a-b11c-6b75cc6176d4" providerId="ADAL" clId="{EE3F6CF7-E024-5100-A70A-5616DEA5C1B7}" dt="2026-10-16T00:09:46.858" v="1775"/>
          <ac:spMkLst>
            <pc:docMk/>
            <pc:sldMk cId="1078423514" sldId="2147475353"/>
            <ac:spMk id="50" creationId="{59D94F24-1F8D-2E56-3DFC-6BFFE7D6C052}"/>
          </ac:spMkLst>
        </pc:spChg>
        <pc:spChg chg="mod">
          <ac:chgData name="Marcus Naoum" userId="4578fcc8-dbf2-452a-b11c-6b75cc6176d4" providerId="ADAL" clId="{EE3F6CF7-E024-5100-A70A-5616DEA5C1B7}" dt="2026-10-16T00:09:46.858" v="1775"/>
          <ac:spMkLst>
            <pc:docMk/>
            <pc:sldMk cId="1078423514" sldId="2147475353"/>
            <ac:spMk id="51" creationId="{AF8FDE99-C0E1-C45B-ABCE-BE319E0F2A54}"/>
          </ac:spMkLst>
        </pc:spChg>
        <pc:spChg chg="mod">
          <ac:chgData name="Marcus Naoum" userId="4578fcc8-dbf2-452a-b11c-6b75cc6176d4" providerId="ADAL" clId="{EE3F6CF7-E024-5100-A70A-5616DEA5C1B7}" dt="2026-10-16T00:09:46.858" v="1775"/>
          <ac:spMkLst>
            <pc:docMk/>
            <pc:sldMk cId="1078423514" sldId="2147475353"/>
            <ac:spMk id="52" creationId="{4E678654-682B-F184-255C-264D88E5AE09}"/>
          </ac:spMkLst>
        </pc:spChg>
        <pc:spChg chg="mod">
          <ac:chgData name="Marcus Naoum" userId="4578fcc8-dbf2-452a-b11c-6b75cc6176d4" providerId="ADAL" clId="{EE3F6CF7-E024-5100-A70A-5616DEA5C1B7}" dt="2026-10-16T00:09:46.858" v="1775"/>
          <ac:spMkLst>
            <pc:docMk/>
            <pc:sldMk cId="1078423514" sldId="2147475353"/>
            <ac:spMk id="54" creationId="{D0B0DC4B-D238-3B6D-6972-EE72CC3C7149}"/>
          </ac:spMkLst>
        </pc:spChg>
        <pc:spChg chg="add mod">
          <ac:chgData name="Marcus Naoum" userId="4578fcc8-dbf2-452a-b11c-6b75cc6176d4" providerId="ADAL" clId="{EE3F6CF7-E024-5100-A70A-5616DEA5C1B7}" dt="2026-10-16T00:11:47.986" v="1879" actId="1076"/>
          <ac:spMkLst>
            <pc:docMk/>
            <pc:sldMk cId="1078423514" sldId="2147475353"/>
            <ac:spMk id="58" creationId="{C4913151-E456-C4FF-E919-415C0FB0E5C3}"/>
          </ac:spMkLst>
        </pc:spChg>
        <pc:spChg chg="add mod">
          <ac:chgData name="Marcus Naoum" userId="4578fcc8-dbf2-452a-b11c-6b75cc6176d4" providerId="ADAL" clId="{EE3F6CF7-E024-5100-A70A-5616DEA5C1B7}" dt="2026-10-16T00:11:52.773" v="1880" actId="1076"/>
          <ac:spMkLst>
            <pc:docMk/>
            <pc:sldMk cId="1078423514" sldId="2147475353"/>
            <ac:spMk id="59" creationId="{B7BE9CDA-DECC-FC84-07D6-3A02E7531C13}"/>
          </ac:spMkLst>
        </pc:spChg>
        <pc:spChg chg="add mod">
          <ac:chgData name="Marcus Naoum" userId="4578fcc8-dbf2-452a-b11c-6b75cc6176d4" providerId="ADAL" clId="{EE3F6CF7-E024-5100-A70A-5616DEA5C1B7}" dt="2026-10-16T00:11:57.751" v="1881" actId="1076"/>
          <ac:spMkLst>
            <pc:docMk/>
            <pc:sldMk cId="1078423514" sldId="2147475353"/>
            <ac:spMk id="60" creationId="{D4C2B5BE-3CF3-277D-24A3-88AFD64AF988}"/>
          </ac:spMkLst>
        </pc:spChg>
        <pc:spChg chg="add mod">
          <ac:chgData name="Marcus Naoum" userId="4578fcc8-dbf2-452a-b11c-6b75cc6176d4" providerId="ADAL" clId="{EE3F6CF7-E024-5100-A70A-5616DEA5C1B7}" dt="2026-10-16T00:11:36.354" v="1878" actId="207"/>
          <ac:spMkLst>
            <pc:docMk/>
            <pc:sldMk cId="1078423514" sldId="2147475353"/>
            <ac:spMk id="61" creationId="{FE79CBC9-447B-172E-1FC7-F9901B4AABB8}"/>
          </ac:spMkLst>
        </pc:spChg>
        <pc:grpChg chg="mod">
          <ac:chgData name="Marcus Naoum" userId="4578fcc8-dbf2-452a-b11c-6b75cc6176d4" providerId="ADAL" clId="{EE3F6CF7-E024-5100-A70A-5616DEA5C1B7}" dt="2026-10-16T00:09:59.409" v="1842" actId="1037"/>
          <ac:grpSpMkLst>
            <pc:docMk/>
            <pc:sldMk cId="1078423514" sldId="2147475353"/>
            <ac:grpSpMk id="31" creationId="{D5A4D086-AA7E-BADE-7381-E057EFD96EAD}"/>
          </ac:grpSpMkLst>
        </pc:grpChg>
      </pc:sldChg>
      <pc:sldChg chg="modSp add del mod">
        <pc:chgData name="Marcus Naoum" userId="4578fcc8-dbf2-452a-b11c-6b75cc6176d4" providerId="ADAL" clId="{EE3F6CF7-E024-5100-A70A-5616DEA5C1B7}" dt="2026-10-19T22:26:34.931" v="3890" actId="2696"/>
        <pc:sldMkLst>
          <pc:docMk/>
          <pc:sldMk cId="1509581919" sldId="2147475354"/>
        </pc:sldMkLst>
      </pc:sldChg>
      <pc:sldChg chg="modSp mod modNotesTx">
        <pc:chgData name="Marcus Naoum" userId="4578fcc8-dbf2-452a-b11c-6b75cc6176d4" providerId="ADAL" clId="{EE3F6CF7-E024-5100-A70A-5616DEA5C1B7}" dt="2026-10-20T06:37:46.645" v="4416" actId="20577"/>
        <pc:sldMkLst>
          <pc:docMk/>
          <pc:sldMk cId="2904025356" sldId="2147475355"/>
        </pc:sldMkLst>
        <pc:spChg chg="mod">
          <ac:chgData name="Marcus Naoum" userId="4578fcc8-dbf2-452a-b11c-6b75cc6176d4" providerId="ADAL" clId="{EE3F6CF7-E024-5100-A70A-5616DEA5C1B7}" dt="2026-10-20T06:37:46.645" v="4416" actId="20577"/>
          <ac:spMkLst>
            <pc:docMk/>
            <pc:sldMk cId="2904025356" sldId="2147475355"/>
            <ac:spMk id="14" creationId="{EDA65971-6F57-D3C0-D248-14F306236B9F}"/>
          </ac:spMkLst>
        </pc:spChg>
      </pc:sldChg>
      <pc:sldChg chg="modSp mod">
        <pc:chgData name="Marcus Naoum" userId="4578fcc8-dbf2-452a-b11c-6b75cc6176d4" providerId="ADAL" clId="{EE3F6CF7-E024-5100-A70A-5616DEA5C1B7}" dt="2026-10-20T06:36:12.855" v="4404" actId="20577"/>
        <pc:sldMkLst>
          <pc:docMk/>
          <pc:sldMk cId="116775105" sldId="2147475356"/>
        </pc:sldMkLst>
        <pc:spChg chg="mod">
          <ac:chgData name="Marcus Naoum" userId="4578fcc8-dbf2-452a-b11c-6b75cc6176d4" providerId="ADAL" clId="{EE3F6CF7-E024-5100-A70A-5616DEA5C1B7}" dt="2026-10-20T06:18:41.921" v="4223" actId="1035"/>
          <ac:spMkLst>
            <pc:docMk/>
            <pc:sldMk cId="116775105" sldId="2147475356"/>
            <ac:spMk id="284" creationId="{015256CA-EF00-2775-FD6C-823AF09419C1}"/>
          </ac:spMkLst>
        </pc:spChg>
        <pc:spChg chg="mod">
          <ac:chgData name="Marcus Naoum" userId="4578fcc8-dbf2-452a-b11c-6b75cc6176d4" providerId="ADAL" clId="{EE3F6CF7-E024-5100-A70A-5616DEA5C1B7}" dt="2026-10-20T06:36:08.873" v="4394" actId="20577"/>
          <ac:spMkLst>
            <pc:docMk/>
            <pc:sldMk cId="116775105" sldId="2147475356"/>
            <ac:spMk id="286" creationId="{B5AF3F62-4D7E-78F0-672C-0BFCD0712A64}"/>
          </ac:spMkLst>
        </pc:spChg>
        <pc:spChg chg="mod">
          <ac:chgData name="Marcus Naoum" userId="4578fcc8-dbf2-452a-b11c-6b75cc6176d4" providerId="ADAL" clId="{EE3F6CF7-E024-5100-A70A-5616DEA5C1B7}" dt="2026-10-20T06:35:56.879" v="4361" actId="20577"/>
          <ac:spMkLst>
            <pc:docMk/>
            <pc:sldMk cId="116775105" sldId="2147475356"/>
            <ac:spMk id="287" creationId="{BFB434F3-BF93-9889-9B6D-D1FF4B7F7A2B}"/>
          </ac:spMkLst>
        </pc:spChg>
        <pc:spChg chg="mod">
          <ac:chgData name="Marcus Naoum" userId="4578fcc8-dbf2-452a-b11c-6b75cc6176d4" providerId="ADAL" clId="{EE3F6CF7-E024-5100-A70A-5616DEA5C1B7}" dt="2026-10-20T06:18:41.921" v="4223" actId="1035"/>
          <ac:spMkLst>
            <pc:docMk/>
            <pc:sldMk cId="116775105" sldId="2147475356"/>
            <ac:spMk id="290" creationId="{942F09E2-6E21-B01D-B9BA-20961D84F1DF}"/>
          </ac:spMkLst>
        </pc:spChg>
        <pc:spChg chg="mod">
          <ac:chgData name="Marcus Naoum" userId="4578fcc8-dbf2-452a-b11c-6b75cc6176d4" providerId="ADAL" clId="{EE3F6CF7-E024-5100-A70A-5616DEA5C1B7}" dt="2026-10-20T06:36:10.789" v="4399" actId="20577"/>
          <ac:spMkLst>
            <pc:docMk/>
            <pc:sldMk cId="116775105" sldId="2147475356"/>
            <ac:spMk id="292" creationId="{0D702371-D5FA-5E68-6DAB-1DD1A6333041}"/>
          </ac:spMkLst>
        </pc:spChg>
        <pc:spChg chg="mod">
          <ac:chgData name="Marcus Naoum" userId="4578fcc8-dbf2-452a-b11c-6b75cc6176d4" providerId="ADAL" clId="{EE3F6CF7-E024-5100-A70A-5616DEA5C1B7}" dt="2026-10-20T06:36:04.567" v="4382" actId="20577"/>
          <ac:spMkLst>
            <pc:docMk/>
            <pc:sldMk cId="116775105" sldId="2147475356"/>
            <ac:spMk id="293" creationId="{9B4A1740-924E-84D7-13F3-C31B87376295}"/>
          </ac:spMkLst>
        </pc:spChg>
        <pc:spChg chg="mod">
          <ac:chgData name="Marcus Naoum" userId="4578fcc8-dbf2-452a-b11c-6b75cc6176d4" providerId="ADAL" clId="{EE3F6CF7-E024-5100-A70A-5616DEA5C1B7}" dt="2026-10-20T06:18:41.921" v="4223" actId="1035"/>
          <ac:spMkLst>
            <pc:docMk/>
            <pc:sldMk cId="116775105" sldId="2147475356"/>
            <ac:spMk id="296" creationId="{4B015CD0-20A9-15F7-CCA0-8CD75F75B076}"/>
          </ac:spMkLst>
        </pc:spChg>
        <pc:spChg chg="mod">
          <ac:chgData name="Marcus Naoum" userId="4578fcc8-dbf2-452a-b11c-6b75cc6176d4" providerId="ADAL" clId="{EE3F6CF7-E024-5100-A70A-5616DEA5C1B7}" dt="2026-10-20T06:36:12.855" v="4404" actId="20577"/>
          <ac:spMkLst>
            <pc:docMk/>
            <pc:sldMk cId="116775105" sldId="2147475356"/>
            <ac:spMk id="298" creationId="{94E88FA7-F3CB-2949-0675-08E15BE70181}"/>
          </ac:spMkLst>
        </pc:spChg>
        <pc:spChg chg="mod">
          <ac:chgData name="Marcus Naoum" userId="4578fcc8-dbf2-452a-b11c-6b75cc6176d4" providerId="ADAL" clId="{EE3F6CF7-E024-5100-A70A-5616DEA5C1B7}" dt="2026-10-20T06:36:05.889" v="4387" actId="20577"/>
          <ac:spMkLst>
            <pc:docMk/>
            <pc:sldMk cId="116775105" sldId="2147475356"/>
            <ac:spMk id="299" creationId="{DE7DD751-AD24-E500-0EE0-F1FD30A639AC}"/>
          </ac:spMkLst>
        </pc:spChg>
      </pc:sldChg>
      <pc:sldChg chg="new del">
        <pc:chgData name="Marcus Naoum" userId="4578fcc8-dbf2-452a-b11c-6b75cc6176d4" providerId="ADAL" clId="{EE3F6CF7-E024-5100-A70A-5616DEA5C1B7}" dt="2026-10-19T22:21:45.630" v="3744" actId="2696"/>
        <pc:sldMkLst>
          <pc:docMk/>
          <pc:sldMk cId="4146333739" sldId="2147475357"/>
        </pc:sldMkLst>
      </pc:sldChg>
      <pc:sldChg chg="add">
        <pc:chgData name="Marcus Naoum" userId="4578fcc8-dbf2-452a-b11c-6b75cc6176d4" providerId="ADAL" clId="{EE3F6CF7-E024-5100-A70A-5616DEA5C1B7}" dt="2026-10-19T22:21:23.502" v="3695"/>
        <pc:sldMkLst>
          <pc:docMk/>
          <pc:sldMk cId="1093358316" sldId="2147475358"/>
        </pc:sldMkLst>
      </pc:sldChg>
      <pc:sldChg chg="modSp add mod">
        <pc:chgData name="Marcus Naoum" userId="4578fcc8-dbf2-452a-b11c-6b75cc6176d4" providerId="ADAL" clId="{EE3F6CF7-E024-5100-A70A-5616DEA5C1B7}" dt="2026-10-19T22:26:23.354" v="3889" actId="20577"/>
        <pc:sldMkLst>
          <pc:docMk/>
          <pc:sldMk cId="4256657338" sldId="2147475359"/>
        </pc:sldMkLst>
        <pc:spChg chg="mod">
          <ac:chgData name="Marcus Naoum" userId="4578fcc8-dbf2-452a-b11c-6b75cc6176d4" providerId="ADAL" clId="{EE3F6CF7-E024-5100-A70A-5616DEA5C1B7}" dt="2026-10-19T22:21:55.772" v="3748" actId="1076"/>
          <ac:spMkLst>
            <pc:docMk/>
            <pc:sldMk cId="4256657338" sldId="2147475359"/>
            <ac:spMk id="3" creationId="{5F701303-CEF0-7F26-5773-CCE8FD73B0E4}"/>
          </ac:spMkLst>
        </pc:spChg>
        <pc:spChg chg="mod">
          <ac:chgData name="Marcus Naoum" userId="4578fcc8-dbf2-452a-b11c-6b75cc6176d4" providerId="ADAL" clId="{EE3F6CF7-E024-5100-A70A-5616DEA5C1B7}" dt="2026-10-19T22:26:23.354" v="3889" actId="20577"/>
          <ac:spMkLst>
            <pc:docMk/>
            <pc:sldMk cId="4256657338" sldId="2147475359"/>
            <ac:spMk id="14" creationId="{D2200983-0DD1-5639-D34F-4A2A1DC42915}"/>
          </ac:spMkLst>
        </pc:spChg>
      </pc:sldChg>
      <pc:sldChg chg="delSp modSp add mod ord modNotesTx">
        <pc:chgData name="Marcus Naoum" userId="4578fcc8-dbf2-452a-b11c-6b75cc6176d4" providerId="ADAL" clId="{EE3F6CF7-E024-5100-A70A-5616DEA5C1B7}" dt="2026-10-20T06:14:23.458" v="4179" actId="20577"/>
        <pc:sldMkLst>
          <pc:docMk/>
          <pc:sldMk cId="1341326142" sldId="2147475360"/>
        </pc:sldMkLst>
        <pc:spChg chg="del">
          <ac:chgData name="Marcus Naoum" userId="4578fcc8-dbf2-452a-b11c-6b75cc6176d4" providerId="ADAL" clId="{EE3F6CF7-E024-5100-A70A-5616DEA5C1B7}" dt="2026-10-20T05:57:13.655" v="4103" actId="478"/>
          <ac:spMkLst>
            <pc:docMk/>
            <pc:sldMk cId="1341326142" sldId="2147475360"/>
            <ac:spMk id="26" creationId="{C28105E6-C263-2946-0023-A75C9008AB6B}"/>
          </ac:spMkLst>
        </pc:spChg>
        <pc:spChg chg="del">
          <ac:chgData name="Marcus Naoum" userId="4578fcc8-dbf2-452a-b11c-6b75cc6176d4" providerId="ADAL" clId="{EE3F6CF7-E024-5100-A70A-5616DEA5C1B7}" dt="2026-10-20T05:57:13.655" v="4103" actId="478"/>
          <ac:spMkLst>
            <pc:docMk/>
            <pc:sldMk cId="1341326142" sldId="2147475360"/>
            <ac:spMk id="27" creationId="{F1D3AC14-9C1A-C72F-AE0E-21908B244F20}"/>
          </ac:spMkLst>
        </pc:spChg>
        <pc:spChg chg="del">
          <ac:chgData name="Marcus Naoum" userId="4578fcc8-dbf2-452a-b11c-6b75cc6176d4" providerId="ADAL" clId="{EE3F6CF7-E024-5100-A70A-5616DEA5C1B7}" dt="2026-10-20T05:57:13.655" v="4103" actId="478"/>
          <ac:spMkLst>
            <pc:docMk/>
            <pc:sldMk cId="1341326142" sldId="2147475360"/>
            <ac:spMk id="32" creationId="{3686E982-8695-286D-B171-D0CD1308C9F1}"/>
          </ac:spMkLst>
        </pc:spChg>
        <pc:spChg chg="del">
          <ac:chgData name="Marcus Naoum" userId="4578fcc8-dbf2-452a-b11c-6b75cc6176d4" providerId="ADAL" clId="{EE3F6CF7-E024-5100-A70A-5616DEA5C1B7}" dt="2026-10-20T05:57:13.655" v="4103" actId="478"/>
          <ac:spMkLst>
            <pc:docMk/>
            <pc:sldMk cId="1341326142" sldId="2147475360"/>
            <ac:spMk id="42" creationId="{05D4C8A1-ACC2-8FFF-B397-EBFF341A01D4}"/>
          </ac:spMkLst>
        </pc:spChg>
        <pc:spChg chg="del">
          <ac:chgData name="Marcus Naoum" userId="4578fcc8-dbf2-452a-b11c-6b75cc6176d4" providerId="ADAL" clId="{EE3F6CF7-E024-5100-A70A-5616DEA5C1B7}" dt="2026-10-20T05:57:13.655" v="4103" actId="478"/>
          <ac:spMkLst>
            <pc:docMk/>
            <pc:sldMk cId="1341326142" sldId="2147475360"/>
            <ac:spMk id="43" creationId="{4EC364A1-47A1-5A0A-4524-B018C16FB323}"/>
          </ac:spMkLst>
        </pc:spChg>
        <pc:spChg chg="mod">
          <ac:chgData name="Marcus Naoum" userId="4578fcc8-dbf2-452a-b11c-6b75cc6176d4" providerId="ADAL" clId="{EE3F6CF7-E024-5100-A70A-5616DEA5C1B7}" dt="2026-10-20T05:59:43.735" v="4157" actId="1036"/>
          <ac:spMkLst>
            <pc:docMk/>
            <pc:sldMk cId="1341326142" sldId="2147475360"/>
            <ac:spMk id="47" creationId="{11F49A0F-A6E4-0267-D7B3-EBBD1DD4D479}"/>
          </ac:spMkLst>
        </pc:spChg>
        <pc:graphicFrameChg chg="mod modGraphic">
          <ac:chgData name="Marcus Naoum" userId="4578fcc8-dbf2-452a-b11c-6b75cc6176d4" providerId="ADAL" clId="{EE3F6CF7-E024-5100-A70A-5616DEA5C1B7}" dt="2026-10-20T06:14:23.458" v="4179" actId="20577"/>
          <ac:graphicFrameMkLst>
            <pc:docMk/>
            <pc:sldMk cId="1341326142" sldId="2147475360"/>
            <ac:graphicFrameMk id="46" creationId="{255D923B-E41B-CD79-2009-84105A2D027C}"/>
          </ac:graphicFrameMkLst>
        </pc:graphicFrameChg>
        <pc:picChg chg="del">
          <ac:chgData name="Marcus Naoum" userId="4578fcc8-dbf2-452a-b11c-6b75cc6176d4" providerId="ADAL" clId="{EE3F6CF7-E024-5100-A70A-5616DEA5C1B7}" dt="2026-10-20T05:57:13.655" v="4103" actId="478"/>
          <ac:picMkLst>
            <pc:docMk/>
            <pc:sldMk cId="1341326142" sldId="2147475360"/>
            <ac:picMk id="34" creationId="{4E87BCE1-9B53-BB9C-C1E6-682A24910685}"/>
          </ac:picMkLst>
        </pc:picChg>
        <pc:picChg chg="del">
          <ac:chgData name="Marcus Naoum" userId="4578fcc8-dbf2-452a-b11c-6b75cc6176d4" providerId="ADAL" clId="{EE3F6CF7-E024-5100-A70A-5616DEA5C1B7}" dt="2026-10-20T05:57:13.655" v="4103" actId="478"/>
          <ac:picMkLst>
            <pc:docMk/>
            <pc:sldMk cId="1341326142" sldId="2147475360"/>
            <ac:picMk id="44" creationId="{BD48E500-DA01-2514-98AF-64D4686958EC}"/>
          </ac:picMkLst>
        </pc:picChg>
        <pc:picChg chg="del">
          <ac:chgData name="Marcus Naoum" userId="4578fcc8-dbf2-452a-b11c-6b75cc6176d4" providerId="ADAL" clId="{EE3F6CF7-E024-5100-A70A-5616DEA5C1B7}" dt="2026-10-20T05:57:13.655" v="4103" actId="478"/>
          <ac:picMkLst>
            <pc:docMk/>
            <pc:sldMk cId="1341326142" sldId="2147475360"/>
            <ac:picMk id="45" creationId="{E5EB1FC0-172F-E9F8-334E-94E28C75631E}"/>
          </ac:picMkLst>
        </pc:picChg>
      </pc:sldChg>
      <pc:sldChg chg="add del">
        <pc:chgData name="Marcus Naoum" userId="4578fcc8-dbf2-452a-b11c-6b75cc6176d4" providerId="ADAL" clId="{EE3F6CF7-E024-5100-A70A-5616DEA5C1B7}" dt="2026-10-19T22:22:39.409" v="3757"/>
        <pc:sldMkLst>
          <pc:docMk/>
          <pc:sldMk cId="2495256895" sldId="214747536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C5D396-7B96-4346-AAAE-754D44F7F5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Open Sans Light" pitchFamily="2" charset="0"/>
            </a:endParaRPr>
          </a:p>
        </p:txBody>
      </p:sp>
      <p:sp>
        <p:nvSpPr>
          <p:cNvPr id="3" name="Date Placeholder 2">
            <a:extLst>
              <a:ext uri="{FF2B5EF4-FFF2-40B4-BE49-F238E27FC236}">
                <a16:creationId xmlns:a16="http://schemas.microsoft.com/office/drawing/2014/main" id="{04D405ED-F3C3-C64D-896E-A82D517A68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BF9414-3D7D-694D-A4D4-2A38CD631945}" type="datetimeFigureOut">
              <a:rPr lang="en-US" smtClean="0">
                <a:latin typeface="Open Sans Light" pitchFamily="2" charset="0"/>
              </a:rPr>
              <a:t>10/20/2026</a:t>
            </a:fld>
            <a:endParaRPr lang="en-US">
              <a:latin typeface="Open Sans Light" pitchFamily="2" charset="0"/>
            </a:endParaRPr>
          </a:p>
        </p:txBody>
      </p:sp>
      <p:sp>
        <p:nvSpPr>
          <p:cNvPr id="4" name="Footer Placeholder 3">
            <a:extLst>
              <a:ext uri="{FF2B5EF4-FFF2-40B4-BE49-F238E27FC236}">
                <a16:creationId xmlns:a16="http://schemas.microsoft.com/office/drawing/2014/main" id="{CEA3EAB3-9FA5-9449-9881-6508ECDCCE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Open Sans Light" pitchFamily="2" charset="0"/>
            </a:endParaRPr>
          </a:p>
        </p:txBody>
      </p:sp>
      <p:sp>
        <p:nvSpPr>
          <p:cNvPr id="5" name="Slide Number Placeholder 4">
            <a:extLst>
              <a:ext uri="{FF2B5EF4-FFF2-40B4-BE49-F238E27FC236}">
                <a16:creationId xmlns:a16="http://schemas.microsoft.com/office/drawing/2014/main" id="{35250E67-DC67-0A48-968B-2D9E103292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9C1F1D-0F54-3E40-B5C3-72C471D17D1E}" type="slidenum">
              <a:rPr lang="en-US" smtClean="0">
                <a:latin typeface="Open Sans Light" pitchFamily="2" charset="0"/>
              </a:rPr>
              <a:t>‹#›</a:t>
            </a:fld>
            <a:endParaRPr lang="en-US">
              <a:latin typeface="Open Sans Light" pitchFamily="2" charset="0"/>
            </a:endParaRPr>
          </a:p>
        </p:txBody>
      </p:sp>
    </p:spTree>
    <p:extLst>
      <p:ext uri="{BB962C8B-B14F-4D97-AF65-F5344CB8AC3E}">
        <p14:creationId xmlns:p14="http://schemas.microsoft.com/office/powerpoint/2010/main" val="19724352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Open Sans Light"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Open Sans Light" pitchFamily="2" charset="0"/>
              </a:defRPr>
            </a:lvl1pPr>
          </a:lstStyle>
          <a:p>
            <a:fld id="{7DB8B409-6AE1-413F-AD0F-8F9B711D0698}" type="datetimeFigureOut">
              <a:rPr lang="en-AU" smtClean="0"/>
              <a:pPr/>
              <a:t>20/10/2026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Open Sans Light"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Open Sans Light" pitchFamily="2" charset="0"/>
              </a:defRPr>
            </a:lvl1pPr>
          </a:lstStyle>
          <a:p>
            <a:fld id="{F7CA7197-82FF-4B06-884D-DB6B1218D975}" type="slidenum">
              <a:rPr lang="en-AU" smtClean="0"/>
              <a:pPr/>
              <a:t>‹#›</a:t>
            </a:fld>
            <a:endParaRPr lang="en-AU"/>
          </a:p>
        </p:txBody>
      </p:sp>
    </p:spTree>
    <p:extLst>
      <p:ext uri="{BB962C8B-B14F-4D97-AF65-F5344CB8AC3E}">
        <p14:creationId xmlns:p14="http://schemas.microsoft.com/office/powerpoint/2010/main" val="409903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Open Sans Light" pitchFamily="2" charset="0"/>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AU"/>
              <a:t>Welcome. Frame quickly: this is a working session. We are here to respond to the ISS findings, not to redesign strategy.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lnSpc>
                <a:spcPct val="110000"/>
              </a:lnSpc>
              <a:spcBef>
                <a:spcPts val="0"/>
              </a:spcBef>
              <a:spcAft>
                <a:spcPts val="0"/>
              </a:spcAft>
              <a:buNone/>
            </a:pPr>
            <a:r>
              <a:rPr lang="en-AU" sz="1200" b="1">
                <a:solidFill>
                  <a:schemeClr val="accent6">
                    <a:lumMod val="75000"/>
                  </a:schemeClr>
                </a:solidFill>
                <a:latin typeface="Poppins" pitchFamily="2" charset="77"/>
                <a:cs typeface="Poppins" pitchFamily="2" charset="77"/>
              </a:rPr>
              <a:t>Most of the work to address the ISS findings is already underway across the business. It just hasn’t been organised or communicated to industry. We are not here to redesign strategy.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a:t>What other mechanisms ways channels should we be communicating out</a:t>
            </a:r>
          </a:p>
          <a:p>
            <a:r>
              <a:rPr lang="en-AU"/>
              <a:t>HEALTH AND SAFETY TRUST</a:t>
            </a:r>
          </a:p>
        </p:txBody>
      </p:sp>
      <p:sp>
        <p:nvSpPr>
          <p:cNvPr id="4" name="Slide Number Placeholder 3"/>
          <p:cNvSpPr>
            <a:spLocks noGrp="1"/>
          </p:cNvSpPr>
          <p:nvPr>
            <p:ph type="sldNum" sz="quarter" idx="5"/>
          </p:nvPr>
        </p:nvSpPr>
        <p:spPr/>
        <p:txBody>
          <a:bodyPr/>
          <a:lstStyle/>
          <a:p>
            <a:fld id="{F7CA7197-82FF-4B06-884D-DB6B1218D975}" type="slidenum">
              <a:rPr lang="en-AU" smtClean="0"/>
              <a:pPr/>
              <a:t>12</a:t>
            </a:fld>
            <a:endParaRPr lang="en-AU"/>
          </a:p>
        </p:txBody>
      </p:sp>
    </p:spTree>
    <p:extLst>
      <p:ext uri="{BB962C8B-B14F-4D97-AF65-F5344CB8AC3E}">
        <p14:creationId xmlns:p14="http://schemas.microsoft.com/office/powerpoint/2010/main" val="3751894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AU"/>
              <a:t>Station 2 canvas. Print at A3 and place with the Station 2 handout. Photograph at the end of the rotation.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AU"/>
              <a:t>Station 3 canvas. Print at A3 and place with the Station 3 handout. Photograph at the end of the rotation.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8564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3871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857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1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8721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5_Title Slide">
    <p:spTree>
      <p:nvGrpSpPr>
        <p:cNvPr id="1" name=""/>
        <p:cNvGrpSpPr/>
        <p:nvPr/>
      </p:nvGrpSpPr>
      <p:grpSpPr>
        <a:xfrm>
          <a:off x="0" y="0"/>
          <a:ext cx="0" cy="0"/>
          <a:chOff x="0" y="0"/>
          <a:chExt cx="0" cy="0"/>
        </a:xfrm>
      </p:grpSpPr>
      <p:sp>
        <p:nvSpPr>
          <p:cNvPr id="18" name="Subtitle 2">
            <a:extLst>
              <a:ext uri="{FF2B5EF4-FFF2-40B4-BE49-F238E27FC236}">
                <a16:creationId xmlns:a16="http://schemas.microsoft.com/office/drawing/2014/main" id="{8DF9EC0C-8D8A-394C-98CB-975B46260778}"/>
              </a:ext>
            </a:extLst>
          </p:cNvPr>
          <p:cNvSpPr>
            <a:spLocks noGrp="1"/>
          </p:cNvSpPr>
          <p:nvPr>
            <p:ph type="subTitle" idx="1"/>
          </p:nvPr>
        </p:nvSpPr>
        <p:spPr>
          <a:xfrm>
            <a:off x="499110" y="5177854"/>
            <a:ext cx="9144000" cy="1655762"/>
          </a:xfrm>
        </p:spPr>
        <p:txBody>
          <a:bodyPr>
            <a:normAutofit/>
          </a:bodyPr>
          <a:lstStyle>
            <a:lvl1pPr marL="0" indent="0" algn="l">
              <a:buNone/>
              <a:defRPr sz="2000">
                <a:solidFill>
                  <a:schemeClr val="bg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Title 1">
            <a:extLst>
              <a:ext uri="{FF2B5EF4-FFF2-40B4-BE49-F238E27FC236}">
                <a16:creationId xmlns:a16="http://schemas.microsoft.com/office/drawing/2014/main" id="{E6174DF3-85AD-3849-AA29-99B8B3E8F7CA}"/>
              </a:ext>
            </a:extLst>
          </p:cNvPr>
          <p:cNvSpPr>
            <a:spLocks noGrp="1"/>
          </p:cNvSpPr>
          <p:nvPr>
            <p:ph type="ctrTitle"/>
          </p:nvPr>
        </p:nvSpPr>
        <p:spPr>
          <a:xfrm>
            <a:off x="499110" y="4096613"/>
            <a:ext cx="9144000" cy="947129"/>
          </a:xfrm>
        </p:spPr>
        <p:txBody>
          <a:bodyPr anchor="b">
            <a:normAutofit/>
          </a:bodyPr>
          <a:lstStyle>
            <a:lvl1pPr algn="l">
              <a:defRPr sz="4400" b="0">
                <a:solidFill>
                  <a:schemeClr val="bg1"/>
                </a:solidFill>
              </a:defRPr>
            </a:lvl1pPr>
          </a:lstStyle>
          <a:p>
            <a:r>
              <a:rPr lang="en-US"/>
              <a:t>Click to edit Master title style</a:t>
            </a:r>
          </a:p>
        </p:txBody>
      </p:sp>
      <p:sp>
        <p:nvSpPr>
          <p:cNvPr id="7" name="Slide Number Placeholder 3">
            <a:extLst>
              <a:ext uri="{FF2B5EF4-FFF2-40B4-BE49-F238E27FC236}">
                <a16:creationId xmlns:a16="http://schemas.microsoft.com/office/drawing/2014/main" id="{E155D132-6578-874E-A1F5-777D8134DC9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73386540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0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9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8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7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6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2802365"/>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2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6D41D4-8055-A24D-80E7-090637EBB6CA}"/>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789" t="43946" r="16249" b="16538"/>
          <a:stretch/>
        </p:blipFill>
        <p:spPr>
          <a:xfrm rot="16200000">
            <a:off x="-836593" y="709593"/>
            <a:ext cx="6985000" cy="5311814"/>
          </a:xfrm>
          <a:prstGeom prst="rect">
            <a:avLst/>
          </a:prstGeom>
        </p:spPr>
      </p:pic>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430851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7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CBC5C1FE-9433-3323-B1CF-97B605AB107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768" b="42291"/>
          <a:stretch/>
        </p:blipFill>
        <p:spPr>
          <a:xfrm rot="5400000">
            <a:off x="-1031083" y="1031083"/>
            <a:ext cx="8158166" cy="6096000"/>
          </a:xfrm>
          <a:prstGeom prst="rect">
            <a:avLst/>
          </a:prstGeom>
        </p:spPr>
      </p:pic>
    </p:spTree>
    <p:extLst>
      <p:ext uri="{BB962C8B-B14F-4D97-AF65-F5344CB8AC3E}">
        <p14:creationId xmlns:p14="http://schemas.microsoft.com/office/powerpoint/2010/main" val="3938116889"/>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1D3B9BF0-1660-1AA0-06B5-6DFACF441A07}"/>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9486" b="40030"/>
          <a:stretch/>
        </p:blipFill>
        <p:spPr>
          <a:xfrm rot="5400000">
            <a:off x="-640895" y="640893"/>
            <a:ext cx="8572503" cy="7290717"/>
          </a:xfrm>
          <a:prstGeom prst="rect">
            <a:avLst/>
          </a:prstGeom>
        </p:spPr>
      </p:pic>
    </p:spTree>
    <p:extLst>
      <p:ext uri="{BB962C8B-B14F-4D97-AF65-F5344CB8AC3E}">
        <p14:creationId xmlns:p14="http://schemas.microsoft.com/office/powerpoint/2010/main" val="321340601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4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1007EAB4-47B6-B94E-16B6-4925324A1E24}"/>
              </a:ext>
            </a:extLst>
          </p:cNvPr>
          <p:cNvGrpSpPr/>
          <p:nvPr userDrawn="1"/>
        </p:nvGrpSpPr>
        <p:grpSpPr>
          <a:xfrm>
            <a:off x="-14763" y="4808928"/>
            <a:ext cx="7482363" cy="2067930"/>
            <a:chOff x="-14763" y="3909367"/>
            <a:chExt cx="10737232" cy="2967491"/>
          </a:xfrm>
        </p:grpSpPr>
        <p:sp>
          <p:nvSpPr>
            <p:cNvPr id="2" name="Rectangle 1">
              <a:extLst>
                <a:ext uri="{FF2B5EF4-FFF2-40B4-BE49-F238E27FC236}">
                  <a16:creationId xmlns:a16="http://schemas.microsoft.com/office/drawing/2014/main" id="{3D2F8669-A071-F66A-0E1D-C0B73FB862C7}"/>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1">
              <a:extLst>
                <a:ext uri="{FF2B5EF4-FFF2-40B4-BE49-F238E27FC236}">
                  <a16:creationId xmlns:a16="http://schemas.microsoft.com/office/drawing/2014/main" id="{775D67DB-CBF3-181D-0F68-C94113FC190E}"/>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1">
              <a:extLst>
                <a:ext uri="{FF2B5EF4-FFF2-40B4-BE49-F238E27FC236}">
                  <a16:creationId xmlns:a16="http://schemas.microsoft.com/office/drawing/2014/main" id="{E99D011B-5611-947A-E8D5-4848F44EE861}"/>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1">
              <a:extLst>
                <a:ext uri="{FF2B5EF4-FFF2-40B4-BE49-F238E27FC236}">
                  <a16:creationId xmlns:a16="http://schemas.microsoft.com/office/drawing/2014/main" id="{8BB1E48D-99B4-C3F1-96B8-3CFA4CE4F494}"/>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1">
              <a:extLst>
                <a:ext uri="{FF2B5EF4-FFF2-40B4-BE49-F238E27FC236}">
                  <a16:creationId xmlns:a16="http://schemas.microsoft.com/office/drawing/2014/main" id="{1BB5BD68-F3EC-D698-4E47-D0C1874BB8CC}"/>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 name="Title 1">
            <a:extLst>
              <a:ext uri="{FF2B5EF4-FFF2-40B4-BE49-F238E27FC236}">
                <a16:creationId xmlns:a16="http://schemas.microsoft.com/office/drawing/2014/main" id="{AFB12B21-F03F-768B-78B3-E0856D6D2E36}"/>
              </a:ext>
            </a:extLst>
          </p:cNvPr>
          <p:cNvSpPr>
            <a:spLocks noGrp="1"/>
          </p:cNvSpPr>
          <p:nvPr>
            <p:ph type="title"/>
          </p:nvPr>
        </p:nvSpPr>
        <p:spPr>
          <a:xfrm>
            <a:off x="515938" y="368300"/>
            <a:ext cx="11160125"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D9B1A806-7E4B-7D96-7208-91EBEB909B9A}"/>
              </a:ext>
            </a:extLst>
          </p:cNvPr>
          <p:cNvSpPr>
            <a:spLocks noGrp="1"/>
          </p:cNvSpPr>
          <p:nvPr>
            <p:ph idx="1"/>
          </p:nvPr>
        </p:nvSpPr>
        <p:spPr>
          <a:xfrm>
            <a:off x="515938" y="1449388"/>
            <a:ext cx="11160113" cy="4239447"/>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0058707"/>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accent1">
                  <a:lumMod val="20000"/>
                  <a:lumOff val="80000"/>
                </a:schemeClr>
              </a:gs>
              <a:gs pos="100000">
                <a:schemeClr val="accent1">
                  <a:lumMod val="40000"/>
                  <a:lumOff val="60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1007EAB4-47B6-B94E-16B6-4925324A1E24}"/>
              </a:ext>
            </a:extLst>
          </p:cNvPr>
          <p:cNvGrpSpPr/>
          <p:nvPr userDrawn="1"/>
        </p:nvGrpSpPr>
        <p:grpSpPr>
          <a:xfrm>
            <a:off x="-14763" y="4808928"/>
            <a:ext cx="7482363" cy="2067930"/>
            <a:chOff x="-14763" y="3909367"/>
            <a:chExt cx="10737232" cy="2967491"/>
          </a:xfrm>
        </p:grpSpPr>
        <p:sp>
          <p:nvSpPr>
            <p:cNvPr id="2" name="Rectangle 1">
              <a:extLst>
                <a:ext uri="{FF2B5EF4-FFF2-40B4-BE49-F238E27FC236}">
                  <a16:creationId xmlns:a16="http://schemas.microsoft.com/office/drawing/2014/main" id="{3D2F8669-A071-F66A-0E1D-C0B73FB862C7}"/>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1">
              <a:extLst>
                <a:ext uri="{FF2B5EF4-FFF2-40B4-BE49-F238E27FC236}">
                  <a16:creationId xmlns:a16="http://schemas.microsoft.com/office/drawing/2014/main" id="{775D67DB-CBF3-181D-0F68-C94113FC190E}"/>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1">
              <a:extLst>
                <a:ext uri="{FF2B5EF4-FFF2-40B4-BE49-F238E27FC236}">
                  <a16:creationId xmlns:a16="http://schemas.microsoft.com/office/drawing/2014/main" id="{E99D011B-5611-947A-E8D5-4848F44EE861}"/>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1">
              <a:extLst>
                <a:ext uri="{FF2B5EF4-FFF2-40B4-BE49-F238E27FC236}">
                  <a16:creationId xmlns:a16="http://schemas.microsoft.com/office/drawing/2014/main" id="{8BB1E48D-99B4-C3F1-96B8-3CFA4CE4F494}"/>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1">
              <a:extLst>
                <a:ext uri="{FF2B5EF4-FFF2-40B4-BE49-F238E27FC236}">
                  <a16:creationId xmlns:a16="http://schemas.microsoft.com/office/drawing/2014/main" id="{1BB5BD68-F3EC-D698-4E47-D0C1874BB8CC}"/>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0" name="Title 1">
            <a:extLst>
              <a:ext uri="{FF2B5EF4-FFF2-40B4-BE49-F238E27FC236}">
                <a16:creationId xmlns:a16="http://schemas.microsoft.com/office/drawing/2014/main" id="{26B861B8-6461-3BD8-C6E6-DA70B2B2E13F}"/>
              </a:ext>
            </a:extLst>
          </p:cNvPr>
          <p:cNvSpPr>
            <a:spLocks noGrp="1"/>
          </p:cNvSpPr>
          <p:nvPr>
            <p:ph type="title"/>
          </p:nvPr>
        </p:nvSpPr>
        <p:spPr>
          <a:xfrm>
            <a:off x="515938" y="368300"/>
            <a:ext cx="11160125" cy="900114"/>
          </a:xfrm>
        </p:spPr>
        <p:txBody>
          <a:bodyPr>
            <a:normAutofit/>
          </a:bodyPr>
          <a:lstStyle>
            <a:lvl1pPr>
              <a:defRPr sz="2800">
                <a:solidFill>
                  <a:schemeClr val="accent1"/>
                </a:solidFill>
              </a:defRPr>
            </a:lvl1pPr>
          </a:lstStyle>
          <a:p>
            <a:r>
              <a:rPr lang="en-US"/>
              <a:t>Click to edit Master title style</a:t>
            </a:r>
          </a:p>
        </p:txBody>
      </p:sp>
      <p:sp>
        <p:nvSpPr>
          <p:cNvPr id="11" name="Content Placeholder 2">
            <a:extLst>
              <a:ext uri="{FF2B5EF4-FFF2-40B4-BE49-F238E27FC236}">
                <a16:creationId xmlns:a16="http://schemas.microsoft.com/office/drawing/2014/main" id="{36EF2579-4395-43A2-13FC-857B670C3583}"/>
              </a:ext>
            </a:extLst>
          </p:cNvPr>
          <p:cNvSpPr>
            <a:spLocks noGrp="1"/>
          </p:cNvSpPr>
          <p:nvPr>
            <p:ph idx="1"/>
          </p:nvPr>
        </p:nvSpPr>
        <p:spPr>
          <a:xfrm>
            <a:off x="515938" y="1449388"/>
            <a:ext cx="11160113" cy="4239447"/>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40859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rgbClr val="00AEEF"/>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6D41D4-8055-A24D-80E7-090637EBB6CA}"/>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481" t="-1" r="30512" b="20969"/>
          <a:stretch/>
        </p:blipFill>
        <p:spPr>
          <a:xfrm>
            <a:off x="6393461" y="-1718316"/>
            <a:ext cx="5798540" cy="7900197"/>
          </a:xfrm>
          <a:prstGeom prst="rect">
            <a:avLst/>
          </a:prstGeom>
        </p:spPr>
      </p:pic>
    </p:spTree>
    <p:extLst>
      <p:ext uri="{BB962C8B-B14F-4D97-AF65-F5344CB8AC3E}">
        <p14:creationId xmlns:p14="http://schemas.microsoft.com/office/powerpoint/2010/main" val="94287492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3839F8-3364-3C4E-810A-2FC99C244E37}"/>
              </a:ext>
            </a:extLst>
          </p:cNvPr>
          <p:cNvSpPr/>
          <p:nvPr userDrawn="1"/>
        </p:nvSpPr>
        <p:spPr>
          <a:xfrm>
            <a:off x="0" y="0"/>
            <a:ext cx="12192000" cy="6858000"/>
          </a:xfrm>
          <a:prstGeom prst="rect">
            <a:avLst/>
          </a:prstGeom>
          <a:gradFill>
            <a:gsLst>
              <a:gs pos="9000">
                <a:srgbClr val="F8952F"/>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15" name="Graphic 14">
            <a:extLst>
              <a:ext uri="{FF2B5EF4-FFF2-40B4-BE49-F238E27FC236}">
                <a16:creationId xmlns:a16="http://schemas.microsoft.com/office/drawing/2014/main" id="{DDDEA3E2-E5AD-D14C-B1EB-E632CA3CDBB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2" r="35284" b="18720"/>
          <a:stretch/>
        </p:blipFill>
        <p:spPr>
          <a:xfrm>
            <a:off x="5545394" y="-1638142"/>
            <a:ext cx="6646606" cy="8342359"/>
          </a:xfrm>
          <a:prstGeom prst="rect">
            <a:avLst/>
          </a:prstGeom>
        </p:spPr>
      </p:pic>
    </p:spTree>
    <p:extLst>
      <p:ext uri="{BB962C8B-B14F-4D97-AF65-F5344CB8AC3E}">
        <p14:creationId xmlns:p14="http://schemas.microsoft.com/office/powerpoint/2010/main" val="369315177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1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1E03BB5-73A0-9740-A5A5-D1CE3064E40F}"/>
              </a:ext>
            </a:extLst>
          </p:cNvPr>
          <p:cNvSpPr/>
          <p:nvPr userDrawn="1"/>
        </p:nvSpPr>
        <p:spPr>
          <a:xfrm>
            <a:off x="0" y="0"/>
            <a:ext cx="12192000" cy="6858000"/>
          </a:xfrm>
          <a:prstGeom prst="rect">
            <a:avLst/>
          </a:prstGeom>
          <a:gradFill>
            <a:gsLst>
              <a:gs pos="0">
                <a:srgbClr val="EE2B7B"/>
              </a:gs>
              <a:gs pos="100000">
                <a:srgbClr val="9E1F63"/>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4DCF62D6-5D07-004E-99E2-0014E921AD2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6134" t="10221" r="1" b="18731"/>
          <a:stretch/>
        </p:blipFill>
        <p:spPr>
          <a:xfrm rot="10800000">
            <a:off x="5607255" y="0"/>
            <a:ext cx="6584745" cy="7325222"/>
          </a:xfrm>
          <a:prstGeom prst="rect">
            <a:avLst/>
          </a:prstGeom>
        </p:spPr>
      </p:pic>
    </p:spTree>
    <p:extLst>
      <p:ext uri="{BB962C8B-B14F-4D97-AF65-F5344CB8AC3E}">
        <p14:creationId xmlns:p14="http://schemas.microsoft.com/office/powerpoint/2010/main" val="1214708061"/>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27_Title and Content">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1"/>
              </a:gs>
              <a:gs pos="100000">
                <a:srgbClr val="E85A3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63592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33_Title and Content">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945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34_Title and Content">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70090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 preserve="1">
  <p:cSld name="20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9">
            <a:extLst>
              <a:ext uri="{FF2B5EF4-FFF2-40B4-BE49-F238E27FC236}">
                <a16:creationId xmlns:a16="http://schemas.microsoft.com/office/drawing/2014/main" id="{A31108C3-F34C-8C45-A897-FE6DA9684A4F}"/>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rgbClr val="00AEEF"/>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Tree>
    <p:extLst>
      <p:ext uri="{BB962C8B-B14F-4D97-AF65-F5344CB8AC3E}">
        <p14:creationId xmlns:p14="http://schemas.microsoft.com/office/powerpoint/2010/main" val="42320102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8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9" name="Title 1">
            <a:extLst>
              <a:ext uri="{FF2B5EF4-FFF2-40B4-BE49-F238E27FC236}">
                <a16:creationId xmlns:a16="http://schemas.microsoft.com/office/drawing/2014/main" id="{6D41C234-8CDF-C44A-2B85-C29AF0F0E254}"/>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10" name="Content Placeholder 2">
            <a:extLst>
              <a:ext uri="{FF2B5EF4-FFF2-40B4-BE49-F238E27FC236}">
                <a16:creationId xmlns:a16="http://schemas.microsoft.com/office/drawing/2014/main" id="{BF4F5225-44BA-2429-E778-C8E938E7E558}"/>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82968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8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5" name="Title 1">
            <a:extLst>
              <a:ext uri="{FF2B5EF4-FFF2-40B4-BE49-F238E27FC236}">
                <a16:creationId xmlns:a16="http://schemas.microsoft.com/office/drawing/2014/main" id="{785E208D-C5D8-6524-F56F-4BD1174247AC}"/>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6" name="Content Placeholder 2">
            <a:extLst>
              <a:ext uri="{FF2B5EF4-FFF2-40B4-BE49-F238E27FC236}">
                <a16:creationId xmlns:a16="http://schemas.microsoft.com/office/drawing/2014/main" id="{3D480F6A-BCEC-25F3-0016-FD136C85234B}"/>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76493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9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9">
            <a:extLst>
              <a:ext uri="{FF2B5EF4-FFF2-40B4-BE49-F238E27FC236}">
                <a16:creationId xmlns:a16="http://schemas.microsoft.com/office/drawing/2014/main" id="{3483602A-2DCA-F446-B0E9-1DEB2FE3B53A}"/>
              </a:ext>
            </a:extLst>
          </p:cNvPr>
          <p:cNvSpPr/>
          <p:nvPr userDrawn="1"/>
        </p:nvSpPr>
        <p:spPr>
          <a:xfrm rot="16200000">
            <a:off x="7310433" y="1985612"/>
            <a:ext cx="6857999" cy="2905143"/>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6" name="Rectangle 29">
            <a:extLst>
              <a:ext uri="{FF2B5EF4-FFF2-40B4-BE49-F238E27FC236}">
                <a16:creationId xmlns:a16="http://schemas.microsoft.com/office/drawing/2014/main" id="{A31108C3-F34C-8C45-A897-FE6DA9684A4F}"/>
              </a:ext>
            </a:extLst>
          </p:cNvPr>
          <p:cNvSpPr/>
          <p:nvPr userDrawn="1"/>
        </p:nvSpPr>
        <p:spPr>
          <a:xfrm rot="16200000">
            <a:off x="7520913" y="2191499"/>
            <a:ext cx="6857999" cy="2484185"/>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7" name="Title 1">
            <a:extLst>
              <a:ext uri="{FF2B5EF4-FFF2-40B4-BE49-F238E27FC236}">
                <a16:creationId xmlns:a16="http://schemas.microsoft.com/office/drawing/2014/main" id="{140AC590-A1D0-F2A3-1F1F-FA23ADC0F42C}"/>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9" name="Content Placeholder 2">
            <a:extLst>
              <a:ext uri="{FF2B5EF4-FFF2-40B4-BE49-F238E27FC236}">
                <a16:creationId xmlns:a16="http://schemas.microsoft.com/office/drawing/2014/main" id="{6DAFB4C4-7DC0-9548-E4FD-02E7BF7EA4DC}"/>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19619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 preserve="1">
  <p:cSld name="24_Title and Content">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1"/>
              </a:gs>
              <a:gs pos="100000">
                <a:srgbClr val="EF4136"/>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743984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obj" preserve="1">
  <p:cSld name="15_Title and Content">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788931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obj" preserve="1">
  <p:cSld name="25_Title and Content">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6081487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Content Placeholder 2">
            <a:extLst>
              <a:ext uri="{FF2B5EF4-FFF2-40B4-BE49-F238E27FC236}">
                <a16:creationId xmlns:a16="http://schemas.microsoft.com/office/drawing/2014/main" id="{564882EA-3D9E-4877-5961-B18BC092EF0A}"/>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45773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2"/>
                </a:gs>
                <a:gs pos="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Content Placeholder 2">
            <a:extLst>
              <a:ext uri="{FF2B5EF4-FFF2-40B4-BE49-F238E27FC236}">
                <a16:creationId xmlns:a16="http://schemas.microsoft.com/office/drawing/2014/main" id="{564882EA-3D9E-4877-5961-B18BC092EF0A}"/>
              </a:ext>
            </a:extLst>
          </p:cNvPr>
          <p:cNvSpPr>
            <a:spLocks noGrp="1"/>
          </p:cNvSpPr>
          <p:nvPr>
            <p:ph idx="1"/>
          </p:nvPr>
        </p:nvSpPr>
        <p:spPr>
          <a:xfrm>
            <a:off x="525018" y="1449389"/>
            <a:ext cx="11151033" cy="32242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2980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0">
                  <a:schemeClr val="accent3"/>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100000">
                  <a:schemeClr val="accent3"/>
                </a:gs>
                <a:gs pos="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Content Placeholder 2">
            <a:extLst>
              <a:ext uri="{FF2B5EF4-FFF2-40B4-BE49-F238E27FC236}">
                <a16:creationId xmlns:a16="http://schemas.microsoft.com/office/drawing/2014/main" id="{564882EA-3D9E-4877-5961-B18BC092EF0A}"/>
              </a:ext>
            </a:extLst>
          </p:cNvPr>
          <p:cNvSpPr>
            <a:spLocks noGrp="1"/>
          </p:cNvSpPr>
          <p:nvPr>
            <p:ph idx="1"/>
          </p:nvPr>
        </p:nvSpPr>
        <p:spPr>
          <a:xfrm>
            <a:off x="525018" y="1449389"/>
            <a:ext cx="11151033" cy="32242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84225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9B4F-E032-7842-81B5-F7DAEF0BD261}"/>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6" name="Slide Number Placeholder 3">
            <a:extLst>
              <a:ext uri="{FF2B5EF4-FFF2-40B4-BE49-F238E27FC236}">
                <a16:creationId xmlns:a16="http://schemas.microsoft.com/office/drawing/2014/main" id="{B7A7A84D-8766-D045-8B74-31B5E18E5185}"/>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77842201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F30FBA-829C-6D43-A610-2ACFFB45657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29127473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54711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38733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60820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59405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5_Title Slide">
    <p:spTree>
      <p:nvGrpSpPr>
        <p:cNvPr id="1" name=""/>
        <p:cNvGrpSpPr/>
        <p:nvPr/>
      </p:nvGrpSpPr>
      <p:grpSpPr>
        <a:xfrm>
          <a:off x="0" y="0"/>
          <a:ext cx="0" cy="0"/>
          <a:chOff x="0" y="0"/>
          <a:chExt cx="0" cy="0"/>
        </a:xfrm>
      </p:grpSpPr>
      <p:sp>
        <p:nvSpPr>
          <p:cNvPr id="18" name="Subtitle 2">
            <a:extLst>
              <a:ext uri="{FF2B5EF4-FFF2-40B4-BE49-F238E27FC236}">
                <a16:creationId xmlns:a16="http://schemas.microsoft.com/office/drawing/2014/main" id="{8DF9EC0C-8D8A-394C-98CB-975B46260778}"/>
              </a:ext>
            </a:extLst>
          </p:cNvPr>
          <p:cNvSpPr>
            <a:spLocks noGrp="1"/>
          </p:cNvSpPr>
          <p:nvPr>
            <p:ph type="subTitle" idx="1"/>
          </p:nvPr>
        </p:nvSpPr>
        <p:spPr>
          <a:xfrm>
            <a:off x="499110" y="5177854"/>
            <a:ext cx="9144000" cy="1655762"/>
          </a:xfrm>
        </p:spPr>
        <p:txBody>
          <a:bodyPr>
            <a:normAutofit/>
          </a:bodyPr>
          <a:lstStyle>
            <a:lvl1pPr marL="0" indent="0" algn="l">
              <a:buNone/>
              <a:defRPr sz="2000">
                <a:solidFill>
                  <a:schemeClr val="bg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Title 1">
            <a:extLst>
              <a:ext uri="{FF2B5EF4-FFF2-40B4-BE49-F238E27FC236}">
                <a16:creationId xmlns:a16="http://schemas.microsoft.com/office/drawing/2014/main" id="{E6174DF3-85AD-3849-AA29-99B8B3E8F7CA}"/>
              </a:ext>
            </a:extLst>
          </p:cNvPr>
          <p:cNvSpPr>
            <a:spLocks noGrp="1"/>
          </p:cNvSpPr>
          <p:nvPr>
            <p:ph type="ctrTitle"/>
          </p:nvPr>
        </p:nvSpPr>
        <p:spPr>
          <a:xfrm>
            <a:off x="499110" y="4096613"/>
            <a:ext cx="9144000" cy="947129"/>
          </a:xfrm>
        </p:spPr>
        <p:txBody>
          <a:bodyPr anchor="b">
            <a:normAutofit/>
          </a:bodyPr>
          <a:lstStyle>
            <a:lvl1pPr algn="l">
              <a:defRPr sz="4400" b="0">
                <a:solidFill>
                  <a:schemeClr val="bg1"/>
                </a:solidFill>
              </a:defRPr>
            </a:lvl1pPr>
          </a:lstStyle>
          <a:p>
            <a:r>
              <a:rPr lang="en-US"/>
              <a:t>Click to edit Master title style</a:t>
            </a:r>
          </a:p>
        </p:txBody>
      </p:sp>
      <p:sp>
        <p:nvSpPr>
          <p:cNvPr id="7" name="Slide Number Placeholder 3">
            <a:extLst>
              <a:ext uri="{FF2B5EF4-FFF2-40B4-BE49-F238E27FC236}">
                <a16:creationId xmlns:a16="http://schemas.microsoft.com/office/drawing/2014/main" id="{E155D132-6578-874E-A1F5-777D8134DC9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2763255101"/>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34327070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42334851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6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1894826"/>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2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6D41D4-8055-A24D-80E7-090637EBB6CA}"/>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789" t="43946" r="16249" b="16538"/>
          <a:stretch/>
        </p:blipFill>
        <p:spPr>
          <a:xfrm rot="16200000">
            <a:off x="-836593" y="709593"/>
            <a:ext cx="6985000" cy="5311814"/>
          </a:xfrm>
          <a:prstGeom prst="rect">
            <a:avLst/>
          </a:prstGeom>
        </p:spPr>
      </p:pic>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952463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7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CBC5C1FE-9433-3323-B1CF-97B605AB107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768" b="42291"/>
          <a:stretch/>
        </p:blipFill>
        <p:spPr>
          <a:xfrm rot="5400000">
            <a:off x="-1031083" y="1031083"/>
            <a:ext cx="8158166" cy="6096000"/>
          </a:xfrm>
          <a:prstGeom prst="rect">
            <a:avLst/>
          </a:prstGeom>
        </p:spPr>
      </p:pic>
    </p:spTree>
    <p:extLst>
      <p:ext uri="{BB962C8B-B14F-4D97-AF65-F5344CB8AC3E}">
        <p14:creationId xmlns:p14="http://schemas.microsoft.com/office/powerpoint/2010/main" val="1180105894"/>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1D3B9BF0-1660-1AA0-06B5-6DFACF441A07}"/>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9486" b="40030"/>
          <a:stretch/>
        </p:blipFill>
        <p:spPr>
          <a:xfrm rot="5400000">
            <a:off x="-640895" y="640893"/>
            <a:ext cx="8572503" cy="7290717"/>
          </a:xfrm>
          <a:prstGeom prst="rect">
            <a:avLst/>
          </a:prstGeom>
        </p:spPr>
      </p:pic>
    </p:spTree>
    <p:extLst>
      <p:ext uri="{BB962C8B-B14F-4D97-AF65-F5344CB8AC3E}">
        <p14:creationId xmlns:p14="http://schemas.microsoft.com/office/powerpoint/2010/main" val="1438938162"/>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4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1007EAB4-47B6-B94E-16B6-4925324A1E24}"/>
              </a:ext>
            </a:extLst>
          </p:cNvPr>
          <p:cNvGrpSpPr/>
          <p:nvPr userDrawn="1"/>
        </p:nvGrpSpPr>
        <p:grpSpPr>
          <a:xfrm>
            <a:off x="-14763" y="4808928"/>
            <a:ext cx="7482363" cy="2067930"/>
            <a:chOff x="-14763" y="3909367"/>
            <a:chExt cx="10737232" cy="2967491"/>
          </a:xfrm>
        </p:grpSpPr>
        <p:sp>
          <p:nvSpPr>
            <p:cNvPr id="2" name="Rectangle 1">
              <a:extLst>
                <a:ext uri="{FF2B5EF4-FFF2-40B4-BE49-F238E27FC236}">
                  <a16:creationId xmlns:a16="http://schemas.microsoft.com/office/drawing/2014/main" id="{3D2F8669-A071-F66A-0E1D-C0B73FB862C7}"/>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1">
              <a:extLst>
                <a:ext uri="{FF2B5EF4-FFF2-40B4-BE49-F238E27FC236}">
                  <a16:creationId xmlns:a16="http://schemas.microsoft.com/office/drawing/2014/main" id="{775D67DB-CBF3-181D-0F68-C94113FC190E}"/>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1">
              <a:extLst>
                <a:ext uri="{FF2B5EF4-FFF2-40B4-BE49-F238E27FC236}">
                  <a16:creationId xmlns:a16="http://schemas.microsoft.com/office/drawing/2014/main" id="{E99D011B-5611-947A-E8D5-4848F44EE861}"/>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1">
              <a:extLst>
                <a:ext uri="{FF2B5EF4-FFF2-40B4-BE49-F238E27FC236}">
                  <a16:creationId xmlns:a16="http://schemas.microsoft.com/office/drawing/2014/main" id="{8BB1E48D-99B4-C3F1-96B8-3CFA4CE4F494}"/>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1">
              <a:extLst>
                <a:ext uri="{FF2B5EF4-FFF2-40B4-BE49-F238E27FC236}">
                  <a16:creationId xmlns:a16="http://schemas.microsoft.com/office/drawing/2014/main" id="{1BB5BD68-F3EC-D698-4E47-D0C1874BB8CC}"/>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 name="Title 1">
            <a:extLst>
              <a:ext uri="{FF2B5EF4-FFF2-40B4-BE49-F238E27FC236}">
                <a16:creationId xmlns:a16="http://schemas.microsoft.com/office/drawing/2014/main" id="{AFB12B21-F03F-768B-78B3-E0856D6D2E36}"/>
              </a:ext>
            </a:extLst>
          </p:cNvPr>
          <p:cNvSpPr>
            <a:spLocks noGrp="1"/>
          </p:cNvSpPr>
          <p:nvPr>
            <p:ph type="title"/>
          </p:nvPr>
        </p:nvSpPr>
        <p:spPr>
          <a:xfrm>
            <a:off x="515938" y="368300"/>
            <a:ext cx="11160125"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D9B1A806-7E4B-7D96-7208-91EBEB909B9A}"/>
              </a:ext>
            </a:extLst>
          </p:cNvPr>
          <p:cNvSpPr>
            <a:spLocks noGrp="1"/>
          </p:cNvSpPr>
          <p:nvPr>
            <p:ph idx="1"/>
          </p:nvPr>
        </p:nvSpPr>
        <p:spPr>
          <a:xfrm>
            <a:off x="515938" y="1449388"/>
            <a:ext cx="11160113" cy="4239447"/>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1006476"/>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1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accent1">
                  <a:lumMod val="20000"/>
                  <a:lumOff val="80000"/>
                </a:schemeClr>
              </a:gs>
              <a:gs pos="100000">
                <a:schemeClr val="accent1">
                  <a:lumMod val="40000"/>
                  <a:lumOff val="60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1007EAB4-47B6-B94E-16B6-4925324A1E24}"/>
              </a:ext>
            </a:extLst>
          </p:cNvPr>
          <p:cNvGrpSpPr/>
          <p:nvPr userDrawn="1"/>
        </p:nvGrpSpPr>
        <p:grpSpPr>
          <a:xfrm>
            <a:off x="-14763" y="4808928"/>
            <a:ext cx="7482363" cy="2067930"/>
            <a:chOff x="-14763" y="3909367"/>
            <a:chExt cx="10737232" cy="2967491"/>
          </a:xfrm>
        </p:grpSpPr>
        <p:sp>
          <p:nvSpPr>
            <p:cNvPr id="2" name="Rectangle 1">
              <a:extLst>
                <a:ext uri="{FF2B5EF4-FFF2-40B4-BE49-F238E27FC236}">
                  <a16:creationId xmlns:a16="http://schemas.microsoft.com/office/drawing/2014/main" id="{3D2F8669-A071-F66A-0E1D-C0B73FB862C7}"/>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1">
              <a:extLst>
                <a:ext uri="{FF2B5EF4-FFF2-40B4-BE49-F238E27FC236}">
                  <a16:creationId xmlns:a16="http://schemas.microsoft.com/office/drawing/2014/main" id="{775D67DB-CBF3-181D-0F68-C94113FC190E}"/>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1">
              <a:extLst>
                <a:ext uri="{FF2B5EF4-FFF2-40B4-BE49-F238E27FC236}">
                  <a16:creationId xmlns:a16="http://schemas.microsoft.com/office/drawing/2014/main" id="{E99D011B-5611-947A-E8D5-4848F44EE861}"/>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1">
              <a:extLst>
                <a:ext uri="{FF2B5EF4-FFF2-40B4-BE49-F238E27FC236}">
                  <a16:creationId xmlns:a16="http://schemas.microsoft.com/office/drawing/2014/main" id="{8BB1E48D-99B4-C3F1-96B8-3CFA4CE4F494}"/>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1">
              <a:extLst>
                <a:ext uri="{FF2B5EF4-FFF2-40B4-BE49-F238E27FC236}">
                  <a16:creationId xmlns:a16="http://schemas.microsoft.com/office/drawing/2014/main" id="{1BB5BD68-F3EC-D698-4E47-D0C1874BB8CC}"/>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0" name="Title 1">
            <a:extLst>
              <a:ext uri="{FF2B5EF4-FFF2-40B4-BE49-F238E27FC236}">
                <a16:creationId xmlns:a16="http://schemas.microsoft.com/office/drawing/2014/main" id="{26B861B8-6461-3BD8-C6E6-DA70B2B2E13F}"/>
              </a:ext>
            </a:extLst>
          </p:cNvPr>
          <p:cNvSpPr>
            <a:spLocks noGrp="1"/>
          </p:cNvSpPr>
          <p:nvPr>
            <p:ph type="title"/>
          </p:nvPr>
        </p:nvSpPr>
        <p:spPr>
          <a:xfrm>
            <a:off x="515938" y="368300"/>
            <a:ext cx="11160125" cy="900114"/>
          </a:xfrm>
        </p:spPr>
        <p:txBody>
          <a:bodyPr>
            <a:normAutofit/>
          </a:bodyPr>
          <a:lstStyle>
            <a:lvl1pPr>
              <a:defRPr sz="2800">
                <a:solidFill>
                  <a:schemeClr val="accent1"/>
                </a:solidFill>
              </a:defRPr>
            </a:lvl1pPr>
          </a:lstStyle>
          <a:p>
            <a:r>
              <a:rPr lang="en-US"/>
              <a:t>Click to edit Master title style</a:t>
            </a:r>
          </a:p>
        </p:txBody>
      </p:sp>
      <p:sp>
        <p:nvSpPr>
          <p:cNvPr id="11" name="Content Placeholder 2">
            <a:extLst>
              <a:ext uri="{FF2B5EF4-FFF2-40B4-BE49-F238E27FC236}">
                <a16:creationId xmlns:a16="http://schemas.microsoft.com/office/drawing/2014/main" id="{36EF2579-4395-43A2-13FC-857B670C3583}"/>
              </a:ext>
            </a:extLst>
          </p:cNvPr>
          <p:cNvSpPr>
            <a:spLocks noGrp="1"/>
          </p:cNvSpPr>
          <p:nvPr>
            <p:ph idx="1"/>
          </p:nvPr>
        </p:nvSpPr>
        <p:spPr>
          <a:xfrm>
            <a:off x="515938" y="1449388"/>
            <a:ext cx="11160113" cy="4239447"/>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904812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rgbClr val="00AEEF"/>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6D41D4-8055-A24D-80E7-090637EBB6CA}"/>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481" t="-1" r="30512" b="20969"/>
          <a:stretch/>
        </p:blipFill>
        <p:spPr>
          <a:xfrm>
            <a:off x="6393461" y="-1718316"/>
            <a:ext cx="5798540" cy="7900197"/>
          </a:xfrm>
          <a:prstGeom prst="rect">
            <a:avLst/>
          </a:prstGeom>
        </p:spPr>
      </p:pic>
    </p:spTree>
    <p:extLst>
      <p:ext uri="{BB962C8B-B14F-4D97-AF65-F5344CB8AC3E}">
        <p14:creationId xmlns:p14="http://schemas.microsoft.com/office/powerpoint/2010/main" val="587862144"/>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3839F8-3364-3C4E-810A-2FC99C244E37}"/>
              </a:ext>
            </a:extLst>
          </p:cNvPr>
          <p:cNvSpPr/>
          <p:nvPr userDrawn="1"/>
        </p:nvSpPr>
        <p:spPr>
          <a:xfrm>
            <a:off x="0" y="0"/>
            <a:ext cx="12192000" cy="6858000"/>
          </a:xfrm>
          <a:prstGeom prst="rect">
            <a:avLst/>
          </a:prstGeom>
          <a:gradFill>
            <a:gsLst>
              <a:gs pos="9000">
                <a:srgbClr val="F8952F"/>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15" name="Graphic 14">
            <a:extLst>
              <a:ext uri="{FF2B5EF4-FFF2-40B4-BE49-F238E27FC236}">
                <a16:creationId xmlns:a16="http://schemas.microsoft.com/office/drawing/2014/main" id="{DDDEA3E2-E5AD-D14C-B1EB-E632CA3CDBB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2" r="35284" b="18720"/>
          <a:stretch/>
        </p:blipFill>
        <p:spPr>
          <a:xfrm>
            <a:off x="5545394" y="-1638142"/>
            <a:ext cx="6646606" cy="8342359"/>
          </a:xfrm>
          <a:prstGeom prst="rect">
            <a:avLst/>
          </a:prstGeom>
        </p:spPr>
      </p:pic>
    </p:spTree>
    <p:extLst>
      <p:ext uri="{BB962C8B-B14F-4D97-AF65-F5344CB8AC3E}">
        <p14:creationId xmlns:p14="http://schemas.microsoft.com/office/powerpoint/2010/main" val="4146399104"/>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1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1E03BB5-73A0-9740-A5A5-D1CE3064E40F}"/>
              </a:ext>
            </a:extLst>
          </p:cNvPr>
          <p:cNvSpPr/>
          <p:nvPr userDrawn="1"/>
        </p:nvSpPr>
        <p:spPr>
          <a:xfrm>
            <a:off x="0" y="0"/>
            <a:ext cx="12192000" cy="6858000"/>
          </a:xfrm>
          <a:prstGeom prst="rect">
            <a:avLst/>
          </a:prstGeom>
          <a:gradFill>
            <a:gsLst>
              <a:gs pos="0">
                <a:srgbClr val="EE2B7B"/>
              </a:gs>
              <a:gs pos="100000">
                <a:srgbClr val="9E1F63"/>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4DCF62D6-5D07-004E-99E2-0014E921AD2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6134" t="10221" r="1" b="18731"/>
          <a:stretch/>
        </p:blipFill>
        <p:spPr>
          <a:xfrm rot="10800000">
            <a:off x="5607255" y="0"/>
            <a:ext cx="6584745" cy="7325222"/>
          </a:xfrm>
          <a:prstGeom prst="rect">
            <a:avLst/>
          </a:prstGeom>
        </p:spPr>
      </p:pic>
    </p:spTree>
    <p:extLst>
      <p:ext uri="{BB962C8B-B14F-4D97-AF65-F5344CB8AC3E}">
        <p14:creationId xmlns:p14="http://schemas.microsoft.com/office/powerpoint/2010/main" val="35123396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obj" preserve="1">
  <p:cSld name="27_Title and Content">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1"/>
              </a:gs>
              <a:gs pos="100000">
                <a:srgbClr val="E85A3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960010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obj" preserve="1">
  <p:cSld name="33_Title and Content">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800821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obj" preserve="1">
  <p:cSld name="34_Title and Content">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7764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obj" preserve="1">
  <p:cSld name="20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9">
            <a:extLst>
              <a:ext uri="{FF2B5EF4-FFF2-40B4-BE49-F238E27FC236}">
                <a16:creationId xmlns:a16="http://schemas.microsoft.com/office/drawing/2014/main" id="{A31108C3-F34C-8C45-A897-FE6DA9684A4F}"/>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rgbClr val="00AEEF"/>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Tree>
    <p:extLst>
      <p:ext uri="{BB962C8B-B14F-4D97-AF65-F5344CB8AC3E}">
        <p14:creationId xmlns:p14="http://schemas.microsoft.com/office/powerpoint/2010/main" val="243138154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18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9" name="Title 1">
            <a:extLst>
              <a:ext uri="{FF2B5EF4-FFF2-40B4-BE49-F238E27FC236}">
                <a16:creationId xmlns:a16="http://schemas.microsoft.com/office/drawing/2014/main" id="{6D41C234-8CDF-C44A-2B85-C29AF0F0E254}"/>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10" name="Content Placeholder 2">
            <a:extLst>
              <a:ext uri="{FF2B5EF4-FFF2-40B4-BE49-F238E27FC236}">
                <a16:creationId xmlns:a16="http://schemas.microsoft.com/office/drawing/2014/main" id="{BF4F5225-44BA-2429-E778-C8E938E7E558}"/>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881360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9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5" name="Title 1">
            <a:extLst>
              <a:ext uri="{FF2B5EF4-FFF2-40B4-BE49-F238E27FC236}">
                <a16:creationId xmlns:a16="http://schemas.microsoft.com/office/drawing/2014/main" id="{785E208D-C5D8-6524-F56F-4BD1174247AC}"/>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6" name="Content Placeholder 2">
            <a:extLst>
              <a:ext uri="{FF2B5EF4-FFF2-40B4-BE49-F238E27FC236}">
                <a16:creationId xmlns:a16="http://schemas.microsoft.com/office/drawing/2014/main" id="{3D480F6A-BCEC-25F3-0016-FD136C85234B}"/>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597136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19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9">
            <a:extLst>
              <a:ext uri="{FF2B5EF4-FFF2-40B4-BE49-F238E27FC236}">
                <a16:creationId xmlns:a16="http://schemas.microsoft.com/office/drawing/2014/main" id="{3483602A-2DCA-F446-B0E9-1DEB2FE3B53A}"/>
              </a:ext>
            </a:extLst>
          </p:cNvPr>
          <p:cNvSpPr/>
          <p:nvPr userDrawn="1"/>
        </p:nvSpPr>
        <p:spPr>
          <a:xfrm rot="16200000">
            <a:off x="7310433" y="1985612"/>
            <a:ext cx="6857999" cy="2905143"/>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6" name="Rectangle 29">
            <a:extLst>
              <a:ext uri="{FF2B5EF4-FFF2-40B4-BE49-F238E27FC236}">
                <a16:creationId xmlns:a16="http://schemas.microsoft.com/office/drawing/2014/main" id="{A31108C3-F34C-8C45-A897-FE6DA9684A4F}"/>
              </a:ext>
            </a:extLst>
          </p:cNvPr>
          <p:cNvSpPr/>
          <p:nvPr userDrawn="1"/>
        </p:nvSpPr>
        <p:spPr>
          <a:xfrm rot="16200000">
            <a:off x="7520913" y="2191499"/>
            <a:ext cx="6857999" cy="2484185"/>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7" name="Title 1">
            <a:extLst>
              <a:ext uri="{FF2B5EF4-FFF2-40B4-BE49-F238E27FC236}">
                <a16:creationId xmlns:a16="http://schemas.microsoft.com/office/drawing/2014/main" id="{140AC590-A1D0-F2A3-1F1F-FA23ADC0F42C}"/>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9" name="Content Placeholder 2">
            <a:extLst>
              <a:ext uri="{FF2B5EF4-FFF2-40B4-BE49-F238E27FC236}">
                <a16:creationId xmlns:a16="http://schemas.microsoft.com/office/drawing/2014/main" id="{6DAFB4C4-7DC0-9548-E4FD-02E7BF7EA4DC}"/>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977416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obj" preserve="1">
  <p:cSld name="24_Title and Content">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1"/>
              </a:gs>
              <a:gs pos="100000">
                <a:srgbClr val="EF4136"/>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40843666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obj" preserve="1">
  <p:cSld name="15_Title and Content">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58327761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obj" preserve="1">
  <p:cSld name="25_Title and Content">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29440798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Content Placeholder 2">
            <a:extLst>
              <a:ext uri="{FF2B5EF4-FFF2-40B4-BE49-F238E27FC236}">
                <a16:creationId xmlns:a16="http://schemas.microsoft.com/office/drawing/2014/main" id="{564882EA-3D9E-4877-5961-B18BC092EF0A}"/>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154550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2"/>
                </a:gs>
                <a:gs pos="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Content Placeholder 2">
            <a:extLst>
              <a:ext uri="{FF2B5EF4-FFF2-40B4-BE49-F238E27FC236}">
                <a16:creationId xmlns:a16="http://schemas.microsoft.com/office/drawing/2014/main" id="{564882EA-3D9E-4877-5961-B18BC092EF0A}"/>
              </a:ext>
            </a:extLst>
          </p:cNvPr>
          <p:cNvSpPr>
            <a:spLocks noGrp="1"/>
          </p:cNvSpPr>
          <p:nvPr>
            <p:ph idx="1"/>
          </p:nvPr>
        </p:nvSpPr>
        <p:spPr>
          <a:xfrm>
            <a:off x="525018" y="1449389"/>
            <a:ext cx="11151033" cy="32242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930208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2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0">
                  <a:schemeClr val="accent3"/>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100000">
                  <a:schemeClr val="accent3"/>
                </a:gs>
                <a:gs pos="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Content Placeholder 2">
            <a:extLst>
              <a:ext uri="{FF2B5EF4-FFF2-40B4-BE49-F238E27FC236}">
                <a16:creationId xmlns:a16="http://schemas.microsoft.com/office/drawing/2014/main" id="{564882EA-3D9E-4877-5961-B18BC092EF0A}"/>
              </a:ext>
            </a:extLst>
          </p:cNvPr>
          <p:cNvSpPr>
            <a:spLocks noGrp="1"/>
          </p:cNvSpPr>
          <p:nvPr>
            <p:ph idx="1"/>
          </p:nvPr>
        </p:nvSpPr>
        <p:spPr>
          <a:xfrm>
            <a:off x="525018" y="1449389"/>
            <a:ext cx="11151033" cy="32242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116291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9B4F-E032-7842-81B5-F7DAEF0BD261}"/>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6" name="Slide Number Placeholder 3">
            <a:extLst>
              <a:ext uri="{FF2B5EF4-FFF2-40B4-BE49-F238E27FC236}">
                <a16:creationId xmlns:a16="http://schemas.microsoft.com/office/drawing/2014/main" id="{B7A7A84D-8766-D045-8B74-31B5E18E5185}"/>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47802565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F30FBA-829C-6D43-A610-2ACFFB45657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42389887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theme" Target="../theme/theme1.xml"/><Relationship Id="rId41" Type="http://schemas.openxmlformats.org/officeDocument/2006/relationships/image" Target="../media/image1.png"/><Relationship Id="rId4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 Id="rId11" Type="http://schemas.openxmlformats.org/officeDocument/2006/relationships/slideLayout" Target="../slideLayouts/slideLayout50.xml"/><Relationship Id="rId12" Type="http://schemas.openxmlformats.org/officeDocument/2006/relationships/slideLayout" Target="../slideLayouts/slideLayout51.xml"/><Relationship Id="rId13" Type="http://schemas.openxmlformats.org/officeDocument/2006/relationships/slideLayout" Target="../slideLayouts/slideLayout52.xml"/><Relationship Id="rId14" Type="http://schemas.openxmlformats.org/officeDocument/2006/relationships/slideLayout" Target="../slideLayouts/slideLayout53.xml"/><Relationship Id="rId15" Type="http://schemas.openxmlformats.org/officeDocument/2006/relationships/slideLayout" Target="../slideLayouts/slideLayout54.xml"/><Relationship Id="rId16" Type="http://schemas.openxmlformats.org/officeDocument/2006/relationships/slideLayout" Target="../slideLayouts/slideLayout55.xml"/><Relationship Id="rId17" Type="http://schemas.openxmlformats.org/officeDocument/2006/relationships/slideLayout" Target="../slideLayouts/slideLayout56.xml"/><Relationship Id="rId18" Type="http://schemas.openxmlformats.org/officeDocument/2006/relationships/slideLayout" Target="../slideLayouts/slideLayout57.xml"/><Relationship Id="rId19" Type="http://schemas.openxmlformats.org/officeDocument/2006/relationships/slideLayout" Target="../slideLayouts/slideLayout58.xml"/><Relationship Id="rId20" Type="http://schemas.openxmlformats.org/officeDocument/2006/relationships/slideLayout" Target="../slideLayouts/slideLayout59.xml"/><Relationship Id="rId21" Type="http://schemas.openxmlformats.org/officeDocument/2006/relationships/slideLayout" Target="../slideLayouts/slideLayout60.xml"/><Relationship Id="rId22" Type="http://schemas.openxmlformats.org/officeDocument/2006/relationships/slideLayout" Target="../slideLayouts/slideLayout61.xml"/><Relationship Id="rId23" Type="http://schemas.openxmlformats.org/officeDocument/2006/relationships/slideLayout" Target="../slideLayouts/slideLayout62.xml"/><Relationship Id="rId24" Type="http://schemas.openxmlformats.org/officeDocument/2006/relationships/slideLayout" Target="../slideLayouts/slideLayout63.xml"/><Relationship Id="rId25" Type="http://schemas.openxmlformats.org/officeDocument/2006/relationships/slideLayout" Target="../slideLayouts/slideLayout64.xml"/><Relationship Id="rId26" Type="http://schemas.openxmlformats.org/officeDocument/2006/relationships/slideLayout" Target="../slideLayouts/slideLayout65.xml"/><Relationship Id="rId27" Type="http://schemas.openxmlformats.org/officeDocument/2006/relationships/slideLayout" Target="../slideLayouts/slideLayout66.xml"/><Relationship Id="rId28" Type="http://schemas.openxmlformats.org/officeDocument/2006/relationships/slideLayout" Target="../slideLayouts/slideLayout67.xml"/><Relationship Id="rId29" Type="http://schemas.openxmlformats.org/officeDocument/2006/relationships/slideLayout" Target="../slideLayouts/slideLayout68.xml"/><Relationship Id="rId30" Type="http://schemas.openxmlformats.org/officeDocument/2006/relationships/slideLayout" Target="../slideLayouts/slideLayout69.xml"/><Relationship Id="rId31" Type="http://schemas.openxmlformats.org/officeDocument/2006/relationships/slideLayout" Target="../slideLayouts/slideLayout70.xml"/><Relationship Id="rId3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51D45D-9934-604D-99B4-7F9FD259C3C4}"/>
              </a:ext>
            </a:extLst>
          </p:cNvPr>
          <p:cNvSpPr>
            <a:spLocks noGrp="1"/>
          </p:cNvSpPr>
          <p:nvPr>
            <p:ph type="title"/>
          </p:nvPr>
        </p:nvSpPr>
        <p:spPr>
          <a:xfrm>
            <a:off x="525019" y="368300"/>
            <a:ext cx="11151044" cy="90011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73DDE4-94D2-5D4A-8196-76F06726BE19}"/>
              </a:ext>
            </a:extLst>
          </p:cNvPr>
          <p:cNvSpPr>
            <a:spLocks noGrp="1"/>
          </p:cNvSpPr>
          <p:nvPr>
            <p:ph type="body" idx="1"/>
          </p:nvPr>
        </p:nvSpPr>
        <p:spPr>
          <a:xfrm>
            <a:off x="525018" y="1449389"/>
            <a:ext cx="11151033" cy="45005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a:extLst>
              <a:ext uri="{FF2B5EF4-FFF2-40B4-BE49-F238E27FC236}">
                <a16:creationId xmlns:a16="http://schemas.microsoft.com/office/drawing/2014/main" id="{8662BF66-4F9E-8D30-103D-C44E14CD1BAC}"/>
              </a:ext>
            </a:extLst>
          </p:cNvPr>
          <p:cNvGrpSpPr/>
          <p:nvPr userDrawn="1"/>
        </p:nvGrpSpPr>
        <p:grpSpPr>
          <a:xfrm>
            <a:off x="337362" y="6000547"/>
            <a:ext cx="1633336" cy="719658"/>
            <a:chOff x="160202" y="5758079"/>
            <a:chExt cx="2310184" cy="1017881"/>
          </a:xfrm>
        </p:grpSpPr>
        <p:pic>
          <p:nvPicPr>
            <p:cNvPr id="5" name="Picture 4">
              <a:extLst>
                <a:ext uri="{FF2B5EF4-FFF2-40B4-BE49-F238E27FC236}">
                  <a16:creationId xmlns:a16="http://schemas.microsoft.com/office/drawing/2014/main" id="{E7C626DE-394C-4914-C5B2-59BAC8AFA5D0}"/>
                </a:ext>
              </a:extLst>
            </p:cNvPr>
            <p:cNvPicPr>
              <a:picLocks noChangeAspect="1"/>
            </p:cNvPicPr>
            <p:nvPr/>
          </p:nvPicPr>
          <p:blipFill>
            <a:blip r:embed="rId41" cstate="screen">
              <a:extLst>
                <a:ext uri="{28A0092B-C50C-407E-A947-70E740481C1C}">
                  <a14:useLocalDpi xmlns:a14="http://schemas.microsoft.com/office/drawing/2010/main"/>
                </a:ext>
              </a:extLst>
            </a:blip>
            <a:stretch>
              <a:fillRect/>
            </a:stretch>
          </p:blipFill>
          <p:spPr>
            <a:xfrm>
              <a:off x="160202" y="5758079"/>
              <a:ext cx="2198685" cy="1017881"/>
            </a:xfrm>
            <a:prstGeom prst="rect">
              <a:avLst/>
            </a:prstGeom>
          </p:spPr>
        </p:pic>
        <p:cxnSp>
          <p:nvCxnSpPr>
            <p:cNvPr id="6" name="Straight Connector 5">
              <a:extLst>
                <a:ext uri="{FF2B5EF4-FFF2-40B4-BE49-F238E27FC236}">
                  <a16:creationId xmlns:a16="http://schemas.microsoft.com/office/drawing/2014/main" id="{D9B1BCF9-28F7-5132-DF0D-EBA2DF39BA52}"/>
                </a:ext>
              </a:extLst>
            </p:cNvPr>
            <p:cNvCxnSpPr>
              <a:cxnSpLocks/>
            </p:cNvCxnSpPr>
            <p:nvPr/>
          </p:nvCxnSpPr>
          <p:spPr>
            <a:xfrm>
              <a:off x="2470386" y="5980428"/>
              <a:ext cx="0" cy="57318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grpSp>
      <p:pic>
        <p:nvPicPr>
          <p:cNvPr id="7" name="Picture 2" descr="Coal Mining Health &amp; Safety Services | Coal Services">
            <a:extLst>
              <a:ext uri="{FF2B5EF4-FFF2-40B4-BE49-F238E27FC236}">
                <a16:creationId xmlns:a16="http://schemas.microsoft.com/office/drawing/2014/main" id="{4E5A161A-9D63-DE93-630B-CC3C952E7163}"/>
              </a:ext>
            </a:extLst>
          </p:cNvPr>
          <p:cNvPicPr>
            <a:picLocks noChangeAspect="1" noChangeArrowheads="1"/>
          </p:cNvPicPr>
          <p:nvPr userDrawn="1"/>
        </p:nvPicPr>
        <p:blipFill>
          <a:blip r:embed="rId42" cstate="screen">
            <a:extLst>
              <a:ext uri="{28A0092B-C50C-407E-A947-70E740481C1C}">
                <a14:useLocalDpi xmlns:a14="http://schemas.microsoft.com/office/drawing/2010/main"/>
              </a:ext>
            </a:extLst>
          </a:blip>
          <a:srcRect/>
          <a:stretch>
            <a:fillRect/>
          </a:stretch>
        </p:blipFill>
        <p:spPr bwMode="auto">
          <a:xfrm>
            <a:off x="2242624" y="6130926"/>
            <a:ext cx="971104" cy="47179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EF960E2-91A0-CB6A-A7C3-C045C270FF0D}"/>
              </a:ext>
            </a:extLst>
          </p:cNvPr>
          <p:cNvSpPr txBox="1"/>
          <p:nvPr userDrawn="1"/>
        </p:nvSpPr>
        <p:spPr>
          <a:xfrm>
            <a:off x="7927089" y="6308575"/>
            <a:ext cx="3011070" cy="230832"/>
          </a:xfrm>
          <a:prstGeom prst="rect">
            <a:avLst/>
          </a:prstGeom>
          <a:noFill/>
        </p:spPr>
        <p:txBody>
          <a:bodyPr wrap="square"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sz="900">
                <a:latin typeface="Roboto" panose="02000000000000000000" pitchFamily="2" charset="0"/>
                <a:ea typeface="Roboto" panose="02000000000000000000" pitchFamily="2" charset="0"/>
              </a:rPr>
              <a:t>© The Strategy Group 2026. All rights reserved</a:t>
            </a:r>
            <a:r>
              <a:rPr lang="en-AU" sz="800">
                <a:latin typeface="Roboto" panose="02000000000000000000" pitchFamily="2" charset="0"/>
                <a:ea typeface="Roboto" panose="02000000000000000000" pitchFamily="2" charset="0"/>
              </a:rPr>
              <a:t>. </a:t>
            </a:r>
          </a:p>
        </p:txBody>
      </p:sp>
      <p:sp>
        <p:nvSpPr>
          <p:cNvPr id="12" name="Slide Number Placeholder 3">
            <a:extLst>
              <a:ext uri="{FF2B5EF4-FFF2-40B4-BE49-F238E27FC236}">
                <a16:creationId xmlns:a16="http://schemas.microsoft.com/office/drawing/2014/main" id="{7621E0AC-692E-D20F-992A-AF88F018E659}"/>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766684962"/>
      </p:ext>
    </p:extLst>
  </p:cSld>
  <p:clrMap bg1="lt1" tx1="dk1" bg2="lt2" tx2="dk2" accent1="accent1" accent2="accent2" accent3="accent3" accent4="accent4" accent5="accent5" accent6="accent6" hlink="hlink" folHlink="folHlink"/>
  <p:sldLayoutIdLst>
    <p:sldLayoutId id="2147483846" r:id="rId1"/>
    <p:sldLayoutId id="2147483918" r:id="rId2"/>
    <p:sldLayoutId id="2147483919" r:id="rId3"/>
    <p:sldLayoutId id="2147483920" r:id="rId4"/>
    <p:sldLayoutId id="2147483891" r:id="rId5"/>
    <p:sldLayoutId id="2147483926" r:id="rId6"/>
    <p:sldLayoutId id="2147483927" r:id="rId7"/>
    <p:sldLayoutId id="2147483916" r:id="rId8"/>
    <p:sldLayoutId id="2147483917" r:id="rId9"/>
    <p:sldLayoutId id="2147484027" r:id="rId10"/>
    <p:sldLayoutId id="2147484030" r:id="rId11"/>
    <p:sldLayoutId id="2147484046" r:id="rId12"/>
    <p:sldLayoutId id="2147484047" r:id="rId13"/>
    <p:sldLayoutId id="2147484039" r:id="rId14"/>
    <p:sldLayoutId id="2147484043" r:id="rId15"/>
    <p:sldLayoutId id="2147483922" r:id="rId16"/>
    <p:sldLayoutId id="2147483928" r:id="rId17"/>
    <p:sldLayoutId id="2147483929" r:id="rId18"/>
    <p:sldLayoutId id="2147483930" r:id="rId19"/>
    <p:sldLayoutId id="2147483915" r:id="rId20"/>
    <p:sldLayoutId id="2147483912" r:id="rId21"/>
    <p:sldLayoutId id="2147483931" r:id="rId22"/>
    <p:sldLayoutId id="2147483932" r:id="rId23"/>
    <p:sldLayoutId id="2147483933" r:id="rId24"/>
    <p:sldLayoutId id="2147483934" r:id="rId25"/>
    <p:sldLayoutId id="2147483935" r:id="rId26"/>
    <p:sldLayoutId id="2147483936" r:id="rId27"/>
    <p:sldLayoutId id="2147483881" r:id="rId28"/>
    <p:sldLayoutId id="2147483877" r:id="rId29"/>
    <p:sldLayoutId id="2147483910" r:id="rId30"/>
    <p:sldLayoutId id="2147483880" r:id="rId31"/>
    <p:sldLayoutId id="2147483907" r:id="rId32"/>
    <p:sldLayoutId id="2147483874" r:id="rId33"/>
    <p:sldLayoutId id="2147483908" r:id="rId34"/>
    <p:sldLayoutId id="2147483911" r:id="rId35"/>
    <p:sldLayoutId id="2147483913" r:id="rId36"/>
    <p:sldLayoutId id="2147483914" r:id="rId37"/>
    <p:sldLayoutId id="2147483850" r:id="rId38"/>
    <p:sldLayoutId id="2147483851" r:id="rId39"/>
  </p:sldLayoutIdLst>
  <p:hf hdr="0" ftr="0" dt="0"/>
  <p:txStyles>
    <p:title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Poppins Light" panose="00000400000000000000" pitchFamily="2" charset="0"/>
          <a:ea typeface="Lato" panose="020F0502020204030203" pitchFamily="34" charset="0"/>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355" userDrawn="1">
          <p15:clr>
            <a:srgbClr val="F26B43"/>
          </p15:clr>
        </p15:guide>
        <p15:guide id="5" pos="712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51D45D-9934-604D-99B4-7F9FD259C3C4}"/>
              </a:ext>
            </a:extLst>
          </p:cNvPr>
          <p:cNvSpPr>
            <a:spLocks noGrp="1"/>
          </p:cNvSpPr>
          <p:nvPr>
            <p:ph type="title"/>
          </p:nvPr>
        </p:nvSpPr>
        <p:spPr>
          <a:xfrm>
            <a:off x="525019" y="368300"/>
            <a:ext cx="11151044" cy="90011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73DDE4-94D2-5D4A-8196-76F06726BE19}"/>
              </a:ext>
            </a:extLst>
          </p:cNvPr>
          <p:cNvSpPr>
            <a:spLocks noGrp="1"/>
          </p:cNvSpPr>
          <p:nvPr>
            <p:ph type="body" idx="1"/>
          </p:nvPr>
        </p:nvSpPr>
        <p:spPr>
          <a:xfrm>
            <a:off x="525018" y="1449389"/>
            <a:ext cx="11151033" cy="45005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5324002"/>
      </p:ext>
    </p:extLst>
  </p:cSld>
  <p:clrMap bg1="lt1" tx1="dk1" bg2="lt2" tx2="dk2" accent1="accent1" accent2="accent2" accent3="accent3" accent4="accent4" accent5="accent5" accent6="accent6" hlink="hlink" folHlink="folHlink"/>
  <p:sldLayoutIdLst>
    <p:sldLayoutId id="2147484049" r:id="rId1"/>
    <p:sldLayoutId id="2147484050" r:id="rId2"/>
    <p:sldLayoutId id="2147484051" r:id="rId3"/>
    <p:sldLayoutId id="2147484052" r:id="rId4"/>
    <p:sldLayoutId id="2147484053" r:id="rId5"/>
    <p:sldLayoutId id="2147484054" r:id="rId6"/>
    <p:sldLayoutId id="2147484055" r:id="rId7"/>
    <p:sldLayoutId id="2147484056" r:id="rId8"/>
    <p:sldLayoutId id="2147484057" r:id="rId9"/>
    <p:sldLayoutId id="2147484058" r:id="rId10"/>
    <p:sldLayoutId id="2147484059" r:id="rId11"/>
    <p:sldLayoutId id="2147484060" r:id="rId12"/>
    <p:sldLayoutId id="2147484061" r:id="rId13"/>
    <p:sldLayoutId id="2147484062" r:id="rId14"/>
    <p:sldLayoutId id="2147484063" r:id="rId15"/>
    <p:sldLayoutId id="2147484064" r:id="rId16"/>
    <p:sldLayoutId id="2147484065" r:id="rId17"/>
    <p:sldLayoutId id="2147484066" r:id="rId18"/>
    <p:sldLayoutId id="2147484067" r:id="rId19"/>
    <p:sldLayoutId id="2147484068" r:id="rId20"/>
    <p:sldLayoutId id="2147484069" r:id="rId21"/>
    <p:sldLayoutId id="2147484070" r:id="rId22"/>
    <p:sldLayoutId id="2147484071" r:id="rId23"/>
    <p:sldLayoutId id="2147484072" r:id="rId24"/>
    <p:sldLayoutId id="2147484073" r:id="rId25"/>
    <p:sldLayoutId id="2147484074" r:id="rId26"/>
    <p:sldLayoutId id="2147484075" r:id="rId27"/>
    <p:sldLayoutId id="2147484076" r:id="rId28"/>
    <p:sldLayoutId id="2147484077" r:id="rId29"/>
    <p:sldLayoutId id="2147484078" r:id="rId30"/>
    <p:sldLayoutId id="2147484079" r:id="rId31"/>
  </p:sldLayoutIdLst>
  <p:hf hdr="0" ftr="0" dt="0"/>
  <p:txStyles>
    <p:title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Poppins Light" panose="00000400000000000000" pitchFamily="2" charset="0"/>
          <a:ea typeface="Lato" panose="020F0502020204030203" pitchFamily="34" charset="0"/>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355">
          <p15:clr>
            <a:srgbClr val="F26B43"/>
          </p15:clr>
        </p15:guide>
        <p15:guide id="5" pos="712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11.jpeg"/><Relationship Id="rId4" Type="http://schemas.openxmlformats.org/officeDocument/2006/relationships/image" Target="../media/image12.png"/><Relationship Id="rId5" Type="http://schemas.openxmlformats.org/officeDocument/2006/relationships/image" Target="../media/image13.svg"/><Relationship Id="rId6" Type="http://schemas.openxmlformats.org/officeDocument/2006/relationships/image" Target="../media/image1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9.svg"/><Relationship Id="rId4" Type="http://schemas.openxmlformats.org/officeDocument/2006/relationships/image" Target="../media/image30.svg"/><Relationship Id="rId5" Type="http://schemas.openxmlformats.org/officeDocument/2006/relationships/image" Target="../media/image31.svg"/><Relationship Id="rId6" Type="http://schemas.openxmlformats.org/officeDocument/2006/relationships/image" Target="../media/image32.svg"/><Relationship Id="rId7" Type="http://schemas.openxmlformats.org/officeDocument/2006/relationships/image" Target="../media/image33.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1.jpeg"/><Relationship Id="rId4" Type="http://schemas.openxmlformats.org/officeDocument/2006/relationships/image" Target="../media/image12.png"/><Relationship Id="rId5" Type="http://schemas.openxmlformats.org/officeDocument/2006/relationships/image" Target="../media/image13.svg"/><Relationship Id="rId6" Type="http://schemas.openxmlformats.org/officeDocument/2006/relationships/image" Target="../media/image1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EC006-2222-832D-ED3B-9D349F9A757E}"/>
            </a:ext>
          </a:extLst>
        </p:cNvPr>
        <p:cNvGrpSpPr/>
        <p:nvPr/>
      </p:nvGrpSpPr>
      <p:grpSpPr>
        <a:xfrm>
          <a:off x="0" y="0"/>
          <a:ext cx="0" cy="0"/>
          <a:chOff x="0" y="0"/>
          <a:chExt cx="0" cy="0"/>
        </a:xfrm>
      </p:grpSpPr>
      <p:pic>
        <p:nvPicPr>
          <p:cNvPr id="3" name="Picture 2" descr="About Coal Services : A Specialised Health and Safety Scheme">
            <a:extLst>
              <a:ext uri="{FF2B5EF4-FFF2-40B4-BE49-F238E27FC236}">
                <a16:creationId xmlns:a16="http://schemas.microsoft.com/office/drawing/2014/main" id="{958C83BB-9788-1B17-1380-FFBE7D8CC71C}"/>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2626"/>
            <a:ext cx="12191437" cy="6883252"/>
          </a:xfrm>
          <a:prstGeom prst="rect">
            <a:avLst/>
          </a:prstGeom>
        </p:spPr>
      </p:pic>
      <p:sp>
        <p:nvSpPr>
          <p:cNvPr id="9" name="Rectangle 8">
            <a:extLst>
              <a:ext uri="{FF2B5EF4-FFF2-40B4-BE49-F238E27FC236}">
                <a16:creationId xmlns:a16="http://schemas.microsoft.com/office/drawing/2014/main" id="{65F5A8F3-97DE-6DF4-DFE7-4AE104686192}"/>
              </a:ext>
            </a:extLst>
          </p:cNvPr>
          <p:cNvSpPr/>
          <p:nvPr/>
        </p:nvSpPr>
        <p:spPr>
          <a:xfrm>
            <a:off x="0" y="0"/>
            <a:ext cx="12191437" cy="6883253"/>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Open Sans Light"/>
              <a:ea typeface="+mn-ea"/>
              <a:cs typeface="+mn-cs"/>
            </a:endParaRPr>
          </a:p>
        </p:txBody>
      </p:sp>
      <p:cxnSp>
        <p:nvCxnSpPr>
          <p:cNvPr id="8" name="Straight Connector 7">
            <a:extLst>
              <a:ext uri="{FF2B5EF4-FFF2-40B4-BE49-F238E27FC236}">
                <a16:creationId xmlns:a16="http://schemas.microsoft.com/office/drawing/2014/main" id="{182F0C0E-03BE-4E8A-9218-90A057E7882F}"/>
              </a:ext>
            </a:extLst>
          </p:cNvPr>
          <p:cNvCxnSpPr>
            <a:cxnSpLocks/>
          </p:cNvCxnSpPr>
          <p:nvPr/>
        </p:nvCxnSpPr>
        <p:spPr>
          <a:xfrm>
            <a:off x="599937" y="4292892"/>
            <a:ext cx="916629" cy="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Subtitle 4">
            <a:extLst>
              <a:ext uri="{FF2B5EF4-FFF2-40B4-BE49-F238E27FC236}">
                <a16:creationId xmlns:a16="http://schemas.microsoft.com/office/drawing/2014/main" id="{E01ADEE1-26A6-0660-D47A-861E588A14B5}"/>
              </a:ext>
            </a:extLst>
          </p:cNvPr>
          <p:cNvSpPr>
            <a:spLocks noGrp="1"/>
          </p:cNvSpPr>
          <p:nvPr>
            <p:ph type="subTitle" idx="1"/>
          </p:nvPr>
        </p:nvSpPr>
        <p:spPr>
          <a:xfrm>
            <a:off x="499110" y="4534406"/>
            <a:ext cx="9144000" cy="1655762"/>
          </a:xfrm>
        </p:spPr>
        <p:txBody>
          <a:bodyPr vert="horz" lIns="91440" tIns="45720" rIns="91440" bIns="45720" rtlCol="0" anchor="t">
            <a:normAutofit/>
          </a:bodyPr>
          <a:lstStyle/>
          <a:p>
            <a:pPr>
              <a:lnSpc>
                <a:spcPct val="100000"/>
              </a:lnSpc>
              <a:spcBef>
                <a:spcPts val="0"/>
              </a:spcBef>
              <a:spcAft>
                <a:spcPts val="800"/>
              </a:spcAft>
            </a:pPr>
            <a:r>
              <a:rPr lang="en-GB" sz="1400">
                <a:solidFill>
                  <a:schemeClr val="bg1"/>
                </a:solidFill>
                <a:latin typeface="Poppins" pitchFamily="2" charset="77"/>
                <a:cs typeface="Poppins" pitchFamily="2" charset="77"/>
              </a:rPr>
              <a:t>What the GMT told us, and what happens next</a:t>
            </a:r>
          </a:p>
          <a:p>
            <a:pPr>
              <a:lnSpc>
                <a:spcPct val="100000"/>
              </a:lnSpc>
              <a:spcBef>
                <a:spcPts val="0"/>
              </a:spcBef>
              <a:spcAft>
                <a:spcPts val="800"/>
              </a:spcAft>
            </a:pPr>
            <a:r>
              <a:rPr lang="en-GB" sz="1400">
                <a:solidFill>
                  <a:schemeClr val="bg1"/>
                </a:solidFill>
                <a:latin typeface="Poppins" pitchFamily="2" charset="77"/>
                <a:cs typeface="Poppins" pitchFamily="2" charset="77"/>
              </a:rPr>
              <a:t>GMT working session, 21 October 2026</a:t>
            </a:r>
          </a:p>
        </p:txBody>
      </p:sp>
      <p:sp>
        <p:nvSpPr>
          <p:cNvPr id="14" name="Title 3">
            <a:extLst>
              <a:ext uri="{FF2B5EF4-FFF2-40B4-BE49-F238E27FC236}">
                <a16:creationId xmlns:a16="http://schemas.microsoft.com/office/drawing/2014/main" id="{39599FE2-127A-BB0A-FB8B-3061EE8581BC}"/>
              </a:ext>
            </a:extLst>
          </p:cNvPr>
          <p:cNvSpPr>
            <a:spLocks noGrp="1"/>
          </p:cNvSpPr>
          <p:nvPr>
            <p:ph type="ctrTitle"/>
          </p:nvPr>
        </p:nvSpPr>
        <p:spPr>
          <a:xfrm>
            <a:off x="499109" y="1653000"/>
            <a:ext cx="9144000" cy="2499699"/>
          </a:xfrm>
        </p:spPr>
        <p:txBody>
          <a:bodyPr>
            <a:normAutofit/>
          </a:bodyPr>
          <a:lstStyle/>
          <a:p>
            <a:pPr>
              <a:lnSpc>
                <a:spcPct val="100000"/>
              </a:lnSpc>
            </a:pPr>
            <a:r>
              <a:rPr lang="en-AU" b="1"/>
              <a:t>Industry Sentiment Scorecard:</a:t>
            </a:r>
            <a:br>
              <a:rPr lang="en-AU" b="1"/>
            </a:br>
            <a:r>
              <a:rPr lang="en-AU" b="1"/>
              <a:t>Workshop Outputs</a:t>
            </a:r>
            <a:endParaRPr lang="en-GB" b="1" noProof="0">
              <a:latin typeface="Poppins" pitchFamily="2" charset="77"/>
              <a:cs typeface="Poppins" pitchFamily="2" charset="77"/>
            </a:endParaRPr>
          </a:p>
        </p:txBody>
      </p:sp>
      <p:pic>
        <p:nvPicPr>
          <p:cNvPr id="16" name="Picture 15">
            <a:extLst>
              <a:ext uri="{FF2B5EF4-FFF2-40B4-BE49-F238E27FC236}">
                <a16:creationId xmlns:a16="http://schemas.microsoft.com/office/drawing/2014/main" id="{0B8E9BD2-09C0-3CE8-32EF-F822B1148CA8}"/>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99519" y="6000382"/>
            <a:ext cx="1572883" cy="726691"/>
          </a:xfrm>
          <a:prstGeom prst="rect">
            <a:avLst/>
          </a:prstGeom>
        </p:spPr>
      </p:pic>
      <p:pic>
        <p:nvPicPr>
          <p:cNvPr id="4" name="Graphic 3">
            <a:extLst>
              <a:ext uri="{FF2B5EF4-FFF2-40B4-BE49-F238E27FC236}">
                <a16:creationId xmlns:a16="http://schemas.microsoft.com/office/drawing/2014/main" id="{A809D29D-F8AA-B053-D0E4-57C0F079C9E6}"/>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8654" t="36592" r="41735" b="22942"/>
          <a:stretch>
            <a:fillRect/>
          </a:stretch>
        </p:blipFill>
        <p:spPr>
          <a:xfrm>
            <a:off x="8130766" y="20202"/>
            <a:ext cx="4060671" cy="3312083"/>
          </a:xfrm>
          <a:prstGeom prst="rect">
            <a:avLst/>
          </a:prstGeom>
        </p:spPr>
      </p:pic>
      <p:pic>
        <p:nvPicPr>
          <p:cNvPr id="19" name="Picture 6">
            <a:extLst>
              <a:ext uri="{FF2B5EF4-FFF2-40B4-BE49-F238E27FC236}">
                <a16:creationId xmlns:a16="http://schemas.microsoft.com/office/drawing/2014/main" id="{15B59517-8ADD-FB27-58CF-D7BFFF0B4F8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499109" y="272505"/>
            <a:ext cx="2156226" cy="1189642"/>
          </a:xfrm>
          <a:prstGeom prst="rect">
            <a:avLst/>
          </a:prstGeom>
        </p:spPr>
      </p:pic>
    </p:spTree>
    <p:extLst>
      <p:ext uri="{BB962C8B-B14F-4D97-AF65-F5344CB8AC3E}">
        <p14:creationId xmlns:p14="http://schemas.microsoft.com/office/powerpoint/2010/main" val="1304384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a:solidFill/>
              </a:rPr>
              <a:t>53 initiatives in one place, </a:t>
            </a:r>
            <a:r>
              <a:rPr lang="en-AU">
                <a:solidFill>
                  <a:schemeClr val="accent3"/>
                </a:solidFill>
              </a:rPr>
              <a:t>and what we share back on each</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a:ln>
                <a:noFill/>
              </a:ln>
              <a:solidFill>
                <a:schemeClr val="bg2">
                  <a:lumMod val="10000"/>
                </a:schemeClr>
              </a:solidFill>
              <a:effectLst/>
              <a:uLnTx/>
              <a:uFillTx/>
              <a:latin typeface="Aptos" panose="020B0004020202020204" pitchFamily="34" charset="0"/>
              <a:ea typeface="+mn-ea"/>
              <a:cs typeface="+mn-cs"/>
            </a:endParaRPr>
          </a:p>
        </p:txBody>
      </p:sp>
      <p:graphicFrame>
        <p:nvGraphicFramePr>
          <p:cNvPr id="15" name="Table 14"/>
          <p:cNvGraphicFramePr>
            <a:graphicFrameLocks noGrp="1"/>
          </p:cNvGraphicFramePr>
          <p:nvPr/>
        </p:nvGraphicFramePr>
        <p:xfrm>
          <a:off x="475488" y="1298448"/>
          <a:ext cx="3675888" cy="3840480"/>
        </p:xfrm>
        <a:graphic>
          <a:graphicData uri="http://schemas.openxmlformats.org/drawingml/2006/table">
            <a:tbl>
              <a:tblPr firstRow="0" bandRow="0">
                <a:tableStyleId>{2D5ABB26-0587-4C30-8999-92F81FD0307C}</a:tableStyleId>
              </a:tblPr>
              <a:tblGrid>
                <a:gridCol w="1938528"/>
                <a:gridCol w="420624"/>
                <a:gridCol w="420624"/>
                <a:gridCol w="274320"/>
                <a:gridCol w="621792"/>
              </a:tblGrid>
              <a:tr h="182880">
                <a:tc>
                  <a:txBody>
                    <a:bodyPr wrap="square"/>
                    <a:lstStyle/>
                    <a:p>
                      <a:pPr algn="l">
                        <a:lnSpc>
                          <a:spcPct val="100000"/>
                        </a:lnSpc>
                        <a:spcBef>
                          <a:spcPts val="0"/>
                        </a:spcBef>
                        <a:spcAft>
                          <a:spcPts val="0"/>
                        </a:spcAft>
                      </a:pPr>
                      <a:r>
                        <a:rPr sz="700" b="1" i="0">
                          <a:solidFill>
                            <a:srgbClr val="FFFFFF"/>
                          </a:solidFill>
                          <a:latin typeface="Poppins SemiBold"/>
                        </a:rPr>
                        <a:t>Initiative</a:t>
                      </a:r>
                      <a:endParaRPr sz="700" lang="en-AU"/>
                    </a:p>
                  </a:txBody>
                  <a:tcPr marL="45720" marR="45720" marT="9144" marB="9144" anchor="ctr">
                    <a:solidFill>
                      <a:srgbClr val="445469"/>
                    </a:solidFill>
                  </a:tcPr>
                </a:tc>
                <a:tc>
                  <a:txBody>
                    <a:bodyPr wrap="square"/>
                    <a:lstStyle/>
                    <a:p>
                      <a:pPr algn="ctr">
                        <a:lnSpc>
                          <a:spcPct val="100000"/>
                        </a:lnSpc>
                        <a:spcBef>
                          <a:spcPts val="0"/>
                        </a:spcBef>
                        <a:spcAft>
                          <a:spcPts val="0"/>
                        </a:spcAft>
                      </a:pPr>
                      <a:r>
                        <a:rPr sz="700" b="1" i="0">
                          <a:solidFill>
                            <a:srgbClr val="FFFFFF"/>
                          </a:solidFill>
                          <a:latin typeface="Poppins SemiBold"/>
                        </a:rPr>
                        <a:t>Owner</a:t>
                      </a:r>
                      <a:endParaRPr sz="700" lang="en-AU"/>
                    </a:p>
                  </a:txBody>
                  <a:tcPr marL="45720" marR="45720" marT="9144" marB="9144" anchor="ctr">
                    <a:solidFill>
                      <a:srgbClr val="445469"/>
                    </a:solidFill>
                  </a:tcPr>
                </a:tc>
                <a:tc>
                  <a:txBody>
                    <a:bodyPr wrap="square"/>
                    <a:lstStyle/>
                    <a:p>
                      <a:pPr algn="ctr">
                        <a:lnSpc>
                          <a:spcPct val="100000"/>
                        </a:lnSpc>
                        <a:spcBef>
                          <a:spcPts val="0"/>
                        </a:spcBef>
                        <a:spcAft>
                          <a:spcPts val="0"/>
                        </a:spcAft>
                      </a:pPr>
                      <a:r>
                        <a:rPr sz="700" b="1" i="0">
                          <a:solidFill>
                            <a:srgbClr val="FFFFFF"/>
                          </a:solidFill>
                          <a:latin typeface="Poppins SemiBold"/>
                        </a:rPr>
                        <a:t>Theme</a:t>
                      </a:r>
                      <a:endParaRPr sz="700" lang="en-AU"/>
                    </a:p>
                  </a:txBody>
                  <a:tcPr marL="45720" marR="45720" marT="9144" marB="9144" anchor="ctr">
                    <a:solidFill>
                      <a:srgbClr val="445469"/>
                    </a:solidFill>
                  </a:tcPr>
                </a:tc>
                <a:tc>
                  <a:txBody>
                    <a:bodyPr wrap="square"/>
                    <a:lstStyle/>
                    <a:p>
                      <a:pPr algn="ctr">
                        <a:lnSpc>
                          <a:spcPct val="100000"/>
                        </a:lnSpc>
                        <a:spcBef>
                          <a:spcPts val="0"/>
                        </a:spcBef>
                        <a:spcAft>
                          <a:spcPts val="0"/>
                        </a:spcAft>
                      </a:pPr>
                      <a:r>
                        <a:rPr sz="700" b="1" i="0">
                          <a:solidFill>
                            <a:srgbClr val="FFFFFF"/>
                          </a:solidFill>
                          <a:latin typeface="Poppins SemiBold"/>
                        </a:rPr>
                        <a:t>Flag</a:t>
                      </a:r>
                      <a:endParaRPr sz="700" lang="en-AU"/>
                    </a:p>
                  </a:txBody>
                  <a:tcPr marL="45720" marR="45720" marT="9144" marB="9144" anchor="ctr">
                    <a:solidFill>
                      <a:srgbClr val="445469"/>
                    </a:solidFill>
                  </a:tcPr>
                </a:tc>
                <a:tc>
                  <a:txBody>
                    <a:bodyPr wrap="square"/>
                    <a:lstStyle/>
                    <a:p>
                      <a:pPr algn="ctr">
                        <a:lnSpc>
                          <a:spcPct val="100000"/>
                        </a:lnSpc>
                        <a:spcBef>
                          <a:spcPts val="0"/>
                        </a:spcBef>
                        <a:spcAft>
                          <a:spcPts val="0"/>
                        </a:spcAft>
                      </a:pPr>
                      <a:r>
                        <a:rPr sz="700" b="1" i="0">
                          <a:solidFill>
                            <a:srgbClr val="FFFFFF"/>
                          </a:solidFill>
                          <a:latin typeface="Poppins SemiBold"/>
                        </a:rPr>
                        <a:t>Share</a:t>
                      </a:r>
                      <a:endParaRPr sz="700" lang="en-AU"/>
                    </a:p>
                  </a:txBody>
                  <a:tcPr marL="45720" marR="45720" marT="9144" marB="9144" anchor="ctr">
                    <a:solidFill>
                      <a:srgbClr val="445469"/>
                    </a:solidFill>
                  </a:tcPr>
                </a:tc>
              </a:tr>
              <a:tr h="182880">
                <a:tc gridSpan="5">
                  <a:txBody>
                    <a:bodyPr wrap="square"/>
                    <a:lstStyle/>
                    <a:p>
                      <a:pPr algn="l">
                        <a:lnSpc>
                          <a:spcPct val="100000"/>
                        </a:lnSpc>
                        <a:spcBef>
                          <a:spcPts val="0"/>
                        </a:spcBef>
                        <a:spcAft>
                          <a:spcPts val="0"/>
                        </a:spcAft>
                      </a:pPr>
                      <a:r>
                        <a:rPr sz="750" b="1" i="0">
                          <a:solidFill>
                            <a:schemeClr val="accent3"/>
                          </a:solidFill>
                          <a:latin typeface="Poppins SemiBold"/>
                        </a:rPr>
                        <a:t>Pre-mapped and validated</a:t>
                      </a:r>
                      <a:endParaRPr sz="700" lang="en-AU"/>
                    </a:p>
                  </a:txBody>
                  <a:tcPr marL="45720" marR="45720" marT="9144" marB="9144" anchor="ctr">
                    <a:solidFill>
                      <a:schemeClr val="accent5">
                        <a:lumMod val="20000"/>
                        <a:lumOff val="80000"/>
                      </a:schemeClr>
                    </a:solidFill>
                  </a:tcPr>
                </a:tc>
                <a:tc hMerge="1">
                  <a:txBody>
                    <a:bodyPr/>
                    <a:lstStyle/>
                    <a:p/>
                  </a:txBody>
                  <a:tcPr/>
                </a:tc>
                <a:tc hMerge="1">
                  <a:txBody>
                    <a:bodyPr/>
                    <a:lstStyle/>
                    <a:p/>
                  </a:txBody>
                  <a:tcPr/>
                </a:tc>
                <a:tc hMerge="1">
                  <a:txBody>
                    <a:bodyPr/>
                    <a:lstStyle/>
                    <a:p/>
                  </a:txBody>
                  <a:tcPr/>
                </a:tc>
                <a:tc hMerge="1">
                  <a:txBody>
                    <a:bodyPr/>
                    <a:lstStyle/>
                    <a:p/>
                  </a:txBody>
                  <a:tcPr/>
                </a:tc>
              </a:tr>
              <a:tr h="182880">
                <a:tc>
                  <a:txBody>
                    <a:bodyPr wrap="square"/>
                    <a:lstStyle/>
                    <a:p>
                      <a:pPr algn="l">
                        <a:lnSpc>
                          <a:spcPct val="100000"/>
                        </a:lnSpc>
                        <a:spcBef>
                          <a:spcPts val="0"/>
                        </a:spcBef>
                        <a:spcAft>
                          <a:spcPts val="0"/>
                        </a:spcAft>
                      </a:pPr>
                      <a:r>
                        <a:rPr sz="750" b="0" i="0">
                          <a:solidFill>
                            <a:srgbClr val="445469"/>
                          </a:solidFill>
                          <a:latin typeface="Open Sans"/>
                        </a:rPr>
                        <a:t>1  </a:t>
                      </a:r>
                      <a:r>
                        <a:rPr sz="750" b="0" i="0">
                          <a:solidFill>
                            <a:srgbClr val="333F4F"/>
                          </a:solidFill>
                          <a:latin typeface="Open Sans"/>
                        </a:rPr>
                        <a:t>CMI Go to Green</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CMI</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Open Sans"/>
                        </a:rPr>
                        <a:t>1 </a:t>
                      </a:r>
                      <a:r>
                        <a:rPr sz="750" b="1" i="0">
                          <a:solidFill>
                            <a:schemeClr val="accent1"/>
                          </a:solidFill>
                          <a:latin typeface="Open Sans"/>
                        </a:rPr>
                        <a:t>2 </a:t>
                      </a:r>
                      <a:r>
                        <a:rPr sz="750" b="1" i="0">
                          <a:solidFill>
                            <a:schemeClr val="accent2"/>
                          </a:solidFill>
                          <a:latin typeface="Open Sans"/>
                        </a:rPr>
                        <a:t>3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Segoe UI Symbol"/>
                        </a:rPr>
                        <a:t>✓</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rgbClr val="333F4F"/>
                          </a:solidFill>
                          <a:latin typeface="Open Sans"/>
                        </a:rPr>
                        <a:t>Progress</a:t>
                      </a: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2  </a:t>
                      </a:r>
                      <a:r>
                        <a:rPr sz="750" b="0" i="0">
                          <a:solidFill>
                            <a:srgbClr val="333F4F"/>
                          </a:solidFill>
                          <a:latin typeface="Open Sans"/>
                        </a:rPr>
                        <a:t>CX uplift (CX measurement framework, service standards)</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CEO</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Open Sans"/>
                        </a:rPr>
                        <a:t>1 </a:t>
                      </a:r>
                      <a:r>
                        <a:rPr sz="750" b="1" i="0">
                          <a:solidFill>
                            <a:schemeClr val="accent1"/>
                          </a:solidFill>
                          <a:latin typeface="Open Sans"/>
                        </a:rPr>
                        <a:t>2 </a:t>
                      </a:r>
                      <a:r>
                        <a:rPr sz="750" b="1" i="0">
                          <a:solidFill>
                            <a:schemeClr val="accent2"/>
                          </a:solidFill>
                          <a:latin typeface="Open Sans"/>
                        </a:rPr>
                        <a:t>3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Segoe UI Symbol"/>
                        </a:rPr>
                        <a:t>✓</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rgbClr val="333F4F"/>
                          </a:solidFill>
                          <a:latin typeface="Open Sans"/>
                        </a:rPr>
                        <a:t>Awareness</a:t>
                      </a: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3  </a:t>
                      </a:r>
                      <a:r>
                        <a:rPr sz="750" b="0" i="0">
                          <a:solidFill>
                            <a:srgbClr val="333F4F"/>
                          </a:solidFill>
                          <a:latin typeface="Open Sans"/>
                        </a:rPr>
                        <a:t>Engagement Strategy</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CEO</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Open Sans"/>
                        </a:rPr>
                        <a:t>1 </a:t>
                      </a:r>
                      <a:r>
                        <a:rPr sz="750" b="1" i="0">
                          <a:solidFill>
                            <a:schemeClr val="accent1"/>
                          </a:solidFill>
                          <a:latin typeface="Open Sans"/>
                        </a:rPr>
                        <a:t>2 </a:t>
                      </a:r>
                      <a:r>
                        <a:rPr sz="750" b="1" i="0">
                          <a:solidFill>
                            <a:schemeClr val="accent2"/>
                          </a:solidFill>
                          <a:latin typeface="Open Sans"/>
                        </a:rPr>
                        <a:t>3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4  </a:t>
                      </a:r>
                      <a:r>
                        <a:rPr sz="750" b="0" i="0">
                          <a:solidFill>
                            <a:srgbClr val="333F4F"/>
                          </a:solidFill>
                          <a:latin typeface="Open Sans"/>
                        </a:rPr>
                        <a:t>Complaints and feedback uplift (Bowtie remediation)</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CEO</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Open Sans"/>
                        </a:rPr>
                        <a:t>1 </a:t>
                      </a:r>
                      <a:r>
                        <a:rPr sz="750" b="1" i="0">
                          <a:solidFill>
                            <a:schemeClr val="accent1"/>
                          </a:solidFill>
                          <a:latin typeface="Open Sans"/>
                        </a:rPr>
                        <a:t>2 </a:t>
                      </a:r>
                      <a:r>
                        <a:rPr sz="750" b="1" i="0">
                          <a:solidFill>
                            <a:schemeClr val="accent2"/>
                          </a:solidFill>
                          <a:latin typeface="Open Sans"/>
                        </a:rPr>
                        <a:t>3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Segoe UI Symbol"/>
                        </a:rPr>
                        <a:t>✓</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5  </a:t>
                      </a:r>
                      <a:r>
                        <a:rPr sz="750" b="0" i="0">
                          <a:solidFill>
                            <a:srgbClr val="333F4F"/>
                          </a:solidFill>
                          <a:latin typeface="Open Sans"/>
                        </a:rPr>
                        <a:t>MSOH Customer Reporting Portal</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MRRC</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6  </a:t>
                      </a:r>
                      <a:r>
                        <a:rPr sz="750" b="0" i="0">
                          <a:solidFill>
                            <a:srgbClr val="333F4F"/>
                          </a:solidFill>
                          <a:latin typeface="Open Sans"/>
                        </a:rPr>
                        <a:t>IT Data Strategy and Implementation</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CIO</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7  </a:t>
                      </a:r>
                      <a:r>
                        <a:rPr sz="750" b="0" i="0">
                          <a:solidFill>
                            <a:srgbClr val="333F4F"/>
                          </a:solidFill>
                          <a:latin typeface="Open Sans"/>
                        </a:rPr>
                        <a:t>IT Records management uplift</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CIO</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8  </a:t>
                      </a:r>
                      <a:r>
                        <a:rPr sz="750" b="0" i="0">
                          <a:solidFill>
                            <a:srgbClr val="333F4F"/>
                          </a:solidFill>
                          <a:latin typeface="Open Sans"/>
                        </a:rPr>
                        <a:t>CMI Capability uplift</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CMI</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9  </a:t>
                      </a:r>
                      <a:r>
                        <a:rPr sz="750" b="0" i="0">
                          <a:solidFill>
                            <a:srgbClr val="333F4F"/>
                          </a:solidFill>
                          <a:latin typeface="Open Sans"/>
                        </a:rPr>
                        <a:t>Process Excellence capability uplift</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CEO</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10  </a:t>
                      </a:r>
                      <a:r>
                        <a:rPr sz="750" b="0" i="0">
                          <a:solidFill>
                            <a:srgbClr val="333F4F"/>
                          </a:solidFill>
                          <a:latin typeface="Open Sans"/>
                        </a:rPr>
                        <a:t>CSH Mobile Health Units</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Capital</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11  </a:t>
                      </a:r>
                      <a:r>
                        <a:rPr sz="750" b="0" i="0">
                          <a:solidFill>
                            <a:srgbClr val="333F4F"/>
                          </a:solidFill>
                          <a:latin typeface="Open Sans"/>
                        </a:rPr>
                        <a:t>MRRC Customer service experience uplift</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MRRC</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12  </a:t>
                      </a:r>
                      <a:r>
                        <a:rPr sz="750" b="0" i="0">
                          <a:solidFill>
                            <a:srgbClr val="333F4F"/>
                          </a:solidFill>
                          <a:latin typeface="Open Sans"/>
                        </a:rPr>
                        <a:t>CSH Service value review and delivery model (incl. service value model)</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CSH</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13  </a:t>
                      </a:r>
                      <a:r>
                        <a:rPr sz="750" b="0" i="0">
                          <a:solidFill>
                            <a:srgbClr val="333F4F"/>
                          </a:solidFill>
                          <a:latin typeface="Open Sans"/>
                        </a:rPr>
                        <a:t>MR Levy clarity, bang for buck (renamed on the day)</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MRRC</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Segoe UI Symbol"/>
                        </a:rPr>
                        <a:t>✓</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14  </a:t>
                      </a:r>
                      <a:r>
                        <a:rPr sz="750" b="0" i="0">
                          <a:solidFill>
                            <a:srgbClr val="333F4F"/>
                          </a:solidFill>
                          <a:latin typeface="Open Sans"/>
                        </a:rPr>
                        <a:t>MRRC Industry engagement and value to industry</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MRRC</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15  </a:t>
                      </a:r>
                      <a:r>
                        <a:rPr sz="750" b="0" i="0">
                          <a:solidFill>
                            <a:srgbClr val="333F4F"/>
                          </a:solidFill>
                          <a:latin typeface="Open Sans"/>
                        </a:rPr>
                        <a:t>CSS Industry Outlook</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CSS</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16  </a:t>
                      </a:r>
                      <a:r>
                        <a:rPr sz="750" b="0" i="0">
                          <a:solidFill>
                            <a:srgbClr val="333F4F"/>
                          </a:solidFill>
                          <a:latin typeface="Open Sans"/>
                        </a:rPr>
                        <a:t>Optimise site and service models</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COO</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gridSpan="5">
                  <a:txBody>
                    <a:bodyPr wrap="square"/>
                    <a:lstStyle/>
                    <a:p>
                      <a:pPr algn="l">
                        <a:lnSpc>
                          <a:spcPct val="100000"/>
                        </a:lnSpc>
                        <a:spcBef>
                          <a:spcPts val="0"/>
                        </a:spcBef>
                        <a:spcAft>
                          <a:spcPts val="0"/>
                        </a:spcAft>
                      </a:pPr>
                      <a:r>
                        <a:rPr sz="750" b="1" i="0">
                          <a:solidFill>
                            <a:schemeClr val="accent3"/>
                          </a:solidFill>
                          <a:latin typeface="Poppins SemiBold"/>
                        </a:rPr>
                        <a:t>Added on the day as already in train</a:t>
                      </a:r>
                      <a:endParaRPr sz="700" lang="en-AU"/>
                    </a:p>
                  </a:txBody>
                  <a:tcPr marL="45720" marR="45720" marT="9144" marB="9144" anchor="ctr">
                    <a:solidFill>
                      <a:schemeClr val="accent5">
                        <a:lumMod val="20000"/>
                        <a:lumOff val="80000"/>
                      </a:schemeClr>
                    </a:solidFill>
                  </a:tcPr>
                </a:tc>
                <a:tc hMerge="1">
                  <a:txBody>
                    <a:bodyPr/>
                    <a:lstStyle/>
                    <a:p/>
                  </a:txBody>
                  <a:tcPr/>
                </a:tc>
                <a:tc hMerge="1">
                  <a:txBody>
                    <a:bodyPr/>
                    <a:lstStyle/>
                    <a:p/>
                  </a:txBody>
                  <a:tcPr/>
                </a:tc>
                <a:tc hMerge="1">
                  <a:txBody>
                    <a:bodyPr/>
                    <a:lstStyle/>
                    <a:p/>
                  </a:txBody>
                  <a:tcPr/>
                </a:tc>
                <a:tc hMerge="1">
                  <a:txBody>
                    <a:bodyPr/>
                    <a:lstStyle/>
                    <a:p/>
                  </a:txBody>
                  <a:tcPr/>
                </a:tc>
              </a:tr>
              <a:tr h="182880">
                <a:tc>
                  <a:txBody>
                    <a:bodyPr wrap="square"/>
                    <a:lstStyle/>
                    <a:p>
                      <a:pPr algn="l">
                        <a:lnSpc>
                          <a:spcPct val="100000"/>
                        </a:lnSpc>
                        <a:spcBef>
                          <a:spcPts val="0"/>
                        </a:spcBef>
                        <a:spcAft>
                          <a:spcPts val="0"/>
                        </a:spcAft>
                      </a:pPr>
                      <a:r>
                        <a:rPr sz="750" b="0" i="0">
                          <a:solidFill>
                            <a:srgbClr val="445469"/>
                          </a:solidFill>
                          <a:latin typeface="Open Sans"/>
                        </a:rPr>
                        <a:t>17  </a:t>
                      </a:r>
                      <a:r>
                        <a:rPr sz="750" b="0" i="0">
                          <a:solidFill>
                            <a:srgbClr val="333F4F"/>
                          </a:solidFill>
                          <a:latin typeface="Open Sans"/>
                        </a:rPr>
                        <a:t>Call recording and transcribing</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18  </a:t>
                      </a:r>
                      <a:r>
                        <a:rPr sz="750" b="0" i="0">
                          <a:solidFill>
                            <a:srgbClr val="333F4F"/>
                          </a:solidFill>
                          <a:latin typeface="Open Sans"/>
                        </a:rPr>
                        <a:t>Telephony upgrade (part of CMI Go to Green)</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CMI</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bl>
          </a:graphicData>
        </a:graphic>
      </p:graphicFrame>
      <p:graphicFrame>
        <p:nvGraphicFramePr>
          <p:cNvPr id="16" name="Table 15"/>
          <p:cNvGraphicFramePr>
            <a:graphicFrameLocks noGrp="1"/>
          </p:cNvGraphicFramePr>
          <p:nvPr/>
        </p:nvGraphicFramePr>
        <p:xfrm>
          <a:off x="4251959" y="1298448"/>
          <a:ext cx="3675888" cy="3840480"/>
        </p:xfrm>
        <a:graphic>
          <a:graphicData uri="http://schemas.openxmlformats.org/drawingml/2006/table">
            <a:tbl>
              <a:tblPr firstRow="0" bandRow="0">
                <a:tableStyleId>{2D5ABB26-0587-4C30-8999-92F81FD0307C}</a:tableStyleId>
              </a:tblPr>
              <a:tblGrid>
                <a:gridCol w="1938528"/>
                <a:gridCol w="420624"/>
                <a:gridCol w="420624"/>
                <a:gridCol w="274320"/>
                <a:gridCol w="621792"/>
              </a:tblGrid>
              <a:tr h="182880">
                <a:tc>
                  <a:txBody>
                    <a:bodyPr wrap="square"/>
                    <a:lstStyle/>
                    <a:p>
                      <a:pPr algn="l">
                        <a:lnSpc>
                          <a:spcPct val="100000"/>
                        </a:lnSpc>
                        <a:spcBef>
                          <a:spcPts val="0"/>
                        </a:spcBef>
                        <a:spcAft>
                          <a:spcPts val="0"/>
                        </a:spcAft>
                      </a:pPr>
                      <a:r>
                        <a:rPr sz="700" b="1" i="0">
                          <a:solidFill>
                            <a:srgbClr val="FFFFFF"/>
                          </a:solidFill>
                          <a:latin typeface="Poppins SemiBold"/>
                        </a:rPr>
                        <a:t>Initiative</a:t>
                      </a:r>
                      <a:endParaRPr sz="700" lang="en-AU"/>
                    </a:p>
                  </a:txBody>
                  <a:tcPr marL="45720" marR="45720" marT="9144" marB="9144" anchor="ctr">
                    <a:solidFill>
                      <a:srgbClr val="445469"/>
                    </a:solidFill>
                  </a:tcPr>
                </a:tc>
                <a:tc>
                  <a:txBody>
                    <a:bodyPr wrap="square"/>
                    <a:lstStyle/>
                    <a:p>
                      <a:pPr algn="ctr">
                        <a:lnSpc>
                          <a:spcPct val="100000"/>
                        </a:lnSpc>
                        <a:spcBef>
                          <a:spcPts val="0"/>
                        </a:spcBef>
                        <a:spcAft>
                          <a:spcPts val="0"/>
                        </a:spcAft>
                      </a:pPr>
                      <a:r>
                        <a:rPr sz="700" b="1" i="0">
                          <a:solidFill>
                            <a:srgbClr val="FFFFFF"/>
                          </a:solidFill>
                          <a:latin typeface="Poppins SemiBold"/>
                        </a:rPr>
                        <a:t>Owner</a:t>
                      </a:r>
                      <a:endParaRPr sz="700" lang="en-AU"/>
                    </a:p>
                  </a:txBody>
                  <a:tcPr marL="45720" marR="45720" marT="9144" marB="9144" anchor="ctr">
                    <a:solidFill>
                      <a:srgbClr val="445469"/>
                    </a:solidFill>
                  </a:tcPr>
                </a:tc>
                <a:tc>
                  <a:txBody>
                    <a:bodyPr wrap="square"/>
                    <a:lstStyle/>
                    <a:p>
                      <a:pPr algn="ctr">
                        <a:lnSpc>
                          <a:spcPct val="100000"/>
                        </a:lnSpc>
                        <a:spcBef>
                          <a:spcPts val="0"/>
                        </a:spcBef>
                        <a:spcAft>
                          <a:spcPts val="0"/>
                        </a:spcAft>
                      </a:pPr>
                      <a:r>
                        <a:rPr sz="700" b="1" i="0">
                          <a:solidFill>
                            <a:srgbClr val="FFFFFF"/>
                          </a:solidFill>
                          <a:latin typeface="Poppins SemiBold"/>
                        </a:rPr>
                        <a:t>Theme</a:t>
                      </a:r>
                      <a:endParaRPr sz="700" lang="en-AU"/>
                    </a:p>
                  </a:txBody>
                  <a:tcPr marL="45720" marR="45720" marT="9144" marB="9144" anchor="ctr">
                    <a:solidFill>
                      <a:srgbClr val="445469"/>
                    </a:solidFill>
                  </a:tcPr>
                </a:tc>
                <a:tc>
                  <a:txBody>
                    <a:bodyPr wrap="square"/>
                    <a:lstStyle/>
                    <a:p>
                      <a:pPr algn="ctr">
                        <a:lnSpc>
                          <a:spcPct val="100000"/>
                        </a:lnSpc>
                        <a:spcBef>
                          <a:spcPts val="0"/>
                        </a:spcBef>
                        <a:spcAft>
                          <a:spcPts val="0"/>
                        </a:spcAft>
                      </a:pPr>
                      <a:r>
                        <a:rPr sz="700" b="1" i="0">
                          <a:solidFill>
                            <a:srgbClr val="FFFFFF"/>
                          </a:solidFill>
                          <a:latin typeface="Poppins SemiBold"/>
                        </a:rPr>
                        <a:t>Flag</a:t>
                      </a:r>
                      <a:endParaRPr sz="700" lang="en-AU"/>
                    </a:p>
                  </a:txBody>
                  <a:tcPr marL="45720" marR="45720" marT="9144" marB="9144" anchor="ctr">
                    <a:solidFill>
                      <a:srgbClr val="445469"/>
                    </a:solidFill>
                  </a:tcPr>
                </a:tc>
                <a:tc>
                  <a:txBody>
                    <a:bodyPr wrap="square"/>
                    <a:lstStyle/>
                    <a:p>
                      <a:pPr algn="ctr">
                        <a:lnSpc>
                          <a:spcPct val="100000"/>
                        </a:lnSpc>
                        <a:spcBef>
                          <a:spcPts val="0"/>
                        </a:spcBef>
                        <a:spcAft>
                          <a:spcPts val="0"/>
                        </a:spcAft>
                      </a:pPr>
                      <a:r>
                        <a:rPr sz="700" b="1" i="0">
                          <a:solidFill>
                            <a:srgbClr val="FFFFFF"/>
                          </a:solidFill>
                          <a:latin typeface="Poppins SemiBold"/>
                        </a:rPr>
                        <a:t>Share</a:t>
                      </a:r>
                      <a:endParaRPr sz="700" lang="en-AU"/>
                    </a:p>
                  </a:txBody>
                  <a:tcPr marL="45720" marR="45720" marT="9144" marB="9144" anchor="ctr">
                    <a:solidFill>
                      <a:srgbClr val="445469"/>
                    </a:solidFill>
                  </a:tcPr>
                </a:tc>
              </a:tr>
              <a:tr h="182880">
                <a:tc gridSpan="5">
                  <a:txBody>
                    <a:bodyPr wrap="square"/>
                    <a:lstStyle/>
                    <a:p>
                      <a:pPr algn="l">
                        <a:lnSpc>
                          <a:spcPct val="100000"/>
                        </a:lnSpc>
                        <a:spcBef>
                          <a:spcPts val="0"/>
                        </a:spcBef>
                        <a:spcAft>
                          <a:spcPts val="0"/>
                        </a:spcAft>
                      </a:pPr>
                      <a:r>
                        <a:rPr sz="750" b="1" i="0">
                          <a:solidFill>
                            <a:schemeClr val="accent3"/>
                          </a:solidFill>
                          <a:latin typeface="Poppins SemiBold"/>
                        </a:rPr>
                        <a:t>Added on the day as already in train (cont.)</a:t>
                      </a:r>
                      <a:endParaRPr sz="700" lang="en-AU"/>
                    </a:p>
                  </a:txBody>
                  <a:tcPr marL="45720" marR="45720" marT="9144" marB="9144" anchor="ctr">
                    <a:solidFill>
                      <a:schemeClr val="accent5">
                        <a:lumMod val="20000"/>
                        <a:lumOff val="80000"/>
                      </a:schemeClr>
                    </a:solidFill>
                  </a:tcPr>
                </a:tc>
                <a:tc hMerge="1">
                  <a:txBody>
                    <a:bodyPr/>
                    <a:lstStyle/>
                    <a:p/>
                  </a:txBody>
                  <a:tcPr/>
                </a:tc>
                <a:tc hMerge="1">
                  <a:txBody>
                    <a:bodyPr/>
                    <a:lstStyle/>
                    <a:p/>
                  </a:txBody>
                  <a:tcPr/>
                </a:tc>
                <a:tc hMerge="1">
                  <a:txBody>
                    <a:bodyPr/>
                    <a:lstStyle/>
                    <a:p/>
                  </a:txBody>
                  <a:tcPr/>
                </a:tc>
                <a:tc hMerge="1">
                  <a:txBody>
                    <a:bodyPr/>
                    <a:lstStyle/>
                    <a:p/>
                  </a:txBody>
                  <a:tcPr/>
                </a:tc>
              </a:tr>
              <a:tr h="182880">
                <a:tc>
                  <a:txBody>
                    <a:bodyPr wrap="square"/>
                    <a:lstStyle/>
                    <a:p>
                      <a:pPr algn="l">
                        <a:lnSpc>
                          <a:spcPct val="100000"/>
                        </a:lnSpc>
                        <a:spcBef>
                          <a:spcPts val="0"/>
                        </a:spcBef>
                        <a:spcAft>
                          <a:spcPts val="0"/>
                        </a:spcAft>
                      </a:pPr>
                      <a:r>
                        <a:rPr sz="750" b="0" i="0">
                          <a:solidFill>
                            <a:srgbClr val="445469"/>
                          </a:solidFill>
                          <a:latin typeface="Open Sans"/>
                        </a:rPr>
                        <a:t>19  </a:t>
                      </a:r>
                      <a:r>
                        <a:rPr sz="750" b="0" i="0">
                          <a:solidFill>
                            <a:srgbClr val="333F4F"/>
                          </a:solidFill>
                          <a:latin typeface="Open Sans"/>
                        </a:rPr>
                        <a:t>Call abandonment rate</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20  </a:t>
                      </a:r>
                      <a:r>
                        <a:rPr sz="750" b="0" i="0">
                          <a:solidFill>
                            <a:srgbClr val="333F4F"/>
                          </a:solidFill>
                          <a:latin typeface="Open Sans"/>
                        </a:rPr>
                        <a:t>Data and reporting taskforce</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21  </a:t>
                      </a:r>
                      <a:r>
                        <a:rPr sz="750" b="0" i="0">
                          <a:solidFill>
                            <a:srgbClr val="333F4F"/>
                          </a:solidFill>
                          <a:latin typeface="Open Sans"/>
                        </a:rPr>
                        <a:t>Privacy policy review</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22  </a:t>
                      </a:r>
                      <a:r>
                        <a:rPr sz="750" b="0" i="0">
                          <a:solidFill>
                            <a:srgbClr val="333F4F"/>
                          </a:solidFill>
                          <a:latin typeface="Open Sans"/>
                        </a:rPr>
                        <a:t>Stakeholder engagement plan for all stakeholders</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23  </a:t>
                      </a:r>
                      <a:r>
                        <a:rPr sz="750" b="0" i="0">
                          <a:solidFill>
                            <a:srgbClr val="333F4F"/>
                          </a:solidFill>
                          <a:latin typeface="Open Sans"/>
                        </a:rPr>
                        <a:t>Transparency around premiums</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24  </a:t>
                      </a:r>
                      <a:r>
                        <a:rPr sz="750" b="0" i="0">
                          <a:solidFill>
                            <a:srgbClr val="333F4F"/>
                          </a:solidFill>
                          <a:latin typeface="Open Sans"/>
                        </a:rPr>
                        <a:t>Legal service standards and target operating model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Legal</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25  </a:t>
                      </a:r>
                      <a:r>
                        <a:rPr sz="750" b="0" i="0">
                          <a:solidFill>
                            <a:srgbClr val="333F4F"/>
                          </a:solidFill>
                          <a:latin typeface="Open Sans"/>
                        </a:rPr>
                        <a:t>Operating rhythm (consistency)</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26  </a:t>
                      </a:r>
                      <a:r>
                        <a:rPr sz="750" b="0" i="0">
                          <a:solidFill>
                            <a:srgbClr val="333F4F"/>
                          </a:solidFill>
                          <a:latin typeface="Open Sans"/>
                        </a:rPr>
                        <a:t>Payments taskforce: backlog reduction, automation</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27  </a:t>
                      </a:r>
                      <a:r>
                        <a:rPr sz="750" b="0" i="0">
                          <a:solidFill>
                            <a:srgbClr val="333F4F"/>
                          </a:solidFill>
                          <a:latin typeface="Open Sans"/>
                        </a:rPr>
                        <a:t>Estimations: process improvement, automation</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28  </a:t>
                      </a:r>
                      <a:r>
                        <a:rPr sz="750" b="0" i="0">
                          <a:solidFill>
                            <a:srgbClr val="333F4F"/>
                          </a:solidFill>
                          <a:latin typeface="Open Sans"/>
                        </a:rPr>
                        <a:t>CMI capability: career (?) basics and standards</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CMI</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29  </a:t>
                      </a:r>
                      <a:r>
                        <a:rPr sz="750" b="0" i="0">
                          <a:solidFill>
                            <a:srgbClr val="333F4F"/>
                          </a:solidFill>
                          <a:latin typeface="Open Sans"/>
                        </a:rPr>
                        <a:t>CMI phone answering: fixing the basics</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CMI</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30  </a:t>
                      </a:r>
                      <a:r>
                        <a:rPr sz="750" b="0" i="0">
                          <a:solidFill>
                            <a:srgbClr val="333F4F"/>
                          </a:solidFill>
                          <a:latin typeface="Open Sans"/>
                        </a:rPr>
                        <a:t>Operational group: consistency of processes</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31  </a:t>
                      </a:r>
                      <a:r>
                        <a:rPr sz="750" b="0" i="0">
                          <a:solidFill>
                            <a:srgbClr val="333F4F"/>
                          </a:solidFill>
                          <a:latin typeface="Open Sans"/>
                        </a:rPr>
                        <a:t>Customer understanding in onboarding, induction, recruitment</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32  </a:t>
                      </a:r>
                      <a:r>
                        <a:rPr sz="750" b="0" i="0">
                          <a:solidFill>
                            <a:srgbClr val="333F4F"/>
                          </a:solidFill>
                          <a:latin typeface="Open Sans"/>
                        </a:rPr>
                        <a:t>Health Standards: standardised decisions</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CSH</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Segoe UI Symbol"/>
                        </a:rPr>
                        <a:t>✓</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rgbClr val="333F4F"/>
                          </a:solidFill>
                          <a:latin typeface="Open Sans"/>
                        </a:rPr>
                        <a:t>Awareness</a:t>
                      </a: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33  </a:t>
                      </a:r>
                      <a:r>
                        <a:rPr sz="750" b="0" i="0">
                          <a:solidFill>
                            <a:srgbClr val="333F4F"/>
                          </a:solidFill>
                          <a:latin typeface="Open Sans"/>
                        </a:rPr>
                        <a:t>Processing timeframes KPIs</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CSH</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34  </a:t>
                      </a:r>
                      <a:r>
                        <a:rPr sz="750" b="0" i="0">
                          <a:solidFill>
                            <a:srgbClr val="333F4F"/>
                          </a:solidFill>
                          <a:latin typeface="Open Sans"/>
                        </a:rPr>
                        <a:t>Order 45: mitigating variance between doctors</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CSH</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Segoe UI Symbol"/>
                        </a:rPr>
                        <a:t>✓</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35  </a:t>
                      </a:r>
                      <a:r>
                        <a:rPr sz="750" b="0" i="0">
                          <a:solidFill>
                            <a:srgbClr val="333F4F"/>
                          </a:solidFill>
                          <a:latin typeface="Open Sans"/>
                        </a:rPr>
                        <a:t>CMI TOM, incl. regional manager spans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CMI</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36  </a:t>
                      </a:r>
                      <a:r>
                        <a:rPr sz="750" b="0" i="0">
                          <a:solidFill>
                            <a:srgbClr val="333F4F"/>
                          </a:solidFill>
                          <a:latin typeface="Open Sans"/>
                        </a:rPr>
                        <a:t>Consistent MRS experience</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MRS</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37  </a:t>
                      </a:r>
                      <a:r>
                        <a:rPr sz="750" b="0" i="0">
                          <a:solidFill>
                            <a:srgbClr val="333F4F"/>
                          </a:solidFill>
                          <a:latin typeface="Open Sans"/>
                        </a:rPr>
                        <a:t>AI assistance to improve language</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bl>
          </a:graphicData>
        </a:graphic>
      </p:graphicFrame>
      <p:graphicFrame>
        <p:nvGraphicFramePr>
          <p:cNvPr id="17" name="Table 16"/>
          <p:cNvGraphicFramePr>
            <a:graphicFrameLocks noGrp="1"/>
          </p:cNvGraphicFramePr>
          <p:nvPr/>
        </p:nvGraphicFramePr>
        <p:xfrm>
          <a:off x="8028431" y="1298448"/>
          <a:ext cx="3675888" cy="3474720"/>
        </p:xfrm>
        <a:graphic>
          <a:graphicData uri="http://schemas.openxmlformats.org/drawingml/2006/table">
            <a:tbl>
              <a:tblPr firstRow="0" bandRow="0">
                <a:tableStyleId>{2D5ABB26-0587-4C30-8999-92F81FD0307C}</a:tableStyleId>
              </a:tblPr>
              <a:tblGrid>
                <a:gridCol w="1938528"/>
                <a:gridCol w="420624"/>
                <a:gridCol w="420624"/>
                <a:gridCol w="274320"/>
                <a:gridCol w="621792"/>
              </a:tblGrid>
              <a:tr h="182880">
                <a:tc>
                  <a:txBody>
                    <a:bodyPr wrap="square"/>
                    <a:lstStyle/>
                    <a:p>
                      <a:pPr algn="l">
                        <a:lnSpc>
                          <a:spcPct val="100000"/>
                        </a:lnSpc>
                        <a:spcBef>
                          <a:spcPts val="0"/>
                        </a:spcBef>
                        <a:spcAft>
                          <a:spcPts val="0"/>
                        </a:spcAft>
                      </a:pPr>
                      <a:r>
                        <a:rPr sz="700" b="1" i="0">
                          <a:solidFill>
                            <a:srgbClr val="FFFFFF"/>
                          </a:solidFill>
                          <a:latin typeface="Poppins SemiBold"/>
                        </a:rPr>
                        <a:t>Initiative</a:t>
                      </a:r>
                      <a:endParaRPr sz="700" lang="en-AU"/>
                    </a:p>
                  </a:txBody>
                  <a:tcPr marL="45720" marR="45720" marT="9144" marB="9144" anchor="ctr">
                    <a:solidFill>
                      <a:srgbClr val="445469"/>
                    </a:solidFill>
                  </a:tcPr>
                </a:tc>
                <a:tc>
                  <a:txBody>
                    <a:bodyPr wrap="square"/>
                    <a:lstStyle/>
                    <a:p>
                      <a:pPr algn="ctr">
                        <a:lnSpc>
                          <a:spcPct val="100000"/>
                        </a:lnSpc>
                        <a:spcBef>
                          <a:spcPts val="0"/>
                        </a:spcBef>
                        <a:spcAft>
                          <a:spcPts val="0"/>
                        </a:spcAft>
                      </a:pPr>
                      <a:r>
                        <a:rPr sz="700" b="1" i="0">
                          <a:solidFill>
                            <a:srgbClr val="FFFFFF"/>
                          </a:solidFill>
                          <a:latin typeface="Poppins SemiBold"/>
                        </a:rPr>
                        <a:t>Owner</a:t>
                      </a:r>
                      <a:endParaRPr sz="700" lang="en-AU"/>
                    </a:p>
                  </a:txBody>
                  <a:tcPr marL="45720" marR="45720" marT="9144" marB="9144" anchor="ctr">
                    <a:solidFill>
                      <a:srgbClr val="445469"/>
                    </a:solidFill>
                  </a:tcPr>
                </a:tc>
                <a:tc>
                  <a:txBody>
                    <a:bodyPr wrap="square"/>
                    <a:lstStyle/>
                    <a:p>
                      <a:pPr algn="ctr">
                        <a:lnSpc>
                          <a:spcPct val="100000"/>
                        </a:lnSpc>
                        <a:spcBef>
                          <a:spcPts val="0"/>
                        </a:spcBef>
                        <a:spcAft>
                          <a:spcPts val="0"/>
                        </a:spcAft>
                      </a:pPr>
                      <a:r>
                        <a:rPr sz="700" b="1" i="0">
                          <a:solidFill>
                            <a:srgbClr val="FFFFFF"/>
                          </a:solidFill>
                          <a:latin typeface="Poppins SemiBold"/>
                        </a:rPr>
                        <a:t>Theme</a:t>
                      </a:r>
                      <a:endParaRPr sz="700" lang="en-AU"/>
                    </a:p>
                  </a:txBody>
                  <a:tcPr marL="45720" marR="45720" marT="9144" marB="9144" anchor="ctr">
                    <a:solidFill>
                      <a:srgbClr val="445469"/>
                    </a:solidFill>
                  </a:tcPr>
                </a:tc>
                <a:tc>
                  <a:txBody>
                    <a:bodyPr wrap="square"/>
                    <a:lstStyle/>
                    <a:p>
                      <a:pPr algn="ctr">
                        <a:lnSpc>
                          <a:spcPct val="100000"/>
                        </a:lnSpc>
                        <a:spcBef>
                          <a:spcPts val="0"/>
                        </a:spcBef>
                        <a:spcAft>
                          <a:spcPts val="0"/>
                        </a:spcAft>
                      </a:pPr>
                      <a:r>
                        <a:rPr sz="700" b="1" i="0">
                          <a:solidFill>
                            <a:srgbClr val="FFFFFF"/>
                          </a:solidFill>
                          <a:latin typeface="Poppins SemiBold"/>
                        </a:rPr>
                        <a:t>Flag</a:t>
                      </a:r>
                      <a:endParaRPr sz="700" lang="en-AU"/>
                    </a:p>
                  </a:txBody>
                  <a:tcPr marL="45720" marR="45720" marT="9144" marB="9144" anchor="ctr">
                    <a:solidFill>
                      <a:srgbClr val="445469"/>
                    </a:solidFill>
                  </a:tcPr>
                </a:tc>
                <a:tc>
                  <a:txBody>
                    <a:bodyPr wrap="square"/>
                    <a:lstStyle/>
                    <a:p>
                      <a:pPr algn="ctr">
                        <a:lnSpc>
                          <a:spcPct val="100000"/>
                        </a:lnSpc>
                        <a:spcBef>
                          <a:spcPts val="0"/>
                        </a:spcBef>
                        <a:spcAft>
                          <a:spcPts val="0"/>
                        </a:spcAft>
                      </a:pPr>
                      <a:r>
                        <a:rPr sz="700" b="1" i="0">
                          <a:solidFill>
                            <a:srgbClr val="FFFFFF"/>
                          </a:solidFill>
                          <a:latin typeface="Poppins SemiBold"/>
                        </a:rPr>
                        <a:t>Share</a:t>
                      </a:r>
                      <a:endParaRPr sz="700" lang="en-AU"/>
                    </a:p>
                  </a:txBody>
                  <a:tcPr marL="45720" marR="45720" marT="9144" marB="9144" anchor="ctr">
                    <a:solidFill>
                      <a:srgbClr val="445469"/>
                    </a:solidFill>
                  </a:tcPr>
                </a:tc>
              </a:tr>
              <a:tr h="182880">
                <a:tc gridSpan="5">
                  <a:txBody>
                    <a:bodyPr wrap="square"/>
                    <a:lstStyle/>
                    <a:p>
                      <a:pPr algn="l">
                        <a:lnSpc>
                          <a:spcPct val="100000"/>
                        </a:lnSpc>
                        <a:spcBef>
                          <a:spcPts val="0"/>
                        </a:spcBef>
                        <a:spcAft>
                          <a:spcPts val="0"/>
                        </a:spcAft>
                      </a:pPr>
                      <a:r>
                        <a:rPr sz="750" b="1" i="0">
                          <a:solidFill>
                            <a:schemeClr val="accent3"/>
                          </a:solidFill>
                          <a:latin typeface="Poppins SemiBold"/>
                        </a:rPr>
                        <a:t>Added on the day as already in train (cont.)</a:t>
                      </a:r>
                      <a:endParaRPr sz="700" lang="en-AU"/>
                    </a:p>
                  </a:txBody>
                  <a:tcPr marL="45720" marR="45720" marT="9144" marB="9144" anchor="ctr">
                    <a:solidFill>
                      <a:schemeClr val="accent5">
                        <a:lumMod val="20000"/>
                        <a:lumOff val="80000"/>
                      </a:schemeClr>
                    </a:solidFill>
                  </a:tcPr>
                </a:tc>
                <a:tc hMerge="1">
                  <a:txBody>
                    <a:bodyPr/>
                    <a:lstStyle/>
                    <a:p/>
                  </a:txBody>
                  <a:tcPr/>
                </a:tc>
                <a:tc hMerge="1">
                  <a:txBody>
                    <a:bodyPr/>
                    <a:lstStyle/>
                    <a:p/>
                  </a:txBody>
                  <a:tcPr/>
                </a:tc>
                <a:tc hMerge="1">
                  <a:txBody>
                    <a:bodyPr/>
                    <a:lstStyle/>
                    <a:p/>
                  </a:txBody>
                  <a:tcPr/>
                </a:tc>
                <a:tc hMerge="1">
                  <a:txBody>
                    <a:bodyPr/>
                    <a:lstStyle/>
                    <a:p/>
                  </a:txBody>
                  <a:tcPr/>
                </a:tc>
              </a:tr>
              <a:tr h="182880">
                <a:tc>
                  <a:txBody>
                    <a:bodyPr wrap="square"/>
                    <a:lstStyle/>
                    <a:p>
                      <a:pPr algn="l">
                        <a:lnSpc>
                          <a:spcPct val="100000"/>
                        </a:lnSpc>
                        <a:spcBef>
                          <a:spcPts val="0"/>
                        </a:spcBef>
                        <a:spcAft>
                          <a:spcPts val="0"/>
                        </a:spcAft>
                      </a:pPr>
                      <a:r>
                        <a:rPr sz="750" b="0" i="0">
                          <a:solidFill>
                            <a:srgbClr val="445469"/>
                          </a:solidFill>
                          <a:latin typeface="Open Sans"/>
                        </a:rPr>
                        <a:t>38  </a:t>
                      </a:r>
                      <a:r>
                        <a:rPr sz="750" b="0" i="0">
                          <a:solidFill>
                            <a:srgbClr val="333F4F"/>
                          </a:solidFill>
                          <a:latin typeface="Open Sans"/>
                        </a:rPr>
                        <a:t>Order reviews 34, 40 and 42</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MRRC</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39  </a:t>
                      </a:r>
                      <a:r>
                        <a:rPr sz="750" b="0" i="0">
                          <a:solidFill>
                            <a:srgbClr val="333F4F"/>
                          </a:solidFill>
                          <a:latin typeface="Open Sans"/>
                        </a:rPr>
                        <a:t>Cost to serve</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MRS</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40  </a:t>
                      </a:r>
                      <a:r>
                        <a:rPr sz="750" b="0" i="0">
                          <a:solidFill>
                            <a:srgbClr val="333F4F"/>
                          </a:solidFill>
                          <a:latin typeface="Open Sans"/>
                        </a:rPr>
                        <a:t>Stakeholder map</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41  </a:t>
                      </a:r>
                      <a:r>
                        <a:rPr sz="750" b="0" i="0">
                          <a:solidFill>
                            <a:srgbClr val="333F4F"/>
                          </a:solidFill>
                          <a:latin typeface="Open Sans"/>
                        </a:rPr>
                        <a:t>Internal and external comms review</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42  </a:t>
                      </a:r>
                      <a:r>
                        <a:rPr sz="750" b="0" i="0">
                          <a:solidFill>
                            <a:srgbClr val="333F4F"/>
                          </a:solidFill>
                          <a:latin typeface="Open Sans"/>
                        </a:rPr>
                        <a:t>Impact of sharing performance data</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0" i="0">
                          <a:solidFill>
                            <a:srgbClr val="445469"/>
                          </a:solidFill>
                          <a:latin typeface="Open Sans"/>
                        </a:rPr>
                        <a:t>CSH</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rgbClr val="333F4F"/>
                          </a:solidFill>
                          <a:latin typeface="Open Sans"/>
                        </a:rPr>
                        <a:t>Result</a:t>
                      </a:r>
                      <a:endParaRPr sz="700" lang="en-AU"/>
                    </a:p>
                  </a:txBody>
                  <a:tcPr marL="45720" marR="45720" marT="9144" marB="9144" anchor="ctr">
                    <a:solidFill>
                      <a:srgbClr val="FFFFFF"/>
                    </a:solidFill>
                  </a:tcPr>
                </a:tc>
              </a:tr>
              <a:tr h="182880">
                <a:tc gridSpan="5">
                  <a:txBody>
                    <a:bodyPr wrap="square"/>
                    <a:lstStyle/>
                    <a:p>
                      <a:pPr algn="l">
                        <a:lnSpc>
                          <a:spcPct val="100000"/>
                        </a:lnSpc>
                        <a:spcBef>
                          <a:spcPts val="0"/>
                        </a:spcBef>
                        <a:spcAft>
                          <a:spcPts val="0"/>
                        </a:spcAft>
                      </a:pPr>
                      <a:r>
                        <a:rPr sz="750" b="1" i="0">
                          <a:solidFill>
                            <a:schemeClr val="accent3"/>
                          </a:solidFill>
                          <a:latin typeface="Poppins SemiBold"/>
                        </a:rPr>
                        <a:t>New ideas (what else do we need to do?)</a:t>
                      </a:r>
                      <a:endParaRPr sz="700" lang="en-AU"/>
                    </a:p>
                  </a:txBody>
                  <a:tcPr marL="45720" marR="45720" marT="9144" marB="9144" anchor="ctr">
                    <a:solidFill>
                      <a:schemeClr val="accent5">
                        <a:lumMod val="20000"/>
                        <a:lumOff val="80000"/>
                      </a:schemeClr>
                    </a:solidFill>
                  </a:tcPr>
                </a:tc>
                <a:tc hMerge="1">
                  <a:txBody>
                    <a:bodyPr/>
                    <a:lstStyle/>
                    <a:p/>
                  </a:txBody>
                  <a:tcPr/>
                </a:tc>
                <a:tc hMerge="1">
                  <a:txBody>
                    <a:bodyPr/>
                    <a:lstStyle/>
                    <a:p/>
                  </a:txBody>
                  <a:tcPr/>
                </a:tc>
                <a:tc hMerge="1">
                  <a:txBody>
                    <a:bodyPr/>
                    <a:lstStyle/>
                    <a:p/>
                  </a:txBody>
                  <a:tcPr/>
                </a:tc>
                <a:tc hMerge="1">
                  <a:txBody>
                    <a:bodyPr/>
                    <a:lstStyle/>
                    <a:p/>
                  </a:txBody>
                  <a:tcPr/>
                </a:tc>
              </a:tr>
              <a:tr h="182880">
                <a:tc>
                  <a:txBody>
                    <a:bodyPr wrap="square"/>
                    <a:lstStyle/>
                    <a:p>
                      <a:pPr algn="l">
                        <a:lnSpc>
                          <a:spcPct val="100000"/>
                        </a:lnSpc>
                        <a:spcBef>
                          <a:spcPts val="0"/>
                        </a:spcBef>
                        <a:spcAft>
                          <a:spcPts val="0"/>
                        </a:spcAft>
                      </a:pPr>
                      <a:r>
                        <a:rPr sz="750" b="0" i="0">
                          <a:solidFill>
                            <a:srgbClr val="445469"/>
                          </a:solidFill>
                          <a:latin typeface="Open Sans"/>
                        </a:rPr>
                        <a:t>43  </a:t>
                      </a:r>
                      <a:r>
                        <a:rPr sz="750" b="0" i="0">
                          <a:solidFill>
                            <a:srgbClr val="333F4F"/>
                          </a:solidFill>
                          <a:latin typeface="Open Sans"/>
                        </a:rPr>
                        <a:t>Customer-centricity workstream in transformation</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44  </a:t>
                      </a:r>
                      <a:r>
                        <a:rPr sz="750" b="0" i="0">
                          <a:solidFill>
                            <a:srgbClr val="333F4F"/>
                          </a:solidFill>
                          <a:latin typeface="Open Sans"/>
                        </a:rPr>
                        <a:t>Define what good looks like for customers (design principles)</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0" i="0">
                          <a:solidFill>
                            <a:srgbClr val="445469"/>
                          </a:solidFill>
                          <a:latin typeface="Open Sans"/>
                        </a:rPr>
                        <a:t>CMI</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3"/>
                          </a:solidFill>
                          <a:latin typeface="Open Sans"/>
                        </a:rPr>
                        <a:t>1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45  </a:t>
                      </a:r>
                      <a:r>
                        <a:rPr sz="750" b="0" i="0">
                          <a:solidFill>
                            <a:srgbClr val="333F4F"/>
                          </a:solidFill>
                          <a:latin typeface="Open Sans"/>
                        </a:rPr>
                        <a:t>Coal Services app: access to services, comms channel</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46  </a:t>
                      </a:r>
                      <a:r>
                        <a:rPr sz="750" b="0" i="0">
                          <a:solidFill>
                            <a:srgbClr val="333F4F"/>
                          </a:solidFill>
                          <a:latin typeface="Open Sans"/>
                        </a:rPr>
                        <a:t>Account managers across BUs, business wide</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47  </a:t>
                      </a:r>
                      <a:r>
                        <a:rPr sz="750" b="0" i="0">
                          <a:solidFill>
                            <a:srgbClr val="333F4F"/>
                          </a:solidFill>
                          <a:latin typeface="Open Sans"/>
                        </a:rPr>
                        <a:t>Single point of contact for employers</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48  </a:t>
                      </a:r>
                      <a:r>
                        <a:rPr sz="750" b="0" i="0">
                          <a:solidFill>
                            <a:srgbClr val="333F4F"/>
                          </a:solidFill>
                          <a:latin typeface="Open Sans"/>
                        </a:rPr>
                        <a:t>Holistic view of key businesses (all data in one place)</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1"/>
                          </a:solidFill>
                          <a:latin typeface="Open Sans"/>
                        </a:rPr>
                        <a:t>2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49  </a:t>
                      </a:r>
                      <a:r>
                        <a:rPr sz="750" b="0" i="0">
                          <a:solidFill>
                            <a:srgbClr val="333F4F"/>
                          </a:solidFill>
                          <a:latin typeface="Open Sans"/>
                        </a:rPr>
                        <a:t>Coal Services premium clarity</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50  </a:t>
                      </a:r>
                      <a:r>
                        <a:rPr sz="750" b="0" i="0">
                          <a:solidFill>
                            <a:srgbClr val="333F4F"/>
                          </a:solidFill>
                          <a:latin typeface="Open Sans"/>
                        </a:rPr>
                        <a:t>CRM and visibility</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51  </a:t>
                      </a:r>
                      <a:r>
                        <a:rPr sz="750" b="0" i="0">
                          <a:solidFill>
                            <a:srgbClr val="333F4F"/>
                          </a:solidFill>
                          <a:latin typeface="Open Sans"/>
                        </a:rPr>
                        <a:t>Gated website content (policyholder space)</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52  </a:t>
                      </a:r>
                      <a:r>
                        <a:rPr sz="750" b="0" i="0">
                          <a:solidFill>
                            <a:srgbClr val="333F4F"/>
                          </a:solidFill>
                          <a:latin typeface="Open Sans"/>
                        </a:rPr>
                        <a:t>Internal stakeholder forums</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3F6F9"/>
                    </a:solidFill>
                  </a:tcPr>
                </a:tc>
              </a:tr>
              <a:tr h="182880">
                <a:tc>
                  <a:txBody>
                    <a:bodyPr wrap="square"/>
                    <a:lstStyle/>
                    <a:p>
                      <a:pPr algn="l">
                        <a:lnSpc>
                          <a:spcPct val="100000"/>
                        </a:lnSpc>
                        <a:spcBef>
                          <a:spcPts val="0"/>
                        </a:spcBef>
                        <a:spcAft>
                          <a:spcPts val="0"/>
                        </a:spcAft>
                      </a:pPr>
                      <a:r>
                        <a:rPr sz="750" b="0" i="0">
                          <a:solidFill>
                            <a:srgbClr val="445469"/>
                          </a:solidFill>
                          <a:latin typeface="Open Sans"/>
                        </a:rPr>
                        <a:t>53  </a:t>
                      </a:r>
                      <a:r>
                        <a:rPr sz="750" b="0" i="0">
                          <a:solidFill>
                            <a:srgbClr val="333F4F"/>
                          </a:solidFill>
                          <a:latin typeface="Open Sans"/>
                        </a:rPr>
                        <a:t>Language to customers</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r>
                        <a:rPr sz="750" b="1" i="0">
                          <a:solidFill>
                            <a:schemeClr val="accent2"/>
                          </a:solidFill>
                          <a:latin typeface="Open Sans"/>
                        </a:rPr>
                        <a:t>3 </a:t>
                      </a: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c>
                  <a:txBody>
                    <a:bodyPr wrap="square"/>
                    <a:lstStyle/>
                    <a:p>
                      <a:pPr algn="ctr">
                        <a:lnSpc>
                          <a:spcPct val="100000"/>
                        </a:lnSpc>
                        <a:spcBef>
                          <a:spcPts val="0"/>
                        </a:spcBef>
                        <a:spcAft>
                          <a:spcPts val="0"/>
                        </a:spcAft>
                      </a:pPr>
                      <a:endParaRPr sz="700" lang="en-AU"/>
                    </a:p>
                  </a:txBody>
                  <a:tcPr marL="45720" marR="45720" marT="9144" marB="9144" anchor="ctr">
                    <a:solidFill>
                      <a:srgbClr val="FFFFFF"/>
                    </a:solidFill>
                  </a:tcPr>
                </a:tc>
              </a:tr>
            </a:tbl>
          </a:graphicData>
        </a:graphic>
      </p:graphicFrame>
      <p:sp>
        <p:nvSpPr>
          <p:cNvPr id="18" name="TextBox 17"/>
          <p:cNvSpPr txBox="1"/>
          <p:nvPr/>
        </p:nvSpPr>
        <p:spPr>
          <a:xfrm>
            <a:off x="566928" y="6144768"/>
            <a:ext cx="11064240" cy="502920"/>
          </a:xfrm>
          <a:prstGeom prst="rect">
            <a:avLst/>
          </a:prstGeom>
          <a:noFill/>
        </p:spPr>
        <p:txBody>
          <a:bodyPr wrap="square" anchor="t" lIns="0" tIns="0" rIns="0" bIns="0">
            <a:spAutoFit/>
          </a:bodyPr>
          <a:lstStyle/>
          <a:p>
            <a:pPr algn="l">
              <a:lnSpc>
                <a:spcPct val="100000"/>
              </a:lnSpc>
              <a:spcAft>
                <a:spcPts val="0"/>
              </a:spcAft>
            </a:pPr>
            <a:r>
              <a:rPr sz="800" b="1" i="0">
                <a:solidFill>
                  <a:srgbClr val="445469"/>
                </a:solidFill>
                <a:latin typeface="Open Sans"/>
              </a:rPr>
              <a:t>Theme: </a:t>
            </a:r>
            <a:r>
              <a:rPr sz="800" b="1" i="0">
                <a:solidFill>
                  <a:schemeClr val="accent3"/>
                </a:solidFill>
                <a:latin typeface="Open Sans"/>
              </a:rPr>
              <a:t>1 Trust &amp; Transparency</a:t>
            </a:r>
            <a:r>
              <a:rPr sz="800" b="1" i="0">
                <a:solidFill>
                  <a:schemeClr val="accent1"/>
                </a:solidFill>
                <a:latin typeface="Open Sans"/>
              </a:rPr>
              <a:t>   2 Service Experience &amp; Consistency</a:t>
            </a:r>
            <a:r>
              <a:rPr sz="800" b="1" i="0">
                <a:solidFill>
                  <a:schemeClr val="accent2"/>
                </a:solidFill>
                <a:latin typeface="Open Sans"/>
              </a:rPr>
              <a:t>   3 Value &amp; Stakeholder Confidence</a:t>
            </a:r>
            <a:r>
              <a:rPr sz="800" b="0" i="1">
                <a:solidFill>
                  <a:srgbClr val="445469"/>
                </a:solidFill>
                <a:latin typeface="Open Sans"/>
              </a:rPr>
              <a:t>.   Flag ✓ = raised in ‘How will we share progress?’.   Share back = progress, awareness or result, where the stickies make it clear. Blank = to decide.</a:t>
            </a:r>
          </a:p>
          <a:p>
            <a:pPr algn="l">
              <a:lnSpc>
                <a:spcPct val="100000"/>
              </a:lnSpc>
              <a:spcAft>
                <a:spcPts val="0"/>
              </a:spcAft>
            </a:pPr>
            <a:r>
              <a:rPr sz="800" b="0" i="1">
                <a:solidFill>
                  <a:srgbClr val="445469"/>
                </a:solidFill>
                <a:latin typeface="Open Sans"/>
              </a:rPr>
              <a:t>Still open from the canvases: What does our change management process involve? Where do the health surveillance levels sit? Beth / Brooke to provide detail for A2C (?), CMI capability and process.</a:t>
            </a:r>
          </a:p>
        </p:txBody>
      </p:sp>
    </p:spTree>
    <p:extLst>
      <p:ext uri="{BB962C8B-B14F-4D97-AF65-F5344CB8AC3E}">
        <p14:creationId xmlns:p14="http://schemas.microsoft.com/office/powerpoint/2010/main" val="1295143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a:solidFill/>
              </a:rPr>
              <a:t>How we share progress: </a:t>
            </a:r>
            <a:r>
              <a:rPr lang="en-AU">
                <a:solidFill>
                  <a:schemeClr val="accent3"/>
                </a:solidFill>
              </a:rPr>
              <a:t>who hears from us, how, and what we tell them</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AU" sz="900" b="0" i="0" u="none" strike="noStrike" kern="1200" cap="none" spc="0" normalizeH="0" baseline="0" noProof="0">
              <a:ln>
                <a:noFill/>
              </a:ln>
              <a:solidFill>
                <a:schemeClr val="bg2">
                  <a:lumMod val="10000"/>
                </a:schemeClr>
              </a:solidFill>
              <a:effectLst/>
              <a:uLnTx/>
              <a:uFillTx/>
              <a:latin typeface="Aptos" panose="020B0004020202020204" pitchFamily="34" charset="0"/>
              <a:ea typeface="+mn-ea"/>
              <a:cs typeface="+mn-cs"/>
            </a:endParaRPr>
          </a:p>
        </p:txBody>
      </p:sp>
      <p:sp>
        <p:nvSpPr>
          <p:cNvPr id="31" name="Station card 283">
            <a:extLst>
              <a:ext uri="{FF2B5EF4-FFF2-40B4-BE49-F238E27FC236}">
                <a16:creationId xmlns:a16="http://schemas.microsoft.com/office/drawing/2014/main" id="{027D4290-AAD8-2570-17D5-516E96C2F6A1}"/>
              </a:ext>
            </a:extLst>
          </p:cNvPr>
          <p:cNvSpPr/>
          <p:nvPr/>
        </p:nvSpPr>
        <p:spPr>
          <a:xfrm>
            <a:off x="566928" y="1600200"/>
            <a:ext cx="3547872" cy="434340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32" name="Number 284">
            <a:extLst>
              <a:ext uri="{FF2B5EF4-FFF2-40B4-BE49-F238E27FC236}">
                <a16:creationId xmlns:a16="http://schemas.microsoft.com/office/drawing/2014/main" id="{A6FE2792-B799-F81A-0971-368459D6801D}"/>
              </a:ext>
            </a:extLst>
          </p:cNvPr>
          <p:cNvSpPr/>
          <p:nvPr/>
        </p:nvSpPr>
        <p:spPr>
          <a:xfrm>
            <a:off x="743573" y="1828800"/>
            <a:ext cx="640080" cy="640080"/>
          </a:xfrm>
          <a:prstGeom prst="ellipse">
            <a:avLst/>
          </a:prstGeom>
          <a:solidFill>
            <a:schemeClr val="accent3"/>
          </a:solidFill>
          <a:ln>
            <a:noFill/>
          </a:ln>
        </p:spPr>
        <p:txBody>
          <a:bodyPr wrap="square" lIns="0" tIns="0" rIns="0" bIns="0" rtlCol="0" anchor="ctr">
            <a:noAutofit/>
          </a:bodyPr>
          <a:lstStyle/>
          <a:p>
            <a:pPr algn="ctr">
              <a:lnSpc>
                <a:spcPct val="100000"/>
              </a:lnSpc>
              <a:spcBef>
                <a:spcPts val="0"/>
              </a:spcBef>
              <a:spcAft>
                <a:spcPts val="0"/>
              </a:spcAft>
              <a:buNone/>
            </a:pPr>
            <a:endParaRPr lang="en-AU" sz="2000" b="1">
              <a:solidFill>
                <a:schemeClr val="bg1"/>
              </a:solidFill>
              <a:latin typeface="Poppins SemiBold" pitchFamily="2" charset="0"/>
              <a:cs typeface="Poppins SemiBold" pitchFamily="2" charset="0"/>
            </a:endParaRPr>
          </a:p>
        </p:txBody>
      </p:sp>
      <p:sp>
        <p:nvSpPr>
          <p:cNvPr id="33" name="Station card 289">
            <a:extLst>
              <a:ext uri="{FF2B5EF4-FFF2-40B4-BE49-F238E27FC236}">
                <a16:creationId xmlns:a16="http://schemas.microsoft.com/office/drawing/2014/main" id="{31BD92FE-D688-BB83-E32F-F90CF63D7862}"/>
              </a:ext>
            </a:extLst>
          </p:cNvPr>
          <p:cNvSpPr/>
          <p:nvPr/>
        </p:nvSpPr>
        <p:spPr>
          <a:xfrm>
            <a:off x="4315968" y="1600200"/>
            <a:ext cx="3547872" cy="434340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34" name="Number 290">
            <a:extLst>
              <a:ext uri="{FF2B5EF4-FFF2-40B4-BE49-F238E27FC236}">
                <a16:creationId xmlns:a16="http://schemas.microsoft.com/office/drawing/2014/main" id="{AAA2BF19-1A7C-C4FE-CAA4-61CB2E457BB3}"/>
              </a:ext>
            </a:extLst>
          </p:cNvPr>
          <p:cNvSpPr/>
          <p:nvPr/>
        </p:nvSpPr>
        <p:spPr>
          <a:xfrm>
            <a:off x="4492613" y="1828800"/>
            <a:ext cx="640080" cy="640080"/>
          </a:xfrm>
          <a:prstGeom prst="ellipse">
            <a:avLst/>
          </a:prstGeom>
          <a:solidFill>
            <a:schemeClr val="accent3"/>
          </a:solidFill>
          <a:ln>
            <a:noFill/>
          </a:ln>
        </p:spPr>
        <p:txBody>
          <a:bodyPr wrap="square" lIns="0" tIns="0" rIns="0" bIns="0" rtlCol="0" anchor="ctr">
            <a:noAutofit/>
          </a:bodyPr>
          <a:lstStyle/>
          <a:p>
            <a:pPr algn="ctr">
              <a:lnSpc>
                <a:spcPct val="100000"/>
              </a:lnSpc>
              <a:spcBef>
                <a:spcPts val="0"/>
              </a:spcBef>
              <a:spcAft>
                <a:spcPts val="0"/>
              </a:spcAft>
              <a:buNone/>
            </a:pPr>
            <a:endParaRPr lang="en-AU" sz="2000" b="1">
              <a:solidFill>
                <a:schemeClr val="bg1"/>
              </a:solidFill>
              <a:latin typeface="Poppins SemiBold" pitchFamily="2" charset="0"/>
              <a:cs typeface="Poppins SemiBold" pitchFamily="2" charset="0"/>
            </a:endParaRPr>
          </a:p>
        </p:txBody>
      </p:sp>
      <p:sp>
        <p:nvSpPr>
          <p:cNvPr id="35" name="Station card 295">
            <a:extLst>
              <a:ext uri="{FF2B5EF4-FFF2-40B4-BE49-F238E27FC236}">
                <a16:creationId xmlns:a16="http://schemas.microsoft.com/office/drawing/2014/main" id="{6C649078-D520-DF56-C5B2-F438E7BDE54E}"/>
              </a:ext>
            </a:extLst>
          </p:cNvPr>
          <p:cNvSpPr/>
          <p:nvPr/>
        </p:nvSpPr>
        <p:spPr>
          <a:xfrm>
            <a:off x="8065008" y="1600200"/>
            <a:ext cx="3547872" cy="434340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36" name="Number 296">
            <a:extLst>
              <a:ext uri="{FF2B5EF4-FFF2-40B4-BE49-F238E27FC236}">
                <a16:creationId xmlns:a16="http://schemas.microsoft.com/office/drawing/2014/main" id="{C764D39E-CC52-75A5-80D3-623C704358B2}"/>
              </a:ext>
            </a:extLst>
          </p:cNvPr>
          <p:cNvSpPr/>
          <p:nvPr/>
        </p:nvSpPr>
        <p:spPr>
          <a:xfrm>
            <a:off x="8241653" y="1828800"/>
            <a:ext cx="640080" cy="640080"/>
          </a:xfrm>
          <a:prstGeom prst="ellipse">
            <a:avLst/>
          </a:prstGeom>
          <a:solidFill>
            <a:schemeClr val="accent3"/>
          </a:solidFill>
          <a:ln>
            <a:noFill/>
          </a:ln>
        </p:spPr>
        <p:txBody>
          <a:bodyPr wrap="square" lIns="0" tIns="0" rIns="0" bIns="0" rtlCol="0" anchor="ctr">
            <a:noAutofit/>
          </a:bodyPr>
          <a:lstStyle/>
          <a:p>
            <a:pPr algn="ctr">
              <a:lnSpc>
                <a:spcPct val="100000"/>
              </a:lnSpc>
              <a:spcBef>
                <a:spcPts val="0"/>
              </a:spcBef>
              <a:spcAft>
                <a:spcPts val="0"/>
              </a:spcAft>
              <a:buNone/>
            </a:pPr>
            <a:endParaRPr lang="en-AU" sz="2000" b="1">
              <a:solidFill>
                <a:schemeClr val="bg1"/>
              </a:solidFill>
              <a:latin typeface="Poppins SemiBold" pitchFamily="2" charset="0"/>
              <a:cs typeface="Poppins SemiBold" pitchFamily="2" charset="0"/>
            </a:endParaRPr>
          </a:p>
        </p:txBody>
      </p:sp>
      <p:sp>
        <p:nvSpPr>
          <p:cNvPr id="25" name="Purpose 103">
            <a:extLst>
              <a:ext uri="{FF2B5EF4-FFF2-40B4-BE49-F238E27FC236}">
                <a16:creationId xmlns:a16="http://schemas.microsoft.com/office/drawing/2014/main" id="{919FA0D1-ED11-5FB2-C59C-1251A540210B}"/>
              </a:ext>
            </a:extLst>
          </p:cNvPr>
          <p:cNvSpPr txBox="1"/>
          <p:nvPr/>
        </p:nvSpPr>
        <p:spPr>
          <a:xfrm>
            <a:off x="1504704" y="1783080"/>
            <a:ext cx="2491224" cy="868680"/>
          </a:xfrm>
          <a:prstGeom prst="rect">
            <a:avLst/>
          </a:prstGeom>
          <a:noFill/>
          <a:ln>
            <a:noFill/>
          </a:ln>
        </p:spPr>
        <p:txBody>
          <a:bodyPr wrap="square" lIns="0" tIns="0" rIns="0" bIns="0" rtlCol="0" anchor="t">
            <a:noAutofit/>
          </a:bodyPr>
          <a:lstStyle/>
          <a:p>
            <a:pPr>
              <a:lnSpc>
                <a:spcPct val="110000"/>
              </a:lnSpc>
              <a:spcBef>
                <a:spcPts val="0"/>
              </a:spcBef>
              <a:spcAft>
                <a:spcPts val="0"/>
              </a:spcAft>
              <a:buNone/>
            </a:pPr>
            <a:r>
              <a:rPr lang="en-AU">
                <a:solidFill>
                  <a:schemeClr val="accent6">
                    <a:lumMod val="50000"/>
                  </a:schemeClr>
                </a:solidFill>
                <a:latin typeface="Poppins SemiBold" pitchFamily="2" charset="0"/>
                <a:cs typeface="Poppins SemiBold" pitchFamily="2" charset="0"/>
              </a:rPr>
              <a:t>Who Needs To Hear From Us?</a:t>
            </a:r>
          </a:p>
        </p:txBody>
      </p:sp>
      <p:sp>
        <p:nvSpPr>
          <p:cNvPr id="26" name="Purpose 103">
            <a:extLst>
              <a:ext uri="{FF2B5EF4-FFF2-40B4-BE49-F238E27FC236}">
                <a16:creationId xmlns:a16="http://schemas.microsoft.com/office/drawing/2014/main" id="{91EFF386-D016-C34B-72F2-B19AA12156F3}"/>
              </a:ext>
            </a:extLst>
          </p:cNvPr>
          <p:cNvSpPr txBox="1"/>
          <p:nvPr/>
        </p:nvSpPr>
        <p:spPr>
          <a:xfrm>
            <a:off x="5269937" y="1783080"/>
            <a:ext cx="2447762" cy="868680"/>
          </a:xfrm>
          <a:prstGeom prst="rect">
            <a:avLst/>
          </a:prstGeom>
          <a:noFill/>
          <a:ln>
            <a:noFill/>
          </a:ln>
        </p:spPr>
        <p:txBody>
          <a:bodyPr wrap="square" lIns="0" tIns="0" rIns="0" bIns="0" rtlCol="0" anchor="t">
            <a:noAutofit/>
          </a:bodyPr>
          <a:lstStyle/>
          <a:p>
            <a:pPr>
              <a:lnSpc>
                <a:spcPct val="110000"/>
              </a:lnSpc>
              <a:spcBef>
                <a:spcPts val="0"/>
              </a:spcBef>
              <a:spcAft>
                <a:spcPts val="0"/>
              </a:spcAft>
              <a:buNone/>
            </a:pPr>
            <a:r>
              <a:rPr lang="en-AU">
                <a:solidFill>
                  <a:schemeClr val="accent6">
                    <a:lumMod val="50000"/>
                  </a:schemeClr>
                </a:solidFill>
                <a:latin typeface="Poppins SemiBold" pitchFamily="2" charset="0"/>
                <a:cs typeface="Poppins SemiBold" pitchFamily="2" charset="0"/>
              </a:rPr>
              <a:t>Through What Mechanisms?</a:t>
            </a:r>
          </a:p>
        </p:txBody>
      </p:sp>
      <p:sp>
        <p:nvSpPr>
          <p:cNvPr id="27" name="Purpose 103">
            <a:extLst>
              <a:ext uri="{FF2B5EF4-FFF2-40B4-BE49-F238E27FC236}">
                <a16:creationId xmlns:a16="http://schemas.microsoft.com/office/drawing/2014/main" id="{118BD308-C111-4864-C143-FF223BDAF2BD}"/>
              </a:ext>
            </a:extLst>
          </p:cNvPr>
          <p:cNvSpPr txBox="1"/>
          <p:nvPr/>
        </p:nvSpPr>
        <p:spPr>
          <a:xfrm>
            <a:off x="9011132" y="1783080"/>
            <a:ext cx="2489044" cy="868680"/>
          </a:xfrm>
          <a:prstGeom prst="rect">
            <a:avLst/>
          </a:prstGeom>
          <a:noFill/>
          <a:ln>
            <a:noFill/>
          </a:ln>
        </p:spPr>
        <p:txBody>
          <a:bodyPr wrap="square" lIns="0" tIns="0" rIns="0" bIns="0" rtlCol="0" anchor="t">
            <a:noAutofit/>
          </a:bodyPr>
          <a:lstStyle/>
          <a:p>
            <a:pPr>
              <a:lnSpc>
                <a:spcPct val="110000"/>
              </a:lnSpc>
              <a:spcBef>
                <a:spcPts val="0"/>
              </a:spcBef>
              <a:spcAft>
                <a:spcPts val="0"/>
              </a:spcAft>
              <a:buNone/>
            </a:pPr>
            <a:r>
              <a:rPr lang="en-AU">
                <a:solidFill>
                  <a:schemeClr val="accent6">
                    <a:lumMod val="50000"/>
                  </a:schemeClr>
                </a:solidFill>
                <a:latin typeface="Poppins SemiBold" pitchFamily="2" charset="0"/>
                <a:cs typeface="Poppins SemiBold" pitchFamily="2" charset="0"/>
              </a:rPr>
              <a:t>What Should We Regularly Communicate?</a:t>
            </a:r>
          </a:p>
        </p:txBody>
      </p:sp>
      <p:sp>
        <p:nvSpPr>
          <p:cNvPr id="28" name="Purpose 103">
            <a:extLst>
              <a:ext uri="{FF2B5EF4-FFF2-40B4-BE49-F238E27FC236}">
                <a16:creationId xmlns:a16="http://schemas.microsoft.com/office/drawing/2014/main" id="{FF51DCB6-40C2-D1B4-4949-4DA312CDCEED}"/>
              </a:ext>
            </a:extLst>
          </p:cNvPr>
          <p:cNvSpPr txBox="1"/>
          <p:nvPr/>
        </p:nvSpPr>
        <p:spPr>
          <a:xfrm>
            <a:off x="8350482" y="2670048"/>
            <a:ext cx="3271475" cy="3200400"/>
          </a:xfrm>
          <a:prstGeom prst="rect">
            <a:avLst/>
          </a:prstGeom>
          <a:noFill/>
          <a:ln>
            <a:noFill/>
          </a:ln>
        </p:spPr>
        <p:txBody>
          <a:bodyPr wrap="square" lIns="0" tIns="0" rIns="0" bIns="0" rtlCol="0" anchor="t">
            <a:noAutofit/>
          </a:bodyPr>
          <a:lstStyle/>
          <a:p>
            <a:pPr marL="0" indent="0">
              <a:spcBef>
                <a:spcPts val="0"/>
              </a:spcBef>
              <a:spcAft>
                <a:spcPts val="1000"/>
              </a:spcAft>
              <a:buNone/>
            </a:pPr>
            <a:r>
              <a:rPr sz="800" b="1">
                <a:solidFill>
                  <a:schemeClr val="accent3"/>
                </a:solidFill>
                <a:latin typeface="Poppins SemiBold"/>
              </a:rPr>
              <a:t>Content</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The pain points, what we’ve done and what’s to come</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Updates on what’s been done</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Promises mapped to outcomes and deliveries, and priorities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Service standards, incl. CSH Health Standards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Our processes, up front</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Limits of liability for health appointments and certificates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Order 45 consultation</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The plan and lessons learned with CMI</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Bowtie complaints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Transparency of $$$</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Reports with outstanding (?) data</a:t>
            </a:r>
          </a:p>
          <a:p>
            <a:pPr marL="0" indent="0">
              <a:spcBef>
                <a:spcPts val="0"/>
              </a:spcBef>
              <a:spcAft>
                <a:spcPts val="1000"/>
              </a:spcAft>
              <a:buNone/>
            </a:pPr>
            <a:r>
              <a:rPr sz="800" b="1">
                <a:solidFill>
                  <a:schemeClr val="accent3"/>
                </a:solidFill>
                <a:latin typeface="Poppins SemiBold"/>
              </a:rPr>
              <a:t>How we say it</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Honesty and transparency</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Give them the opportunity to talk it through</a:t>
            </a:r>
          </a:p>
        </p:txBody>
      </p:sp>
      <p:sp>
        <p:nvSpPr>
          <p:cNvPr id="29" name="Purpose 103">
            <a:extLst>
              <a:ext uri="{FF2B5EF4-FFF2-40B4-BE49-F238E27FC236}">
                <a16:creationId xmlns:a16="http://schemas.microsoft.com/office/drawing/2014/main" id="{09F7ECE5-41FB-3BB3-1760-BFF3D8B27262}"/>
              </a:ext>
            </a:extLst>
          </p:cNvPr>
          <p:cNvSpPr txBox="1"/>
          <p:nvPr/>
        </p:nvSpPr>
        <p:spPr>
          <a:xfrm>
            <a:off x="4636557" y="2670048"/>
            <a:ext cx="3108412" cy="3200400"/>
          </a:xfrm>
          <a:prstGeom prst="rect">
            <a:avLst/>
          </a:prstGeom>
          <a:noFill/>
          <a:ln>
            <a:noFill/>
          </a:ln>
        </p:spPr>
        <p:txBody>
          <a:bodyPr wrap="square" lIns="0" tIns="0" rIns="0" bIns="0" rtlCol="0" anchor="t">
            <a:noAutofit/>
          </a:bodyPr>
          <a:lstStyle/>
          <a:p>
            <a:pPr marL="0" indent="0">
              <a:spcBef>
                <a:spcPts val="0"/>
              </a:spcBef>
              <a:spcAft>
                <a:spcPts val="1000"/>
              </a:spcAft>
              <a:buNone/>
            </a:pPr>
            <a:r>
              <a:rPr sz="800" b="1">
                <a:solidFill>
                  <a:schemeClr val="accent3"/>
                </a:solidFill>
                <a:latin typeface="Poppins SemiBold"/>
              </a:rPr>
              <a:t>Raised on the canvases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1:1 meetings with Angela, for trust building</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Monthly escalations with MC</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Large exec group meeting</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A key liaison for MEU and MC as the main point of contact</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Monthly newsletter to workers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Clearer access to info, e.g. website</a:t>
            </a:r>
          </a:p>
          <a:p>
            <a:pPr marL="0" indent="0">
              <a:spcBef>
                <a:spcPts val="0"/>
              </a:spcBef>
              <a:spcAft>
                <a:spcPts val="1000"/>
              </a:spcAft>
              <a:buNone/>
            </a:pPr>
            <a:r>
              <a:rPr sz="800" b="1">
                <a:solidFill>
                  <a:schemeClr val="accent3"/>
                </a:solidFill>
                <a:latin typeface="Poppins SemiBold"/>
              </a:rPr>
              <a:t>Raised as new ideas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Coal Services app as a comms channel</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Gated website content (policyholder space)</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Internal stakeholder forums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Account managers across BUs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Single point of contact for employers</a:t>
            </a:r>
          </a:p>
        </p:txBody>
      </p:sp>
      <p:sp>
        <p:nvSpPr>
          <p:cNvPr id="30" name="Purpose 103">
            <a:extLst>
              <a:ext uri="{FF2B5EF4-FFF2-40B4-BE49-F238E27FC236}">
                <a16:creationId xmlns:a16="http://schemas.microsoft.com/office/drawing/2014/main" id="{0946C5DB-D1C9-0097-8E38-EF4835393A18}"/>
              </a:ext>
            </a:extLst>
          </p:cNvPr>
          <p:cNvSpPr txBox="1"/>
          <p:nvPr/>
        </p:nvSpPr>
        <p:spPr>
          <a:xfrm>
            <a:off x="855518" y="2670048"/>
            <a:ext cx="3271475" cy="3200400"/>
          </a:xfrm>
          <a:prstGeom prst="rect">
            <a:avLst/>
          </a:prstGeom>
          <a:noFill/>
          <a:ln>
            <a:noFill/>
          </a:ln>
        </p:spPr>
        <p:txBody>
          <a:bodyPr wrap="square" lIns="0" tIns="0" rIns="0" bIns="0" rtlCol="0" anchor="t">
            <a:noAutofit/>
          </a:bodyPr>
          <a:lstStyle/>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MC working group, maintaining the level of interaction</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MEU working group</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MEU and MC, through a key liaison during transformation</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Workers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Employers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Policyholders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Internal stakeholders</a:t>
            </a:r>
          </a:p>
          <a:p>
            <a:pPr marL="0" indent="0">
              <a:spcBef>
                <a:spcPts val="0"/>
              </a:spcBef>
              <a:spcAft>
                <a:spcPts val="1000"/>
              </a:spcAft>
              <a:buNone/>
            </a:pPr>
            <a:r>
              <a:rPr sz="800" b="1">
                <a:solidFill>
                  <a:schemeClr val="accent3"/>
                </a:solidFill>
                <a:latin typeface="Poppins SemiBold"/>
              </a:rPr>
              <a:t>How it is decided</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Cascaded and directed by Coal Services</a:t>
            </a:r>
          </a:p>
          <a:p>
            <a:pPr marL="285750" indent="-285750">
              <a:lnSpc>
                <a:spcPct val="100000"/>
              </a:lnSpc>
              <a:spcBef>
                <a:spcPts val="0"/>
              </a:spcBef>
              <a:spcAft>
                <a:spcPts val="300"/>
              </a:spcAft>
              <a:buFont typeface="Arial" panose="020B0604020202020204" pitchFamily="34" charset="0"/>
              <a:buChar char="•"/>
            </a:pPr>
            <a:r>
              <a:rPr sz="900">
                <a:solidFill>
                  <a:srgbClr val="333F4F"/>
                </a:solidFill>
                <a:latin typeface="Open Sans"/>
              </a:rPr>
              <a:t>A stakeholder map directs who gets what</a:t>
            </a:r>
          </a:p>
        </p:txBody>
      </p:sp>
      <p:pic>
        <p:nvPicPr>
          <p:cNvPr id="38" name="Graphic 37" descr="Meeting with solid fill">
            <a:extLst>
              <a:ext uri="{FF2B5EF4-FFF2-40B4-BE49-F238E27FC236}">
                <a16:creationId xmlns:a16="http://schemas.microsoft.com/office/drawing/2014/main" id="{901555E5-A5ED-DA1D-C4EA-B894B439D4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6957" y="1892807"/>
            <a:ext cx="513311" cy="513311"/>
          </a:xfrm>
          <a:prstGeom prst="rect">
            <a:avLst/>
          </a:prstGeom>
        </p:spPr>
      </p:pic>
      <p:pic>
        <p:nvPicPr>
          <p:cNvPr id="40" name="Graphic 39" descr="Megaphone with solid fill">
            <a:extLst>
              <a:ext uri="{FF2B5EF4-FFF2-40B4-BE49-F238E27FC236}">
                <a16:creationId xmlns:a16="http://schemas.microsoft.com/office/drawing/2014/main" id="{F6A5C5CD-214C-DB5E-A606-E054184C25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4928" y="1892807"/>
            <a:ext cx="466409" cy="466409"/>
          </a:xfrm>
          <a:prstGeom prst="rect">
            <a:avLst/>
          </a:prstGeom>
        </p:spPr>
      </p:pic>
      <p:pic>
        <p:nvPicPr>
          <p:cNvPr id="42" name="Graphic 41" descr="Comment Add with solid fill">
            <a:extLst>
              <a:ext uri="{FF2B5EF4-FFF2-40B4-BE49-F238E27FC236}">
                <a16:creationId xmlns:a16="http://schemas.microsoft.com/office/drawing/2014/main" id="{CC77842C-F821-583E-7876-3881105EE72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03070" y="1892807"/>
            <a:ext cx="511564" cy="511564"/>
          </a:xfrm>
          <a:prstGeom prst="rect">
            <a:avLst/>
          </a:prstGeom>
        </p:spPr>
      </p:pic>
      <p:sp>
        <p:nvSpPr>
          <p:cNvPr id="43" name="Station card 283">
            <a:extLst>
              <a:ext uri="{FF2B5EF4-FFF2-40B4-BE49-F238E27FC236}">
                <a16:creationId xmlns:a16="http://schemas.microsoft.com/office/drawing/2014/main" id="{793A1D7F-68C0-5D7A-E779-85C9897C9422}"/>
              </a:ext>
            </a:extLst>
          </p:cNvPr>
          <p:cNvSpPr/>
          <p:nvPr/>
        </p:nvSpPr>
        <p:spPr>
          <a:xfrm>
            <a:off x="562905" y="6053328"/>
            <a:ext cx="11059052" cy="566928"/>
          </a:xfrm>
          <a:prstGeom prst="rect">
            <a:avLst/>
          </a:prstGeom>
          <a:solidFill>
            <a:schemeClr val="accent6"/>
          </a:solidFill>
          <a:ln>
            <a:noFill/>
          </a:ln>
        </p:spPr>
        <p:txBody>
          <a:bodyPr wrap="square" lIns="0" tIns="0" rIns="0" bIns="0" rtlCol="0" anchor="ctr">
            <a:noAutofit/>
          </a:bodyPr>
          <a:lstStyle/>
          <a:p>
            <a:pPr algn="ctr"/>
            <a:r>
              <a:rPr lang="en-AU">
                <a:solidFill>
                  <a:schemeClr val="bg1"/>
                </a:solidFill>
                <a:latin typeface="Poppins SemiBold" pitchFamily="2" charset="0"/>
                <a:cs typeface="Poppins SemiBold" pitchFamily="2" charset="0"/>
              </a:rPr>
              <a:t>NEXT: shape these into a simple quarterly stakeholder engagement framework</a:t>
            </a:r>
          </a:p>
        </p:txBody>
      </p:sp>
    </p:spTree>
    <p:extLst>
      <p:ext uri="{BB962C8B-B14F-4D97-AF65-F5344CB8AC3E}">
        <p14:creationId xmlns:p14="http://schemas.microsoft.com/office/powerpoint/2010/main" val="409861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384048"/>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pPr algn="ctr"/>
            <a:r>
              <a:rPr lang="en-AU"/>
              <a:t>Theme 1: </a:t>
            </a:r>
            <a:r>
              <a:rPr lang="en-AU">
                <a:solidFill>
                  <a:schemeClr val="accent3"/>
                </a:solidFill>
              </a:rPr>
              <a:t>Trust &amp; Transparency</a:t>
            </a:r>
            <a:endParaRPr lang="en-AU"/>
          </a:p>
        </p:txBody>
      </p:sp>
      <p:sp>
        <p:nvSpPr>
          <p:cNvPr id="4" name="HMW 123">
            <a:extLst>
              <a:ext uri="{FF2B5EF4-FFF2-40B4-BE49-F238E27FC236}">
                <a16:creationId xmlns:a16="http://schemas.microsoft.com/office/drawing/2014/main" id="{BB1E0741-CDB5-BC92-E490-3AAE4871C536}"/>
              </a:ext>
            </a:extLst>
          </p:cNvPr>
          <p:cNvSpPr/>
          <p:nvPr/>
        </p:nvSpPr>
        <p:spPr>
          <a:xfrm>
            <a:off x="566928" y="1005840"/>
            <a:ext cx="11064240" cy="548640"/>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ctr">
              <a:lnSpc>
                <a:spcPct val="100000"/>
              </a:lnSpc>
              <a:spcBef>
                <a:spcPts val="0"/>
              </a:spcBef>
              <a:spcAft>
                <a:spcPts val="0"/>
              </a:spcAft>
              <a:buNone/>
            </a:pPr>
            <a:r>
              <a:rPr lang="en-AU" b="1">
                <a:solidFill>
                  <a:schemeClr val="accent3">
                    <a:lumMod val="75000"/>
                  </a:schemeClr>
                </a:solidFill>
                <a:latin typeface="Poppins SemiBold" pitchFamily="2" charset="0"/>
                <a:cs typeface="Poppins SemiBold" pitchFamily="2" charset="0"/>
              </a:rPr>
              <a:t>How might we show industry we do what we say to increase trust and transparency?</a:t>
            </a:r>
          </a:p>
        </p:txBody>
      </p:sp>
      <p:cxnSp>
        <p:nvCxnSpPr>
          <p:cNvPr id="15" name="Straight Connector 14">
            <a:extLst>
              <a:ext uri="{FF2B5EF4-FFF2-40B4-BE49-F238E27FC236}">
                <a16:creationId xmlns:a16="http://schemas.microsoft.com/office/drawing/2014/main" id="{72A35EA6-C8A3-A521-5F85-889A54496FA8}"/>
              </a:ext>
            </a:extLst>
          </p:cNvPr>
          <p:cNvCxnSpPr>
            <a:cxnSpLocks/>
            <a:stCxn id="19"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085BFFF-C9FC-AD3C-AC47-A3F11F123282}"/>
              </a:ext>
            </a:extLst>
          </p:cNvPr>
          <p:cNvCxnSpPr>
            <a:cxnSpLocks/>
            <a:endCxn id="19"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 0">
            <a:extLst>
              <a:ext uri="{FF2B5EF4-FFF2-40B4-BE49-F238E27FC236}">
                <a16:creationId xmlns:a16="http://schemas.microsoft.com/office/drawing/2014/main" id="{4AF817D4-21BC-213A-37B3-0837C04AC537}"/>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20" name="Panel"/>
          <p:cNvSpPr/>
          <p:nvPr/>
        </p:nvSpPr>
        <p:spPr>
          <a:xfrm>
            <a:off x="566928" y="1719072"/>
            <a:ext cx="4709160" cy="427024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anel head"/>
          <p:cNvSpPr/>
          <p:nvPr/>
        </p:nvSpPr>
        <p:spPr>
          <a:xfrm>
            <a:off x="566928" y="1719072"/>
            <a:ext cx="4709160" cy="38404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tIns="0" bIns="0" wrap="square"/>
          <a:lstStyle/>
          <a:p>
            <a:pPr algn="l">
              <a:lnSpc>
                <a:spcPct val="100000"/>
              </a:lnSpc>
              <a:spcAft>
                <a:spcPts val="0"/>
              </a:spcAft>
            </a:pPr>
            <a:r>
              <a:rPr sz="1100" b="1" i="0">
                <a:solidFill>
                  <a:srgbClr val="FFFFFF"/>
                </a:solidFill>
                <a:latin typeface="Poppins SemiBold"/>
              </a:rPr>
              <a:t>Already in train</a:t>
            </a:r>
          </a:p>
        </p:txBody>
      </p:sp>
      <p:sp>
        <p:nvSpPr>
          <p:cNvPr id="22" name="Panel"/>
          <p:cNvSpPr/>
          <p:nvPr/>
        </p:nvSpPr>
        <p:spPr>
          <a:xfrm>
            <a:off x="5431536" y="1719072"/>
            <a:ext cx="2743200" cy="427024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anel head"/>
          <p:cNvSpPr/>
          <p:nvPr/>
        </p:nvSpPr>
        <p:spPr>
          <a:xfrm>
            <a:off x="5431536" y="1719072"/>
            <a:ext cx="2743200" cy="38404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tIns="0" bIns="0" wrap="square"/>
          <a:lstStyle/>
          <a:p>
            <a:pPr algn="l">
              <a:lnSpc>
                <a:spcPct val="100000"/>
              </a:lnSpc>
              <a:spcAft>
                <a:spcPts val="0"/>
              </a:spcAft>
            </a:pPr>
            <a:r>
              <a:rPr sz="1100" b="1" i="0">
                <a:solidFill>
                  <a:srgbClr val="FFFFFF"/>
                </a:solidFill>
                <a:latin typeface="Poppins SemiBold"/>
              </a:rPr>
              <a:t>What else do we need to do?</a:t>
            </a:r>
          </a:p>
        </p:txBody>
      </p:sp>
      <p:sp>
        <p:nvSpPr>
          <p:cNvPr id="24" name="Panel"/>
          <p:cNvSpPr/>
          <p:nvPr/>
        </p:nvSpPr>
        <p:spPr>
          <a:xfrm>
            <a:off x="8330183" y="1719072"/>
            <a:ext cx="3300984" cy="427024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anel head"/>
          <p:cNvSpPr/>
          <p:nvPr/>
        </p:nvSpPr>
        <p:spPr>
          <a:xfrm>
            <a:off x="8330183" y="1719072"/>
            <a:ext cx="3300984" cy="38404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tIns="0" bIns="0" wrap="square"/>
          <a:lstStyle/>
          <a:p>
            <a:pPr algn="l">
              <a:lnSpc>
                <a:spcPct val="100000"/>
              </a:lnSpc>
              <a:spcAft>
                <a:spcPts val="0"/>
              </a:spcAft>
            </a:pPr>
            <a:r>
              <a:rPr sz="1100" b="1" i="0">
                <a:solidFill>
                  <a:srgbClr val="FFFFFF"/>
                </a:solidFill>
                <a:latin typeface="Poppins SemiBold"/>
              </a:rPr>
              <a:t>How will we share progress?</a:t>
            </a:r>
          </a:p>
        </p:txBody>
      </p:sp>
      <p:sp>
        <p:nvSpPr>
          <p:cNvPr id="26" name="TextBox 25"/>
          <p:cNvSpPr txBox="1"/>
          <p:nvPr/>
        </p:nvSpPr>
        <p:spPr>
          <a:xfrm>
            <a:off x="731520" y="2176272"/>
            <a:ext cx="4389120" cy="3721608"/>
          </a:xfrm>
          <a:prstGeom prst="rect">
            <a:avLst/>
          </a:prstGeom>
          <a:noFill/>
        </p:spPr>
        <p:txBody>
          <a:bodyPr wrap="square" lIns="0" rIns="0" tIns="0" bIns="0">
            <a:spAutoFit/>
          </a:bodyPr>
          <a:lstStyle/>
          <a:p>
            <a:pPr>
              <a:lnSpc>
                <a:spcPct val="100000"/>
              </a:lnSpc>
              <a:spcBef>
                <a:spcPts val="500"/>
              </a:spcBef>
              <a:spcAft>
                <a:spcPts val="250"/>
              </a:spcAft>
              <a:buNone/>
            </a:pPr>
            <a:r>
              <a:rPr sz="950" b="1" i="0">
                <a:solidFill>
                  <a:schemeClr val="accent3"/>
                </a:solidFill>
                <a:latin typeface="Poppins SemiBold"/>
              </a:rPr>
              <a:t>ENTERPRISE-WIDE, ON EVERY THEME</a:t>
            </a:r>
          </a:p>
          <a:p>
            <a:pPr>
              <a:lnSpc>
                <a:spcPct val="100000"/>
              </a:lnSpc>
              <a:spcAft>
                <a:spcPts val="250"/>
              </a:spcAft>
              <a:buNone/>
            </a:pPr>
            <a:r>
              <a:rPr sz="950" b="0" i="0">
                <a:solidFill>
                  <a:srgbClr val="333F4F"/>
                </a:solidFill>
                <a:latin typeface="Open Sans"/>
              </a:rPr>
              <a:t>CMI Go to Green, CX uplift (measurement framework and service standards), Engagement Strategy, Complaints and feedback uplift (Bowtie)</a:t>
            </a:r>
          </a:p>
          <a:p>
            <a:pPr>
              <a:lnSpc>
                <a:spcPct val="100000"/>
              </a:lnSpc>
              <a:spcBef>
                <a:spcPts val="500"/>
              </a:spcBef>
              <a:spcAft>
                <a:spcPts val="250"/>
              </a:spcAft>
              <a:buNone/>
            </a:pPr>
            <a:r>
              <a:rPr sz="950" b="1" i="0">
                <a:solidFill>
                  <a:schemeClr val="accent3"/>
                </a:solidFill>
                <a:latin typeface="Poppins SemiBold"/>
              </a:rPr>
              <a:t>PRE-MAPPED AND VALIDATED</a:t>
            </a:r>
          </a:p>
          <a:p>
            <a:pPr marL="137160" indent="-137160">
              <a:lnSpc>
                <a:spcPct val="100000"/>
              </a:lnSpc>
              <a:spcAft>
                <a:spcPts val="250"/>
              </a:spcAft>
              <a:buClr>
                <a:schemeClr val="accent6"/>
              </a:buClr>
              <a:buFont typeface="Arial"/>
              <a:buChar char="•"/>
            </a:pPr>
            <a:r>
              <a:rPr sz="950" b="0" i="0">
                <a:solidFill>
                  <a:srgbClr val="333F4F"/>
                </a:solidFill>
                <a:latin typeface="Open Sans"/>
              </a:rPr>
              <a:t>MSOH Customer Reporting Portal</a:t>
            </a:r>
          </a:p>
          <a:p>
            <a:pPr marL="137160" indent="-137160">
              <a:lnSpc>
                <a:spcPct val="100000"/>
              </a:lnSpc>
              <a:spcAft>
                <a:spcPts val="250"/>
              </a:spcAft>
              <a:buClr>
                <a:schemeClr val="accent6"/>
              </a:buClr>
              <a:buFont typeface="Arial"/>
              <a:buChar char="•"/>
            </a:pPr>
            <a:r>
              <a:rPr sz="950" b="0" i="0">
                <a:solidFill>
                  <a:srgbClr val="333F4F"/>
                </a:solidFill>
                <a:latin typeface="Open Sans"/>
              </a:rPr>
              <a:t>IT Data Strategy and Implementation</a:t>
            </a:r>
          </a:p>
          <a:p>
            <a:pPr marL="137160" indent="-137160">
              <a:lnSpc>
                <a:spcPct val="100000"/>
              </a:lnSpc>
              <a:spcAft>
                <a:spcPts val="250"/>
              </a:spcAft>
              <a:buClr>
                <a:schemeClr val="accent6"/>
              </a:buClr>
              <a:buFont typeface="Arial"/>
              <a:buChar char="•"/>
            </a:pPr>
            <a:r>
              <a:rPr sz="950" b="0" i="0">
                <a:solidFill>
                  <a:srgbClr val="333F4F"/>
                </a:solidFill>
                <a:latin typeface="Open Sans"/>
              </a:rPr>
              <a:t>IT Records management uplift</a:t>
            </a:r>
          </a:p>
          <a:p>
            <a:pPr>
              <a:lnSpc>
                <a:spcPct val="100000"/>
              </a:lnSpc>
              <a:spcBef>
                <a:spcPts val="500"/>
              </a:spcBef>
              <a:spcAft>
                <a:spcPts val="250"/>
              </a:spcAft>
              <a:buNone/>
            </a:pPr>
            <a:r>
              <a:rPr sz="950" b="1" i="0">
                <a:solidFill>
                  <a:schemeClr val="accent3"/>
                </a:solidFill>
                <a:latin typeface="Poppins SemiBold"/>
              </a:rPr>
              <a:t>ADDED BY THE GMT</a:t>
            </a:r>
          </a:p>
          <a:p>
            <a:pPr marL="137160" indent="-137160">
              <a:lnSpc>
                <a:spcPct val="100000"/>
              </a:lnSpc>
              <a:spcAft>
                <a:spcPts val="250"/>
              </a:spcAft>
              <a:buClr>
                <a:schemeClr val="accent6"/>
              </a:buClr>
              <a:buFont typeface="Arial"/>
              <a:buChar char="•"/>
            </a:pPr>
            <a:r>
              <a:rPr sz="950" b="0" i="0">
                <a:solidFill>
                  <a:srgbClr val="333F4F"/>
                </a:solidFill>
                <a:latin typeface="Open Sans"/>
              </a:rPr>
              <a:t>Call recording and transcribing</a:t>
            </a:r>
          </a:p>
          <a:p>
            <a:pPr marL="137160" indent="-137160">
              <a:lnSpc>
                <a:spcPct val="100000"/>
              </a:lnSpc>
              <a:spcAft>
                <a:spcPts val="250"/>
              </a:spcAft>
              <a:buClr>
                <a:schemeClr val="accent6"/>
              </a:buClr>
              <a:buFont typeface="Arial"/>
              <a:buChar char="•"/>
            </a:pPr>
            <a:r>
              <a:rPr sz="950" b="0" i="0">
                <a:solidFill>
                  <a:srgbClr val="333F4F"/>
                </a:solidFill>
                <a:latin typeface="Open Sans"/>
              </a:rPr>
              <a:t>Telephony upgrade (part of CMI Go to Green)</a:t>
            </a:r>
          </a:p>
          <a:p>
            <a:pPr marL="137160" indent="-137160">
              <a:lnSpc>
                <a:spcPct val="100000"/>
              </a:lnSpc>
              <a:spcAft>
                <a:spcPts val="250"/>
              </a:spcAft>
              <a:buClr>
                <a:schemeClr val="accent6"/>
              </a:buClr>
              <a:buFont typeface="Arial"/>
              <a:buChar char="•"/>
            </a:pPr>
            <a:r>
              <a:rPr sz="950" b="0" i="0">
                <a:solidFill>
                  <a:srgbClr val="333F4F"/>
                </a:solidFill>
                <a:latin typeface="Open Sans"/>
              </a:rPr>
              <a:t>Call abandonment rate</a:t>
            </a:r>
          </a:p>
          <a:p>
            <a:pPr marL="137160" indent="-137160">
              <a:lnSpc>
                <a:spcPct val="100000"/>
              </a:lnSpc>
              <a:spcAft>
                <a:spcPts val="250"/>
              </a:spcAft>
              <a:buClr>
                <a:schemeClr val="accent6"/>
              </a:buClr>
              <a:buFont typeface="Arial"/>
              <a:buChar char="•"/>
            </a:pPr>
            <a:r>
              <a:rPr sz="950" b="0" i="0">
                <a:solidFill>
                  <a:srgbClr val="333F4F"/>
                </a:solidFill>
                <a:latin typeface="Open Sans"/>
              </a:rPr>
              <a:t>Data and reporting taskforce</a:t>
            </a:r>
          </a:p>
          <a:p>
            <a:pPr marL="137160" indent="-137160">
              <a:lnSpc>
                <a:spcPct val="100000"/>
              </a:lnSpc>
              <a:spcAft>
                <a:spcPts val="250"/>
              </a:spcAft>
              <a:buClr>
                <a:schemeClr val="accent6"/>
              </a:buClr>
              <a:buFont typeface="Arial"/>
              <a:buChar char="•"/>
            </a:pPr>
            <a:r>
              <a:rPr sz="950" b="0" i="0">
                <a:solidFill>
                  <a:srgbClr val="333F4F"/>
                </a:solidFill>
                <a:latin typeface="Open Sans"/>
              </a:rPr>
              <a:t>Privacy policy review</a:t>
            </a:r>
          </a:p>
          <a:p>
            <a:pPr marL="137160" indent="-137160">
              <a:lnSpc>
                <a:spcPct val="100000"/>
              </a:lnSpc>
              <a:spcAft>
                <a:spcPts val="250"/>
              </a:spcAft>
              <a:buClr>
                <a:schemeClr val="accent6"/>
              </a:buClr>
              <a:buFont typeface="Arial"/>
              <a:buChar char="•"/>
            </a:pPr>
            <a:r>
              <a:rPr sz="950" b="0" i="0">
                <a:solidFill>
                  <a:srgbClr val="333F4F"/>
                </a:solidFill>
                <a:latin typeface="Open Sans"/>
              </a:rPr>
              <a:t>Stakeholder engagement plan for all stakeholders</a:t>
            </a:r>
          </a:p>
          <a:p>
            <a:pPr marL="137160" indent="-137160">
              <a:lnSpc>
                <a:spcPct val="100000"/>
              </a:lnSpc>
              <a:spcAft>
                <a:spcPts val="250"/>
              </a:spcAft>
              <a:buClr>
                <a:schemeClr val="accent6"/>
              </a:buClr>
              <a:buFont typeface="Arial"/>
              <a:buChar char="•"/>
            </a:pPr>
            <a:r>
              <a:rPr sz="950" b="0" i="0">
                <a:solidFill>
                  <a:srgbClr val="333F4F"/>
                </a:solidFill>
                <a:latin typeface="Open Sans"/>
              </a:rPr>
              <a:t>Transparency around premiums</a:t>
            </a:r>
          </a:p>
          <a:p>
            <a:pPr marL="137160" indent="-137160">
              <a:lnSpc>
                <a:spcPct val="100000"/>
              </a:lnSpc>
              <a:spcAft>
                <a:spcPts val="250"/>
              </a:spcAft>
              <a:buClr>
                <a:schemeClr val="accent6"/>
              </a:buClr>
              <a:buFont typeface="Arial"/>
              <a:buChar char="•"/>
            </a:pPr>
            <a:r>
              <a:rPr sz="950" b="0" i="0">
                <a:solidFill>
                  <a:srgbClr val="333F4F"/>
                </a:solidFill>
                <a:latin typeface="Open Sans"/>
              </a:rPr>
              <a:t>Legal service standards and target operating model (?)</a:t>
            </a:r>
          </a:p>
          <a:p>
            <a:pPr marL="137160" indent="-137160">
              <a:lnSpc>
                <a:spcPct val="100000"/>
              </a:lnSpc>
              <a:spcAft>
                <a:spcPts val="250"/>
              </a:spcAft>
              <a:buClr>
                <a:schemeClr val="accent6"/>
              </a:buClr>
              <a:buFont typeface="Arial"/>
              <a:buChar char="•"/>
            </a:pPr>
            <a:r>
              <a:rPr sz="950" b="0" i="0">
                <a:solidFill>
                  <a:srgbClr val="333F4F"/>
                </a:solidFill>
                <a:latin typeface="Open Sans"/>
              </a:rPr>
              <a:t>Operating rhythm for consistency</a:t>
            </a:r>
          </a:p>
          <a:p>
            <a:pPr marL="137160" indent="-137160">
              <a:lnSpc>
                <a:spcPct val="100000"/>
              </a:lnSpc>
              <a:spcAft>
                <a:spcPts val="250"/>
              </a:spcAft>
              <a:buClr>
                <a:schemeClr val="accent6"/>
              </a:buClr>
              <a:buFont typeface="Arial"/>
              <a:buChar char="•"/>
            </a:pPr>
            <a:r>
              <a:rPr sz="950" b="0" i="0">
                <a:solidFill>
                  <a:srgbClr val="333F4F"/>
                </a:solidFill>
                <a:latin typeface="Open Sans"/>
              </a:rPr>
              <a:t>Payments taskforce: backlog reduction and automation</a:t>
            </a:r>
          </a:p>
          <a:p>
            <a:pPr marL="137160" indent="-137160">
              <a:lnSpc>
                <a:spcPct val="100000"/>
              </a:lnSpc>
              <a:spcAft>
                <a:spcPts val="250"/>
              </a:spcAft>
              <a:buClr>
                <a:schemeClr val="accent6"/>
              </a:buClr>
              <a:buFont typeface="Arial"/>
              <a:buChar char="•"/>
            </a:pPr>
            <a:r>
              <a:rPr sz="950" b="0" i="0">
                <a:solidFill>
                  <a:srgbClr val="333F4F"/>
                </a:solidFill>
                <a:latin typeface="Open Sans"/>
              </a:rPr>
              <a:t>Estimations: process improvement and automation</a:t>
            </a:r>
          </a:p>
        </p:txBody>
      </p:sp>
      <p:sp>
        <p:nvSpPr>
          <p:cNvPr id="27" name="TextBox 26"/>
          <p:cNvSpPr txBox="1"/>
          <p:nvPr/>
        </p:nvSpPr>
        <p:spPr>
          <a:xfrm>
            <a:off x="5596128" y="2176272"/>
            <a:ext cx="2423160" cy="3721608"/>
          </a:xfrm>
          <a:prstGeom prst="rect">
            <a:avLst/>
          </a:prstGeom>
          <a:noFill/>
        </p:spPr>
        <p:txBody>
          <a:bodyPr wrap="square" lIns="0" rIns="0" tIns="0" bIns="0">
            <a:spAutoFit/>
          </a:bodyPr>
          <a:lstStyle/>
          <a:p>
            <a:pPr>
              <a:lnSpc>
                <a:spcPct val="100000"/>
              </a:lnSpc>
              <a:spcBef>
                <a:spcPts val="500"/>
              </a:spcBef>
              <a:spcAft>
                <a:spcPts val="250"/>
              </a:spcAft>
              <a:buNone/>
            </a:pPr>
            <a:r>
              <a:rPr sz="950" b="1" i="0">
                <a:solidFill>
                  <a:schemeClr val="accent3"/>
                </a:solidFill>
                <a:latin typeface="Poppins SemiBold"/>
              </a:rPr>
              <a:t>NEW IDEAS</a:t>
            </a:r>
          </a:p>
          <a:p>
            <a:pPr marL="137160" indent="-137160">
              <a:lnSpc>
                <a:spcPct val="100000"/>
              </a:lnSpc>
              <a:spcAft>
                <a:spcPts val="250"/>
              </a:spcAft>
              <a:buClr>
                <a:schemeClr val="accent6"/>
              </a:buClr>
              <a:buFont typeface="Arial"/>
              <a:buChar char="•"/>
            </a:pPr>
            <a:r>
              <a:rPr sz="950" b="0" i="0">
                <a:solidFill>
                  <a:srgbClr val="333F4F"/>
                </a:solidFill>
                <a:latin typeface="Open Sans"/>
              </a:rPr>
              <a:t>Customer-centricity workstream within the transformation</a:t>
            </a:r>
          </a:p>
          <a:p>
            <a:pPr marL="137160" indent="-137160">
              <a:lnSpc>
                <a:spcPct val="100000"/>
              </a:lnSpc>
              <a:spcAft>
                <a:spcPts val="250"/>
              </a:spcAft>
              <a:buClr>
                <a:schemeClr val="accent6"/>
              </a:buClr>
              <a:buFont typeface="Arial"/>
              <a:buChar char="•"/>
            </a:pPr>
            <a:r>
              <a:rPr sz="950" b="0" i="0">
                <a:solidFill>
                  <a:srgbClr val="333F4F"/>
                </a:solidFill>
                <a:latin typeface="Open Sans"/>
              </a:rPr>
              <a:t>Define what good looks like for CMI customers (design principles)</a:t>
            </a:r>
          </a:p>
          <a:p>
            <a:pPr>
              <a:lnSpc>
                <a:spcPct val="100000"/>
              </a:lnSpc>
              <a:spcBef>
                <a:spcPts val="500"/>
              </a:spcBef>
              <a:spcAft>
                <a:spcPts val="250"/>
              </a:spcAft>
              <a:buNone/>
            </a:pPr>
            <a:r>
              <a:rPr sz="950" b="1" i="0">
                <a:solidFill>
                  <a:schemeClr val="accent3"/>
                </a:solidFill>
                <a:latin typeface="Poppins SemiBold"/>
              </a:rPr>
              <a:t>OPEN QUESTIONS</a:t>
            </a:r>
          </a:p>
          <a:p>
            <a:pPr marL="137160" indent="-137160">
              <a:lnSpc>
                <a:spcPct val="100000"/>
              </a:lnSpc>
              <a:spcAft>
                <a:spcPts val="250"/>
              </a:spcAft>
              <a:buClr>
                <a:schemeClr val="accent6"/>
              </a:buClr>
              <a:buFont typeface="Arial"/>
              <a:buChar char="•"/>
            </a:pPr>
            <a:r>
              <a:rPr sz="950" b="0" i="0">
                <a:solidFill>
                  <a:srgbClr val="333F4F"/>
                </a:solidFill>
                <a:latin typeface="Open Sans"/>
              </a:rPr>
              <a:t>What does our change management process involve?</a:t>
            </a:r>
          </a:p>
          <a:p>
            <a:pPr marL="137160" indent="-137160">
              <a:lnSpc>
                <a:spcPct val="100000"/>
              </a:lnSpc>
              <a:spcAft>
                <a:spcPts val="250"/>
              </a:spcAft>
              <a:buClr>
                <a:schemeClr val="accent6"/>
              </a:buClr>
              <a:buFont typeface="Arial"/>
              <a:buChar char="•"/>
            </a:pPr>
            <a:r>
              <a:rPr sz="950" b="0" i="0">
                <a:solidFill>
                  <a:srgbClr val="333F4F"/>
                </a:solidFill>
                <a:latin typeface="Open Sans"/>
              </a:rPr>
              <a:t>Where do the health surveillance levels sit?</a:t>
            </a:r>
          </a:p>
        </p:txBody>
      </p:sp>
      <p:sp>
        <p:nvSpPr>
          <p:cNvPr id="28" name="TextBox 27"/>
          <p:cNvSpPr txBox="1"/>
          <p:nvPr/>
        </p:nvSpPr>
        <p:spPr>
          <a:xfrm>
            <a:off x="8494776" y="2176272"/>
            <a:ext cx="2999232" cy="3721608"/>
          </a:xfrm>
          <a:prstGeom prst="rect">
            <a:avLst/>
          </a:prstGeom>
          <a:noFill/>
        </p:spPr>
        <p:txBody>
          <a:bodyPr wrap="square" lIns="0" rIns="0" tIns="0" bIns="0">
            <a:spAutoFit/>
          </a:bodyPr>
          <a:lstStyle/>
          <a:p>
            <a:pPr>
              <a:lnSpc>
                <a:spcPct val="100000"/>
              </a:lnSpc>
              <a:spcBef>
                <a:spcPts val="500"/>
              </a:spcBef>
              <a:spcAft>
                <a:spcPts val="250"/>
              </a:spcAft>
              <a:buNone/>
            </a:pPr>
            <a:r>
              <a:rPr sz="950" b="1" i="0">
                <a:solidFill>
                  <a:schemeClr val="accent3"/>
                </a:solidFill>
                <a:latin typeface="Poppins SemiBold"/>
              </a:rPr>
              <a:t>WHAT WE SHARE</a:t>
            </a:r>
          </a:p>
          <a:p>
            <a:pPr marL="137160" indent="-137160">
              <a:lnSpc>
                <a:spcPct val="100000"/>
              </a:lnSpc>
              <a:spcAft>
                <a:spcPts val="250"/>
              </a:spcAft>
              <a:buClr>
                <a:schemeClr val="accent6"/>
              </a:buClr>
              <a:buFont typeface="Arial"/>
              <a:buChar char="•"/>
            </a:pPr>
            <a:r>
              <a:rPr sz="950" b="0" i="0">
                <a:solidFill>
                  <a:srgbClr val="333F4F"/>
                </a:solidFill>
                <a:latin typeface="Open Sans"/>
              </a:rPr>
              <a:t>The pain points, what we’ve done and what’s to come</a:t>
            </a:r>
          </a:p>
          <a:p>
            <a:pPr marL="137160" indent="-137160">
              <a:lnSpc>
                <a:spcPct val="100000"/>
              </a:lnSpc>
              <a:spcAft>
                <a:spcPts val="250"/>
              </a:spcAft>
              <a:buClr>
                <a:schemeClr val="accent6"/>
              </a:buClr>
              <a:buFont typeface="Arial"/>
              <a:buChar char="•"/>
            </a:pPr>
            <a:r>
              <a:rPr sz="950" b="0" i="0">
                <a:solidFill>
                  <a:srgbClr val="333F4F"/>
                </a:solidFill>
                <a:latin typeface="Open Sans"/>
              </a:rPr>
              <a:t>Our processes, up front</a:t>
            </a:r>
          </a:p>
          <a:p>
            <a:pPr marL="137160" indent="-137160">
              <a:lnSpc>
                <a:spcPct val="100000"/>
              </a:lnSpc>
              <a:spcAft>
                <a:spcPts val="250"/>
              </a:spcAft>
              <a:buClr>
                <a:schemeClr val="accent6"/>
              </a:buClr>
              <a:buFont typeface="Arial"/>
              <a:buChar char="•"/>
            </a:pPr>
            <a:r>
              <a:rPr sz="950" b="0" i="0">
                <a:solidFill>
                  <a:srgbClr val="333F4F"/>
                </a:solidFill>
                <a:latin typeface="Open Sans"/>
              </a:rPr>
              <a:t>Limits of liability for health appointments and certificates</a:t>
            </a:r>
          </a:p>
          <a:p>
            <a:pPr marL="137160" indent="-137160">
              <a:lnSpc>
                <a:spcPct val="100000"/>
              </a:lnSpc>
              <a:spcAft>
                <a:spcPts val="250"/>
              </a:spcAft>
              <a:buClr>
                <a:schemeClr val="accent6"/>
              </a:buClr>
              <a:buFont typeface="Arial"/>
              <a:buChar char="•"/>
            </a:pPr>
            <a:r>
              <a:rPr sz="950" b="0" i="0">
                <a:solidFill>
                  <a:srgbClr val="333F4F"/>
                </a:solidFill>
                <a:latin typeface="Open Sans"/>
              </a:rPr>
              <a:t>Our service standards</a:t>
            </a:r>
          </a:p>
          <a:p>
            <a:pPr marL="137160" indent="-137160">
              <a:lnSpc>
                <a:spcPct val="100000"/>
              </a:lnSpc>
              <a:spcAft>
                <a:spcPts val="250"/>
              </a:spcAft>
              <a:buClr>
                <a:schemeClr val="accent6"/>
              </a:buClr>
              <a:buFont typeface="Arial"/>
              <a:buChar char="•"/>
            </a:pPr>
            <a:r>
              <a:rPr sz="950" b="0" i="0">
                <a:solidFill>
                  <a:srgbClr val="333F4F"/>
                </a:solidFill>
                <a:latin typeface="Open Sans"/>
              </a:rPr>
              <a:t>A chance for stakeholders to talk it through</a:t>
            </a:r>
          </a:p>
          <a:p>
            <a:pPr>
              <a:lnSpc>
                <a:spcPct val="100000"/>
              </a:lnSpc>
              <a:spcBef>
                <a:spcPts val="500"/>
              </a:spcBef>
              <a:spcAft>
                <a:spcPts val="250"/>
              </a:spcAft>
              <a:buNone/>
            </a:pPr>
            <a:r>
              <a:rPr sz="950" b="1" i="0">
                <a:solidFill>
                  <a:schemeClr val="accent3"/>
                </a:solidFill>
                <a:latin typeface="Poppins SemiBold"/>
              </a:rPr>
              <a:t>WHO NEEDS TO HEAR IT</a:t>
            </a:r>
          </a:p>
          <a:p>
            <a:pPr>
              <a:lnSpc>
                <a:spcPct val="100000"/>
              </a:lnSpc>
              <a:spcAft>
                <a:spcPts val="250"/>
              </a:spcAft>
              <a:buNone/>
            </a:pPr>
            <a:r>
              <a:rPr sz="900" b="0" i="1">
                <a:solidFill>
                  <a:srgbClr val="445469"/>
                </a:solidFill>
                <a:latin typeface="Open Sans"/>
              </a:rPr>
              <a:t>Not captured on the canvas</a:t>
            </a:r>
          </a:p>
          <a:p>
            <a:pPr>
              <a:lnSpc>
                <a:spcPct val="100000"/>
              </a:lnSpc>
              <a:spcBef>
                <a:spcPts val="500"/>
              </a:spcBef>
              <a:spcAft>
                <a:spcPts val="250"/>
              </a:spcAft>
              <a:buNone/>
            </a:pPr>
            <a:r>
              <a:rPr sz="950" b="1" i="0">
                <a:solidFill>
                  <a:schemeClr val="accent3"/>
                </a:solidFill>
                <a:latin typeface="Poppins SemiBold"/>
              </a:rPr>
              <a:t>HOW WE REACH THEM</a:t>
            </a:r>
          </a:p>
          <a:p>
            <a:pPr marL="137160" indent="-137160">
              <a:lnSpc>
                <a:spcPct val="100000"/>
              </a:lnSpc>
              <a:spcAft>
                <a:spcPts val="250"/>
              </a:spcAft>
              <a:buClr>
                <a:schemeClr val="accent6"/>
              </a:buClr>
              <a:buFont typeface="Arial"/>
              <a:buChar char="•"/>
            </a:pPr>
            <a:r>
              <a:rPr sz="950" b="0" i="0">
                <a:solidFill>
                  <a:srgbClr val="333F4F"/>
                </a:solidFill>
                <a:latin typeface="Open Sans"/>
              </a:rPr>
              <a:t>A key liaison for MEU and MC, as the main point of contact during transformation</a:t>
            </a:r>
          </a:p>
          <a:p>
            <a:pPr marL="137160" indent="-137160">
              <a:lnSpc>
                <a:spcPct val="100000"/>
              </a:lnSpc>
              <a:spcAft>
                <a:spcPts val="250"/>
              </a:spcAft>
              <a:buClr>
                <a:schemeClr val="accent6"/>
              </a:buClr>
              <a:buFont typeface="Arial"/>
              <a:buChar char="•"/>
            </a:pPr>
            <a:r>
              <a:rPr sz="950" b="0" i="0">
                <a:solidFill>
                  <a:srgbClr val="333F4F"/>
                </a:solidFill>
                <a:latin typeface="Open Sans"/>
              </a:rPr>
              <a:t>Clearer access to information, e.g. the website</a:t>
            </a:r>
          </a:p>
        </p:txBody>
      </p:sp>
      <p:sp>
        <p:nvSpPr>
          <p:cNvPr id="29" name="So what"/>
          <p:cNvSpPr/>
          <p:nvPr/>
        </p:nvSpPr>
        <p:spPr>
          <a:xfrm>
            <a:off x="566928" y="6108192"/>
            <a:ext cx="11064240" cy="457200"/>
          </a:xfrm>
          <a:prstGeom prst="rect">
            <a:avLst/>
          </a:prstGeom>
          <a:solidFill>
            <a:srgbClr val="445469"/>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182880" tIns="0" bIns="0" wrap="square"/>
          <a:lstStyle/>
          <a:p>
            <a:pPr algn="l">
              <a:lnSpc>
                <a:spcPct val="100000"/>
              </a:lnSpc>
              <a:spcAft>
                <a:spcPts val="0"/>
              </a:spcAft>
            </a:pPr>
            <a:r>
              <a:rPr sz="1100" b="1" i="0">
                <a:solidFill>
                  <a:schemeClr val="accent3"/>
                </a:solidFill>
                <a:latin typeface="Poppins SemiBold"/>
              </a:rPr>
              <a:t>So what  </a:t>
            </a:r>
            <a:r>
              <a:rPr sz="1100" b="0" i="0">
                <a:solidFill>
                  <a:srgbClr val="FFFFFF"/>
                </a:solidFill>
                <a:latin typeface="Open Sans"/>
              </a:rPr>
              <a:t>Trust comes from being clear up front: our processes, our limits and our service standards, with a named contact through the transformation.</a:t>
            </a:r>
          </a:p>
        </p:txBody>
      </p:sp>
      <p:sp>
        <p:nvSpPr>
          <p:cNvPr id="30" name="TextBox 29"/>
          <p:cNvSpPr txBox="1"/>
          <p:nvPr/>
        </p:nvSpPr>
        <p:spPr>
          <a:xfrm>
            <a:off x="566928" y="6583680"/>
            <a:ext cx="8229600" cy="182880"/>
          </a:xfrm>
          <a:prstGeom prst="rect">
            <a:avLst/>
          </a:prstGeom>
          <a:noFill/>
        </p:spPr>
        <p:txBody>
          <a:bodyPr wrap="square" anchor="t" lIns="0" tIns="0" rIns="0" bIns="0">
            <a:spAutoFit/>
          </a:bodyPr>
          <a:lstStyle/>
          <a:p>
            <a:pPr algn="l">
              <a:lnSpc>
                <a:spcPct val="100000"/>
              </a:lnSpc>
              <a:spcAft>
                <a:spcPts val="0"/>
              </a:spcAft>
            </a:pPr>
            <a:r>
              <a:rPr sz="800" b="0" i="1">
                <a:solidFill>
                  <a:srgbClr val="445469"/>
                </a:solidFill>
                <a:latin typeface="Open Sans"/>
              </a:rPr>
              <a:t>(?) = handwriting unclear on the canvas, to confirm.</a:t>
            </a:r>
          </a:p>
        </p:txBody>
      </p:sp>
    </p:spTree>
    <p:extLst>
      <p:ext uri="{BB962C8B-B14F-4D97-AF65-F5344CB8AC3E}">
        <p14:creationId xmlns:p14="http://schemas.microsoft.com/office/powerpoint/2010/main" val="1922296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384048"/>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pPr algn="ctr"/>
            <a:r>
              <a:rPr lang="en-AU"/>
              <a:t>Theme 2: </a:t>
            </a:r>
            <a:r>
              <a:rPr lang="en-AU">
                <a:solidFill>
                  <a:schemeClr val="accent1"/>
                </a:solidFill>
              </a:rPr>
              <a:t>Service Experience &amp; Consistency</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AU" sz="900" b="0" i="0" u="none" strike="noStrike" kern="1200" cap="none" spc="0" normalizeH="0" baseline="0" noProof="0">
              <a:ln>
                <a:noFill/>
              </a:ln>
              <a:solidFill>
                <a:schemeClr val="bg2">
                  <a:lumMod val="10000"/>
                </a:schemeClr>
              </a:solidFill>
              <a:effectLst/>
              <a:uLnTx/>
              <a:uFillTx/>
              <a:latin typeface="Aptos" panose="020B0004020202020204" pitchFamily="34" charset="0"/>
              <a:ea typeface="+mn-ea"/>
              <a:cs typeface="+mn-cs"/>
            </a:endParaRPr>
          </a:p>
        </p:txBody>
      </p:sp>
      <p:sp>
        <p:nvSpPr>
          <p:cNvPr id="4" name="HMW 123">
            <a:extLst>
              <a:ext uri="{FF2B5EF4-FFF2-40B4-BE49-F238E27FC236}">
                <a16:creationId xmlns:a16="http://schemas.microsoft.com/office/drawing/2014/main" id="{BB1E0741-CDB5-BC92-E490-3AAE4871C536}"/>
              </a:ext>
            </a:extLst>
          </p:cNvPr>
          <p:cNvSpPr/>
          <p:nvPr/>
        </p:nvSpPr>
        <p:spPr>
          <a:xfrm>
            <a:off x="566928" y="1005840"/>
            <a:ext cx="11064240" cy="548640"/>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ctr">
              <a:lnSpc>
                <a:spcPct val="100000"/>
              </a:lnSpc>
              <a:spcBef>
                <a:spcPts val="0"/>
              </a:spcBef>
              <a:spcAft>
                <a:spcPts val="0"/>
              </a:spcAft>
              <a:buNone/>
            </a:pPr>
            <a:r>
              <a:rPr lang="en-AU" b="1">
                <a:solidFill>
                  <a:schemeClr val="accent1">
                    <a:lumMod val="75000"/>
                  </a:schemeClr>
                </a:solidFill>
                <a:latin typeface="Poppins SemiBold" pitchFamily="2" charset="0"/>
                <a:cs typeface="Poppins SemiBold" pitchFamily="2" charset="0"/>
              </a:rPr>
              <a:t>How might we make a good experience the standard, not the exception?</a:t>
            </a:r>
          </a:p>
        </p:txBody>
      </p:sp>
      <p:cxnSp>
        <p:nvCxnSpPr>
          <p:cNvPr id="15" name="Straight Connector 14">
            <a:extLst>
              <a:ext uri="{FF2B5EF4-FFF2-40B4-BE49-F238E27FC236}">
                <a16:creationId xmlns:a16="http://schemas.microsoft.com/office/drawing/2014/main" id="{E3DC0A12-5822-C859-ACA9-E1E3398291CF}"/>
              </a:ext>
            </a:extLst>
          </p:cNvPr>
          <p:cNvCxnSpPr>
            <a:cxnSpLocks/>
            <a:stCxn id="19"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064740-A07D-EF0D-FBF3-A46FD95510C2}"/>
              </a:ext>
            </a:extLst>
          </p:cNvPr>
          <p:cNvCxnSpPr>
            <a:cxnSpLocks/>
            <a:endCxn id="19"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 0">
            <a:extLst>
              <a:ext uri="{FF2B5EF4-FFF2-40B4-BE49-F238E27FC236}">
                <a16:creationId xmlns:a16="http://schemas.microsoft.com/office/drawing/2014/main" id="{3C290C48-10BC-77FD-9D7E-C05BEC5CF601}"/>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20" name="Panel"/>
          <p:cNvSpPr/>
          <p:nvPr/>
        </p:nvSpPr>
        <p:spPr>
          <a:xfrm>
            <a:off x="566928" y="1719072"/>
            <a:ext cx="4709160" cy="427024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anel head"/>
          <p:cNvSpPr/>
          <p:nvPr/>
        </p:nvSpPr>
        <p:spPr>
          <a:xfrm>
            <a:off x="566928" y="1719072"/>
            <a:ext cx="470916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tIns="0" bIns="0" wrap="square"/>
          <a:lstStyle/>
          <a:p>
            <a:pPr algn="l">
              <a:lnSpc>
                <a:spcPct val="100000"/>
              </a:lnSpc>
              <a:spcAft>
                <a:spcPts val="0"/>
              </a:spcAft>
            </a:pPr>
            <a:r>
              <a:rPr sz="1100" b="1" i="0">
                <a:solidFill>
                  <a:srgbClr val="FFFFFF"/>
                </a:solidFill>
                <a:latin typeface="Poppins SemiBold"/>
              </a:rPr>
              <a:t>Already in train</a:t>
            </a:r>
          </a:p>
        </p:txBody>
      </p:sp>
      <p:sp>
        <p:nvSpPr>
          <p:cNvPr id="22" name="Panel"/>
          <p:cNvSpPr/>
          <p:nvPr/>
        </p:nvSpPr>
        <p:spPr>
          <a:xfrm>
            <a:off x="5431536" y="1719072"/>
            <a:ext cx="2743200" cy="427024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anel head"/>
          <p:cNvSpPr/>
          <p:nvPr/>
        </p:nvSpPr>
        <p:spPr>
          <a:xfrm>
            <a:off x="5431536" y="1719072"/>
            <a:ext cx="274320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tIns="0" bIns="0" wrap="square"/>
          <a:lstStyle/>
          <a:p>
            <a:pPr algn="l">
              <a:lnSpc>
                <a:spcPct val="100000"/>
              </a:lnSpc>
              <a:spcAft>
                <a:spcPts val="0"/>
              </a:spcAft>
            </a:pPr>
            <a:r>
              <a:rPr sz="1100" b="1" i="0">
                <a:solidFill>
                  <a:srgbClr val="FFFFFF"/>
                </a:solidFill>
                <a:latin typeface="Poppins SemiBold"/>
              </a:rPr>
              <a:t>What else do we need to do?</a:t>
            </a:r>
          </a:p>
        </p:txBody>
      </p:sp>
      <p:sp>
        <p:nvSpPr>
          <p:cNvPr id="24" name="Panel"/>
          <p:cNvSpPr/>
          <p:nvPr/>
        </p:nvSpPr>
        <p:spPr>
          <a:xfrm>
            <a:off x="8330183" y="1719072"/>
            <a:ext cx="3300984" cy="427024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anel head"/>
          <p:cNvSpPr/>
          <p:nvPr/>
        </p:nvSpPr>
        <p:spPr>
          <a:xfrm>
            <a:off x="8330183" y="1719072"/>
            <a:ext cx="3300984"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tIns="0" bIns="0" wrap="square"/>
          <a:lstStyle/>
          <a:p>
            <a:pPr algn="l">
              <a:lnSpc>
                <a:spcPct val="100000"/>
              </a:lnSpc>
              <a:spcAft>
                <a:spcPts val="0"/>
              </a:spcAft>
            </a:pPr>
            <a:r>
              <a:rPr sz="1100" b="1" i="0">
                <a:solidFill>
                  <a:srgbClr val="FFFFFF"/>
                </a:solidFill>
                <a:latin typeface="Poppins SemiBold"/>
              </a:rPr>
              <a:t>How will we share progress?</a:t>
            </a:r>
          </a:p>
        </p:txBody>
      </p:sp>
      <p:sp>
        <p:nvSpPr>
          <p:cNvPr id="26" name="TextBox 25"/>
          <p:cNvSpPr txBox="1"/>
          <p:nvPr/>
        </p:nvSpPr>
        <p:spPr>
          <a:xfrm>
            <a:off x="731520" y="2176272"/>
            <a:ext cx="4389120" cy="3721608"/>
          </a:xfrm>
          <a:prstGeom prst="rect">
            <a:avLst/>
          </a:prstGeom>
          <a:noFill/>
        </p:spPr>
        <p:txBody>
          <a:bodyPr wrap="square" lIns="0" rIns="0" tIns="0" bIns="0">
            <a:spAutoFit/>
          </a:bodyPr>
          <a:lstStyle/>
          <a:p>
            <a:pPr>
              <a:lnSpc>
                <a:spcPct val="100000"/>
              </a:lnSpc>
              <a:spcBef>
                <a:spcPts val="500"/>
              </a:spcBef>
              <a:spcAft>
                <a:spcPts val="250"/>
              </a:spcAft>
              <a:buNone/>
            </a:pPr>
            <a:r>
              <a:rPr sz="950" b="1" i="0">
                <a:solidFill>
                  <a:schemeClr val="accent1"/>
                </a:solidFill>
                <a:latin typeface="Poppins SemiBold"/>
              </a:rPr>
              <a:t>ENTERPRISE-WIDE, ON EVERY THEME</a:t>
            </a:r>
          </a:p>
          <a:p>
            <a:pPr>
              <a:lnSpc>
                <a:spcPct val="100000"/>
              </a:lnSpc>
              <a:spcAft>
                <a:spcPts val="250"/>
              </a:spcAft>
              <a:buNone/>
            </a:pPr>
            <a:r>
              <a:rPr sz="950" b="0" i="0">
                <a:solidFill>
                  <a:srgbClr val="333F4F"/>
                </a:solidFill>
                <a:latin typeface="Open Sans"/>
              </a:rPr>
              <a:t>CMI Go to Green, CX uplift (measurement framework and service standards), Engagement Strategy, Complaints and feedback uplift (Bowtie)</a:t>
            </a:r>
          </a:p>
          <a:p>
            <a:pPr>
              <a:lnSpc>
                <a:spcPct val="100000"/>
              </a:lnSpc>
              <a:spcBef>
                <a:spcPts val="500"/>
              </a:spcBef>
              <a:spcAft>
                <a:spcPts val="250"/>
              </a:spcAft>
              <a:buNone/>
            </a:pPr>
            <a:r>
              <a:rPr sz="950" b="1" i="0">
                <a:solidFill>
                  <a:schemeClr val="accent1"/>
                </a:solidFill>
                <a:latin typeface="Poppins SemiBold"/>
              </a:rPr>
              <a:t>PRE-MAPPED AND VALIDATED</a:t>
            </a:r>
          </a:p>
          <a:p>
            <a:pPr marL="137160" indent="-137160">
              <a:lnSpc>
                <a:spcPct val="100000"/>
              </a:lnSpc>
              <a:spcAft>
                <a:spcPts val="250"/>
              </a:spcAft>
              <a:buClr>
                <a:schemeClr val="accent6"/>
              </a:buClr>
              <a:buFont typeface="Arial"/>
              <a:buChar char="•"/>
            </a:pPr>
            <a:r>
              <a:rPr sz="950" b="0" i="0">
                <a:solidFill>
                  <a:srgbClr val="333F4F"/>
                </a:solidFill>
                <a:latin typeface="Open Sans"/>
              </a:rPr>
              <a:t>CMI Capability uplift</a:t>
            </a:r>
          </a:p>
          <a:p>
            <a:pPr marL="137160" indent="-137160">
              <a:lnSpc>
                <a:spcPct val="100000"/>
              </a:lnSpc>
              <a:spcAft>
                <a:spcPts val="250"/>
              </a:spcAft>
              <a:buClr>
                <a:schemeClr val="accent6"/>
              </a:buClr>
              <a:buFont typeface="Arial"/>
              <a:buChar char="•"/>
            </a:pPr>
            <a:r>
              <a:rPr sz="950" b="0" i="0">
                <a:solidFill>
                  <a:srgbClr val="333F4F"/>
                </a:solidFill>
                <a:latin typeface="Open Sans"/>
              </a:rPr>
              <a:t>Process Excellence capability uplift</a:t>
            </a:r>
          </a:p>
          <a:p>
            <a:pPr marL="137160" indent="-137160">
              <a:lnSpc>
                <a:spcPct val="100000"/>
              </a:lnSpc>
              <a:spcAft>
                <a:spcPts val="250"/>
              </a:spcAft>
              <a:buClr>
                <a:schemeClr val="accent6"/>
              </a:buClr>
              <a:buFont typeface="Arial"/>
              <a:buChar char="•"/>
            </a:pPr>
            <a:r>
              <a:rPr sz="950" b="0" i="0">
                <a:solidFill>
                  <a:srgbClr val="333F4F"/>
                </a:solidFill>
                <a:latin typeface="Open Sans"/>
              </a:rPr>
              <a:t>CSH Mobile Health Units</a:t>
            </a:r>
          </a:p>
          <a:p>
            <a:pPr marL="137160" indent="-137160">
              <a:lnSpc>
                <a:spcPct val="100000"/>
              </a:lnSpc>
              <a:spcAft>
                <a:spcPts val="250"/>
              </a:spcAft>
              <a:buClr>
                <a:schemeClr val="accent6"/>
              </a:buClr>
              <a:buFont typeface="Arial"/>
              <a:buChar char="•"/>
            </a:pPr>
            <a:r>
              <a:rPr sz="950" b="0" i="0">
                <a:solidFill>
                  <a:srgbClr val="333F4F"/>
                </a:solidFill>
                <a:latin typeface="Open Sans"/>
              </a:rPr>
              <a:t>MRRC Customer service experience uplift</a:t>
            </a:r>
          </a:p>
          <a:p>
            <a:pPr>
              <a:lnSpc>
                <a:spcPct val="100000"/>
              </a:lnSpc>
              <a:spcBef>
                <a:spcPts val="500"/>
              </a:spcBef>
              <a:spcAft>
                <a:spcPts val="250"/>
              </a:spcAft>
              <a:buNone/>
            </a:pPr>
            <a:r>
              <a:rPr sz="950" b="1" i="0">
                <a:solidFill>
                  <a:schemeClr val="accent1"/>
                </a:solidFill>
                <a:latin typeface="Poppins SemiBold"/>
              </a:rPr>
              <a:t>ADDED BY THE GMT</a:t>
            </a:r>
          </a:p>
          <a:p>
            <a:pPr marL="137160" indent="-137160">
              <a:lnSpc>
                <a:spcPct val="100000"/>
              </a:lnSpc>
              <a:spcAft>
                <a:spcPts val="250"/>
              </a:spcAft>
              <a:buClr>
                <a:schemeClr val="accent6"/>
              </a:buClr>
              <a:buFont typeface="Arial"/>
              <a:buChar char="•"/>
            </a:pPr>
            <a:r>
              <a:rPr sz="950" b="0" i="0">
                <a:solidFill>
                  <a:srgbClr val="333F4F"/>
                </a:solidFill>
                <a:latin typeface="Open Sans"/>
              </a:rPr>
              <a:t>CMI capability: individual career (?) basics and standards</a:t>
            </a:r>
          </a:p>
          <a:p>
            <a:pPr marL="137160" indent="-137160">
              <a:lnSpc>
                <a:spcPct val="100000"/>
              </a:lnSpc>
              <a:spcAft>
                <a:spcPts val="250"/>
              </a:spcAft>
              <a:buClr>
                <a:schemeClr val="accent6"/>
              </a:buClr>
              <a:buFont typeface="Arial"/>
              <a:buChar char="•"/>
            </a:pPr>
            <a:r>
              <a:rPr sz="950" b="0" i="0">
                <a:solidFill>
                  <a:srgbClr val="333F4F"/>
                </a:solidFill>
                <a:latin typeface="Open Sans"/>
              </a:rPr>
              <a:t>CMI phone answering: fixing the basics</a:t>
            </a:r>
          </a:p>
          <a:p>
            <a:pPr marL="137160" indent="-137160">
              <a:lnSpc>
                <a:spcPct val="100000"/>
              </a:lnSpc>
              <a:spcAft>
                <a:spcPts val="250"/>
              </a:spcAft>
              <a:buClr>
                <a:schemeClr val="accent6"/>
              </a:buClr>
              <a:buFont typeface="Arial"/>
              <a:buChar char="•"/>
            </a:pPr>
            <a:r>
              <a:rPr sz="950" b="0" i="0">
                <a:solidFill>
                  <a:srgbClr val="333F4F"/>
                </a:solidFill>
                <a:latin typeface="Open Sans"/>
              </a:rPr>
              <a:t>CMI target operating model, incl. regional manager spans (?)</a:t>
            </a:r>
          </a:p>
          <a:p>
            <a:pPr marL="137160" indent="-137160">
              <a:lnSpc>
                <a:spcPct val="100000"/>
              </a:lnSpc>
              <a:spcAft>
                <a:spcPts val="250"/>
              </a:spcAft>
              <a:buClr>
                <a:schemeClr val="accent6"/>
              </a:buClr>
              <a:buFont typeface="Arial"/>
              <a:buChar char="•"/>
            </a:pPr>
            <a:r>
              <a:rPr sz="950" b="0" i="0">
                <a:solidFill>
                  <a:srgbClr val="333F4F"/>
                </a:solidFill>
                <a:latin typeface="Open Sans"/>
              </a:rPr>
              <a:t>Operational group: consistency of processes</a:t>
            </a:r>
          </a:p>
          <a:p>
            <a:pPr marL="137160" indent="-137160">
              <a:lnSpc>
                <a:spcPct val="100000"/>
              </a:lnSpc>
              <a:spcAft>
                <a:spcPts val="250"/>
              </a:spcAft>
              <a:buClr>
                <a:schemeClr val="accent6"/>
              </a:buClr>
              <a:buFont typeface="Arial"/>
              <a:buChar char="•"/>
            </a:pPr>
            <a:r>
              <a:rPr sz="950" b="0" i="0">
                <a:solidFill>
                  <a:srgbClr val="333F4F"/>
                </a:solidFill>
                <a:latin typeface="Open Sans"/>
              </a:rPr>
              <a:t>Customer understanding in onboarding, induction and recruitment</a:t>
            </a:r>
          </a:p>
          <a:p>
            <a:pPr marL="137160" indent="-137160">
              <a:lnSpc>
                <a:spcPct val="100000"/>
              </a:lnSpc>
              <a:spcAft>
                <a:spcPts val="250"/>
              </a:spcAft>
              <a:buClr>
                <a:schemeClr val="accent6"/>
              </a:buClr>
              <a:buFont typeface="Arial"/>
              <a:buChar char="•"/>
            </a:pPr>
            <a:r>
              <a:rPr sz="950" b="0" i="0">
                <a:solidFill>
                  <a:srgbClr val="333F4F"/>
                </a:solidFill>
                <a:latin typeface="Open Sans"/>
              </a:rPr>
              <a:t>CS Health: Health Standards and standardised decisions</a:t>
            </a:r>
          </a:p>
          <a:p>
            <a:pPr marL="137160" indent="-137160">
              <a:lnSpc>
                <a:spcPct val="100000"/>
              </a:lnSpc>
              <a:spcAft>
                <a:spcPts val="250"/>
              </a:spcAft>
              <a:buClr>
                <a:schemeClr val="accent6"/>
              </a:buClr>
              <a:buFont typeface="Arial"/>
              <a:buChar char="•"/>
            </a:pPr>
            <a:r>
              <a:rPr sz="950" b="0" i="0">
                <a:solidFill>
                  <a:srgbClr val="333F4F"/>
                </a:solidFill>
                <a:latin typeface="Open Sans"/>
              </a:rPr>
              <a:t>CS Health: processing timeframe KPIs</a:t>
            </a:r>
          </a:p>
          <a:p>
            <a:pPr marL="137160" indent="-137160">
              <a:lnSpc>
                <a:spcPct val="100000"/>
              </a:lnSpc>
              <a:spcAft>
                <a:spcPts val="250"/>
              </a:spcAft>
              <a:buClr>
                <a:schemeClr val="accent6"/>
              </a:buClr>
              <a:buFont typeface="Arial"/>
              <a:buChar char="•"/>
            </a:pPr>
            <a:r>
              <a:rPr sz="950" b="0" i="0">
                <a:solidFill>
                  <a:srgbClr val="333F4F"/>
                </a:solidFill>
                <a:latin typeface="Open Sans"/>
              </a:rPr>
              <a:t>CS Health: Order 45, reducing variance between doctors</a:t>
            </a:r>
          </a:p>
          <a:p>
            <a:pPr marL="137160" indent="-137160">
              <a:lnSpc>
                <a:spcPct val="100000"/>
              </a:lnSpc>
              <a:spcAft>
                <a:spcPts val="250"/>
              </a:spcAft>
              <a:buClr>
                <a:schemeClr val="accent6"/>
              </a:buClr>
              <a:buFont typeface="Arial"/>
              <a:buChar char="•"/>
            </a:pPr>
            <a:r>
              <a:rPr sz="950" b="0" i="0">
                <a:solidFill>
                  <a:srgbClr val="333F4F"/>
                </a:solidFill>
                <a:latin typeface="Open Sans"/>
              </a:rPr>
              <a:t>A consistent MRS experience</a:t>
            </a:r>
          </a:p>
          <a:p>
            <a:pPr marL="137160" indent="-137160">
              <a:lnSpc>
                <a:spcPct val="100000"/>
              </a:lnSpc>
              <a:spcAft>
                <a:spcPts val="250"/>
              </a:spcAft>
              <a:buClr>
                <a:schemeClr val="accent6"/>
              </a:buClr>
              <a:buFont typeface="Arial"/>
              <a:buChar char="•"/>
            </a:pPr>
            <a:r>
              <a:rPr sz="950" b="0" i="0">
                <a:solidFill>
                  <a:srgbClr val="333F4F"/>
                </a:solidFill>
                <a:latin typeface="Open Sans"/>
              </a:rPr>
              <a:t>AI assistance to improve language</a:t>
            </a:r>
          </a:p>
          <a:p>
            <a:pPr>
              <a:lnSpc>
                <a:spcPct val="100000"/>
              </a:lnSpc>
              <a:spcAft>
                <a:spcPts val="250"/>
              </a:spcAft>
              <a:buNone/>
            </a:pPr>
            <a:r>
              <a:rPr sz="900" b="0" i="1">
                <a:solidFill>
                  <a:srgbClr val="445469"/>
                </a:solidFill>
                <a:latin typeface="Open Sans"/>
              </a:rPr>
              <a:t>Action: Beth / Brooke to provide detail on A2C (?), CMI capability and process</a:t>
            </a:r>
          </a:p>
        </p:txBody>
      </p:sp>
      <p:sp>
        <p:nvSpPr>
          <p:cNvPr id="27" name="TextBox 26"/>
          <p:cNvSpPr txBox="1"/>
          <p:nvPr/>
        </p:nvSpPr>
        <p:spPr>
          <a:xfrm>
            <a:off x="5596128" y="2176272"/>
            <a:ext cx="2423160" cy="3721608"/>
          </a:xfrm>
          <a:prstGeom prst="rect">
            <a:avLst/>
          </a:prstGeom>
          <a:noFill/>
        </p:spPr>
        <p:txBody>
          <a:bodyPr wrap="square" lIns="0" rIns="0" tIns="0" bIns="0">
            <a:spAutoFit/>
          </a:bodyPr>
          <a:lstStyle/>
          <a:p>
            <a:pPr>
              <a:lnSpc>
                <a:spcPct val="100000"/>
              </a:lnSpc>
              <a:spcBef>
                <a:spcPts val="500"/>
              </a:spcBef>
              <a:spcAft>
                <a:spcPts val="250"/>
              </a:spcAft>
              <a:buNone/>
            </a:pPr>
            <a:r>
              <a:rPr sz="950" b="1" i="0">
                <a:solidFill>
                  <a:schemeClr val="accent1"/>
                </a:solidFill>
                <a:latin typeface="Poppins SemiBold"/>
              </a:rPr>
              <a:t>NEW IDEAS</a:t>
            </a:r>
          </a:p>
          <a:p>
            <a:pPr marL="137160" indent="-137160">
              <a:lnSpc>
                <a:spcPct val="100000"/>
              </a:lnSpc>
              <a:spcAft>
                <a:spcPts val="250"/>
              </a:spcAft>
              <a:buClr>
                <a:schemeClr val="accent6"/>
              </a:buClr>
              <a:buFont typeface="Arial"/>
              <a:buChar char="•"/>
            </a:pPr>
            <a:r>
              <a:rPr sz="950" b="0" i="0">
                <a:solidFill>
                  <a:srgbClr val="333F4F"/>
                </a:solidFill>
                <a:latin typeface="Open Sans"/>
              </a:rPr>
              <a:t>Coal Services app: access to services and a comms channel</a:t>
            </a:r>
          </a:p>
          <a:p>
            <a:pPr marL="137160" indent="-137160">
              <a:lnSpc>
                <a:spcPct val="100000"/>
              </a:lnSpc>
              <a:spcAft>
                <a:spcPts val="250"/>
              </a:spcAft>
              <a:buClr>
                <a:schemeClr val="accent6"/>
              </a:buClr>
              <a:buFont typeface="Arial"/>
              <a:buChar char="•"/>
            </a:pPr>
            <a:r>
              <a:rPr sz="950" b="0" i="0">
                <a:solidFill>
                  <a:srgbClr val="333F4F"/>
                </a:solidFill>
                <a:latin typeface="Open Sans"/>
              </a:rPr>
              <a:t>Account managers across all BUs</a:t>
            </a:r>
          </a:p>
          <a:p>
            <a:pPr marL="137160" indent="-137160">
              <a:lnSpc>
                <a:spcPct val="100000"/>
              </a:lnSpc>
              <a:spcAft>
                <a:spcPts val="250"/>
              </a:spcAft>
              <a:buClr>
                <a:schemeClr val="accent6"/>
              </a:buClr>
              <a:buFont typeface="Arial"/>
              <a:buChar char="•"/>
            </a:pPr>
            <a:r>
              <a:rPr sz="950" b="0" i="0">
                <a:solidFill>
                  <a:srgbClr val="333F4F"/>
                </a:solidFill>
                <a:latin typeface="Open Sans"/>
              </a:rPr>
              <a:t>Single point of contact for employers</a:t>
            </a:r>
          </a:p>
          <a:p>
            <a:pPr marL="137160" indent="-137160">
              <a:lnSpc>
                <a:spcPct val="100000"/>
              </a:lnSpc>
              <a:spcAft>
                <a:spcPts val="250"/>
              </a:spcAft>
              <a:buClr>
                <a:schemeClr val="accent6"/>
              </a:buClr>
              <a:buFont typeface="Arial"/>
              <a:buChar char="•"/>
            </a:pPr>
            <a:r>
              <a:rPr sz="950" b="0" i="0">
                <a:solidFill>
                  <a:srgbClr val="333F4F"/>
                </a:solidFill>
                <a:latin typeface="Open Sans"/>
              </a:rPr>
              <a:t>Holistic view of key businesses, with all data in one place</a:t>
            </a:r>
          </a:p>
        </p:txBody>
      </p:sp>
      <p:sp>
        <p:nvSpPr>
          <p:cNvPr id="28" name="TextBox 27"/>
          <p:cNvSpPr txBox="1"/>
          <p:nvPr/>
        </p:nvSpPr>
        <p:spPr>
          <a:xfrm>
            <a:off x="8494776" y="2176272"/>
            <a:ext cx="2999232" cy="3721608"/>
          </a:xfrm>
          <a:prstGeom prst="rect">
            <a:avLst/>
          </a:prstGeom>
          <a:noFill/>
        </p:spPr>
        <p:txBody>
          <a:bodyPr wrap="square" lIns="0" rIns="0" tIns="0" bIns="0">
            <a:spAutoFit/>
          </a:bodyPr>
          <a:lstStyle/>
          <a:p>
            <a:pPr>
              <a:lnSpc>
                <a:spcPct val="100000"/>
              </a:lnSpc>
              <a:spcBef>
                <a:spcPts val="500"/>
              </a:spcBef>
              <a:spcAft>
                <a:spcPts val="250"/>
              </a:spcAft>
              <a:buNone/>
            </a:pPr>
            <a:r>
              <a:rPr sz="950" b="1" i="0">
                <a:solidFill>
                  <a:schemeClr val="accent1"/>
                </a:solidFill>
                <a:latin typeface="Poppins SemiBold"/>
              </a:rPr>
              <a:t>WHAT WE SHARE</a:t>
            </a:r>
          </a:p>
          <a:p>
            <a:pPr marL="137160" indent="-137160">
              <a:lnSpc>
                <a:spcPct val="100000"/>
              </a:lnSpc>
              <a:spcAft>
                <a:spcPts val="250"/>
              </a:spcAft>
              <a:buClr>
                <a:schemeClr val="accent6"/>
              </a:buClr>
              <a:buFont typeface="Arial"/>
              <a:buChar char="•"/>
            </a:pPr>
            <a:r>
              <a:rPr sz="950" b="0" i="0">
                <a:solidFill>
                  <a:srgbClr val="333F4F"/>
                </a:solidFill>
                <a:latin typeface="Open Sans"/>
              </a:rPr>
              <a:t>CSH Health Standards and Order 45 consultation</a:t>
            </a:r>
          </a:p>
          <a:p>
            <a:pPr marL="137160" indent="-137160">
              <a:lnSpc>
                <a:spcPct val="100000"/>
              </a:lnSpc>
              <a:spcAft>
                <a:spcPts val="250"/>
              </a:spcAft>
              <a:buClr>
                <a:schemeClr val="accent6"/>
              </a:buClr>
              <a:buFont typeface="Arial"/>
              <a:buChar char="•"/>
            </a:pPr>
            <a:r>
              <a:rPr sz="950" b="0" i="0">
                <a:solidFill>
                  <a:srgbClr val="333F4F"/>
                </a:solidFill>
                <a:latin typeface="Open Sans"/>
              </a:rPr>
              <a:t>The plan and lessons learned with CMI</a:t>
            </a:r>
          </a:p>
          <a:p>
            <a:pPr marL="137160" indent="-137160">
              <a:lnSpc>
                <a:spcPct val="100000"/>
              </a:lnSpc>
              <a:spcAft>
                <a:spcPts val="250"/>
              </a:spcAft>
              <a:buClr>
                <a:schemeClr val="accent6"/>
              </a:buClr>
              <a:buFont typeface="Arial"/>
              <a:buChar char="•"/>
            </a:pPr>
            <a:r>
              <a:rPr sz="950" b="0" i="0">
                <a:solidFill>
                  <a:srgbClr val="333F4F"/>
                </a:solidFill>
                <a:latin typeface="Open Sans"/>
              </a:rPr>
              <a:t>Updates on what’s been done</a:t>
            </a:r>
          </a:p>
          <a:p>
            <a:pPr marL="137160" indent="-137160">
              <a:lnSpc>
                <a:spcPct val="100000"/>
              </a:lnSpc>
              <a:spcAft>
                <a:spcPts val="250"/>
              </a:spcAft>
              <a:buClr>
                <a:schemeClr val="accent6"/>
              </a:buClr>
              <a:buFont typeface="Arial"/>
              <a:buChar char="•"/>
            </a:pPr>
            <a:r>
              <a:rPr sz="950" b="0" i="0">
                <a:solidFill>
                  <a:srgbClr val="333F4F"/>
                </a:solidFill>
                <a:latin typeface="Open Sans"/>
              </a:rPr>
              <a:t>Bowtie complaints</a:t>
            </a:r>
          </a:p>
          <a:p>
            <a:pPr marL="137160" indent="-137160">
              <a:lnSpc>
                <a:spcPct val="100000"/>
              </a:lnSpc>
              <a:spcAft>
                <a:spcPts val="250"/>
              </a:spcAft>
              <a:buClr>
                <a:schemeClr val="accent6"/>
              </a:buClr>
              <a:buFont typeface="Arial"/>
              <a:buChar char="•"/>
            </a:pPr>
            <a:r>
              <a:rPr sz="950" b="0" i="0">
                <a:solidFill>
                  <a:srgbClr val="333F4F"/>
                </a:solidFill>
                <a:latin typeface="Open Sans"/>
              </a:rPr>
              <a:t>Reports with outstanding (?) data, given complaint volumes</a:t>
            </a:r>
          </a:p>
          <a:p>
            <a:pPr marL="137160" indent="-137160">
              <a:lnSpc>
                <a:spcPct val="100000"/>
              </a:lnSpc>
              <a:spcAft>
                <a:spcPts val="250"/>
              </a:spcAft>
              <a:buClr>
                <a:schemeClr val="accent6"/>
              </a:buClr>
              <a:buFont typeface="Arial"/>
              <a:buChar char="•"/>
            </a:pPr>
            <a:r>
              <a:rPr sz="950" b="0" i="0">
                <a:solidFill>
                  <a:srgbClr val="333F4F"/>
                </a:solidFill>
                <a:latin typeface="Open Sans"/>
              </a:rPr>
              <a:t>Honesty and transparency</a:t>
            </a:r>
          </a:p>
          <a:p>
            <a:pPr>
              <a:lnSpc>
                <a:spcPct val="100000"/>
              </a:lnSpc>
              <a:spcBef>
                <a:spcPts val="500"/>
              </a:spcBef>
              <a:spcAft>
                <a:spcPts val="250"/>
              </a:spcAft>
              <a:buNone/>
            </a:pPr>
            <a:r>
              <a:rPr sz="950" b="1" i="0">
                <a:solidFill>
                  <a:schemeClr val="accent1"/>
                </a:solidFill>
                <a:latin typeface="Poppins SemiBold"/>
              </a:rPr>
              <a:t>WHO NEEDS TO HEAR IT</a:t>
            </a:r>
          </a:p>
          <a:p>
            <a:pPr marL="137160" indent="-137160">
              <a:lnSpc>
                <a:spcPct val="100000"/>
              </a:lnSpc>
              <a:spcAft>
                <a:spcPts val="250"/>
              </a:spcAft>
              <a:buClr>
                <a:schemeClr val="accent6"/>
              </a:buClr>
              <a:buFont typeface="Arial"/>
              <a:buChar char="•"/>
            </a:pPr>
            <a:r>
              <a:rPr sz="950" b="0" i="0">
                <a:solidFill>
                  <a:srgbClr val="333F4F"/>
                </a:solidFill>
                <a:latin typeface="Open Sans"/>
              </a:rPr>
              <a:t>MC working group, maintaining the level of interaction</a:t>
            </a:r>
          </a:p>
          <a:p>
            <a:pPr marL="137160" indent="-137160">
              <a:lnSpc>
                <a:spcPct val="100000"/>
              </a:lnSpc>
              <a:spcAft>
                <a:spcPts val="250"/>
              </a:spcAft>
              <a:buClr>
                <a:schemeClr val="accent6"/>
              </a:buClr>
              <a:buFont typeface="Arial"/>
              <a:buChar char="•"/>
            </a:pPr>
            <a:r>
              <a:rPr sz="950" b="0" i="0">
                <a:solidFill>
                  <a:srgbClr val="333F4F"/>
                </a:solidFill>
                <a:latin typeface="Open Sans"/>
              </a:rPr>
              <a:t>MEU working group</a:t>
            </a:r>
          </a:p>
          <a:p>
            <a:pPr>
              <a:lnSpc>
                <a:spcPct val="100000"/>
              </a:lnSpc>
              <a:spcBef>
                <a:spcPts val="500"/>
              </a:spcBef>
              <a:spcAft>
                <a:spcPts val="250"/>
              </a:spcAft>
              <a:buNone/>
            </a:pPr>
            <a:r>
              <a:rPr sz="950" b="1" i="0">
                <a:solidFill>
                  <a:schemeClr val="accent1"/>
                </a:solidFill>
                <a:latin typeface="Poppins SemiBold"/>
              </a:rPr>
              <a:t>HOW WE REACH THEM</a:t>
            </a:r>
          </a:p>
          <a:p>
            <a:pPr marL="137160" indent="-137160">
              <a:lnSpc>
                <a:spcPct val="100000"/>
              </a:lnSpc>
              <a:spcAft>
                <a:spcPts val="250"/>
              </a:spcAft>
              <a:buClr>
                <a:schemeClr val="accent6"/>
              </a:buClr>
              <a:buFont typeface="Arial"/>
              <a:buChar char="•"/>
            </a:pPr>
            <a:r>
              <a:rPr sz="950" b="0" i="0">
                <a:solidFill>
                  <a:srgbClr val="333F4F"/>
                </a:solidFill>
                <a:latin typeface="Open Sans"/>
              </a:rPr>
              <a:t>1:1 meetings with Angela, for trust building</a:t>
            </a:r>
          </a:p>
          <a:p>
            <a:pPr marL="137160" indent="-137160">
              <a:lnSpc>
                <a:spcPct val="100000"/>
              </a:lnSpc>
              <a:spcAft>
                <a:spcPts val="250"/>
              </a:spcAft>
              <a:buClr>
                <a:schemeClr val="accent6"/>
              </a:buClr>
              <a:buFont typeface="Arial"/>
              <a:buChar char="•"/>
            </a:pPr>
            <a:r>
              <a:rPr sz="950" b="0" i="0">
                <a:solidFill>
                  <a:srgbClr val="333F4F"/>
                </a:solidFill>
                <a:latin typeface="Open Sans"/>
              </a:rPr>
              <a:t>Monthly escalations with MC</a:t>
            </a:r>
          </a:p>
          <a:p>
            <a:pPr marL="137160" indent="-137160">
              <a:lnSpc>
                <a:spcPct val="100000"/>
              </a:lnSpc>
              <a:spcAft>
                <a:spcPts val="250"/>
              </a:spcAft>
              <a:buClr>
                <a:schemeClr val="accent6"/>
              </a:buClr>
              <a:buFont typeface="Arial"/>
              <a:buChar char="•"/>
            </a:pPr>
            <a:r>
              <a:rPr sz="950" b="0" i="0">
                <a:solidFill>
                  <a:srgbClr val="333F4F"/>
                </a:solidFill>
                <a:latin typeface="Open Sans"/>
              </a:rPr>
              <a:t>Large exec group meeting</a:t>
            </a:r>
          </a:p>
        </p:txBody>
      </p:sp>
      <p:sp>
        <p:nvSpPr>
          <p:cNvPr id="29" name="So what"/>
          <p:cNvSpPr/>
          <p:nvPr/>
        </p:nvSpPr>
        <p:spPr>
          <a:xfrm>
            <a:off x="566928" y="6108192"/>
            <a:ext cx="11064240" cy="457200"/>
          </a:xfrm>
          <a:prstGeom prst="rect">
            <a:avLst/>
          </a:prstGeom>
          <a:solidFill>
            <a:srgbClr val="445469"/>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182880" tIns="0" bIns="0" wrap="square"/>
          <a:lstStyle/>
          <a:p>
            <a:pPr algn="l">
              <a:lnSpc>
                <a:spcPct val="100000"/>
              </a:lnSpc>
              <a:spcAft>
                <a:spcPts val="0"/>
              </a:spcAft>
            </a:pPr>
            <a:r>
              <a:rPr sz="1100" b="1" i="0">
                <a:solidFill>
                  <a:schemeClr val="accent1"/>
                </a:solidFill>
                <a:latin typeface="Poppins SemiBold"/>
              </a:rPr>
              <a:t>So what  </a:t>
            </a:r>
            <a:r>
              <a:rPr sz="1100" b="0" i="0">
                <a:solidFill>
                  <a:srgbClr val="FFFFFF"/>
                </a:solidFill>
                <a:latin typeface="Open Sans"/>
              </a:rPr>
              <a:t>Most fixes are operational basics in CMI and CS Health. Industry wants one point of contact, not a chain of escalations.</a:t>
            </a:r>
          </a:p>
        </p:txBody>
      </p:sp>
      <p:sp>
        <p:nvSpPr>
          <p:cNvPr id="30" name="TextBox 29"/>
          <p:cNvSpPr txBox="1"/>
          <p:nvPr/>
        </p:nvSpPr>
        <p:spPr>
          <a:xfrm>
            <a:off x="566928" y="6583680"/>
            <a:ext cx="8229600" cy="182880"/>
          </a:xfrm>
          <a:prstGeom prst="rect">
            <a:avLst/>
          </a:prstGeom>
          <a:noFill/>
        </p:spPr>
        <p:txBody>
          <a:bodyPr wrap="square" anchor="t" lIns="0" tIns="0" rIns="0" bIns="0">
            <a:spAutoFit/>
          </a:bodyPr>
          <a:lstStyle/>
          <a:p>
            <a:pPr algn="l">
              <a:lnSpc>
                <a:spcPct val="100000"/>
              </a:lnSpc>
              <a:spcAft>
                <a:spcPts val="0"/>
              </a:spcAft>
            </a:pPr>
            <a:r>
              <a:rPr sz="800" b="0" i="1">
                <a:solidFill>
                  <a:srgbClr val="445469"/>
                </a:solidFill>
                <a:latin typeface="Open Sans"/>
              </a:rPr>
              <a:t>(?) = handwriting unclear on the canvas, to confirm.</a:t>
            </a:r>
          </a:p>
        </p:txBody>
      </p:sp>
    </p:spTree>
    <p:extLst>
      <p:ext uri="{BB962C8B-B14F-4D97-AF65-F5344CB8AC3E}">
        <p14:creationId xmlns:p14="http://schemas.microsoft.com/office/powerpoint/2010/main" val="1922296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384048"/>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pPr algn="ctr"/>
            <a:r>
              <a:rPr lang="en-AU"/>
              <a:t>Theme 3: </a:t>
            </a:r>
            <a:r>
              <a:rPr lang="en-AU">
                <a:solidFill>
                  <a:schemeClr val="accent2"/>
                </a:solidFill>
              </a:rPr>
              <a:t>Value &amp; Stakeholder Confidence</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AU" sz="900" b="0" i="0" u="none" strike="noStrike" kern="1200" cap="none" spc="0" normalizeH="0" baseline="0" noProof="0">
              <a:ln>
                <a:noFill/>
              </a:ln>
              <a:solidFill>
                <a:schemeClr val="bg2">
                  <a:lumMod val="10000"/>
                </a:schemeClr>
              </a:solidFill>
              <a:effectLst/>
              <a:uLnTx/>
              <a:uFillTx/>
              <a:latin typeface="Aptos" panose="020B0004020202020204" pitchFamily="34" charset="0"/>
              <a:ea typeface="+mn-ea"/>
              <a:cs typeface="+mn-cs"/>
            </a:endParaRPr>
          </a:p>
        </p:txBody>
      </p:sp>
      <p:sp>
        <p:nvSpPr>
          <p:cNvPr id="4" name="HMW 145">
            <a:extLst>
              <a:ext uri="{FF2B5EF4-FFF2-40B4-BE49-F238E27FC236}">
                <a16:creationId xmlns:a16="http://schemas.microsoft.com/office/drawing/2014/main" id="{A53A4BF5-E4DC-F96B-9C0A-FF89D0016AB8}"/>
              </a:ext>
            </a:extLst>
          </p:cNvPr>
          <p:cNvSpPr/>
          <p:nvPr/>
        </p:nvSpPr>
        <p:spPr>
          <a:xfrm>
            <a:off x="566928" y="1005840"/>
            <a:ext cx="11064240" cy="548640"/>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ctr">
              <a:lnSpc>
                <a:spcPct val="100000"/>
              </a:lnSpc>
              <a:spcBef>
                <a:spcPts val="0"/>
              </a:spcBef>
              <a:spcAft>
                <a:spcPts val="0"/>
              </a:spcAft>
              <a:buNone/>
            </a:pPr>
            <a:r>
              <a:rPr lang="en-AU" b="1">
                <a:solidFill>
                  <a:schemeClr val="accent2">
                    <a:lumMod val="75000"/>
                  </a:schemeClr>
                </a:solidFill>
                <a:latin typeface="Poppins SemiBold" pitchFamily="2" charset="0"/>
                <a:cs typeface="Poppins SemiBold" pitchFamily="2" charset="0"/>
              </a:rPr>
              <a:t>How might we give industry confidence we’re working in their interest?</a:t>
            </a:r>
          </a:p>
        </p:txBody>
      </p:sp>
      <p:cxnSp>
        <p:nvCxnSpPr>
          <p:cNvPr id="20" name="Straight Connector 19">
            <a:extLst>
              <a:ext uri="{FF2B5EF4-FFF2-40B4-BE49-F238E27FC236}">
                <a16:creationId xmlns:a16="http://schemas.microsoft.com/office/drawing/2014/main" id="{3E4AE473-15D7-665F-3E15-0B9DD45EAD0A}"/>
              </a:ext>
            </a:extLst>
          </p:cNvPr>
          <p:cNvCxnSpPr>
            <a:cxnSpLocks/>
            <a:stCxn id="24"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4C368FA-22FE-006F-DB55-BE8BAD6C2A73}"/>
              </a:ext>
            </a:extLst>
          </p:cNvPr>
          <p:cNvCxnSpPr>
            <a:cxnSpLocks/>
            <a:endCxn id="24"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0">
            <a:extLst>
              <a:ext uri="{FF2B5EF4-FFF2-40B4-BE49-F238E27FC236}">
                <a16:creationId xmlns:a16="http://schemas.microsoft.com/office/drawing/2014/main" id="{90C729CE-9202-7E94-99F5-0AA2C89A2756}"/>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25" name="Panel"/>
          <p:cNvSpPr/>
          <p:nvPr/>
        </p:nvSpPr>
        <p:spPr>
          <a:xfrm>
            <a:off x="566928" y="1719072"/>
            <a:ext cx="4709160" cy="427024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anel head"/>
          <p:cNvSpPr/>
          <p:nvPr/>
        </p:nvSpPr>
        <p:spPr>
          <a:xfrm>
            <a:off x="566928" y="1719072"/>
            <a:ext cx="4709160" cy="38404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tIns="0" bIns="0" wrap="square"/>
          <a:lstStyle/>
          <a:p>
            <a:pPr algn="l">
              <a:lnSpc>
                <a:spcPct val="100000"/>
              </a:lnSpc>
              <a:spcAft>
                <a:spcPts val="0"/>
              </a:spcAft>
            </a:pPr>
            <a:r>
              <a:rPr sz="1100" b="1" i="0">
                <a:solidFill>
                  <a:srgbClr val="FFFFFF"/>
                </a:solidFill>
                <a:latin typeface="Poppins SemiBold"/>
              </a:rPr>
              <a:t>Already in train</a:t>
            </a:r>
          </a:p>
        </p:txBody>
      </p:sp>
      <p:sp>
        <p:nvSpPr>
          <p:cNvPr id="27" name="Panel"/>
          <p:cNvSpPr/>
          <p:nvPr/>
        </p:nvSpPr>
        <p:spPr>
          <a:xfrm>
            <a:off x="5431536" y="1719072"/>
            <a:ext cx="2743200" cy="427024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anel head"/>
          <p:cNvSpPr/>
          <p:nvPr/>
        </p:nvSpPr>
        <p:spPr>
          <a:xfrm>
            <a:off x="5431536" y="1719072"/>
            <a:ext cx="2743200" cy="38404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tIns="0" bIns="0" wrap="square"/>
          <a:lstStyle/>
          <a:p>
            <a:pPr algn="l">
              <a:lnSpc>
                <a:spcPct val="100000"/>
              </a:lnSpc>
              <a:spcAft>
                <a:spcPts val="0"/>
              </a:spcAft>
            </a:pPr>
            <a:r>
              <a:rPr sz="1100" b="1" i="0">
                <a:solidFill>
                  <a:srgbClr val="FFFFFF"/>
                </a:solidFill>
                <a:latin typeface="Poppins SemiBold"/>
              </a:rPr>
              <a:t>What else do we need to do?</a:t>
            </a:r>
          </a:p>
        </p:txBody>
      </p:sp>
      <p:sp>
        <p:nvSpPr>
          <p:cNvPr id="29" name="Panel"/>
          <p:cNvSpPr/>
          <p:nvPr/>
        </p:nvSpPr>
        <p:spPr>
          <a:xfrm>
            <a:off x="8330183" y="1719072"/>
            <a:ext cx="3300984" cy="427024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anel head"/>
          <p:cNvSpPr/>
          <p:nvPr/>
        </p:nvSpPr>
        <p:spPr>
          <a:xfrm>
            <a:off x="8330183" y="1719072"/>
            <a:ext cx="3300984" cy="38404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tIns="0" bIns="0" wrap="square"/>
          <a:lstStyle/>
          <a:p>
            <a:pPr algn="l">
              <a:lnSpc>
                <a:spcPct val="100000"/>
              </a:lnSpc>
              <a:spcAft>
                <a:spcPts val="0"/>
              </a:spcAft>
            </a:pPr>
            <a:r>
              <a:rPr sz="1100" b="1" i="0">
                <a:solidFill>
                  <a:srgbClr val="FFFFFF"/>
                </a:solidFill>
                <a:latin typeface="Poppins SemiBold"/>
              </a:rPr>
              <a:t>How will we share progress?</a:t>
            </a:r>
          </a:p>
        </p:txBody>
      </p:sp>
      <p:sp>
        <p:nvSpPr>
          <p:cNvPr id="31" name="TextBox 30"/>
          <p:cNvSpPr txBox="1"/>
          <p:nvPr/>
        </p:nvSpPr>
        <p:spPr>
          <a:xfrm>
            <a:off x="731520" y="2176272"/>
            <a:ext cx="4389120" cy="3721608"/>
          </a:xfrm>
          <a:prstGeom prst="rect">
            <a:avLst/>
          </a:prstGeom>
          <a:noFill/>
        </p:spPr>
        <p:txBody>
          <a:bodyPr wrap="square" lIns="0" rIns="0" tIns="0" bIns="0">
            <a:spAutoFit/>
          </a:bodyPr>
          <a:lstStyle/>
          <a:p>
            <a:pPr>
              <a:lnSpc>
                <a:spcPct val="100000"/>
              </a:lnSpc>
              <a:spcBef>
                <a:spcPts val="500"/>
              </a:spcBef>
              <a:spcAft>
                <a:spcPts val="250"/>
              </a:spcAft>
              <a:buNone/>
            </a:pPr>
            <a:r>
              <a:rPr sz="950" b="1" i="0">
                <a:solidFill>
                  <a:schemeClr val="accent2"/>
                </a:solidFill>
                <a:latin typeface="Poppins SemiBold"/>
              </a:rPr>
              <a:t>ENTERPRISE-WIDE, ON EVERY THEME</a:t>
            </a:r>
          </a:p>
          <a:p>
            <a:pPr>
              <a:lnSpc>
                <a:spcPct val="100000"/>
              </a:lnSpc>
              <a:spcAft>
                <a:spcPts val="250"/>
              </a:spcAft>
              <a:buNone/>
            </a:pPr>
            <a:r>
              <a:rPr sz="950" b="0" i="0">
                <a:solidFill>
                  <a:srgbClr val="333F4F"/>
                </a:solidFill>
                <a:latin typeface="Open Sans"/>
              </a:rPr>
              <a:t>CMI Go to Green, CX uplift (measurement framework and service standards), Engagement Strategy, Complaints and feedback uplift (Bowtie)</a:t>
            </a:r>
          </a:p>
          <a:p>
            <a:pPr>
              <a:lnSpc>
                <a:spcPct val="100000"/>
              </a:lnSpc>
              <a:spcBef>
                <a:spcPts val="500"/>
              </a:spcBef>
              <a:spcAft>
                <a:spcPts val="250"/>
              </a:spcAft>
              <a:buNone/>
            </a:pPr>
            <a:r>
              <a:rPr sz="950" b="1" i="0">
                <a:solidFill>
                  <a:schemeClr val="accent2"/>
                </a:solidFill>
                <a:latin typeface="Poppins SemiBold"/>
              </a:rPr>
              <a:t>PRE-MAPPED AND VALIDATED</a:t>
            </a:r>
          </a:p>
          <a:p>
            <a:pPr marL="137160" indent="-137160">
              <a:lnSpc>
                <a:spcPct val="100000"/>
              </a:lnSpc>
              <a:spcAft>
                <a:spcPts val="250"/>
              </a:spcAft>
              <a:buClr>
                <a:schemeClr val="accent6"/>
              </a:buClr>
              <a:buFont typeface="Arial"/>
              <a:buChar char="•"/>
            </a:pPr>
            <a:r>
              <a:rPr sz="950" b="0" i="0">
                <a:solidFill>
                  <a:srgbClr val="333F4F"/>
                </a:solidFill>
                <a:latin typeface="Open Sans"/>
              </a:rPr>
              <a:t>CSH Service value review and delivery model alignment (incl. service value model)</a:t>
            </a:r>
          </a:p>
          <a:p>
            <a:pPr marL="137160" indent="-137160">
              <a:lnSpc>
                <a:spcPct val="100000"/>
              </a:lnSpc>
              <a:spcAft>
                <a:spcPts val="250"/>
              </a:spcAft>
              <a:buClr>
                <a:schemeClr val="accent6"/>
              </a:buClr>
              <a:buFont typeface="Arial"/>
              <a:buChar char="•"/>
            </a:pPr>
            <a:r>
              <a:rPr sz="950" b="0" i="0">
                <a:solidFill>
                  <a:srgbClr val="333F4F"/>
                </a:solidFill>
                <a:latin typeface="Open Sans"/>
              </a:rPr>
              <a:t>MR Levy clarity, ‘bang for buck’ (renamed on the day from Levy, pricing and regulatory reform)</a:t>
            </a:r>
          </a:p>
          <a:p>
            <a:pPr marL="137160" indent="-137160">
              <a:lnSpc>
                <a:spcPct val="100000"/>
              </a:lnSpc>
              <a:spcAft>
                <a:spcPts val="250"/>
              </a:spcAft>
              <a:buClr>
                <a:schemeClr val="accent6"/>
              </a:buClr>
              <a:buFont typeface="Arial"/>
              <a:buChar char="•"/>
            </a:pPr>
            <a:r>
              <a:rPr sz="950" b="0" i="0">
                <a:solidFill>
                  <a:srgbClr val="333F4F"/>
                </a:solidFill>
                <a:latin typeface="Open Sans"/>
              </a:rPr>
              <a:t>MRRC Industry engagement and value to industry</a:t>
            </a:r>
          </a:p>
          <a:p>
            <a:pPr marL="137160" indent="-137160">
              <a:lnSpc>
                <a:spcPct val="100000"/>
              </a:lnSpc>
              <a:spcAft>
                <a:spcPts val="250"/>
              </a:spcAft>
              <a:buClr>
                <a:schemeClr val="accent6"/>
              </a:buClr>
              <a:buFont typeface="Arial"/>
              <a:buChar char="•"/>
            </a:pPr>
            <a:r>
              <a:rPr sz="950" b="0" i="0">
                <a:solidFill>
                  <a:srgbClr val="333F4F"/>
                </a:solidFill>
                <a:latin typeface="Open Sans"/>
              </a:rPr>
              <a:t>CSS Industry Outlook</a:t>
            </a:r>
          </a:p>
          <a:p>
            <a:pPr marL="137160" indent="-137160">
              <a:lnSpc>
                <a:spcPct val="100000"/>
              </a:lnSpc>
              <a:spcAft>
                <a:spcPts val="250"/>
              </a:spcAft>
              <a:buClr>
                <a:schemeClr val="accent6"/>
              </a:buClr>
              <a:buFont typeface="Arial"/>
              <a:buChar char="•"/>
            </a:pPr>
            <a:r>
              <a:rPr sz="950" b="0" i="0">
                <a:solidFill>
                  <a:srgbClr val="333F4F"/>
                </a:solidFill>
                <a:latin typeface="Open Sans"/>
              </a:rPr>
              <a:t>Optimise site and service models</a:t>
            </a:r>
          </a:p>
          <a:p>
            <a:pPr>
              <a:lnSpc>
                <a:spcPct val="100000"/>
              </a:lnSpc>
              <a:spcBef>
                <a:spcPts val="500"/>
              </a:spcBef>
              <a:spcAft>
                <a:spcPts val="250"/>
              </a:spcAft>
              <a:buNone/>
            </a:pPr>
            <a:r>
              <a:rPr sz="950" b="1" i="0">
                <a:solidFill>
                  <a:schemeClr val="accent2"/>
                </a:solidFill>
                <a:latin typeface="Poppins SemiBold"/>
              </a:rPr>
              <a:t>ADDED BY THE GMT</a:t>
            </a:r>
          </a:p>
          <a:p>
            <a:pPr marL="137160" indent="-137160">
              <a:lnSpc>
                <a:spcPct val="100000"/>
              </a:lnSpc>
              <a:spcAft>
                <a:spcPts val="250"/>
              </a:spcAft>
              <a:buClr>
                <a:schemeClr val="accent6"/>
              </a:buClr>
              <a:buFont typeface="Arial"/>
              <a:buChar char="•"/>
            </a:pPr>
            <a:r>
              <a:rPr sz="950" b="0" i="0">
                <a:solidFill>
                  <a:srgbClr val="333F4F"/>
                </a:solidFill>
                <a:latin typeface="Open Sans"/>
              </a:rPr>
              <a:t>MRRC Order reviews 34, 40 and 42</a:t>
            </a:r>
          </a:p>
          <a:p>
            <a:pPr marL="137160" indent="-137160">
              <a:lnSpc>
                <a:spcPct val="100000"/>
              </a:lnSpc>
              <a:spcAft>
                <a:spcPts val="250"/>
              </a:spcAft>
              <a:buClr>
                <a:schemeClr val="accent6"/>
              </a:buClr>
              <a:buFont typeface="Arial"/>
              <a:buChar char="•"/>
            </a:pPr>
            <a:r>
              <a:rPr sz="950" b="0" i="0">
                <a:solidFill>
                  <a:srgbClr val="333F4F"/>
                </a:solidFill>
                <a:latin typeface="Open Sans"/>
              </a:rPr>
              <a:t>MR cost to serve</a:t>
            </a:r>
          </a:p>
          <a:p>
            <a:pPr marL="137160" indent="-137160">
              <a:lnSpc>
                <a:spcPct val="100000"/>
              </a:lnSpc>
              <a:spcAft>
                <a:spcPts val="250"/>
              </a:spcAft>
              <a:buClr>
                <a:schemeClr val="accent6"/>
              </a:buClr>
              <a:buFont typeface="Arial"/>
              <a:buChar char="•"/>
            </a:pPr>
            <a:r>
              <a:rPr sz="950" b="0" i="0">
                <a:solidFill>
                  <a:srgbClr val="333F4F"/>
                </a:solidFill>
                <a:latin typeface="Open Sans"/>
              </a:rPr>
              <a:t>Stakeholder map</a:t>
            </a:r>
          </a:p>
          <a:p>
            <a:pPr marL="137160" indent="-137160">
              <a:lnSpc>
                <a:spcPct val="100000"/>
              </a:lnSpc>
              <a:spcAft>
                <a:spcPts val="250"/>
              </a:spcAft>
              <a:buClr>
                <a:schemeClr val="accent6"/>
              </a:buClr>
              <a:buFont typeface="Arial"/>
              <a:buChar char="•"/>
            </a:pPr>
            <a:r>
              <a:rPr sz="950" b="0" i="0">
                <a:solidFill>
                  <a:srgbClr val="333F4F"/>
                </a:solidFill>
                <a:latin typeface="Open Sans"/>
              </a:rPr>
              <a:t>Internal and external comms review</a:t>
            </a:r>
          </a:p>
          <a:p>
            <a:pPr marL="137160" indent="-137160">
              <a:lnSpc>
                <a:spcPct val="100000"/>
              </a:lnSpc>
              <a:spcAft>
                <a:spcPts val="250"/>
              </a:spcAft>
              <a:buClr>
                <a:schemeClr val="accent6"/>
              </a:buClr>
              <a:buFont typeface="Arial"/>
              <a:buChar char="•"/>
            </a:pPr>
            <a:r>
              <a:rPr sz="950" b="0" i="0">
                <a:solidFill>
                  <a:srgbClr val="333F4F"/>
                </a:solidFill>
                <a:latin typeface="Open Sans"/>
              </a:rPr>
              <a:t>Impact of sharing CSH performance data</a:t>
            </a:r>
          </a:p>
          <a:p>
            <a:pPr>
              <a:lnSpc>
                <a:spcPct val="100000"/>
              </a:lnSpc>
              <a:spcAft>
                <a:spcPts val="250"/>
              </a:spcAft>
              <a:buNone/>
            </a:pPr>
            <a:r>
              <a:rPr sz="900" b="0" i="1">
                <a:solidFill>
                  <a:srgbClr val="445469"/>
                </a:solidFill>
                <a:latin typeface="Open Sans"/>
              </a:rPr>
              <a:t>CMI Go to Green: the group asked for a drill down</a:t>
            </a:r>
          </a:p>
        </p:txBody>
      </p:sp>
      <p:sp>
        <p:nvSpPr>
          <p:cNvPr id="32" name="TextBox 31"/>
          <p:cNvSpPr txBox="1"/>
          <p:nvPr/>
        </p:nvSpPr>
        <p:spPr>
          <a:xfrm>
            <a:off x="5596128" y="2176272"/>
            <a:ext cx="2423160" cy="3721608"/>
          </a:xfrm>
          <a:prstGeom prst="rect">
            <a:avLst/>
          </a:prstGeom>
          <a:noFill/>
        </p:spPr>
        <p:txBody>
          <a:bodyPr wrap="square" lIns="0" rIns="0" tIns="0" bIns="0">
            <a:spAutoFit/>
          </a:bodyPr>
          <a:lstStyle/>
          <a:p>
            <a:pPr>
              <a:lnSpc>
                <a:spcPct val="100000"/>
              </a:lnSpc>
              <a:spcBef>
                <a:spcPts val="500"/>
              </a:spcBef>
              <a:spcAft>
                <a:spcPts val="250"/>
              </a:spcAft>
              <a:buNone/>
            </a:pPr>
            <a:r>
              <a:rPr sz="950" b="1" i="0">
                <a:solidFill>
                  <a:schemeClr val="accent2"/>
                </a:solidFill>
                <a:latin typeface="Poppins SemiBold"/>
              </a:rPr>
              <a:t>NEW IDEAS</a:t>
            </a:r>
          </a:p>
          <a:p>
            <a:pPr marL="137160" indent="-137160">
              <a:lnSpc>
                <a:spcPct val="100000"/>
              </a:lnSpc>
              <a:spcAft>
                <a:spcPts val="250"/>
              </a:spcAft>
              <a:buClr>
                <a:schemeClr val="accent6"/>
              </a:buClr>
              <a:buFont typeface="Arial"/>
              <a:buChar char="•"/>
            </a:pPr>
            <a:r>
              <a:rPr sz="950" b="0" i="0">
                <a:solidFill>
                  <a:srgbClr val="333F4F"/>
                </a:solidFill>
                <a:latin typeface="Open Sans"/>
              </a:rPr>
              <a:t>Coal Services premium clarity</a:t>
            </a:r>
          </a:p>
          <a:p>
            <a:pPr marL="137160" indent="-137160">
              <a:lnSpc>
                <a:spcPct val="100000"/>
              </a:lnSpc>
              <a:spcAft>
                <a:spcPts val="250"/>
              </a:spcAft>
              <a:buClr>
                <a:schemeClr val="accent6"/>
              </a:buClr>
              <a:buFont typeface="Arial"/>
              <a:buChar char="•"/>
            </a:pPr>
            <a:r>
              <a:rPr sz="950" b="0" i="0">
                <a:solidFill>
                  <a:srgbClr val="333F4F"/>
                </a:solidFill>
                <a:latin typeface="Open Sans"/>
              </a:rPr>
              <a:t>CRM and visibility</a:t>
            </a:r>
          </a:p>
          <a:p>
            <a:pPr marL="137160" indent="-137160">
              <a:lnSpc>
                <a:spcPct val="100000"/>
              </a:lnSpc>
              <a:spcAft>
                <a:spcPts val="250"/>
              </a:spcAft>
              <a:buClr>
                <a:schemeClr val="accent6"/>
              </a:buClr>
              <a:buFont typeface="Arial"/>
              <a:buChar char="•"/>
            </a:pPr>
            <a:r>
              <a:rPr sz="950" b="0" i="0">
                <a:solidFill>
                  <a:srgbClr val="333F4F"/>
                </a:solidFill>
                <a:latin typeface="Open Sans"/>
              </a:rPr>
              <a:t>Gated website content (policyholder space)</a:t>
            </a:r>
          </a:p>
          <a:p>
            <a:pPr marL="137160" indent="-137160">
              <a:lnSpc>
                <a:spcPct val="100000"/>
              </a:lnSpc>
              <a:spcAft>
                <a:spcPts val="250"/>
              </a:spcAft>
              <a:buClr>
                <a:schemeClr val="accent6"/>
              </a:buClr>
              <a:buFont typeface="Arial"/>
              <a:buChar char="•"/>
            </a:pPr>
            <a:r>
              <a:rPr sz="950" b="0" i="0">
                <a:solidFill>
                  <a:srgbClr val="333F4F"/>
                </a:solidFill>
                <a:latin typeface="Open Sans"/>
              </a:rPr>
              <a:t>Internal stakeholder forums</a:t>
            </a:r>
          </a:p>
          <a:p>
            <a:pPr marL="137160" indent="-137160">
              <a:lnSpc>
                <a:spcPct val="100000"/>
              </a:lnSpc>
              <a:spcAft>
                <a:spcPts val="250"/>
              </a:spcAft>
              <a:buClr>
                <a:schemeClr val="accent6"/>
              </a:buClr>
              <a:buFont typeface="Arial"/>
              <a:buChar char="•"/>
            </a:pPr>
            <a:r>
              <a:rPr sz="950" b="0" i="0">
                <a:solidFill>
                  <a:srgbClr val="333F4F"/>
                </a:solidFill>
                <a:latin typeface="Open Sans"/>
              </a:rPr>
              <a:t>Language to customers</a:t>
            </a:r>
          </a:p>
        </p:txBody>
      </p:sp>
      <p:sp>
        <p:nvSpPr>
          <p:cNvPr id="33" name="TextBox 32"/>
          <p:cNvSpPr txBox="1"/>
          <p:nvPr/>
        </p:nvSpPr>
        <p:spPr>
          <a:xfrm>
            <a:off x="8494776" y="2176272"/>
            <a:ext cx="2999232" cy="3721608"/>
          </a:xfrm>
          <a:prstGeom prst="rect">
            <a:avLst/>
          </a:prstGeom>
          <a:noFill/>
        </p:spPr>
        <p:txBody>
          <a:bodyPr wrap="square" lIns="0" rIns="0" tIns="0" bIns="0">
            <a:spAutoFit/>
          </a:bodyPr>
          <a:lstStyle/>
          <a:p>
            <a:pPr>
              <a:lnSpc>
                <a:spcPct val="100000"/>
              </a:lnSpc>
              <a:spcBef>
                <a:spcPts val="500"/>
              </a:spcBef>
              <a:spcAft>
                <a:spcPts val="250"/>
              </a:spcAft>
              <a:buNone/>
            </a:pPr>
            <a:r>
              <a:rPr sz="950" b="1" i="0">
                <a:solidFill>
                  <a:schemeClr val="accent2"/>
                </a:solidFill>
                <a:latin typeface="Poppins SemiBold"/>
              </a:rPr>
              <a:t>WHAT WE SHARE</a:t>
            </a:r>
          </a:p>
          <a:p>
            <a:pPr marL="137160" indent="-137160">
              <a:lnSpc>
                <a:spcPct val="100000"/>
              </a:lnSpc>
              <a:spcAft>
                <a:spcPts val="250"/>
              </a:spcAft>
              <a:buClr>
                <a:schemeClr val="accent6"/>
              </a:buClr>
              <a:buFont typeface="Arial"/>
              <a:buChar char="•"/>
            </a:pPr>
            <a:r>
              <a:rPr sz="950" b="0" i="0">
                <a:solidFill>
                  <a:srgbClr val="333F4F"/>
                </a:solidFill>
                <a:latin typeface="Open Sans"/>
              </a:rPr>
              <a:t>Promises mapped to outcomes and deliveries, and priorities</a:t>
            </a:r>
          </a:p>
          <a:p>
            <a:pPr>
              <a:lnSpc>
                <a:spcPct val="100000"/>
              </a:lnSpc>
              <a:spcBef>
                <a:spcPts val="500"/>
              </a:spcBef>
              <a:spcAft>
                <a:spcPts val="250"/>
              </a:spcAft>
              <a:buNone/>
            </a:pPr>
            <a:r>
              <a:rPr sz="950" b="1" i="0">
                <a:solidFill>
                  <a:schemeClr val="accent2"/>
                </a:solidFill>
                <a:latin typeface="Poppins SemiBold"/>
              </a:rPr>
              <a:t>WHO NEEDS TO HEAR IT</a:t>
            </a:r>
          </a:p>
          <a:p>
            <a:pPr marL="137160" indent="-137160">
              <a:lnSpc>
                <a:spcPct val="100000"/>
              </a:lnSpc>
              <a:spcAft>
                <a:spcPts val="250"/>
              </a:spcAft>
              <a:buClr>
                <a:schemeClr val="accent6"/>
              </a:buClr>
              <a:buFont typeface="Arial"/>
              <a:buChar char="•"/>
            </a:pPr>
            <a:r>
              <a:rPr sz="950" b="0" i="0">
                <a:solidFill>
                  <a:srgbClr val="333F4F"/>
                </a:solidFill>
                <a:latin typeface="Open Sans"/>
              </a:rPr>
              <a:t>Cascaded and directed by Coal Services</a:t>
            </a:r>
          </a:p>
          <a:p>
            <a:pPr>
              <a:lnSpc>
                <a:spcPct val="100000"/>
              </a:lnSpc>
              <a:spcBef>
                <a:spcPts val="500"/>
              </a:spcBef>
              <a:spcAft>
                <a:spcPts val="250"/>
              </a:spcAft>
              <a:buNone/>
            </a:pPr>
            <a:r>
              <a:rPr sz="950" b="1" i="0">
                <a:solidFill>
                  <a:schemeClr val="accent2"/>
                </a:solidFill>
                <a:latin typeface="Poppins SemiBold"/>
              </a:rPr>
              <a:t>HOW WE REACH THEM</a:t>
            </a:r>
          </a:p>
          <a:p>
            <a:pPr marL="137160" indent="-137160">
              <a:lnSpc>
                <a:spcPct val="100000"/>
              </a:lnSpc>
              <a:spcAft>
                <a:spcPts val="250"/>
              </a:spcAft>
              <a:buClr>
                <a:schemeClr val="accent6"/>
              </a:buClr>
              <a:buFont typeface="Arial"/>
              <a:buChar char="•"/>
            </a:pPr>
            <a:r>
              <a:rPr sz="950" b="0" i="0">
                <a:solidFill>
                  <a:srgbClr val="333F4F"/>
                </a:solidFill>
                <a:latin typeface="Open Sans"/>
              </a:rPr>
              <a:t>Monthly newsletter to workers</a:t>
            </a:r>
          </a:p>
          <a:p>
            <a:pPr marL="137160" indent="-137160">
              <a:lnSpc>
                <a:spcPct val="100000"/>
              </a:lnSpc>
              <a:spcAft>
                <a:spcPts val="250"/>
              </a:spcAft>
              <a:buClr>
                <a:schemeClr val="accent6"/>
              </a:buClr>
              <a:buFont typeface="Arial"/>
              <a:buChar char="•"/>
            </a:pPr>
            <a:r>
              <a:rPr sz="950" b="0" i="0">
                <a:solidFill>
                  <a:srgbClr val="333F4F"/>
                </a:solidFill>
                <a:latin typeface="Open Sans"/>
              </a:rPr>
              <a:t>A stakeholder map to direct information sharing</a:t>
            </a:r>
          </a:p>
          <a:p>
            <a:pPr marL="137160" indent="-137160">
              <a:lnSpc>
                <a:spcPct val="100000"/>
              </a:lnSpc>
              <a:spcAft>
                <a:spcPts val="250"/>
              </a:spcAft>
              <a:buClr>
                <a:schemeClr val="accent6"/>
              </a:buClr>
              <a:buFont typeface="Arial"/>
              <a:buChar char="•"/>
            </a:pPr>
            <a:r>
              <a:rPr sz="950" b="0" i="0">
                <a:solidFill>
                  <a:srgbClr val="333F4F"/>
                </a:solidFill>
                <a:latin typeface="Open Sans"/>
              </a:rPr>
              <a:t>Transparency of money ($$$)</a:t>
            </a:r>
          </a:p>
        </p:txBody>
      </p:sp>
      <p:sp>
        <p:nvSpPr>
          <p:cNvPr id="34" name="So what"/>
          <p:cNvSpPr/>
          <p:nvPr/>
        </p:nvSpPr>
        <p:spPr>
          <a:xfrm>
            <a:off x="566928" y="6108192"/>
            <a:ext cx="11064240" cy="457200"/>
          </a:xfrm>
          <a:prstGeom prst="rect">
            <a:avLst/>
          </a:prstGeom>
          <a:solidFill>
            <a:srgbClr val="445469"/>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182880" tIns="0" bIns="0" wrap="square"/>
          <a:lstStyle/>
          <a:p>
            <a:pPr algn="l">
              <a:lnSpc>
                <a:spcPct val="100000"/>
              </a:lnSpc>
              <a:spcAft>
                <a:spcPts val="0"/>
              </a:spcAft>
            </a:pPr>
            <a:r>
              <a:rPr sz="1100" b="1" i="0">
                <a:solidFill>
                  <a:schemeClr val="accent2"/>
                </a:solidFill>
                <a:latin typeface="Poppins SemiBold"/>
              </a:rPr>
              <a:t>So what  </a:t>
            </a:r>
            <a:r>
              <a:rPr sz="1100" b="0" i="0">
                <a:solidFill>
                  <a:srgbClr val="FFFFFF"/>
                </a:solidFill>
                <a:latin typeface="Open Sans"/>
              </a:rPr>
              <a:t>Value comes down to money clarity: premiums, the levy and where the money goes. Who hears what still needs mapping.</a:t>
            </a:r>
          </a:p>
        </p:txBody>
      </p:sp>
      <p:sp>
        <p:nvSpPr>
          <p:cNvPr id="35" name="TextBox 34"/>
          <p:cNvSpPr txBox="1"/>
          <p:nvPr/>
        </p:nvSpPr>
        <p:spPr>
          <a:xfrm>
            <a:off x="566928" y="6583680"/>
            <a:ext cx="8229600" cy="182880"/>
          </a:xfrm>
          <a:prstGeom prst="rect">
            <a:avLst/>
          </a:prstGeom>
          <a:noFill/>
        </p:spPr>
        <p:txBody>
          <a:bodyPr wrap="square" anchor="t" lIns="0" tIns="0" rIns="0" bIns="0">
            <a:spAutoFit/>
          </a:bodyPr>
          <a:lstStyle/>
          <a:p>
            <a:pPr algn="l">
              <a:lnSpc>
                <a:spcPct val="100000"/>
              </a:lnSpc>
              <a:spcAft>
                <a:spcPts val="0"/>
              </a:spcAft>
            </a:pPr>
            <a:r>
              <a:rPr sz="800" b="0" i="1">
                <a:solidFill>
                  <a:srgbClr val="445469"/>
                </a:solidFill>
                <a:latin typeface="Open Sans"/>
              </a:rPr>
              <a:t>(?) = handwriting unclear on the canvas, to confirm.</a:t>
            </a:r>
          </a:p>
        </p:txBody>
      </p:sp>
    </p:spTree>
    <p:extLst>
      <p:ext uri="{BB962C8B-B14F-4D97-AF65-F5344CB8AC3E}">
        <p14:creationId xmlns:p14="http://schemas.microsoft.com/office/powerpoint/2010/main" val="19222960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EC006-2222-832D-ED3B-9D349F9A757E}"/>
            </a:ext>
          </a:extLst>
        </p:cNvPr>
        <p:cNvGrpSpPr/>
        <p:nvPr/>
      </p:nvGrpSpPr>
      <p:grpSpPr>
        <a:xfrm>
          <a:off x="0" y="0"/>
          <a:ext cx="0" cy="0"/>
          <a:chOff x="0" y="0"/>
          <a:chExt cx="0" cy="0"/>
        </a:xfrm>
      </p:grpSpPr>
      <p:pic>
        <p:nvPicPr>
          <p:cNvPr id="3" name="Picture 2" descr="About Coal Services : A Specialised Health and Safety Scheme">
            <a:extLst>
              <a:ext uri="{FF2B5EF4-FFF2-40B4-BE49-F238E27FC236}">
                <a16:creationId xmlns:a16="http://schemas.microsoft.com/office/drawing/2014/main" id="{958C83BB-9788-1B17-1380-FFBE7D8CC71C}"/>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2626"/>
            <a:ext cx="12191437" cy="6883252"/>
          </a:xfrm>
          <a:prstGeom prst="rect">
            <a:avLst/>
          </a:prstGeom>
        </p:spPr>
      </p:pic>
      <p:sp>
        <p:nvSpPr>
          <p:cNvPr id="9" name="Rectangle 8">
            <a:extLst>
              <a:ext uri="{FF2B5EF4-FFF2-40B4-BE49-F238E27FC236}">
                <a16:creationId xmlns:a16="http://schemas.microsoft.com/office/drawing/2014/main" id="{65F5A8F3-97DE-6DF4-DFE7-4AE104686192}"/>
              </a:ext>
            </a:extLst>
          </p:cNvPr>
          <p:cNvSpPr/>
          <p:nvPr/>
        </p:nvSpPr>
        <p:spPr>
          <a:xfrm>
            <a:off x="-1" y="-12627"/>
            <a:ext cx="12191437" cy="6883253"/>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Open Sans Light"/>
              <a:ea typeface="+mn-ea"/>
              <a:cs typeface="+mn-cs"/>
            </a:endParaRPr>
          </a:p>
        </p:txBody>
      </p:sp>
      <p:cxnSp>
        <p:nvCxnSpPr>
          <p:cNvPr id="8" name="Straight Connector 7">
            <a:extLst>
              <a:ext uri="{FF2B5EF4-FFF2-40B4-BE49-F238E27FC236}">
                <a16:creationId xmlns:a16="http://schemas.microsoft.com/office/drawing/2014/main" id="{182F0C0E-03BE-4E8A-9218-90A057E7882F}"/>
              </a:ext>
            </a:extLst>
          </p:cNvPr>
          <p:cNvCxnSpPr>
            <a:cxnSpLocks/>
          </p:cNvCxnSpPr>
          <p:nvPr/>
        </p:nvCxnSpPr>
        <p:spPr>
          <a:xfrm>
            <a:off x="599937" y="4292892"/>
            <a:ext cx="916629" cy="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39599FE2-127A-BB0A-FB8B-3061EE8581BC}"/>
              </a:ext>
            </a:extLst>
          </p:cNvPr>
          <p:cNvSpPr>
            <a:spLocks noGrp="1"/>
          </p:cNvSpPr>
          <p:nvPr>
            <p:ph type="ctrTitle"/>
          </p:nvPr>
        </p:nvSpPr>
        <p:spPr>
          <a:xfrm>
            <a:off x="499109" y="1653000"/>
            <a:ext cx="9144000" cy="2499699"/>
          </a:xfrm>
        </p:spPr>
        <p:txBody>
          <a:bodyPr>
            <a:normAutofit/>
          </a:bodyPr>
          <a:lstStyle/>
          <a:p>
            <a:pPr>
              <a:lnSpc>
                <a:spcPct val="100000"/>
              </a:lnSpc>
            </a:pPr>
            <a:r>
              <a:rPr lang="en-AU" b="1"/>
              <a:t>Thank you</a:t>
            </a:r>
            <a:endParaRPr lang="en-GB" b="1" noProof="0">
              <a:latin typeface="Poppins" pitchFamily="2" charset="77"/>
              <a:cs typeface="Poppins" pitchFamily="2" charset="77"/>
            </a:endParaRPr>
          </a:p>
        </p:txBody>
      </p:sp>
      <p:pic>
        <p:nvPicPr>
          <p:cNvPr id="16" name="Picture 15">
            <a:extLst>
              <a:ext uri="{FF2B5EF4-FFF2-40B4-BE49-F238E27FC236}">
                <a16:creationId xmlns:a16="http://schemas.microsoft.com/office/drawing/2014/main" id="{0B8E9BD2-09C0-3CE8-32EF-F822B1148CA8}"/>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99519" y="6000382"/>
            <a:ext cx="1572883" cy="726691"/>
          </a:xfrm>
          <a:prstGeom prst="rect">
            <a:avLst/>
          </a:prstGeom>
        </p:spPr>
      </p:pic>
      <p:pic>
        <p:nvPicPr>
          <p:cNvPr id="4" name="Graphic 3">
            <a:extLst>
              <a:ext uri="{FF2B5EF4-FFF2-40B4-BE49-F238E27FC236}">
                <a16:creationId xmlns:a16="http://schemas.microsoft.com/office/drawing/2014/main" id="{A809D29D-F8AA-B053-D0E4-57C0F079C9E6}"/>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8654" t="36592" r="41735" b="22942"/>
          <a:stretch>
            <a:fillRect/>
          </a:stretch>
        </p:blipFill>
        <p:spPr>
          <a:xfrm>
            <a:off x="8130766" y="20202"/>
            <a:ext cx="4060671" cy="3312083"/>
          </a:xfrm>
          <a:prstGeom prst="rect">
            <a:avLst/>
          </a:prstGeom>
        </p:spPr>
      </p:pic>
      <p:pic>
        <p:nvPicPr>
          <p:cNvPr id="19" name="Picture 6">
            <a:extLst>
              <a:ext uri="{FF2B5EF4-FFF2-40B4-BE49-F238E27FC236}">
                <a16:creationId xmlns:a16="http://schemas.microsoft.com/office/drawing/2014/main" id="{15B59517-8ADD-FB27-58CF-D7BFFF0B4F8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499109" y="272505"/>
            <a:ext cx="2156226" cy="1189642"/>
          </a:xfrm>
          <a:prstGeom prst="rect">
            <a:avLst/>
          </a:prstGeom>
        </p:spPr>
      </p:pic>
    </p:spTree>
    <p:extLst>
      <p:ext uri="{BB962C8B-B14F-4D97-AF65-F5344CB8AC3E}">
        <p14:creationId xmlns:p14="http://schemas.microsoft.com/office/powerpoint/2010/main" val="1304384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a:solidFill/>
              </a:rPr>
              <a:t>Four things we took away </a:t>
            </a:r>
            <a:r>
              <a:rPr lang="en-AU">
                <a:solidFill>
                  <a:schemeClr val="accent3"/>
                </a:solidFill>
              </a:rPr>
              <a:t>from the session</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a:ln>
                <a:noFill/>
              </a:ln>
              <a:solidFill>
                <a:schemeClr val="bg2">
                  <a:lumMod val="10000"/>
                </a:schemeClr>
              </a:solidFill>
              <a:effectLst/>
              <a:uLnTx/>
              <a:uFillTx/>
              <a:latin typeface="Aptos" panose="020B0004020202020204" pitchFamily="34" charset="0"/>
              <a:ea typeface="+mn-ea"/>
              <a:cs typeface="+mn-cs"/>
            </a:endParaRPr>
          </a:p>
        </p:txBody>
      </p:sp>
      <p:sp>
        <p:nvSpPr>
          <p:cNvPr id="15" name="Takeaway card"/>
          <p:cNvSpPr/>
          <p:nvPr/>
        </p:nvSpPr>
        <p:spPr>
          <a:xfrm>
            <a:off x="566928" y="1508760"/>
            <a:ext cx="541782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Number"/>
          <p:cNvSpPr/>
          <p:nvPr/>
        </p:nvSpPr>
        <p:spPr>
          <a:xfrm>
            <a:off x="886968" y="182880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600" b="1" i="0">
                <a:solidFill>
                  <a:srgbClr val="FFFFFF"/>
                </a:solidFill>
                <a:latin typeface="Poppins SemiBold"/>
              </a:rPr>
              <a:t>1</a:t>
            </a:r>
          </a:p>
        </p:txBody>
      </p:sp>
      <p:sp>
        <p:nvSpPr>
          <p:cNvPr id="17" name="TextBox 16"/>
          <p:cNvSpPr txBox="1"/>
          <p:nvPr/>
        </p:nvSpPr>
        <p:spPr>
          <a:xfrm>
            <a:off x="1664207" y="1783080"/>
            <a:ext cx="4000500" cy="1737360"/>
          </a:xfrm>
          <a:prstGeom prst="rect">
            <a:avLst/>
          </a:prstGeom>
          <a:noFill/>
        </p:spPr>
        <p:txBody>
          <a:bodyPr wrap="square" anchor="t" lIns="0" tIns="0" rIns="0" bIns="0">
            <a:spAutoFit/>
          </a:bodyPr>
          <a:lstStyle/>
          <a:p>
            <a:pPr algn="l">
              <a:lnSpc>
                <a:spcPct val="108000"/>
              </a:lnSpc>
              <a:spcAft>
                <a:spcPts val="800"/>
              </a:spcAft>
            </a:pPr>
            <a:r>
              <a:rPr sz="1500" b="1" i="0">
                <a:solidFill>
                  <a:srgbClr val="333F4F"/>
                </a:solidFill>
                <a:latin typeface="Poppins SemiBold"/>
              </a:rPr>
              <a:t>Service Experience &amp; Consistency is the theme that moves the score</a:t>
            </a:r>
          </a:p>
          <a:p>
            <a:pPr algn="l">
              <a:lnSpc>
                <a:spcPct val="108000"/>
              </a:lnSpc>
              <a:spcAft>
                <a:spcPts val="800"/>
              </a:spcAft>
            </a:pPr>
            <a:r>
              <a:rPr sz="1150" b="0" i="0">
                <a:solidFill>
                  <a:srgbClr val="333F4F"/>
                </a:solidFill>
                <a:latin typeface="Open Sans"/>
              </a:rPr>
              <a:t>The GMT recognised it as the overarching theme. Inconsistency is what industry feels in every interaction, and fixing it underpins Trust and Value.</a:t>
            </a:r>
          </a:p>
        </p:txBody>
      </p:sp>
      <p:sp>
        <p:nvSpPr>
          <p:cNvPr id="18" name="Takeaway card"/>
          <p:cNvSpPr/>
          <p:nvPr/>
        </p:nvSpPr>
        <p:spPr>
          <a:xfrm>
            <a:off x="6213348" y="1508760"/>
            <a:ext cx="541782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Number"/>
          <p:cNvSpPr/>
          <p:nvPr/>
        </p:nvSpPr>
        <p:spPr>
          <a:xfrm>
            <a:off x="6533388" y="182880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600" b="1" i="0">
                <a:solidFill>
                  <a:srgbClr val="FFFFFF"/>
                </a:solidFill>
                <a:latin typeface="Poppins SemiBold"/>
              </a:rPr>
              <a:t>2</a:t>
            </a:r>
          </a:p>
        </p:txBody>
      </p:sp>
      <p:sp>
        <p:nvSpPr>
          <p:cNvPr id="20" name="TextBox 19"/>
          <p:cNvSpPr txBox="1"/>
          <p:nvPr/>
        </p:nvSpPr>
        <p:spPr>
          <a:xfrm>
            <a:off x="7310628" y="1783080"/>
            <a:ext cx="4000500" cy="1737360"/>
          </a:xfrm>
          <a:prstGeom prst="rect">
            <a:avLst/>
          </a:prstGeom>
          <a:noFill/>
        </p:spPr>
        <p:txBody>
          <a:bodyPr wrap="square" anchor="t" lIns="0" tIns="0" rIns="0" bIns="0">
            <a:spAutoFit/>
          </a:bodyPr>
          <a:lstStyle/>
          <a:p>
            <a:pPr algn="l">
              <a:lnSpc>
                <a:spcPct val="108000"/>
              </a:lnSpc>
              <a:spcAft>
                <a:spcPts val="800"/>
              </a:spcAft>
            </a:pPr>
            <a:r>
              <a:rPr sz="1500" b="1" i="0">
                <a:solidFill>
                  <a:srgbClr val="333F4F"/>
                </a:solidFill>
                <a:latin typeface="Poppins SemiBold"/>
              </a:rPr>
              <a:t>CMI and CS Health changes will drive the shift</a:t>
            </a:r>
          </a:p>
          <a:p>
            <a:pPr algn="l">
              <a:lnSpc>
                <a:spcPct val="108000"/>
              </a:lnSpc>
              <a:spcAft>
                <a:spcPts val="800"/>
              </a:spcAft>
            </a:pPr>
            <a:r>
              <a:rPr sz="1150" b="0" i="0">
                <a:solidFill>
                  <a:srgbClr val="333F4F"/>
                </a:solidFill>
                <a:latin typeface="Open Sans"/>
              </a:rPr>
              <a:t>Most fixes added on the day sit in CMI (phone answering, telephony, capability, operating model) and CS Health (Health Standards, processing timeframes, Order 45 variance). These are the units industry deals with most.</a:t>
            </a:r>
          </a:p>
        </p:txBody>
      </p:sp>
      <p:sp>
        <p:nvSpPr>
          <p:cNvPr id="21" name="Takeaway card"/>
          <p:cNvSpPr/>
          <p:nvPr/>
        </p:nvSpPr>
        <p:spPr>
          <a:xfrm>
            <a:off x="566928" y="3931920"/>
            <a:ext cx="541782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Number"/>
          <p:cNvSpPr/>
          <p:nvPr/>
        </p:nvSpPr>
        <p:spPr>
          <a:xfrm>
            <a:off x="886968" y="4251959"/>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600" b="1" i="0">
                <a:solidFill>
                  <a:srgbClr val="FFFFFF"/>
                </a:solidFill>
                <a:latin typeface="Poppins SemiBold"/>
              </a:rPr>
              <a:t>3</a:t>
            </a:r>
          </a:p>
        </p:txBody>
      </p:sp>
      <p:sp>
        <p:nvSpPr>
          <p:cNvPr id="23" name="TextBox 22"/>
          <p:cNvSpPr txBox="1"/>
          <p:nvPr/>
        </p:nvSpPr>
        <p:spPr>
          <a:xfrm>
            <a:off x="1664207" y="4206240"/>
            <a:ext cx="4000500" cy="1737360"/>
          </a:xfrm>
          <a:prstGeom prst="rect">
            <a:avLst/>
          </a:prstGeom>
          <a:noFill/>
        </p:spPr>
        <p:txBody>
          <a:bodyPr wrap="square" anchor="t" lIns="0" tIns="0" rIns="0" bIns="0">
            <a:spAutoFit/>
          </a:bodyPr>
          <a:lstStyle/>
          <a:p>
            <a:pPr algn="l">
              <a:lnSpc>
                <a:spcPct val="108000"/>
              </a:lnSpc>
              <a:spcAft>
                <a:spcPts val="800"/>
              </a:spcAft>
            </a:pPr>
            <a:r>
              <a:rPr sz="1500" b="1" i="0">
                <a:solidFill>
                  <a:srgbClr val="333F4F"/>
                </a:solidFill>
                <a:latin typeface="Poppins SemiBold"/>
              </a:rPr>
              <a:t>Industry is tired of commitments and wants to see progress</a:t>
            </a:r>
          </a:p>
          <a:p>
            <a:pPr algn="l">
              <a:lnSpc>
                <a:spcPct val="108000"/>
              </a:lnSpc>
              <a:spcAft>
                <a:spcPts val="800"/>
              </a:spcAft>
            </a:pPr>
            <a:r>
              <a:rPr sz="1150" b="0" i="0">
                <a:solidFill>
                  <a:srgbClr val="333F4F"/>
                </a:solidFill>
                <a:latin typeface="Open Sans"/>
              </a:rPr>
              <a:t>Staff in the room have heard this directly. The canvases asked for promises mapped to outcomes, updates on what’s been done and what’s to come.</a:t>
            </a:r>
          </a:p>
        </p:txBody>
      </p:sp>
      <p:sp>
        <p:nvSpPr>
          <p:cNvPr id="24" name="Takeaway card"/>
          <p:cNvSpPr/>
          <p:nvPr/>
        </p:nvSpPr>
        <p:spPr>
          <a:xfrm>
            <a:off x="6213348" y="3931920"/>
            <a:ext cx="541782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Number"/>
          <p:cNvSpPr/>
          <p:nvPr/>
        </p:nvSpPr>
        <p:spPr>
          <a:xfrm>
            <a:off x="6533388" y="4251959"/>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600" b="1" i="0">
                <a:solidFill>
                  <a:srgbClr val="FFFFFF"/>
                </a:solidFill>
                <a:latin typeface="Poppins SemiBold"/>
              </a:rPr>
              <a:t>4</a:t>
            </a:r>
          </a:p>
        </p:txBody>
      </p:sp>
      <p:sp>
        <p:nvSpPr>
          <p:cNvPr id="26" name="TextBox 25"/>
          <p:cNvSpPr txBox="1"/>
          <p:nvPr/>
        </p:nvSpPr>
        <p:spPr>
          <a:xfrm>
            <a:off x="7310628" y="4206240"/>
            <a:ext cx="4000500" cy="1737360"/>
          </a:xfrm>
          <a:prstGeom prst="rect">
            <a:avLst/>
          </a:prstGeom>
          <a:noFill/>
        </p:spPr>
        <p:txBody>
          <a:bodyPr wrap="square" anchor="t" lIns="0" tIns="0" rIns="0" bIns="0">
            <a:spAutoFit/>
          </a:bodyPr>
          <a:lstStyle/>
          <a:p>
            <a:pPr algn="l">
              <a:lnSpc>
                <a:spcPct val="108000"/>
              </a:lnSpc>
              <a:spcAft>
                <a:spcPts val="800"/>
              </a:spcAft>
            </a:pPr>
            <a:r>
              <a:rPr sz="1500" b="1" i="0">
                <a:solidFill>
                  <a:srgbClr val="333F4F"/>
                </a:solidFill>
                <a:latin typeface="Poppins SemiBold"/>
              </a:rPr>
              <a:t>Far more is underway than industry can see</a:t>
            </a:r>
          </a:p>
          <a:p>
            <a:pPr algn="l">
              <a:lnSpc>
                <a:spcPct val="108000"/>
              </a:lnSpc>
              <a:spcAft>
                <a:spcPts val="800"/>
              </a:spcAft>
            </a:pPr>
            <a:r>
              <a:rPr sz="1150" b="0" i="0">
                <a:solidFill>
                  <a:srgbClr val="333F4F"/>
                </a:solidFill>
                <a:latin typeface="Open Sans"/>
              </a:rPr>
              <a:t>The GMT added 26 initiatives to the 16 pre-mapped. The gap is visibility, not activity, which is why mapping the timelines is the first step.</a:t>
            </a:r>
          </a:p>
        </p:txBody>
      </p:sp>
    </p:spTree>
    <p:extLst>
      <p:ext uri="{BB962C8B-B14F-4D97-AF65-F5344CB8AC3E}">
        <p14:creationId xmlns:p14="http://schemas.microsoft.com/office/powerpoint/2010/main" val="12951432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a:solidFill/>
              </a:rPr>
              <a:t>Recommended next steps: </a:t>
            </a:r>
            <a:r>
              <a:rPr lang="en-AU">
                <a:solidFill>
                  <a:schemeClr val="accent3"/>
                </a:solidFill>
              </a:rPr>
              <a:t>five steps to our first progress update to industry</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a:ln>
                <a:noFill/>
              </a:ln>
              <a:solidFill>
                <a:schemeClr val="bg2">
                  <a:lumMod val="10000"/>
                </a:schemeClr>
              </a:solidFill>
              <a:effectLst/>
              <a:uLnTx/>
              <a:uFillTx/>
              <a:latin typeface="Aptos" panose="020B0004020202020204" pitchFamily="34" charset="0"/>
              <a:ea typeface="+mn-ea"/>
              <a:cs typeface="+mn-cs"/>
            </a:endParaRPr>
          </a:p>
        </p:txBody>
      </p:sp>
      <p:sp>
        <p:nvSpPr>
          <p:cNvPr id="15" name="Header row"/>
          <p:cNvSpPr/>
          <p:nvPr/>
        </p:nvSpPr>
        <p:spPr>
          <a:xfrm>
            <a:off x="566928" y="1463040"/>
            <a:ext cx="11064240" cy="384048"/>
          </a:xfrm>
          <a:prstGeom prst="rect">
            <a:avLst/>
          </a:prstGeom>
          <a:solidFill>
            <a:srgbClr val="4454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731520" y="1463040"/>
            <a:ext cx="2103120" cy="384048"/>
          </a:xfrm>
          <a:prstGeom prst="rect">
            <a:avLst/>
          </a:prstGeom>
          <a:noFill/>
        </p:spPr>
        <p:txBody>
          <a:bodyPr wrap="square" anchor="ctr" lIns="0" tIns="0" rIns="0" bIns="0">
            <a:spAutoFit/>
          </a:bodyPr>
          <a:lstStyle/>
          <a:p>
            <a:pPr algn="l">
              <a:lnSpc>
                <a:spcPct val="100000"/>
              </a:lnSpc>
              <a:spcAft>
                <a:spcPts val="0"/>
              </a:spcAft>
            </a:pPr>
            <a:r>
              <a:rPr sz="1050" b="1" i="0">
                <a:solidFill>
                  <a:srgbClr val="FFFFFF"/>
                </a:solidFill>
                <a:latin typeface="Poppins SemiBold"/>
              </a:rPr>
              <a:t>Step</a:t>
            </a:r>
          </a:p>
        </p:txBody>
      </p:sp>
      <p:sp>
        <p:nvSpPr>
          <p:cNvPr id="17" name="TextBox 16"/>
          <p:cNvSpPr txBox="1"/>
          <p:nvPr/>
        </p:nvSpPr>
        <p:spPr>
          <a:xfrm>
            <a:off x="3063240" y="1463040"/>
            <a:ext cx="1005840" cy="384048"/>
          </a:xfrm>
          <a:prstGeom prst="rect">
            <a:avLst/>
          </a:prstGeom>
          <a:noFill/>
        </p:spPr>
        <p:txBody>
          <a:bodyPr wrap="square" anchor="ctr" lIns="0" tIns="0" rIns="0" bIns="0">
            <a:spAutoFit/>
          </a:bodyPr>
          <a:lstStyle/>
          <a:p>
            <a:pPr algn="l">
              <a:lnSpc>
                <a:spcPct val="100000"/>
              </a:lnSpc>
              <a:spcAft>
                <a:spcPts val="0"/>
              </a:spcAft>
            </a:pPr>
            <a:r>
              <a:rPr sz="1050" b="1" i="0">
                <a:solidFill>
                  <a:srgbClr val="FFFFFF"/>
                </a:solidFill>
                <a:latin typeface="Poppins SemiBold"/>
              </a:rPr>
              <a:t>When</a:t>
            </a:r>
          </a:p>
        </p:txBody>
      </p:sp>
      <p:sp>
        <p:nvSpPr>
          <p:cNvPr id="18" name="TextBox 17"/>
          <p:cNvSpPr txBox="1"/>
          <p:nvPr/>
        </p:nvSpPr>
        <p:spPr>
          <a:xfrm>
            <a:off x="4297679" y="1463040"/>
            <a:ext cx="3749039" cy="384048"/>
          </a:xfrm>
          <a:prstGeom prst="rect">
            <a:avLst/>
          </a:prstGeom>
          <a:noFill/>
        </p:spPr>
        <p:txBody>
          <a:bodyPr wrap="square" anchor="ctr" lIns="0" tIns="0" rIns="0" bIns="0">
            <a:spAutoFit/>
          </a:bodyPr>
          <a:lstStyle/>
          <a:p>
            <a:pPr algn="l">
              <a:lnSpc>
                <a:spcPct val="100000"/>
              </a:lnSpc>
              <a:spcAft>
                <a:spcPts val="0"/>
              </a:spcAft>
            </a:pPr>
            <a:r>
              <a:rPr sz="1050" b="1" i="0">
                <a:solidFill>
                  <a:srgbClr val="FFFFFF"/>
                </a:solidFill>
                <a:latin typeface="Poppins SemiBold"/>
              </a:rPr>
              <a:t>What happens</a:t>
            </a:r>
          </a:p>
        </p:txBody>
      </p:sp>
      <p:sp>
        <p:nvSpPr>
          <p:cNvPr id="19" name="TextBox 18"/>
          <p:cNvSpPr txBox="1"/>
          <p:nvPr/>
        </p:nvSpPr>
        <p:spPr>
          <a:xfrm>
            <a:off x="8275319" y="1463040"/>
            <a:ext cx="1600200" cy="384048"/>
          </a:xfrm>
          <a:prstGeom prst="rect">
            <a:avLst/>
          </a:prstGeom>
          <a:noFill/>
        </p:spPr>
        <p:txBody>
          <a:bodyPr wrap="square" anchor="ctr" lIns="0" tIns="0" rIns="0" bIns="0">
            <a:spAutoFit/>
          </a:bodyPr>
          <a:lstStyle/>
          <a:p>
            <a:pPr algn="l">
              <a:lnSpc>
                <a:spcPct val="100000"/>
              </a:lnSpc>
              <a:spcAft>
                <a:spcPts val="0"/>
              </a:spcAft>
            </a:pPr>
            <a:r>
              <a:rPr sz="1050" b="1" i="0">
                <a:solidFill>
                  <a:srgbClr val="FFFFFF"/>
                </a:solidFill>
                <a:latin typeface="Poppins SemiBold"/>
              </a:rPr>
              <a:t>Who</a:t>
            </a:r>
          </a:p>
        </p:txBody>
      </p:sp>
      <p:sp>
        <p:nvSpPr>
          <p:cNvPr id="20" name="TextBox 19"/>
          <p:cNvSpPr txBox="1"/>
          <p:nvPr/>
        </p:nvSpPr>
        <p:spPr>
          <a:xfrm>
            <a:off x="10104119" y="1463040"/>
            <a:ext cx="1463040" cy="384048"/>
          </a:xfrm>
          <a:prstGeom prst="rect">
            <a:avLst/>
          </a:prstGeom>
          <a:noFill/>
        </p:spPr>
        <p:txBody>
          <a:bodyPr wrap="square" anchor="ctr" lIns="0" tIns="0" rIns="0" bIns="0">
            <a:spAutoFit/>
          </a:bodyPr>
          <a:lstStyle/>
          <a:p>
            <a:pPr algn="l">
              <a:lnSpc>
                <a:spcPct val="100000"/>
              </a:lnSpc>
              <a:spcAft>
                <a:spcPts val="0"/>
              </a:spcAft>
            </a:pPr>
            <a:r>
              <a:rPr sz="1050" b="1" i="0">
                <a:solidFill>
                  <a:srgbClr val="FFFFFF"/>
                </a:solidFill>
                <a:latin typeface="Poppins SemiBold"/>
              </a:rPr>
              <a:t>Output</a:t>
            </a:r>
          </a:p>
        </p:txBody>
      </p:sp>
      <p:sp>
        <p:nvSpPr>
          <p:cNvPr id="21" name="Step row"/>
          <p:cNvSpPr/>
          <p:nvPr/>
        </p:nvSpPr>
        <p:spPr>
          <a:xfrm>
            <a:off x="566928" y="1920240"/>
            <a:ext cx="11064240" cy="7132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Number"/>
          <p:cNvSpPr/>
          <p:nvPr/>
        </p:nvSpPr>
        <p:spPr>
          <a:xfrm>
            <a:off x="731520" y="2093976"/>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1</a:t>
            </a:r>
          </a:p>
        </p:txBody>
      </p:sp>
      <p:sp>
        <p:nvSpPr>
          <p:cNvPr id="23" name="TextBox 22"/>
          <p:cNvSpPr txBox="1"/>
          <p:nvPr/>
        </p:nvSpPr>
        <p:spPr>
          <a:xfrm>
            <a:off x="1234440" y="1920240"/>
            <a:ext cx="1645920" cy="713232"/>
          </a:xfrm>
          <a:prstGeom prst="rect">
            <a:avLst/>
          </a:prstGeom>
          <a:noFill/>
        </p:spPr>
        <p:txBody>
          <a:bodyPr wrap="square" anchor="ctr" lIns="0" tIns="0" rIns="0" bIns="0">
            <a:spAutoFit/>
          </a:bodyPr>
          <a:lstStyle/>
          <a:p>
            <a:pPr algn="l">
              <a:lnSpc>
                <a:spcPct val="100000"/>
              </a:lnSpc>
              <a:spcAft>
                <a:spcPts val="0"/>
              </a:spcAft>
            </a:pPr>
            <a:r>
              <a:rPr sz="1150" b="1" i="0">
                <a:solidFill>
                  <a:srgbClr val="333F4F"/>
                </a:solidFill>
                <a:latin typeface="Poppins SemiBold"/>
              </a:rPr>
              <a:t>Lock the list</a:t>
            </a:r>
          </a:p>
        </p:txBody>
      </p:sp>
      <p:sp>
        <p:nvSpPr>
          <p:cNvPr id="24" name="TextBox 23"/>
          <p:cNvSpPr txBox="1"/>
          <p:nvPr/>
        </p:nvSpPr>
        <p:spPr>
          <a:xfrm>
            <a:off x="3063240" y="1920240"/>
            <a:ext cx="1051560" cy="713232"/>
          </a:xfrm>
          <a:prstGeom prst="rect">
            <a:avLst/>
          </a:prstGeom>
          <a:noFill/>
        </p:spPr>
        <p:txBody>
          <a:bodyPr wrap="square" anchor="ctr" lIns="0" tIns="0" rIns="0" bIns="0">
            <a:spAutoFit/>
          </a:bodyPr>
          <a:lstStyle/>
          <a:p>
            <a:pPr algn="l">
              <a:lnSpc>
                <a:spcPct val="100000"/>
              </a:lnSpc>
              <a:spcAft>
                <a:spcPts val="0"/>
              </a:spcAft>
            </a:pPr>
            <a:r>
              <a:rPr sz="1100" b="1" i="0">
                <a:solidFill>
                  <a:schemeClr val="accent3"/>
                </a:solidFill>
                <a:latin typeface="Poppins SemiBold"/>
              </a:rPr>
              <a:t>w/c 26 Oct</a:t>
            </a:r>
          </a:p>
        </p:txBody>
      </p:sp>
      <p:sp>
        <p:nvSpPr>
          <p:cNvPr id="25" name="TextBox 24"/>
          <p:cNvSpPr txBox="1"/>
          <p:nvPr/>
        </p:nvSpPr>
        <p:spPr>
          <a:xfrm>
            <a:off x="4297680" y="1920240"/>
            <a:ext cx="3703320" cy="713232"/>
          </a:xfrm>
          <a:prstGeom prst="rect">
            <a:avLst/>
          </a:prstGeom>
          <a:noFill/>
        </p:spPr>
        <p:txBody>
          <a:bodyPr wrap="square" anchor="ctr" lIns="0" tIns="0" rIns="0" bIns="0">
            <a:spAutoFit/>
          </a:bodyPr>
          <a:lstStyle/>
          <a:p>
            <a:pPr algn="l">
              <a:lnSpc>
                <a:spcPct val="100000"/>
              </a:lnSpc>
              <a:spcAft>
                <a:spcPts val="0"/>
              </a:spcAft>
            </a:pPr>
            <a:r>
              <a:rPr sz="950" b="0" i="0">
                <a:solidFill>
                  <a:srgbClr val="333F4F"/>
                </a:solidFill>
                <a:latin typeface="Open Sans"/>
              </a:rPr>
              <a:t>Confirm the 53 initiatives, owners and duplicates. Resolve the items marked (?).</a:t>
            </a:r>
          </a:p>
        </p:txBody>
      </p:sp>
      <p:sp>
        <p:nvSpPr>
          <p:cNvPr id="26" name="TextBox 25"/>
          <p:cNvSpPr txBox="1"/>
          <p:nvPr/>
        </p:nvSpPr>
        <p:spPr>
          <a:xfrm>
            <a:off x="8275320" y="1920240"/>
            <a:ext cx="1600200" cy="713232"/>
          </a:xfrm>
          <a:prstGeom prst="rect">
            <a:avLst/>
          </a:prstGeom>
          <a:noFill/>
        </p:spPr>
        <p:txBody>
          <a:bodyPr wrap="square" anchor="ctr" lIns="0" tIns="0" rIns="0" bIns="0">
            <a:spAutoFit/>
          </a:bodyPr>
          <a:lstStyle/>
          <a:p>
            <a:pPr algn="l">
              <a:lnSpc>
                <a:spcPct val="100000"/>
              </a:lnSpc>
              <a:spcAft>
                <a:spcPts val="0"/>
              </a:spcAft>
            </a:pPr>
            <a:r>
              <a:rPr sz="950" b="0" i="0">
                <a:solidFill>
                  <a:srgbClr val="333F4F"/>
                </a:solidFill>
                <a:latin typeface="Open Sans"/>
              </a:rPr>
              <a:t>Belinda and TSG</a:t>
            </a:r>
          </a:p>
        </p:txBody>
      </p:sp>
      <p:sp>
        <p:nvSpPr>
          <p:cNvPr id="27" name="TextBox 26"/>
          <p:cNvSpPr txBox="1"/>
          <p:nvPr/>
        </p:nvSpPr>
        <p:spPr>
          <a:xfrm>
            <a:off x="10104120" y="1920240"/>
            <a:ext cx="1463040" cy="713232"/>
          </a:xfrm>
          <a:prstGeom prst="rect">
            <a:avLst/>
          </a:prstGeom>
          <a:noFill/>
        </p:spPr>
        <p:txBody>
          <a:bodyPr wrap="square" anchor="ctr" lIns="0" tIns="0" rIns="0" bIns="0">
            <a:spAutoFit/>
          </a:bodyPr>
          <a:lstStyle/>
          <a:p>
            <a:pPr algn="l">
              <a:lnSpc>
                <a:spcPct val="100000"/>
              </a:lnSpc>
              <a:spcAft>
                <a:spcPts val="0"/>
              </a:spcAft>
            </a:pPr>
            <a:r>
              <a:rPr sz="950" b="1" i="0">
                <a:solidFill>
                  <a:srgbClr val="333F4F"/>
                </a:solidFill>
                <a:latin typeface="Open Sans"/>
              </a:rPr>
              <a:t>A validated initiative register</a:t>
            </a:r>
          </a:p>
        </p:txBody>
      </p:sp>
      <p:sp>
        <p:nvSpPr>
          <p:cNvPr id="28" name="Step row"/>
          <p:cNvSpPr/>
          <p:nvPr/>
        </p:nvSpPr>
        <p:spPr>
          <a:xfrm>
            <a:off x="566928" y="2688336"/>
            <a:ext cx="11064240" cy="7132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Number"/>
          <p:cNvSpPr/>
          <p:nvPr/>
        </p:nvSpPr>
        <p:spPr>
          <a:xfrm>
            <a:off x="731520" y="2862072"/>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2</a:t>
            </a:r>
          </a:p>
        </p:txBody>
      </p:sp>
      <p:sp>
        <p:nvSpPr>
          <p:cNvPr id="30" name="TextBox 29"/>
          <p:cNvSpPr txBox="1"/>
          <p:nvPr/>
        </p:nvSpPr>
        <p:spPr>
          <a:xfrm>
            <a:off x="1234440" y="2688336"/>
            <a:ext cx="1645920" cy="713232"/>
          </a:xfrm>
          <a:prstGeom prst="rect">
            <a:avLst/>
          </a:prstGeom>
          <a:noFill/>
        </p:spPr>
        <p:txBody>
          <a:bodyPr wrap="square" anchor="ctr" lIns="0" tIns="0" rIns="0" bIns="0">
            <a:spAutoFit/>
          </a:bodyPr>
          <a:lstStyle/>
          <a:p>
            <a:pPr algn="l">
              <a:lnSpc>
                <a:spcPct val="100000"/>
              </a:lnSpc>
              <a:spcAft>
                <a:spcPts val="0"/>
              </a:spcAft>
            </a:pPr>
            <a:r>
              <a:rPr sz="1150" b="1" i="0">
                <a:solidFill>
                  <a:srgbClr val="333F4F"/>
                </a:solidFill>
                <a:latin typeface="Poppins SemiBold"/>
              </a:rPr>
              <a:t>Map the timelines</a:t>
            </a:r>
          </a:p>
        </p:txBody>
      </p:sp>
      <p:sp>
        <p:nvSpPr>
          <p:cNvPr id="31" name="TextBox 30"/>
          <p:cNvSpPr txBox="1"/>
          <p:nvPr/>
        </p:nvSpPr>
        <p:spPr>
          <a:xfrm>
            <a:off x="3063240" y="2688336"/>
            <a:ext cx="1051560" cy="713232"/>
          </a:xfrm>
          <a:prstGeom prst="rect">
            <a:avLst/>
          </a:prstGeom>
          <a:noFill/>
        </p:spPr>
        <p:txBody>
          <a:bodyPr wrap="square" anchor="ctr" lIns="0" tIns="0" rIns="0" bIns="0">
            <a:spAutoFit/>
          </a:bodyPr>
          <a:lstStyle/>
          <a:p>
            <a:pPr algn="l">
              <a:lnSpc>
                <a:spcPct val="100000"/>
              </a:lnSpc>
              <a:spcAft>
                <a:spcPts val="0"/>
              </a:spcAft>
            </a:pPr>
            <a:r>
              <a:rPr sz="1100" b="1" i="0">
                <a:solidFill>
                  <a:schemeClr val="accent3"/>
                </a:solidFill>
                <a:latin typeface="Poppins SemiBold"/>
              </a:rPr>
              <a:t>By 13 Nov</a:t>
            </a:r>
          </a:p>
        </p:txBody>
      </p:sp>
      <p:sp>
        <p:nvSpPr>
          <p:cNvPr id="32" name="TextBox 31"/>
          <p:cNvSpPr txBox="1"/>
          <p:nvPr/>
        </p:nvSpPr>
        <p:spPr>
          <a:xfrm>
            <a:off x="4297680" y="2688336"/>
            <a:ext cx="3703320" cy="713232"/>
          </a:xfrm>
          <a:prstGeom prst="rect">
            <a:avLst/>
          </a:prstGeom>
          <a:noFill/>
        </p:spPr>
        <p:txBody>
          <a:bodyPr wrap="square" anchor="ctr" lIns="0" tIns="0" rIns="0" bIns="0">
            <a:spAutoFit/>
          </a:bodyPr>
          <a:lstStyle/>
          <a:p>
            <a:pPr algn="l">
              <a:lnSpc>
                <a:spcPct val="100000"/>
              </a:lnSpc>
              <a:spcAft>
                <a:spcPts val="0"/>
              </a:spcAft>
            </a:pPr>
            <a:r>
              <a:rPr sz="950" b="0" i="0">
                <a:solidFill>
                  <a:srgbClr val="333F4F"/>
                </a:solidFill>
                <a:latin typeface="Open Sans"/>
              </a:rPr>
              <a:t>For each initiative: start, end, key milestones and what has already been delivered. CMI and CS Health first.</a:t>
            </a:r>
          </a:p>
        </p:txBody>
      </p:sp>
      <p:sp>
        <p:nvSpPr>
          <p:cNvPr id="33" name="TextBox 32"/>
          <p:cNvSpPr txBox="1"/>
          <p:nvPr/>
        </p:nvSpPr>
        <p:spPr>
          <a:xfrm>
            <a:off x="8275320" y="2688336"/>
            <a:ext cx="1600200" cy="713232"/>
          </a:xfrm>
          <a:prstGeom prst="rect">
            <a:avLst/>
          </a:prstGeom>
          <a:noFill/>
        </p:spPr>
        <p:txBody>
          <a:bodyPr wrap="square" anchor="ctr" lIns="0" tIns="0" rIns="0" bIns="0">
            <a:spAutoFit/>
          </a:bodyPr>
          <a:lstStyle/>
          <a:p>
            <a:pPr algn="l">
              <a:lnSpc>
                <a:spcPct val="100000"/>
              </a:lnSpc>
              <a:spcAft>
                <a:spcPts val="0"/>
              </a:spcAft>
            </a:pPr>
            <a:r>
              <a:rPr sz="950" b="0" i="0">
                <a:solidFill>
                  <a:srgbClr val="333F4F"/>
                </a:solidFill>
                <a:latin typeface="Open Sans"/>
              </a:rPr>
              <a:t>TSG and Belinda, with BU owners</a:t>
            </a:r>
          </a:p>
        </p:txBody>
      </p:sp>
      <p:sp>
        <p:nvSpPr>
          <p:cNvPr id="34" name="TextBox 33"/>
          <p:cNvSpPr txBox="1"/>
          <p:nvPr/>
        </p:nvSpPr>
        <p:spPr>
          <a:xfrm>
            <a:off x="10104120" y="2688336"/>
            <a:ext cx="1463040" cy="713232"/>
          </a:xfrm>
          <a:prstGeom prst="rect">
            <a:avLst/>
          </a:prstGeom>
          <a:noFill/>
        </p:spPr>
        <p:txBody>
          <a:bodyPr wrap="square" anchor="ctr" lIns="0" tIns="0" rIns="0" bIns="0">
            <a:spAutoFit/>
          </a:bodyPr>
          <a:lstStyle/>
          <a:p>
            <a:pPr algn="l">
              <a:lnSpc>
                <a:spcPct val="100000"/>
              </a:lnSpc>
              <a:spcAft>
                <a:spcPts val="0"/>
              </a:spcAft>
            </a:pPr>
            <a:r>
              <a:rPr sz="950" b="1" i="0">
                <a:solidFill>
                  <a:srgbClr val="333F4F"/>
                </a:solidFill>
                <a:latin typeface="Open Sans"/>
              </a:rPr>
              <a:t>One roadmap of now, next and later</a:t>
            </a:r>
          </a:p>
        </p:txBody>
      </p:sp>
      <p:sp>
        <p:nvSpPr>
          <p:cNvPr id="35" name="Step row"/>
          <p:cNvSpPr/>
          <p:nvPr/>
        </p:nvSpPr>
        <p:spPr>
          <a:xfrm>
            <a:off x="566928" y="3456432"/>
            <a:ext cx="11064240" cy="7132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Number"/>
          <p:cNvSpPr/>
          <p:nvPr/>
        </p:nvSpPr>
        <p:spPr>
          <a:xfrm>
            <a:off x="731520" y="3630168"/>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3</a:t>
            </a:r>
          </a:p>
        </p:txBody>
      </p:sp>
      <p:sp>
        <p:nvSpPr>
          <p:cNvPr id="37" name="TextBox 36"/>
          <p:cNvSpPr txBox="1"/>
          <p:nvPr/>
        </p:nvSpPr>
        <p:spPr>
          <a:xfrm>
            <a:off x="1234440" y="3456432"/>
            <a:ext cx="1645920" cy="713232"/>
          </a:xfrm>
          <a:prstGeom prst="rect">
            <a:avLst/>
          </a:prstGeom>
          <a:noFill/>
        </p:spPr>
        <p:txBody>
          <a:bodyPr wrap="square" anchor="ctr" lIns="0" tIns="0" rIns="0" bIns="0">
            <a:spAutoFit/>
          </a:bodyPr>
          <a:lstStyle/>
          <a:p>
            <a:pPr algn="l">
              <a:lnSpc>
                <a:spcPct val="100000"/>
              </a:lnSpc>
              <a:spcAft>
                <a:spcPts val="0"/>
              </a:spcAft>
            </a:pPr>
            <a:r>
              <a:rPr sz="1150" b="1" i="0">
                <a:solidFill>
                  <a:srgbClr val="333F4F"/>
                </a:solidFill>
                <a:latin typeface="Poppins SemiBold"/>
              </a:rPr>
              <a:t>Prioritise what goes back</a:t>
            </a:r>
          </a:p>
        </p:txBody>
      </p:sp>
      <p:sp>
        <p:nvSpPr>
          <p:cNvPr id="38" name="TextBox 37"/>
          <p:cNvSpPr txBox="1"/>
          <p:nvPr/>
        </p:nvSpPr>
        <p:spPr>
          <a:xfrm>
            <a:off x="3063240" y="3456432"/>
            <a:ext cx="1051560" cy="713232"/>
          </a:xfrm>
          <a:prstGeom prst="rect">
            <a:avLst/>
          </a:prstGeom>
          <a:noFill/>
        </p:spPr>
        <p:txBody>
          <a:bodyPr wrap="square" anchor="ctr" lIns="0" tIns="0" rIns="0" bIns="0">
            <a:spAutoFit/>
          </a:bodyPr>
          <a:lstStyle/>
          <a:p>
            <a:pPr algn="l">
              <a:lnSpc>
                <a:spcPct val="100000"/>
              </a:lnSpc>
              <a:spcAft>
                <a:spcPts val="0"/>
              </a:spcAft>
            </a:pPr>
            <a:r>
              <a:rPr sz="1100" b="1" i="0">
                <a:solidFill>
                  <a:schemeClr val="accent3"/>
                </a:solidFill>
                <a:latin typeface="Poppins SemiBold"/>
              </a:rPr>
              <a:t>By 20 Nov</a:t>
            </a:r>
          </a:p>
        </p:txBody>
      </p:sp>
      <p:sp>
        <p:nvSpPr>
          <p:cNvPr id="39" name="TextBox 38"/>
          <p:cNvSpPr txBox="1"/>
          <p:nvPr/>
        </p:nvSpPr>
        <p:spPr>
          <a:xfrm>
            <a:off x="4297680" y="3456432"/>
            <a:ext cx="3703320" cy="713232"/>
          </a:xfrm>
          <a:prstGeom prst="rect">
            <a:avLst/>
          </a:prstGeom>
          <a:noFill/>
        </p:spPr>
        <p:txBody>
          <a:bodyPr wrap="square" anchor="ctr" lIns="0" tIns="0" rIns="0" bIns="0">
            <a:spAutoFit/>
          </a:bodyPr>
          <a:lstStyle/>
          <a:p>
            <a:pPr algn="l">
              <a:lnSpc>
                <a:spcPct val="100000"/>
              </a:lnSpc>
              <a:spcAft>
                <a:spcPts val="0"/>
              </a:spcAft>
            </a:pPr>
            <a:r>
              <a:rPr sz="950" b="0" i="0">
                <a:solidFill>
                  <a:srgbClr val="333F4F"/>
                </a:solidFill>
                <a:latin typeface="Open Sans"/>
              </a:rPr>
              <a:t>Shortlist what industry will feel, can see progress on soon, and ties to Service Experience &amp; Consistency. Tag each as progress, awareness or result.</a:t>
            </a:r>
          </a:p>
        </p:txBody>
      </p:sp>
      <p:sp>
        <p:nvSpPr>
          <p:cNvPr id="40" name="TextBox 39"/>
          <p:cNvSpPr txBox="1"/>
          <p:nvPr/>
        </p:nvSpPr>
        <p:spPr>
          <a:xfrm>
            <a:off x="8275320" y="3456432"/>
            <a:ext cx="1600200" cy="713232"/>
          </a:xfrm>
          <a:prstGeom prst="rect">
            <a:avLst/>
          </a:prstGeom>
          <a:noFill/>
        </p:spPr>
        <p:txBody>
          <a:bodyPr wrap="square" anchor="ctr" lIns="0" tIns="0" rIns="0" bIns="0">
            <a:spAutoFit/>
          </a:bodyPr>
          <a:lstStyle/>
          <a:p>
            <a:pPr algn="l">
              <a:lnSpc>
                <a:spcPct val="100000"/>
              </a:lnSpc>
              <a:spcAft>
                <a:spcPts val="0"/>
              </a:spcAft>
            </a:pPr>
            <a:r>
              <a:rPr sz="950" b="0" i="0">
                <a:solidFill>
                  <a:srgbClr val="333F4F"/>
                </a:solidFill>
                <a:latin typeface="Open Sans"/>
              </a:rPr>
              <a:t>Belinda and TSG, Angela to sign off</a:t>
            </a:r>
          </a:p>
        </p:txBody>
      </p:sp>
      <p:sp>
        <p:nvSpPr>
          <p:cNvPr id="41" name="TextBox 40"/>
          <p:cNvSpPr txBox="1"/>
          <p:nvPr/>
        </p:nvSpPr>
        <p:spPr>
          <a:xfrm>
            <a:off x="10104120" y="3456432"/>
            <a:ext cx="1463040" cy="713232"/>
          </a:xfrm>
          <a:prstGeom prst="rect">
            <a:avLst/>
          </a:prstGeom>
          <a:noFill/>
        </p:spPr>
        <p:txBody>
          <a:bodyPr wrap="square" anchor="ctr" lIns="0" tIns="0" rIns="0" bIns="0">
            <a:spAutoFit/>
          </a:bodyPr>
          <a:lstStyle/>
          <a:p>
            <a:pPr algn="l">
              <a:lnSpc>
                <a:spcPct val="100000"/>
              </a:lnSpc>
              <a:spcAft>
                <a:spcPts val="0"/>
              </a:spcAft>
            </a:pPr>
            <a:r>
              <a:rPr sz="950" b="1" i="0">
                <a:solidFill>
                  <a:srgbClr val="333F4F"/>
                </a:solidFill>
                <a:latin typeface="Open Sans"/>
              </a:rPr>
              <a:t>A shortlist of 6 to 8 items to take back</a:t>
            </a:r>
          </a:p>
        </p:txBody>
      </p:sp>
      <p:sp>
        <p:nvSpPr>
          <p:cNvPr id="42" name="Step row"/>
          <p:cNvSpPr/>
          <p:nvPr/>
        </p:nvSpPr>
        <p:spPr>
          <a:xfrm>
            <a:off x="566928" y="4224528"/>
            <a:ext cx="11064240" cy="713232"/>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Number"/>
          <p:cNvSpPr/>
          <p:nvPr/>
        </p:nvSpPr>
        <p:spPr>
          <a:xfrm>
            <a:off x="731520" y="4398264"/>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4</a:t>
            </a:r>
          </a:p>
        </p:txBody>
      </p:sp>
      <p:sp>
        <p:nvSpPr>
          <p:cNvPr id="44" name="TextBox 43"/>
          <p:cNvSpPr txBox="1"/>
          <p:nvPr/>
        </p:nvSpPr>
        <p:spPr>
          <a:xfrm>
            <a:off x="1234440" y="4224528"/>
            <a:ext cx="1645920" cy="713232"/>
          </a:xfrm>
          <a:prstGeom prst="rect">
            <a:avLst/>
          </a:prstGeom>
          <a:noFill/>
        </p:spPr>
        <p:txBody>
          <a:bodyPr wrap="square" anchor="ctr" lIns="0" tIns="0" rIns="0" bIns="0">
            <a:spAutoFit/>
          </a:bodyPr>
          <a:lstStyle/>
          <a:p>
            <a:pPr algn="l">
              <a:lnSpc>
                <a:spcPct val="100000"/>
              </a:lnSpc>
              <a:spcAft>
                <a:spcPts val="0"/>
              </a:spcAft>
            </a:pPr>
            <a:r>
              <a:rPr sz="1150" b="1" i="0">
                <a:solidFill>
                  <a:srgbClr val="333F4F"/>
                </a:solidFill>
                <a:latin typeface="Poppins SemiBold"/>
              </a:rPr>
              <a:t>Build the comms approach</a:t>
            </a:r>
          </a:p>
        </p:txBody>
      </p:sp>
      <p:sp>
        <p:nvSpPr>
          <p:cNvPr id="45" name="TextBox 44"/>
          <p:cNvSpPr txBox="1"/>
          <p:nvPr/>
        </p:nvSpPr>
        <p:spPr>
          <a:xfrm>
            <a:off x="3063240" y="4224528"/>
            <a:ext cx="1051560" cy="713232"/>
          </a:xfrm>
          <a:prstGeom prst="rect">
            <a:avLst/>
          </a:prstGeom>
          <a:noFill/>
        </p:spPr>
        <p:txBody>
          <a:bodyPr wrap="square" anchor="ctr" lIns="0" tIns="0" rIns="0" bIns="0">
            <a:spAutoFit/>
          </a:bodyPr>
          <a:lstStyle/>
          <a:p>
            <a:pPr algn="l">
              <a:lnSpc>
                <a:spcPct val="100000"/>
              </a:lnSpc>
              <a:spcAft>
                <a:spcPts val="0"/>
              </a:spcAft>
            </a:pPr>
            <a:r>
              <a:rPr sz="1100" b="1" i="0">
                <a:solidFill>
                  <a:schemeClr val="accent3"/>
                </a:solidFill>
                <a:latin typeface="Poppins SemiBold"/>
              </a:rPr>
              <a:t>By 4 Dec</a:t>
            </a:r>
          </a:p>
        </p:txBody>
      </p:sp>
      <p:sp>
        <p:nvSpPr>
          <p:cNvPr id="46" name="TextBox 45"/>
          <p:cNvSpPr txBox="1"/>
          <p:nvPr/>
        </p:nvSpPr>
        <p:spPr>
          <a:xfrm>
            <a:off x="4297680" y="4224528"/>
            <a:ext cx="3703320" cy="713232"/>
          </a:xfrm>
          <a:prstGeom prst="rect">
            <a:avLst/>
          </a:prstGeom>
          <a:noFill/>
        </p:spPr>
        <p:txBody>
          <a:bodyPr wrap="square" anchor="ctr" lIns="0" tIns="0" rIns="0" bIns="0">
            <a:spAutoFit/>
          </a:bodyPr>
          <a:lstStyle/>
          <a:p>
            <a:pPr algn="l">
              <a:lnSpc>
                <a:spcPct val="100000"/>
              </a:lnSpc>
              <a:spcAft>
                <a:spcPts val="0"/>
              </a:spcAft>
            </a:pPr>
            <a:r>
              <a:rPr sz="950" b="0" i="0">
                <a:solidFill>
                  <a:srgbClr val="333F4F"/>
                </a:solidFill>
                <a:latin typeface="Open Sans"/>
              </a:rPr>
              <a:t>Map stakeholders, name the owner of each relationship (incl. the MC and MEU liaison), set the cadence and channels.</a:t>
            </a:r>
          </a:p>
        </p:txBody>
      </p:sp>
      <p:sp>
        <p:nvSpPr>
          <p:cNvPr id="47" name="TextBox 46"/>
          <p:cNvSpPr txBox="1"/>
          <p:nvPr/>
        </p:nvSpPr>
        <p:spPr>
          <a:xfrm>
            <a:off x="8275320" y="4224528"/>
            <a:ext cx="1600200" cy="713232"/>
          </a:xfrm>
          <a:prstGeom prst="rect">
            <a:avLst/>
          </a:prstGeom>
          <a:noFill/>
        </p:spPr>
        <p:txBody>
          <a:bodyPr wrap="square" anchor="ctr" lIns="0" tIns="0" rIns="0" bIns="0">
            <a:spAutoFit/>
          </a:bodyPr>
          <a:lstStyle/>
          <a:p>
            <a:pPr algn="l">
              <a:lnSpc>
                <a:spcPct val="100000"/>
              </a:lnSpc>
              <a:spcAft>
                <a:spcPts val="0"/>
              </a:spcAft>
            </a:pPr>
            <a:r>
              <a:rPr sz="950" b="0" i="0">
                <a:solidFill>
                  <a:srgbClr val="333F4F"/>
                </a:solidFill>
                <a:latin typeface="Open Sans"/>
              </a:rPr>
              <a:t>TSG and Belinda</a:t>
            </a:r>
          </a:p>
        </p:txBody>
      </p:sp>
      <p:sp>
        <p:nvSpPr>
          <p:cNvPr id="48" name="TextBox 47"/>
          <p:cNvSpPr txBox="1"/>
          <p:nvPr/>
        </p:nvSpPr>
        <p:spPr>
          <a:xfrm>
            <a:off x="10104120" y="4224528"/>
            <a:ext cx="1463040" cy="713232"/>
          </a:xfrm>
          <a:prstGeom prst="rect">
            <a:avLst/>
          </a:prstGeom>
          <a:noFill/>
        </p:spPr>
        <p:txBody>
          <a:bodyPr wrap="square" anchor="ctr" lIns="0" tIns="0" rIns="0" bIns="0">
            <a:spAutoFit/>
          </a:bodyPr>
          <a:lstStyle/>
          <a:p>
            <a:pPr algn="l">
              <a:lnSpc>
                <a:spcPct val="100000"/>
              </a:lnSpc>
              <a:spcAft>
                <a:spcPts val="0"/>
              </a:spcAft>
            </a:pPr>
            <a:r>
              <a:rPr sz="950" b="1" i="0">
                <a:solidFill>
                  <a:srgbClr val="333F4F"/>
                </a:solidFill>
                <a:latin typeface="Open Sans"/>
              </a:rPr>
              <a:t>A quarterly engagement framework and first update drafted</a:t>
            </a:r>
          </a:p>
        </p:txBody>
      </p:sp>
      <p:sp>
        <p:nvSpPr>
          <p:cNvPr id="49" name="Step row"/>
          <p:cNvSpPr/>
          <p:nvPr/>
        </p:nvSpPr>
        <p:spPr>
          <a:xfrm>
            <a:off x="566928" y="4992624"/>
            <a:ext cx="11064240" cy="713232"/>
          </a:xfrm>
          <a:prstGeom prst="rect">
            <a:avLst/>
          </a:prstGeom>
          <a:solidFill>
            <a:schemeClr val="accent3">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Number"/>
          <p:cNvSpPr/>
          <p:nvPr/>
        </p:nvSpPr>
        <p:spPr>
          <a:xfrm>
            <a:off x="731520" y="5166360"/>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5</a:t>
            </a:r>
          </a:p>
        </p:txBody>
      </p:sp>
      <p:sp>
        <p:nvSpPr>
          <p:cNvPr id="51" name="TextBox 50"/>
          <p:cNvSpPr txBox="1"/>
          <p:nvPr/>
        </p:nvSpPr>
        <p:spPr>
          <a:xfrm>
            <a:off x="1234440" y="4992624"/>
            <a:ext cx="1645920" cy="713232"/>
          </a:xfrm>
          <a:prstGeom prst="rect">
            <a:avLst/>
          </a:prstGeom>
          <a:noFill/>
        </p:spPr>
        <p:txBody>
          <a:bodyPr wrap="square" anchor="ctr" lIns="0" tIns="0" rIns="0" bIns="0">
            <a:spAutoFit/>
          </a:bodyPr>
          <a:lstStyle/>
          <a:p>
            <a:pPr algn="l">
              <a:lnSpc>
                <a:spcPct val="100000"/>
              </a:lnSpc>
              <a:spcAft>
                <a:spcPts val="0"/>
              </a:spcAft>
            </a:pPr>
            <a:r>
              <a:rPr sz="1150" b="1" i="0">
                <a:solidFill>
                  <a:srgbClr val="333F4F"/>
                </a:solidFill>
                <a:latin typeface="Poppins SemiBold"/>
              </a:rPr>
              <a:t>Go back to industry</a:t>
            </a:r>
          </a:p>
        </p:txBody>
      </p:sp>
      <p:sp>
        <p:nvSpPr>
          <p:cNvPr id="52" name="TextBox 51"/>
          <p:cNvSpPr txBox="1"/>
          <p:nvPr/>
        </p:nvSpPr>
        <p:spPr>
          <a:xfrm>
            <a:off x="3063240" y="4992624"/>
            <a:ext cx="1051560" cy="713232"/>
          </a:xfrm>
          <a:prstGeom prst="rect">
            <a:avLst/>
          </a:prstGeom>
          <a:noFill/>
        </p:spPr>
        <p:txBody>
          <a:bodyPr wrap="square" anchor="ctr" lIns="0" tIns="0" rIns="0" bIns="0">
            <a:spAutoFit/>
          </a:bodyPr>
          <a:lstStyle/>
          <a:p>
            <a:pPr algn="l">
              <a:lnSpc>
                <a:spcPct val="100000"/>
              </a:lnSpc>
              <a:spcAft>
                <a:spcPts val="0"/>
              </a:spcAft>
            </a:pPr>
            <a:r>
              <a:rPr sz="1100" b="1" i="0">
                <a:solidFill>
                  <a:schemeClr val="accent3"/>
                </a:solidFill>
                <a:latin typeface="Poppins SemiBold"/>
              </a:rPr>
              <a:t>Mid Dec (TBC)</a:t>
            </a:r>
          </a:p>
        </p:txBody>
      </p:sp>
      <p:sp>
        <p:nvSpPr>
          <p:cNvPr id="53" name="TextBox 52"/>
          <p:cNvSpPr txBox="1"/>
          <p:nvPr/>
        </p:nvSpPr>
        <p:spPr>
          <a:xfrm>
            <a:off x="4297680" y="4992624"/>
            <a:ext cx="3703320" cy="713232"/>
          </a:xfrm>
          <a:prstGeom prst="rect">
            <a:avLst/>
          </a:prstGeom>
          <a:noFill/>
        </p:spPr>
        <p:txBody>
          <a:bodyPr wrap="square" anchor="ctr" lIns="0" tIns="0" rIns="0" bIns="0">
            <a:spAutoFit/>
          </a:bodyPr>
          <a:lstStyle/>
          <a:p>
            <a:pPr algn="l">
              <a:lnSpc>
                <a:spcPct val="100000"/>
              </a:lnSpc>
              <a:spcAft>
                <a:spcPts val="0"/>
              </a:spcAft>
            </a:pPr>
            <a:r>
              <a:rPr sz="950" b="0" i="0">
                <a:solidFill>
                  <a:srgbClr val="333F4F"/>
                </a:solidFill>
                <a:latin typeface="Open Sans"/>
              </a:rPr>
              <a:t>Share ‘what you said, what we’ve done, what’s next’ through the MC and MEU working groups, then quarterly.</a:t>
            </a:r>
          </a:p>
        </p:txBody>
      </p:sp>
      <p:sp>
        <p:nvSpPr>
          <p:cNvPr id="54" name="TextBox 53"/>
          <p:cNvSpPr txBox="1"/>
          <p:nvPr/>
        </p:nvSpPr>
        <p:spPr>
          <a:xfrm>
            <a:off x="8275320" y="4992624"/>
            <a:ext cx="1600200" cy="713232"/>
          </a:xfrm>
          <a:prstGeom prst="rect">
            <a:avLst/>
          </a:prstGeom>
          <a:noFill/>
        </p:spPr>
        <p:txBody>
          <a:bodyPr wrap="square" anchor="ctr" lIns="0" tIns="0" rIns="0" bIns="0">
            <a:spAutoFit/>
          </a:bodyPr>
          <a:lstStyle/>
          <a:p>
            <a:pPr algn="l">
              <a:lnSpc>
                <a:spcPct val="100000"/>
              </a:lnSpc>
              <a:spcAft>
                <a:spcPts val="0"/>
              </a:spcAft>
            </a:pPr>
            <a:r>
              <a:rPr sz="950" b="0" i="0">
                <a:solidFill>
                  <a:srgbClr val="333F4F"/>
                </a:solidFill>
                <a:latin typeface="Open Sans"/>
              </a:rPr>
              <a:t>Angela and Belinda</a:t>
            </a:r>
          </a:p>
        </p:txBody>
      </p:sp>
      <p:sp>
        <p:nvSpPr>
          <p:cNvPr id="55" name="TextBox 54"/>
          <p:cNvSpPr txBox="1"/>
          <p:nvPr/>
        </p:nvSpPr>
        <p:spPr>
          <a:xfrm>
            <a:off x="10104120" y="4992624"/>
            <a:ext cx="1463040" cy="713232"/>
          </a:xfrm>
          <a:prstGeom prst="rect">
            <a:avLst/>
          </a:prstGeom>
          <a:noFill/>
        </p:spPr>
        <p:txBody>
          <a:bodyPr wrap="square" anchor="ctr" lIns="0" tIns="0" rIns="0" bIns="0">
            <a:spAutoFit/>
          </a:bodyPr>
          <a:lstStyle/>
          <a:p>
            <a:pPr algn="l">
              <a:lnSpc>
                <a:spcPct val="100000"/>
              </a:lnSpc>
              <a:spcAft>
                <a:spcPts val="0"/>
              </a:spcAft>
            </a:pPr>
            <a:r>
              <a:rPr sz="950" b="1" i="0">
                <a:solidFill>
                  <a:srgbClr val="333F4F"/>
                </a:solidFill>
                <a:latin typeface="Open Sans"/>
              </a:rPr>
              <a:t>First progress update delivered</a:t>
            </a:r>
          </a:p>
        </p:txBody>
      </p:sp>
      <p:sp>
        <p:nvSpPr>
          <p:cNvPr id="56" name="Principle"/>
          <p:cNvSpPr/>
          <p:nvPr/>
        </p:nvSpPr>
        <p:spPr>
          <a:xfrm>
            <a:off x="566928" y="5870448"/>
            <a:ext cx="11064240" cy="548640"/>
          </a:xfrm>
          <a:prstGeom prst="rect">
            <a:avLst/>
          </a:prstGeom>
          <a:solidFill>
            <a:srgbClr val="44546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0" bIns="0" wrap="square"/>
          <a:lstStyle/>
          <a:p>
            <a:pPr algn="l">
              <a:lnSpc>
                <a:spcPct val="100000"/>
              </a:lnSpc>
              <a:spcAft>
                <a:spcPts val="0"/>
              </a:spcAft>
            </a:pPr>
            <a:r>
              <a:rPr sz="1200" b="1" i="0">
                <a:solidFill>
                  <a:schemeClr val="accent5"/>
                </a:solidFill>
                <a:latin typeface="Poppins SemiBold"/>
              </a:rPr>
              <a:t>Principle  </a:t>
            </a:r>
            <a:r>
              <a:rPr sz="1150" b="0" i="0">
                <a:solidFill>
                  <a:srgbClr val="FFFFFF"/>
                </a:solidFill>
                <a:latin typeface="Open Sans"/>
              </a:rPr>
              <a:t>Lead with progress, not commitments. Only take back what has been delivered or has a date attached.</a:t>
            </a:r>
          </a:p>
        </p:txBody>
      </p:sp>
      <p:sp>
        <p:nvSpPr>
          <p:cNvPr id="57" name="TextBox 56"/>
          <p:cNvSpPr txBox="1"/>
          <p:nvPr/>
        </p:nvSpPr>
        <p:spPr>
          <a:xfrm>
            <a:off x="566928" y="6492240"/>
            <a:ext cx="10058400" cy="201168"/>
          </a:xfrm>
          <a:prstGeom prst="rect">
            <a:avLst/>
          </a:prstGeom>
          <a:noFill/>
        </p:spPr>
        <p:txBody>
          <a:bodyPr wrap="square" anchor="t" lIns="0" tIns="0" rIns="0" bIns="0">
            <a:spAutoFit/>
          </a:bodyPr>
          <a:lstStyle/>
          <a:p>
            <a:pPr algn="l">
              <a:lnSpc>
                <a:spcPct val="100000"/>
              </a:lnSpc>
              <a:spcAft>
                <a:spcPts val="0"/>
              </a:spcAft>
            </a:pPr>
            <a:r>
              <a:rPr sz="800" b="0" i="1">
                <a:solidFill>
                  <a:srgbClr val="445469"/>
                </a:solidFill>
                <a:latin typeface="Open Sans"/>
              </a:rPr>
              <a:t>Dates are proposed, to confirm with Belinda.</a:t>
            </a:r>
          </a:p>
        </p:txBody>
      </p:sp>
    </p:spTree>
    <p:extLst>
      <p:ext uri="{BB962C8B-B14F-4D97-AF65-F5344CB8AC3E}">
        <p14:creationId xmlns:p14="http://schemas.microsoft.com/office/powerpoint/2010/main" val="12951432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a:solidFill/>
              </a:rPr>
              <a:t>What we need from Belinda </a:t>
            </a:r>
            <a:r>
              <a:rPr lang="en-AU">
                <a:solidFill>
                  <a:schemeClr val="accent3"/>
                </a:solidFill>
              </a:rPr>
              <a:t>this week</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a:ln>
                <a:noFill/>
              </a:ln>
              <a:solidFill>
                <a:schemeClr val="bg2">
                  <a:lumMod val="10000"/>
                </a:schemeClr>
              </a:solidFill>
              <a:effectLst/>
              <a:uLnTx/>
              <a:uFillTx/>
              <a:latin typeface="Aptos" panose="020B0004020202020204" pitchFamily="34" charset="0"/>
              <a:ea typeface="+mn-ea"/>
              <a:cs typeface="+mn-cs"/>
            </a:endParaRPr>
          </a:p>
        </p:txBody>
      </p:sp>
      <p:sp>
        <p:nvSpPr>
          <p:cNvPr id="15" name="Ask panel"/>
          <p:cNvSpPr/>
          <p:nvPr/>
        </p:nvSpPr>
        <p:spPr>
          <a:xfrm>
            <a:off x="566928" y="1481328"/>
            <a:ext cx="6035040" cy="4526280"/>
          </a:xfrm>
          <a:prstGeom prst="rect">
            <a:avLst/>
          </a:prstGeom>
          <a:solidFill>
            <a:srgbClr val="4454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841247" y="1645920"/>
            <a:ext cx="5486400" cy="411480"/>
          </a:xfrm>
          <a:prstGeom prst="rect">
            <a:avLst/>
          </a:prstGeom>
          <a:noFill/>
        </p:spPr>
        <p:txBody>
          <a:bodyPr wrap="square" anchor="ctr" lIns="0" tIns="0" rIns="0" bIns="0">
            <a:spAutoFit/>
          </a:bodyPr>
          <a:lstStyle/>
          <a:p>
            <a:pPr algn="l">
              <a:lnSpc>
                <a:spcPct val="100000"/>
              </a:lnSpc>
              <a:spcAft>
                <a:spcPts val="0"/>
              </a:spcAft>
            </a:pPr>
            <a:r>
              <a:rPr sz="1500" b="1" i="0">
                <a:solidFill>
                  <a:srgbClr val="FFFFFF"/>
                </a:solidFill>
                <a:latin typeface="Poppins SemiBold"/>
              </a:rPr>
              <a:t>Belinda</a:t>
            </a:r>
          </a:p>
        </p:txBody>
      </p:sp>
      <p:sp>
        <p:nvSpPr>
          <p:cNvPr id="17" name="Number"/>
          <p:cNvSpPr/>
          <p:nvPr/>
        </p:nvSpPr>
        <p:spPr>
          <a:xfrm>
            <a:off x="841247" y="2258568"/>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1</a:t>
            </a:r>
          </a:p>
        </p:txBody>
      </p:sp>
      <p:sp>
        <p:nvSpPr>
          <p:cNvPr id="18" name="TextBox 17"/>
          <p:cNvSpPr txBox="1"/>
          <p:nvPr/>
        </p:nvSpPr>
        <p:spPr>
          <a:xfrm>
            <a:off x="1344168" y="2212848"/>
            <a:ext cx="4983479" cy="731520"/>
          </a:xfrm>
          <a:prstGeom prst="rect">
            <a:avLst/>
          </a:prstGeom>
          <a:noFill/>
        </p:spPr>
        <p:txBody>
          <a:bodyPr wrap="square" anchor="t" lIns="0" tIns="0" rIns="0" bIns="0">
            <a:spAutoFit/>
          </a:bodyPr>
          <a:lstStyle/>
          <a:p>
            <a:pPr algn="l">
              <a:lnSpc>
                <a:spcPct val="100000"/>
              </a:lnSpc>
              <a:spcAft>
                <a:spcPts val="200"/>
              </a:spcAft>
            </a:pPr>
            <a:r>
              <a:rPr sz="1200" b="1" i="0">
                <a:solidFill>
                  <a:srgbClr val="FFFFFF"/>
                </a:solidFill>
                <a:latin typeface="Poppins SemiBold"/>
              </a:rPr>
              <a:t>Book a two-hour mapping session with TSG</a:t>
            </a:r>
          </a:p>
          <a:p>
            <a:pPr algn="l">
              <a:lnSpc>
                <a:spcPct val="100000"/>
              </a:lnSpc>
              <a:spcAft>
                <a:spcPts val="200"/>
              </a:spcAft>
            </a:pPr>
            <a:r>
              <a:rPr sz="1000" b="0" i="0">
                <a:solidFill>
                  <a:srgbClr val="C9D6E3"/>
                </a:solidFill>
                <a:latin typeface="Open Sans"/>
              </a:rPr>
              <a:t>w/c 26 Oct, to lock the list and start the roadmap</a:t>
            </a:r>
          </a:p>
        </p:txBody>
      </p:sp>
      <p:sp>
        <p:nvSpPr>
          <p:cNvPr id="19" name="Number"/>
          <p:cNvSpPr/>
          <p:nvPr/>
        </p:nvSpPr>
        <p:spPr>
          <a:xfrm>
            <a:off x="841247" y="3008375"/>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2</a:t>
            </a:r>
          </a:p>
        </p:txBody>
      </p:sp>
      <p:sp>
        <p:nvSpPr>
          <p:cNvPr id="20" name="TextBox 19"/>
          <p:cNvSpPr txBox="1"/>
          <p:nvPr/>
        </p:nvSpPr>
        <p:spPr>
          <a:xfrm>
            <a:off x="1344168" y="2962656"/>
            <a:ext cx="4983479" cy="731520"/>
          </a:xfrm>
          <a:prstGeom prst="rect">
            <a:avLst/>
          </a:prstGeom>
          <a:noFill/>
        </p:spPr>
        <p:txBody>
          <a:bodyPr wrap="square" anchor="t" lIns="0" tIns="0" rIns="0" bIns="0">
            <a:spAutoFit/>
          </a:bodyPr>
          <a:lstStyle/>
          <a:p>
            <a:pPr algn="l">
              <a:lnSpc>
                <a:spcPct val="100000"/>
              </a:lnSpc>
              <a:spcAft>
                <a:spcPts val="200"/>
              </a:spcAft>
            </a:pPr>
            <a:r>
              <a:rPr sz="1200" b="1" i="0">
                <a:solidFill>
                  <a:srgbClr val="FFFFFF"/>
                </a:solidFill>
                <a:latin typeface="Poppins SemiBold"/>
              </a:rPr>
              <a:t>Nominate one contact per BU who can confirm dates</a:t>
            </a:r>
          </a:p>
          <a:p>
            <a:pPr algn="l">
              <a:lnSpc>
                <a:spcPct val="100000"/>
              </a:lnSpc>
              <a:spcAft>
                <a:spcPts val="200"/>
              </a:spcAft>
            </a:pPr>
            <a:r>
              <a:rPr sz="1000" b="0" i="0">
                <a:solidFill>
                  <a:srgbClr val="C9D6E3"/>
                </a:solidFill>
                <a:latin typeface="Open Sans"/>
              </a:rPr>
              <a:t>CMI and CS Health first, as they carry the most change</a:t>
            </a:r>
          </a:p>
        </p:txBody>
      </p:sp>
      <p:sp>
        <p:nvSpPr>
          <p:cNvPr id="21" name="Number"/>
          <p:cNvSpPr/>
          <p:nvPr/>
        </p:nvSpPr>
        <p:spPr>
          <a:xfrm>
            <a:off x="841247" y="3758183"/>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3</a:t>
            </a:r>
          </a:p>
        </p:txBody>
      </p:sp>
      <p:sp>
        <p:nvSpPr>
          <p:cNvPr id="22" name="TextBox 21"/>
          <p:cNvSpPr txBox="1"/>
          <p:nvPr/>
        </p:nvSpPr>
        <p:spPr>
          <a:xfrm>
            <a:off x="1344168" y="3712463"/>
            <a:ext cx="4983479" cy="731520"/>
          </a:xfrm>
          <a:prstGeom prst="rect">
            <a:avLst/>
          </a:prstGeom>
          <a:noFill/>
        </p:spPr>
        <p:txBody>
          <a:bodyPr wrap="square" anchor="t" lIns="0" tIns="0" rIns="0" bIns="0">
            <a:spAutoFit/>
          </a:bodyPr>
          <a:lstStyle/>
          <a:p>
            <a:pPr algn="l">
              <a:lnSpc>
                <a:spcPct val="100000"/>
              </a:lnSpc>
              <a:spcAft>
                <a:spcPts val="200"/>
              </a:spcAft>
            </a:pPr>
            <a:r>
              <a:rPr sz="1200" b="1" i="0">
                <a:solidFill>
                  <a:srgbClr val="FFFFFF"/>
                </a:solidFill>
                <a:latin typeface="Poppins SemiBold"/>
              </a:rPr>
              <a:t>Confirm the +3pp per year decision</a:t>
            </a:r>
          </a:p>
          <a:p>
            <a:pPr algn="l">
              <a:lnSpc>
                <a:spcPct val="100000"/>
              </a:lnSpc>
              <a:spcAft>
                <a:spcPts val="200"/>
              </a:spcAft>
            </a:pPr>
            <a:r>
              <a:rPr sz="1000" b="0" i="0">
                <a:solidFill>
                  <a:srgbClr val="C9D6E3"/>
                </a:solidFill>
                <a:latin typeface="Open Sans"/>
              </a:rPr>
              <a:t>The target sets how ambitious the first update can be</a:t>
            </a:r>
          </a:p>
        </p:txBody>
      </p:sp>
      <p:sp>
        <p:nvSpPr>
          <p:cNvPr id="23" name="Number"/>
          <p:cNvSpPr/>
          <p:nvPr/>
        </p:nvSpPr>
        <p:spPr>
          <a:xfrm>
            <a:off x="841247" y="4507992"/>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4</a:t>
            </a:r>
          </a:p>
        </p:txBody>
      </p:sp>
      <p:sp>
        <p:nvSpPr>
          <p:cNvPr id="24" name="TextBox 23"/>
          <p:cNvSpPr txBox="1"/>
          <p:nvPr/>
        </p:nvSpPr>
        <p:spPr>
          <a:xfrm>
            <a:off x="1344168" y="4462272"/>
            <a:ext cx="4983479" cy="731520"/>
          </a:xfrm>
          <a:prstGeom prst="rect">
            <a:avLst/>
          </a:prstGeom>
          <a:noFill/>
        </p:spPr>
        <p:txBody>
          <a:bodyPr wrap="square" anchor="t" lIns="0" tIns="0" rIns="0" bIns="0">
            <a:spAutoFit/>
          </a:bodyPr>
          <a:lstStyle/>
          <a:p>
            <a:pPr algn="l">
              <a:lnSpc>
                <a:spcPct val="100000"/>
              </a:lnSpc>
              <a:spcAft>
                <a:spcPts val="200"/>
              </a:spcAft>
            </a:pPr>
            <a:r>
              <a:rPr sz="1200" b="1" i="0">
                <a:solidFill>
                  <a:srgbClr val="FFFFFF"/>
                </a:solidFill>
                <a:latin typeface="Poppins SemiBold"/>
              </a:rPr>
              <a:t>Decide who owns the MC and MEU relationships</a:t>
            </a:r>
          </a:p>
          <a:p>
            <a:pPr algn="l">
              <a:lnSpc>
                <a:spcPct val="100000"/>
              </a:lnSpc>
              <a:spcAft>
                <a:spcPts val="200"/>
              </a:spcAft>
            </a:pPr>
            <a:r>
              <a:rPr sz="1000" b="0" i="0">
                <a:solidFill>
                  <a:srgbClr val="C9D6E3"/>
                </a:solidFill>
                <a:latin typeface="Open Sans"/>
              </a:rPr>
              <a:t>The GMT asked for a named liaison through the transformation</a:t>
            </a:r>
          </a:p>
        </p:txBody>
      </p:sp>
      <p:sp>
        <p:nvSpPr>
          <p:cNvPr id="25" name="Number"/>
          <p:cNvSpPr/>
          <p:nvPr/>
        </p:nvSpPr>
        <p:spPr>
          <a:xfrm>
            <a:off x="841247" y="5257800"/>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5</a:t>
            </a:r>
          </a:p>
        </p:txBody>
      </p:sp>
      <p:sp>
        <p:nvSpPr>
          <p:cNvPr id="26" name="TextBox 25"/>
          <p:cNvSpPr txBox="1"/>
          <p:nvPr/>
        </p:nvSpPr>
        <p:spPr>
          <a:xfrm>
            <a:off x="1344168" y="5212080"/>
            <a:ext cx="4983479" cy="731520"/>
          </a:xfrm>
          <a:prstGeom prst="rect">
            <a:avLst/>
          </a:prstGeom>
          <a:noFill/>
        </p:spPr>
        <p:txBody>
          <a:bodyPr wrap="square" anchor="t" lIns="0" tIns="0" rIns="0" bIns="0">
            <a:spAutoFit/>
          </a:bodyPr>
          <a:lstStyle/>
          <a:p>
            <a:pPr algn="l">
              <a:lnSpc>
                <a:spcPct val="100000"/>
              </a:lnSpc>
              <a:spcAft>
                <a:spcPts val="200"/>
              </a:spcAft>
            </a:pPr>
            <a:r>
              <a:rPr sz="1200" b="1" i="0">
                <a:solidFill>
                  <a:srgbClr val="FFFFFF"/>
                </a:solidFill>
                <a:latin typeface="Poppins SemiBold"/>
              </a:rPr>
              <a:t>Agree what we are comfortable sharing externally</a:t>
            </a:r>
          </a:p>
          <a:p>
            <a:pPr algn="l">
              <a:lnSpc>
                <a:spcPct val="100000"/>
              </a:lnSpc>
              <a:spcAft>
                <a:spcPts val="200"/>
              </a:spcAft>
            </a:pPr>
            <a:r>
              <a:rPr sz="1000" b="0" i="0">
                <a:solidFill>
                  <a:srgbClr val="C9D6E3"/>
                </a:solidFill>
                <a:latin typeface="Open Sans"/>
              </a:rPr>
              <a:t>For example service standards, performance data and premium detail</a:t>
            </a:r>
          </a:p>
        </p:txBody>
      </p:sp>
      <p:sp>
        <p:nvSpPr>
          <p:cNvPr id="27" name="Ask panel"/>
          <p:cNvSpPr/>
          <p:nvPr/>
        </p:nvSpPr>
        <p:spPr>
          <a:xfrm>
            <a:off x="6784848" y="1481328"/>
            <a:ext cx="4846320" cy="452628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7059168" y="1645920"/>
            <a:ext cx="4297680" cy="411480"/>
          </a:xfrm>
          <a:prstGeom prst="rect">
            <a:avLst/>
          </a:prstGeom>
          <a:noFill/>
        </p:spPr>
        <p:txBody>
          <a:bodyPr wrap="square" anchor="ctr" lIns="0" tIns="0" rIns="0" bIns="0">
            <a:spAutoFit/>
          </a:bodyPr>
          <a:lstStyle/>
          <a:p>
            <a:pPr algn="l">
              <a:lnSpc>
                <a:spcPct val="100000"/>
              </a:lnSpc>
              <a:spcAft>
                <a:spcPts val="0"/>
              </a:spcAft>
            </a:pPr>
            <a:r>
              <a:rPr sz="1500" b="1" i="0">
                <a:solidFill>
                  <a:srgbClr val="333F4F"/>
                </a:solidFill>
                <a:latin typeface="Poppins SemiBold"/>
              </a:rPr>
              <a:t>TSG</a:t>
            </a:r>
          </a:p>
        </p:txBody>
      </p:sp>
      <p:sp>
        <p:nvSpPr>
          <p:cNvPr id="29" name="Number"/>
          <p:cNvSpPr/>
          <p:nvPr/>
        </p:nvSpPr>
        <p:spPr>
          <a:xfrm>
            <a:off x="7059168" y="2258568"/>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1</a:t>
            </a:r>
          </a:p>
        </p:txBody>
      </p:sp>
      <p:sp>
        <p:nvSpPr>
          <p:cNvPr id="30" name="TextBox 29"/>
          <p:cNvSpPr txBox="1"/>
          <p:nvPr/>
        </p:nvSpPr>
        <p:spPr>
          <a:xfrm>
            <a:off x="7562088" y="2212848"/>
            <a:ext cx="3794760" cy="731520"/>
          </a:xfrm>
          <a:prstGeom prst="rect">
            <a:avLst/>
          </a:prstGeom>
          <a:noFill/>
        </p:spPr>
        <p:txBody>
          <a:bodyPr wrap="square" anchor="t" lIns="0" tIns="0" rIns="0" bIns="0">
            <a:spAutoFit/>
          </a:bodyPr>
          <a:lstStyle/>
          <a:p>
            <a:pPr algn="l">
              <a:lnSpc>
                <a:spcPct val="100000"/>
              </a:lnSpc>
              <a:spcAft>
                <a:spcPts val="200"/>
              </a:spcAft>
            </a:pPr>
            <a:r>
              <a:rPr sz="1200" b="1" i="0">
                <a:solidFill>
                  <a:srgbClr val="333F4F"/>
                </a:solidFill>
                <a:latin typeface="Poppins SemiBold"/>
              </a:rPr>
              <a:t>Send the validated register and a roadmap template</a:t>
            </a:r>
          </a:p>
          <a:p>
            <a:pPr algn="l">
              <a:lnSpc>
                <a:spcPct val="100000"/>
              </a:lnSpc>
              <a:spcAft>
                <a:spcPts val="200"/>
              </a:spcAft>
            </a:pPr>
            <a:r>
              <a:rPr sz="1000" b="0" i="0">
                <a:solidFill>
                  <a:srgbClr val="445469"/>
                </a:solidFill>
                <a:latin typeface="Open Sans"/>
              </a:rPr>
              <a:t>Before the mapping session</a:t>
            </a:r>
          </a:p>
        </p:txBody>
      </p:sp>
      <p:sp>
        <p:nvSpPr>
          <p:cNvPr id="31" name="Number"/>
          <p:cNvSpPr/>
          <p:nvPr/>
        </p:nvSpPr>
        <p:spPr>
          <a:xfrm>
            <a:off x="7059168" y="3008375"/>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2</a:t>
            </a:r>
          </a:p>
        </p:txBody>
      </p:sp>
      <p:sp>
        <p:nvSpPr>
          <p:cNvPr id="32" name="TextBox 31"/>
          <p:cNvSpPr txBox="1"/>
          <p:nvPr/>
        </p:nvSpPr>
        <p:spPr>
          <a:xfrm>
            <a:off x="7562088" y="2962656"/>
            <a:ext cx="3794760" cy="731520"/>
          </a:xfrm>
          <a:prstGeom prst="rect">
            <a:avLst/>
          </a:prstGeom>
          <a:noFill/>
        </p:spPr>
        <p:txBody>
          <a:bodyPr wrap="square" anchor="t" lIns="0" tIns="0" rIns="0" bIns="0">
            <a:spAutoFit/>
          </a:bodyPr>
          <a:lstStyle/>
          <a:p>
            <a:pPr algn="l">
              <a:lnSpc>
                <a:spcPct val="100000"/>
              </a:lnSpc>
              <a:spcAft>
                <a:spcPts val="200"/>
              </a:spcAft>
            </a:pPr>
            <a:r>
              <a:rPr sz="1200" b="1" i="0">
                <a:solidFill>
                  <a:srgbClr val="333F4F"/>
                </a:solidFill>
                <a:latin typeface="Poppins SemiBold"/>
              </a:rPr>
              <a:t>Draft the prioritisation criteria and a first shortlist</a:t>
            </a:r>
          </a:p>
          <a:p>
            <a:pPr algn="l">
              <a:lnSpc>
                <a:spcPct val="100000"/>
              </a:lnSpc>
              <a:spcAft>
                <a:spcPts val="200"/>
              </a:spcAft>
            </a:pPr>
            <a:r>
              <a:rPr sz="1000" b="0" i="0">
                <a:solidFill>
                  <a:srgbClr val="445469"/>
                </a:solidFill>
                <a:latin typeface="Open Sans"/>
              </a:rPr>
              <a:t>For Belinda to review by 20 Nov</a:t>
            </a:r>
          </a:p>
        </p:txBody>
      </p:sp>
      <p:sp>
        <p:nvSpPr>
          <p:cNvPr id="33" name="Number"/>
          <p:cNvSpPr/>
          <p:nvPr/>
        </p:nvSpPr>
        <p:spPr>
          <a:xfrm>
            <a:off x="7059168" y="3758183"/>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3</a:t>
            </a:r>
          </a:p>
        </p:txBody>
      </p:sp>
      <p:sp>
        <p:nvSpPr>
          <p:cNvPr id="34" name="TextBox 33"/>
          <p:cNvSpPr txBox="1"/>
          <p:nvPr/>
        </p:nvSpPr>
        <p:spPr>
          <a:xfrm>
            <a:off x="7562088" y="3712463"/>
            <a:ext cx="3794760" cy="731520"/>
          </a:xfrm>
          <a:prstGeom prst="rect">
            <a:avLst/>
          </a:prstGeom>
          <a:noFill/>
        </p:spPr>
        <p:txBody>
          <a:bodyPr wrap="square" anchor="t" lIns="0" tIns="0" rIns="0" bIns="0">
            <a:spAutoFit/>
          </a:bodyPr>
          <a:lstStyle/>
          <a:p>
            <a:pPr algn="l">
              <a:lnSpc>
                <a:spcPct val="100000"/>
              </a:lnSpc>
              <a:spcAft>
                <a:spcPts val="200"/>
              </a:spcAft>
            </a:pPr>
            <a:r>
              <a:rPr sz="1200" b="1" i="0">
                <a:solidFill>
                  <a:srgbClr val="333F4F"/>
                </a:solidFill>
                <a:latin typeface="Poppins SemiBold"/>
              </a:rPr>
              <a:t>Draft the stakeholder map and quarterly framework</a:t>
            </a:r>
          </a:p>
          <a:p>
            <a:pPr algn="l">
              <a:lnSpc>
                <a:spcPct val="100000"/>
              </a:lnSpc>
              <a:spcAft>
                <a:spcPts val="200"/>
              </a:spcAft>
            </a:pPr>
            <a:r>
              <a:rPr sz="1000" b="0" i="0">
                <a:solidFill>
                  <a:srgbClr val="445469"/>
                </a:solidFill>
                <a:latin typeface="Open Sans"/>
              </a:rPr>
              <a:t>Building on the channels raised on the day</a:t>
            </a:r>
          </a:p>
        </p:txBody>
      </p:sp>
      <p:sp>
        <p:nvSpPr>
          <p:cNvPr id="35" name="Number"/>
          <p:cNvSpPr/>
          <p:nvPr/>
        </p:nvSpPr>
        <p:spPr>
          <a:xfrm>
            <a:off x="7059168" y="4507992"/>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Poppins SemiBold"/>
              </a:rPr>
              <a:t>4</a:t>
            </a:r>
          </a:p>
        </p:txBody>
      </p:sp>
      <p:sp>
        <p:nvSpPr>
          <p:cNvPr id="36" name="TextBox 35"/>
          <p:cNvSpPr txBox="1"/>
          <p:nvPr/>
        </p:nvSpPr>
        <p:spPr>
          <a:xfrm>
            <a:off x="7562088" y="4462272"/>
            <a:ext cx="3794760" cy="731520"/>
          </a:xfrm>
          <a:prstGeom prst="rect">
            <a:avLst/>
          </a:prstGeom>
          <a:noFill/>
        </p:spPr>
        <p:txBody>
          <a:bodyPr wrap="square" anchor="t" lIns="0" tIns="0" rIns="0" bIns="0">
            <a:spAutoFit/>
          </a:bodyPr>
          <a:lstStyle/>
          <a:p>
            <a:pPr algn="l">
              <a:lnSpc>
                <a:spcPct val="100000"/>
              </a:lnSpc>
              <a:spcAft>
                <a:spcPts val="200"/>
              </a:spcAft>
            </a:pPr>
            <a:r>
              <a:rPr sz="1200" b="1" i="0">
                <a:solidFill>
                  <a:srgbClr val="333F4F"/>
                </a:solidFill>
                <a:latin typeface="Poppins SemiBold"/>
              </a:rPr>
              <a:t>Draft the first industry update for Angela</a:t>
            </a:r>
          </a:p>
          <a:p>
            <a:pPr algn="l">
              <a:lnSpc>
                <a:spcPct val="100000"/>
              </a:lnSpc>
              <a:spcAft>
                <a:spcPts val="200"/>
              </a:spcAft>
            </a:pPr>
            <a:r>
              <a:rPr sz="1000" b="0" i="0">
                <a:solidFill>
                  <a:srgbClr val="445469"/>
                </a:solidFill>
                <a:latin typeface="Open Sans"/>
              </a:rPr>
              <a:t>Ready to go to the MC and MEU working groups</a:t>
            </a:r>
          </a:p>
        </p:txBody>
      </p:sp>
      <p:sp>
        <p:nvSpPr>
          <p:cNvPr id="37" name="Outcome"/>
          <p:cNvSpPr/>
          <p:nvPr/>
        </p:nvSpPr>
        <p:spPr>
          <a:xfrm>
            <a:off x="566928" y="6144768"/>
            <a:ext cx="11064240" cy="457200"/>
          </a:xfrm>
          <a:prstGeom prst="rect">
            <a:avLst/>
          </a:prstGeom>
          <a:solidFill>
            <a:schemeClr val="accent3">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182880" tIns="0" bIns="0" wrap="square"/>
          <a:lstStyle/>
          <a:p>
            <a:pPr algn="l">
              <a:lnSpc>
                <a:spcPct val="100000"/>
              </a:lnSpc>
              <a:spcAft>
                <a:spcPts val="0"/>
              </a:spcAft>
            </a:pPr>
            <a:r>
              <a:rPr sz="1100" b="1" i="0">
                <a:solidFill>
                  <a:schemeClr val="accent3"/>
                </a:solidFill>
                <a:latin typeface="Poppins SemiBold"/>
              </a:rPr>
              <a:t>Outcome  </a:t>
            </a:r>
            <a:r>
              <a:rPr sz="1100" b="0" i="0">
                <a:solidFill>
                  <a:srgbClr val="333F4F"/>
                </a:solidFill>
                <a:latin typeface="Open Sans"/>
              </a:rPr>
              <a:t>A first progress update in front of industry before the end of the year, built on work that is already moving.</a:t>
            </a:r>
          </a:p>
        </p:txBody>
      </p:sp>
    </p:spTree>
    <p:extLst>
      <p:ext uri="{BB962C8B-B14F-4D97-AF65-F5344CB8AC3E}">
        <p14:creationId xmlns:p14="http://schemas.microsoft.com/office/powerpoint/2010/main" val="1295143267"/>
      </p:ext>
    </p:extLst>
  </p:cSld>
  <p:clrMapOvr>
    <a:masterClrMapping/>
  </p:clrMapOvr>
</p:sld>
</file>

<file path=ppt/theme/theme1.xml><?xml version="1.0" encoding="utf-8"?>
<a:theme xmlns:a="http://schemas.openxmlformats.org/drawingml/2006/main" name="The Strategy Group - 2022">
  <a:themeElements>
    <a:clrScheme name="The Strategy Group - 2022">
      <a:dk1>
        <a:srgbClr val="000000"/>
      </a:dk1>
      <a:lt1>
        <a:srgbClr val="FFFFFF"/>
      </a:lt1>
      <a:dk2>
        <a:srgbClr val="3C3C3C"/>
      </a:dk2>
      <a:lt2>
        <a:srgbClr val="E5E6EB"/>
      </a:lt2>
      <a:accent1>
        <a:srgbClr val="F38047"/>
      </a:accent1>
      <a:accent2>
        <a:srgbClr val="EE2B79"/>
      </a:accent2>
      <a:accent3>
        <a:srgbClr val="0E98D7"/>
      </a:accent3>
      <a:accent4>
        <a:srgbClr val="2EB88A"/>
      </a:accent4>
      <a:accent5>
        <a:srgbClr val="54C8E9"/>
      </a:accent5>
      <a:accent6>
        <a:srgbClr val="445469"/>
      </a:accent6>
      <a:hlink>
        <a:srgbClr val="0E98D7"/>
      </a:hlink>
      <a:folHlink>
        <a:srgbClr val="445469"/>
      </a:folHlink>
    </a:clrScheme>
    <a:fontScheme name="TSG-Font theme">
      <a:majorFont>
        <a:latin typeface="Poppi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e Strategy Group - 2022">
  <a:themeElements>
    <a:clrScheme name="The Strategy Group - 2022">
      <a:dk1>
        <a:srgbClr val="000000"/>
      </a:dk1>
      <a:lt1>
        <a:srgbClr val="FFFFFF"/>
      </a:lt1>
      <a:dk2>
        <a:srgbClr val="3C3C3C"/>
      </a:dk2>
      <a:lt2>
        <a:srgbClr val="E5E6EB"/>
      </a:lt2>
      <a:accent1>
        <a:srgbClr val="F38047"/>
      </a:accent1>
      <a:accent2>
        <a:srgbClr val="EE2B79"/>
      </a:accent2>
      <a:accent3>
        <a:srgbClr val="0E98D7"/>
      </a:accent3>
      <a:accent4>
        <a:srgbClr val="2EB88A"/>
      </a:accent4>
      <a:accent5>
        <a:srgbClr val="54C8E9"/>
      </a:accent5>
      <a:accent6>
        <a:srgbClr val="445469"/>
      </a:accent6>
      <a:hlink>
        <a:srgbClr val="0E98D7"/>
      </a:hlink>
      <a:folHlink>
        <a:srgbClr val="445469"/>
      </a:folHlink>
    </a:clrScheme>
    <a:fontScheme name="TSG-Font theme">
      <a:majorFont>
        <a:latin typeface="Poppi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700" row="0">
    <wetp:webextensionref xmlns:r="http://schemas.openxmlformats.org/officeDocument/2006/relationships" r:id="rId2"/>
  </wetp:taskpane>
  <wetp:taskpane dockstate="right" visibility="0" width="350" row="1">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E25CDEDE-93DF-C647-B5D8-A467E7AD6B70}">
  <we:reference id="wa104381063" version="1.0.0.1" store="en-GB"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D008E564-8F99-4EDF-B2EB-65FCC5B53607}">
  <we:reference id="WA200010001" version="1.0.0.0" store="Omex" storeType="OMEX"/>
  <we:alternateReferences>
    <we:reference id="WA200010001" version="1.0.0.0" store="WA200010001" storeType="OMEX"/>
  </we:alternateReferences>
  <we:properties>
    <we:property name="Office.AutoShowTaskpaneWithDocument" value="true"/>
    <we:property name="claude.fileId" value="&quot;8e7109f5-cc27-4dee-92c6-993b70563417&quot;"/>
  </we:properties>
  <we:bindings/>
  <we:snapshot xmlns:r="http://schemas.openxmlformats.org/officeDocument/2006/relationships"/>
</we:webextension>
</file>

<file path=ppt/webextensions/webextension3.xml><?xml version="1.0" encoding="utf-8"?>
<we:webextension xmlns:we="http://schemas.microsoft.com/office/webextensions/webextension/2010/11" id="{5E2B939A-A0AD-43B7-9FF7-30F71938C10C}">
  <we:reference id="f5f369e5-aa35-49d7-ad7b-638152ddb008" version="1.0.0.1" store="excatalog" storeType="excatalog"/>
  <we:alternateReferences>
    <we:reference id="WA200010001" version="1.0.0.1" store="en-gb" storeType="omex"/>
  </we:alternateReferences>
  <we:properties>
    <we:property name="claude.fileId" value="&quot;a2abae90-18fa-4d27-b228-3bd469c0ebe3&quot;"/>
  </we:properties>
  <we:bindings/>
  <we:snapshot xmlns:r="http://schemas.openxmlformats.org/officeDocument/2006/relationships"/>
  <we:extLst>
    <a:ext xmlns:a="http://schemas.openxmlformats.org/drawingml/2006/main" uri="{0858819E-0033-43BF-8937-05EC82904868}">
      <we:backgroundApp state="0" runtimeId="Taskpane.Url"/>
    </a:ext>
  </we:extLst>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c335e2b-7f42-41d0-87ab-ac8237d9a47e" xsi:nil="true"/>
    <lcf76f155ced4ddcb4097134ff3c332f xmlns="6287a675-f086-4c05-9b8c-42540f50c347">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65015FF0C4D0D4A84ACD5C5EC18BC34" ma:contentTypeVersion="19" ma:contentTypeDescription="Create a new document." ma:contentTypeScope="" ma:versionID="48ad552dc4ee1b4fa7ea69b2730e5273">
  <xsd:schema xmlns:xsd="http://www.w3.org/2001/XMLSchema" xmlns:xs="http://www.w3.org/2001/XMLSchema" xmlns:p="http://schemas.microsoft.com/office/2006/metadata/properties" xmlns:ns2="6287a675-f086-4c05-9b8c-42540f50c347" xmlns:ns3="cc335e2b-7f42-41d0-87ab-ac8237d9a47e" targetNamespace="http://schemas.microsoft.com/office/2006/metadata/properties" ma:root="true" ma:fieldsID="e2c4e7ddbc6a9a755bb796a3d33b9e2d" ns2:_="" ns3:_="">
    <xsd:import namespace="6287a675-f086-4c05-9b8c-42540f50c347"/>
    <xsd:import namespace="cc335e2b-7f42-41d0-87ab-ac8237d9a4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87a675-f086-4c05-9b8c-42540f50c3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5682369-6b18-44d4-a163-e404b92d838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335e2b-7f42-41d0-87ab-ac8237d9a47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045b74b-362b-4bc9-9c37-0e1824aef99d}" ma:internalName="TaxCatchAll" ma:showField="CatchAllData" ma:web="cc335e2b-7f42-41d0-87ab-ac8237d9a4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05A753-6E37-42CF-A494-5F3AA9FF7B7D}">
  <ds:schemaRefs>
    <ds:schemaRef ds:uri="http://schemas.openxmlformats.org/package/2006/metadata/core-properties"/>
    <ds:schemaRef ds:uri="6287a675-f086-4c05-9b8c-42540f50c347"/>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www.w3.org/XML/1998/namespace"/>
    <ds:schemaRef ds:uri="http://purl.org/dc/dcmitype/"/>
    <ds:schemaRef ds:uri="http://purl.org/dc/terms/"/>
    <ds:schemaRef ds:uri="cc335e2b-7f42-41d0-87ab-ac8237d9a47e"/>
  </ds:schemaRefs>
</ds:datastoreItem>
</file>

<file path=customXml/itemProps2.xml><?xml version="1.0" encoding="utf-8"?>
<ds:datastoreItem xmlns:ds="http://schemas.openxmlformats.org/officeDocument/2006/customXml" ds:itemID="{01DB2E5F-D3D3-441D-A755-9F61C052A9B5}">
  <ds:schemaRefs>
    <ds:schemaRef ds:uri="http://schemas.microsoft.com/sharepoint/v3/contenttype/forms"/>
  </ds:schemaRefs>
</ds:datastoreItem>
</file>

<file path=customXml/itemProps3.xml><?xml version="1.0" encoding="utf-8"?>
<ds:datastoreItem xmlns:ds="http://schemas.openxmlformats.org/officeDocument/2006/customXml" ds:itemID="{582AA5A5-98B4-437E-B556-5EED2ACC049C}">
  <ds:schemaRefs>
    <ds:schemaRef ds:uri="6287a675-f086-4c05-9b8c-42540f50c347"/>
    <ds:schemaRef ds:uri="cc335e2b-7f42-41d0-87ab-ac8237d9a47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5510</Words>
  <Application>Microsoft Office PowerPoint</Application>
  <PresentationFormat>Widescreen</PresentationFormat>
  <Paragraphs>718</Paragraphs>
  <Slides>28</Slides>
  <Notes>20</Notes>
  <HiddenSlides>1</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28</vt:i4>
      </vt:variant>
    </vt:vector>
  </HeadingPairs>
  <TitlesOfParts>
    <vt:vector size="42" baseType="lpstr">
      <vt:lpstr>Aptos</vt:lpstr>
      <vt:lpstr>Arial</vt:lpstr>
      <vt:lpstr>Arial Nova</vt:lpstr>
      <vt:lpstr>Calibri</vt:lpstr>
      <vt:lpstr>Open Sans</vt:lpstr>
      <vt:lpstr>Open Sans Light</vt:lpstr>
      <vt:lpstr>Open Sans Semibold</vt:lpstr>
      <vt:lpstr>Poppins</vt:lpstr>
      <vt:lpstr>Poppins ExtraBold</vt:lpstr>
      <vt:lpstr>Poppins Light</vt:lpstr>
      <vt:lpstr>Poppins SemiBold</vt:lpstr>
      <vt:lpstr>Roboto</vt:lpstr>
      <vt:lpstr>The Strategy Group - 2022</vt:lpstr>
      <vt:lpstr>1_The Strategy Group - 2022</vt:lpstr>
      <vt:lpstr>Industry Sentiment Scorecard: From Insight To 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Razer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 Halling</dc:creator>
  <cp:lastModifiedBy>Alycia Wolf</cp:lastModifiedBy>
  <cp:revision>1</cp:revision>
  <cp:lastPrinted>2026-06-05T05:24:36Z</cp:lastPrinted>
  <dcterms:created xsi:type="dcterms:W3CDTF">2017-07-17T06:01:31Z</dcterms:created>
  <dcterms:modified xsi:type="dcterms:W3CDTF">2026-10-22T05:16:11Z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0x010100B65015FF0C4D0D4A84ACD5C5EC18BC34</vt:lpwstr>
  </property>
  <property fmtid="{D5CDD505-2E9C-101B-9397-08002B2CF9AE}" pid="3" name="MediaServiceImageTags">
    <vt:lpwstr/>
  </property>
</Properties>
</file>