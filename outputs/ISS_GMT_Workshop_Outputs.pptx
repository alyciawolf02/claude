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media/image10.svg" ContentType="image/svg+xml"/>
  <Override PartName="/ppt/media/image13.svg" ContentType="image/svg+xml"/>
  <Override PartName="/ppt/media/image14.svg" ContentType="image/svg+xml"/>
  <Override PartName="/ppt/media/image29.svg" ContentType="image/svg+xml"/>
  <Override PartName="/ppt/media/image3.svg" ContentType="image/svg+xml"/>
  <Override PartName="/ppt/media/image30.svg" ContentType="image/svg+xml"/>
  <Override PartName="/ppt/media/image31.svg" ContentType="image/svg+xml"/>
  <Override PartName="/ppt/media/image32.svg" ContentType="image/svg+xml"/>
  <Override PartName="/ppt/media/image33.svg" ContentType="image/svg+xml"/>
  <Override PartName="/ppt/media/image4.svg" ContentType="image/svg+xml"/>
  <Override PartName="/ppt/media/image5.svg" ContentType="image/svg+xml"/>
  <Override PartName="/ppt/media/image6.svg" ContentType="image/svg+xml"/>
  <Override PartName="/ppt/media/image7.svg" ContentType="image/svg+xml"/>
  <Override PartName="/ppt/media/image8.svg" ContentType="image/svg+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xml" ContentType="application/vnd.openxmlformats-officedocument.presentationml.slideLayout+xml"/>
  <Override PartName="/ppt/slideLayouts/slideLayout70.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2.xml" ContentType="application/vnd.openxmlformats-officedocument.presentationml.slide+xml"/>
  <Override PartName="/ppt/slides/slide19.xml" ContentType="application/vnd.openxmlformats-officedocument.presentationml.slide+xml"/>
  <Override PartName="/ppt/slides/slide21.xml" ContentType="application/vnd.openxmlformats-officedocument.presentationml.slide+xml"/>
  <Override PartName="/ppt/slides/slide23.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webextensions/webextension3.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844" r:id="rId4"/>
    <p:sldMasterId id="2147484048" r:id="rId5"/>
  </p:sldMasterIdLst>
  <p:notesMasterIdLst>
    <p:notesMasterId r:id="rId34"/>
  </p:notesMasterIdLst>
  <p:handoutMasterIdLst>
    <p:handoutMasterId r:id="rId35"/>
  </p:handoutMasterIdLst>
  <p:sldIdLst>
    <p:sldId id="2147475314" r:id="rId6"/>
    <p:sldId id="2147475362" r:id="rId44"/>
    <p:sldId id="2147475341" r:id="rId24"/>
    <p:sldId id="2147475326" r:id="rId26"/>
    <p:sldId id="2147475327" r:id="rId28"/>
    <p:sldId id="2147475345" r:id="rId8"/>
    <p:sldId id="2147475346" r:id="rId17"/>
    <p:sldId id="2147475363" r:id="rId45"/>
    <p:sldId id="2147475364" r:id="rId46"/>
    <p:sldId id="2147475333" r:id="rId3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393" userDrawn="1">
          <p15:clr>
            <a:srgbClr val="A4A3A4"/>
          </p15:clr>
        </p15:guide>
        <p15:guide id="2" orient="horz" pos="459" userDrawn="1">
          <p15:clr>
            <a:srgbClr val="A4A3A4"/>
          </p15:clr>
        </p15:guide>
        <p15:guide id="3" orient="horz" pos="210" userDrawn="1">
          <p15:clr>
            <a:srgbClr val="A4A3A4"/>
          </p15:clr>
        </p15:guide>
        <p15:guide id="4" orient="horz" pos="845" userDrawn="1">
          <p15:clr>
            <a:srgbClr val="A4A3A4"/>
          </p15:clr>
        </p15:guide>
        <p15:guide id="5" pos="2094" userDrawn="1">
          <p15:clr>
            <a:srgbClr val="A4A3A4"/>
          </p15:clr>
        </p15:guide>
        <p15:guide id="6" orient="horz" pos="663" userDrawn="1">
          <p15:clr>
            <a:srgbClr val="A4A3A4"/>
          </p15:clr>
        </p15:guide>
        <p15:guide id="7" pos="3500" userDrawn="1">
          <p15:clr>
            <a:srgbClr val="A4A3A4"/>
          </p15:clr>
        </p15:guide>
        <p15:guide id="8" orient="horz" pos="1230" userDrawn="1">
          <p15:clr>
            <a:srgbClr val="A4A3A4"/>
          </p15:clr>
        </p15:guide>
        <p15:guide id="9" orient="horz" pos="1366" userDrawn="1">
          <p15:clr>
            <a:srgbClr val="A4A3A4"/>
          </p15:clr>
        </p15:guide>
        <p15:guide id="10" pos="3341" userDrawn="1">
          <p15:clr>
            <a:srgbClr val="A4A3A4"/>
          </p15:clr>
        </p15:guide>
        <p15:guide id="11" pos="4475"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B86DCF1C-F1BF-08F1-4F68-1A5268AB94AA}" name="Sabrina Thomas" initials="ST" userId="S::sabrina@thestrategygroup.com.au::71d01e8f-f5be-4dc8-9c6f-d69dbfe8b323" providerId="AD"/>
  <p188:author id="{22B6604C-64F9-9A4C-3D6F-FB7164E2FB2B}" name="Alycia Wolf" initials="AW" userId="S::alycia@thestrategygroup.com.au::c3aef7f7-6659-44db-bf40-576699cfa133" providerId="AD"/>
  <p188:author id="{C60AD75F-BB7A-E2C4-F03F-DC0A34C79042}" name="Liam Hoffman" initials="LH" userId="S::liam@thestrategygroup.com.au::4302a22b-3367-4883-8fcc-8cd8ad62a05e" providerId="AD"/>
  <p188:author id="{A4BFD185-8211-450F-9F9A-53B799A822F0}" name="Nitara Zaid" initials="NZ" userId="S::nitara@thestrategygroup.com.au::ea140d9b-d5e3-432c-a95a-295be01fe418" providerId="AD"/>
  <p188:author id="{AF742A88-23A4-B02F-D282-C8D9BD3AD95C}" name="Jeffrey Tobias" initials="JT" userId="S::jeffrey@thestrategygroup.com.au::9ceb8861-4a13-48a9-ba56-a8c90f5fbffd" providerId="AD"/>
  <p188:author id="{E6A896AE-EBD8-0C62-3B4C-D040BFAA362F}" name="Eliza Beatty" initials="EB" userId="S::eliza@thestrategygroup.com.au::2d4a6939-6cb8-4242-ae6e-ed7e41a40c00" providerId="AD"/>
  <p188:author id="{766270B2-8F53-BD49-570B-6812A4EA1E43}" name="Pierre Schaupp" initials="PS" userId="S::pierre@thestrategygroup.com.au::b910f653-e3ec-49e2-a16b-41bba1208509" providerId="AD"/>
  <p188:author id="{E38D6DFE-8075-8B96-8568-A158DDC43B24}" name="Marcus Naoum" initials="MN" userId="S::marcus@thestrategygroup.com.au::4578fcc8-dbf2-452a-b11c-6b75cc6176d4"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Michelle Tabart" initials="MT" lastIdx="1"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5D1F7"/>
    <a:srgbClr val="AABCF4"/>
    <a:srgbClr val="14359D"/>
    <a:srgbClr val="E2F4FD"/>
    <a:srgbClr val="DCEDF0"/>
    <a:srgbClr val="FACE40"/>
    <a:srgbClr val="2772A1"/>
    <a:srgbClr val="216197"/>
    <a:srgbClr val="091489"/>
    <a:srgbClr val="F7FC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CE64880-7188-F546-8B0C-2B5BBD01E9D6}" v="5" dt="2026-10-20T22:08:52.261"/>
    <p1510:client id="{56759424-63BB-4AED-9FAA-3D0EB5FADD02}" v="488" dt="2026-10-20T21:57:26.537"/>
    <p1510:client id="{6897D2B0-40AF-3C42-9B59-717CCAF35A9D}" v="751" dt="2026-10-20T06:37:46.64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638B1855-1B75-4FBE-930C-398BA8C253C6}" styleName="Themed Style 2 – Accent 6">
    <a:tblBg>
      <a:fillRef idx="3">
        <a:schemeClr val="accent6"/>
      </a:fillRef>
      <a:effectRef idx="3">
        <a:schemeClr val="accent6"/>
      </a:effectRef>
    </a:tblBg>
    <a:wholeTbl>
      <a:tcTxStyle>
        <a:fontRef idx="minor">
          <a:scrgbClr r="0" g="0" b="0"/>
        </a:fontRef>
        <a:schemeClr val="lt1"/>
      </a:tcTxStyle>
      <a:tcStyle>
        <a:tcBdr>
          <a:left>
            <a:lnRef idx="1">
              <a:schemeClr val="accent6">
                <a:tint val="50000"/>
              </a:schemeClr>
            </a:lnRef>
          </a:left>
          <a:right>
            <a:lnRef idx="1">
              <a:schemeClr val="accent6">
                <a:tint val="50000"/>
              </a:schemeClr>
            </a:lnRef>
          </a:right>
          <a:top>
            <a:lnRef idx="1">
              <a:schemeClr val="accent6">
                <a:tint val="50000"/>
              </a:schemeClr>
            </a:lnRef>
          </a:top>
          <a:bottom>
            <a:lnRef idx="1">
              <a:schemeClr val="accent6">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p:scale>
          <a:sx n="75" d="100"/>
          <a:sy n="75" d="100"/>
        </p:scale>
        <p:origin x="1914" y="630"/>
      </p:cViewPr>
      <p:guideLst>
        <p:guide pos="393"/>
        <p:guide orient="horz" pos="459"/>
        <p:guide orient="horz" pos="210"/>
        <p:guide orient="horz" pos="845"/>
        <p:guide pos="2094"/>
        <p:guide orient="horz" pos="663"/>
        <p:guide pos="3500"/>
        <p:guide orient="horz" pos="1230"/>
        <p:guide orient="horz" pos="1366"/>
        <p:guide pos="3341"/>
        <p:guide pos="4475"/>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 Target="slides/slide1.xml"/><Relationship Id="rId8" Type="http://schemas.openxmlformats.org/officeDocument/2006/relationships/slide" Target="slides/slide3.xml"/><Relationship Id="rId17" Type="http://schemas.openxmlformats.org/officeDocument/2006/relationships/slide" Target="slides/slide12.xml"/><Relationship Id="rId24" Type="http://schemas.openxmlformats.org/officeDocument/2006/relationships/slide" Target="slides/slide19.xml"/><Relationship Id="rId26" Type="http://schemas.openxmlformats.org/officeDocument/2006/relationships/slide" Target="slides/slide21.xml"/><Relationship Id="rId28" Type="http://schemas.openxmlformats.org/officeDocument/2006/relationships/slide" Target="slides/slide23.xml"/><Relationship Id="rId33" Type="http://schemas.openxmlformats.org/officeDocument/2006/relationships/slide" Target="slides/slide28.xml"/><Relationship Id="rId34" Type="http://schemas.openxmlformats.org/officeDocument/2006/relationships/notesMaster" Target="notesMasters/notesMaster1.xml"/><Relationship Id="rId35" Type="http://schemas.openxmlformats.org/officeDocument/2006/relationships/handoutMaster" Target="handoutMasters/handoutMaster1.xml"/><Relationship Id="rId36" Type="http://schemas.openxmlformats.org/officeDocument/2006/relationships/commentAuthors" Target="commentAuthors.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41" Type="http://schemas.microsoft.com/office/2016/11/relationships/changesInfo" Target="changesInfos/changesInfo1.xml"/><Relationship Id="rId42" Type="http://schemas.microsoft.com/office/2015/10/relationships/revisionInfo" Target="revisionInfo.xml"/><Relationship Id="rId43" Type="http://schemas.microsoft.com/office/2018/10/relationships/authors" Target="authors.xml"/><Relationship Id="rId44" Type="http://schemas.openxmlformats.org/officeDocument/2006/relationships/slide" Target="slides/slide29.xml"/><Relationship Id="rId45" Type="http://schemas.openxmlformats.org/officeDocument/2006/relationships/slide" Target="slides/slide30.xml"/><Relationship Id="rId46" Type="http://schemas.openxmlformats.org/officeDocument/2006/relationships/slide" Target="slides/slide3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lycia Wolf" userId="c3aef7f7-6659-44db-bf40-576699cfa133" providerId="ADAL" clId="{0050FAD3-4552-4704-84A6-01FEAEE1C93F}"/>
    <pc:docChg chg="undo custSel addSld modSld sldOrd">
      <pc:chgData name="Alycia Wolf" userId="c3aef7f7-6659-44db-bf40-576699cfa133" providerId="ADAL" clId="{0050FAD3-4552-4704-84A6-01FEAEE1C93F}" dt="2026-10-20T21:57:26.537" v="922" actId="478"/>
      <pc:docMkLst>
        <pc:docMk/>
      </pc:docMkLst>
      <pc:sldChg chg="add">
        <pc:chgData name="Alycia Wolf" userId="c3aef7f7-6659-44db-bf40-576699cfa133" providerId="ADAL" clId="{0050FAD3-4552-4704-84A6-01FEAEE1C93F}" dt="2026-10-15T02:33:01.997" v="49"/>
        <pc:sldMkLst>
          <pc:docMk/>
          <pc:sldMk cId="1614242727" sldId="2147475311"/>
        </pc:sldMkLst>
      </pc:sldChg>
      <pc:sldChg chg="ord">
        <pc:chgData name="Alycia Wolf" userId="c3aef7f7-6659-44db-bf40-576699cfa133" providerId="ADAL" clId="{0050FAD3-4552-4704-84A6-01FEAEE1C93F}" dt="2026-10-20T12:52:10.480" v="586"/>
        <pc:sldMkLst>
          <pc:docMk/>
          <pc:sldMk cId="1922296058" sldId="2147475323"/>
        </pc:sldMkLst>
      </pc:sldChg>
      <pc:sldChg chg="modSp mod ord">
        <pc:chgData name="Alycia Wolf" userId="c3aef7f7-6659-44db-bf40-576699cfa133" providerId="ADAL" clId="{0050FAD3-4552-4704-84A6-01FEAEE1C93F}" dt="2026-10-20T12:52:05.856" v="584"/>
        <pc:sldMkLst>
          <pc:docMk/>
          <pc:sldMk cId="1922296058" sldId="2147475324"/>
        </pc:sldMkLst>
        <pc:spChg chg="mod">
          <ac:chgData name="Alycia Wolf" userId="c3aef7f7-6659-44db-bf40-576699cfa133" providerId="ADAL" clId="{0050FAD3-4552-4704-84A6-01FEAEE1C93F}" dt="2026-10-19T00:35:43.486" v="284" actId="20577"/>
          <ac:spMkLst>
            <pc:docMk/>
            <pc:sldMk cId="1922296058" sldId="2147475324"/>
            <ac:spMk id="30" creationId="{28DA5C6F-52C4-3136-5811-83E0899FCC5D}"/>
          </ac:spMkLst>
        </pc:spChg>
      </pc:sldChg>
      <pc:sldChg chg="addSp delSp mod">
        <pc:chgData name="Alycia Wolf" userId="c3aef7f7-6659-44db-bf40-576699cfa133" providerId="ADAL" clId="{0050FAD3-4552-4704-84A6-01FEAEE1C93F}" dt="2026-10-20T21:57:26.537" v="922" actId="478"/>
        <pc:sldMkLst>
          <pc:docMk/>
          <pc:sldMk cId="1922296058" sldId="2147475326"/>
        </pc:sldMkLst>
        <pc:spChg chg="add del">
          <ac:chgData name="Alycia Wolf" userId="c3aef7f7-6659-44db-bf40-576699cfa133" providerId="ADAL" clId="{0050FAD3-4552-4704-84A6-01FEAEE1C93F}" dt="2026-10-20T21:57:26.537" v="922" actId="478"/>
          <ac:spMkLst>
            <pc:docMk/>
            <pc:sldMk cId="1922296058" sldId="2147475326"/>
            <ac:spMk id="910" creationId="{00000000-0000-0000-0000-000000000000}"/>
          </ac:spMkLst>
        </pc:spChg>
        <pc:spChg chg="add del">
          <ac:chgData name="Alycia Wolf" userId="c3aef7f7-6659-44db-bf40-576699cfa133" providerId="ADAL" clId="{0050FAD3-4552-4704-84A6-01FEAEE1C93F}" dt="2026-10-20T21:57:26.537" v="922" actId="478"/>
          <ac:spMkLst>
            <pc:docMk/>
            <pc:sldMk cId="1922296058" sldId="2147475326"/>
            <ac:spMk id="911" creationId="{00000000-0000-0000-0000-000000000000}"/>
          </ac:spMkLst>
        </pc:spChg>
        <pc:spChg chg="add del">
          <ac:chgData name="Alycia Wolf" userId="c3aef7f7-6659-44db-bf40-576699cfa133" providerId="ADAL" clId="{0050FAD3-4552-4704-84A6-01FEAEE1C93F}" dt="2026-10-20T21:57:26.537" v="922" actId="478"/>
          <ac:spMkLst>
            <pc:docMk/>
            <pc:sldMk cId="1922296058" sldId="2147475326"/>
            <ac:spMk id="912" creationId="{00000000-0000-0000-0000-000000000000}"/>
          </ac:spMkLst>
        </pc:spChg>
        <pc:spChg chg="add del">
          <ac:chgData name="Alycia Wolf" userId="c3aef7f7-6659-44db-bf40-576699cfa133" providerId="ADAL" clId="{0050FAD3-4552-4704-84A6-01FEAEE1C93F}" dt="2026-10-20T21:57:26.537" v="922" actId="478"/>
          <ac:spMkLst>
            <pc:docMk/>
            <pc:sldMk cId="1922296058" sldId="2147475326"/>
            <ac:spMk id="913" creationId="{00000000-0000-0000-0000-000000000000}"/>
          </ac:spMkLst>
        </pc:spChg>
        <pc:spChg chg="add del">
          <ac:chgData name="Alycia Wolf" userId="c3aef7f7-6659-44db-bf40-576699cfa133" providerId="ADAL" clId="{0050FAD3-4552-4704-84A6-01FEAEE1C93F}" dt="2026-10-20T21:57:26.537" v="922" actId="478"/>
          <ac:spMkLst>
            <pc:docMk/>
            <pc:sldMk cId="1922296058" sldId="2147475326"/>
            <ac:spMk id="914" creationId="{00000000-0000-0000-0000-000000000000}"/>
          </ac:spMkLst>
        </pc:spChg>
        <pc:spChg chg="add del">
          <ac:chgData name="Alycia Wolf" userId="c3aef7f7-6659-44db-bf40-576699cfa133" providerId="ADAL" clId="{0050FAD3-4552-4704-84A6-01FEAEE1C93F}" dt="2026-10-20T21:57:26.537" v="922" actId="478"/>
          <ac:spMkLst>
            <pc:docMk/>
            <pc:sldMk cId="1922296058" sldId="2147475326"/>
            <ac:spMk id="915" creationId="{00000000-0000-0000-0000-000000000000}"/>
          </ac:spMkLst>
        </pc:spChg>
      </pc:sldChg>
      <pc:sldChg chg="modNotesTx">
        <pc:chgData name="Alycia Wolf" userId="c3aef7f7-6659-44db-bf40-576699cfa133" providerId="ADAL" clId="{0050FAD3-4552-4704-84A6-01FEAEE1C93F}" dt="2026-10-20T21:56:07.702" v="918" actId="20577"/>
        <pc:sldMkLst>
          <pc:docMk/>
          <pc:sldMk cId="2631522827" sldId="2147475336"/>
        </pc:sldMkLst>
      </pc:sldChg>
      <pc:sldChg chg="modSp mod">
        <pc:chgData name="Alycia Wolf" userId="c3aef7f7-6659-44db-bf40-576699cfa133" providerId="ADAL" clId="{0050FAD3-4552-4704-84A6-01FEAEE1C93F}" dt="2026-10-15T02:29:17.200" v="48" actId="1038"/>
        <pc:sldMkLst>
          <pc:docMk/>
          <pc:sldMk cId="1922296058" sldId="2147475341"/>
        </pc:sldMkLst>
        <pc:spChg chg="mod">
          <ac:chgData name="Alycia Wolf" userId="c3aef7f7-6659-44db-bf40-576699cfa133" providerId="ADAL" clId="{0050FAD3-4552-4704-84A6-01FEAEE1C93F}" dt="2026-10-15T02:29:17.200" v="48" actId="1038"/>
          <ac:spMkLst>
            <pc:docMk/>
            <pc:sldMk cId="1922296058" sldId="2147475341"/>
            <ac:spMk id="12" creationId="{DB789765-E438-C8F4-528D-463976923560}"/>
          </ac:spMkLst>
        </pc:spChg>
      </pc:sldChg>
      <pc:sldChg chg="addSp delSp modSp add mod delAnim">
        <pc:chgData name="Alycia Wolf" userId="c3aef7f7-6659-44db-bf40-576699cfa133" providerId="ADAL" clId="{0050FAD3-4552-4704-84A6-01FEAEE1C93F}" dt="2026-10-16T02:40:50.463" v="259" actId="20577"/>
        <pc:sldMkLst>
          <pc:docMk/>
          <pc:sldMk cId="2904025356" sldId="2147475355"/>
        </pc:sldMkLst>
        <pc:spChg chg="add mod">
          <ac:chgData name="Alycia Wolf" userId="c3aef7f7-6659-44db-bf40-576699cfa133" providerId="ADAL" clId="{0050FAD3-4552-4704-84A6-01FEAEE1C93F}" dt="2026-10-16T02:40:46.671" v="258" actId="207"/>
          <ac:spMkLst>
            <pc:docMk/>
            <pc:sldMk cId="2904025356" sldId="2147475355"/>
            <ac:spMk id="7" creationId="{D4E0B90B-6E0C-2EBA-0121-E80C8855E10C}"/>
          </ac:spMkLst>
        </pc:spChg>
        <pc:spChg chg="add mod">
          <ac:chgData name="Alycia Wolf" userId="c3aef7f7-6659-44db-bf40-576699cfa133" providerId="ADAL" clId="{0050FAD3-4552-4704-84A6-01FEAEE1C93F}" dt="2026-10-16T02:40:50.463" v="259" actId="20577"/>
          <ac:spMkLst>
            <pc:docMk/>
            <pc:sldMk cId="2904025356" sldId="2147475355"/>
            <ac:spMk id="13" creationId="{70DAF17A-BB98-0B50-7E20-ACD64D86F957}"/>
          </ac:spMkLst>
        </pc:spChg>
        <pc:spChg chg="mod">
          <ac:chgData name="Alycia Wolf" userId="c3aef7f7-6659-44db-bf40-576699cfa133" providerId="ADAL" clId="{0050FAD3-4552-4704-84A6-01FEAEE1C93F}" dt="2026-10-16T02:32:43.216" v="57" actId="1076"/>
          <ac:spMkLst>
            <pc:docMk/>
            <pc:sldMk cId="2904025356" sldId="2147475355"/>
            <ac:spMk id="27" creationId="{C27309B3-144E-9727-0EA3-185F3FC28280}"/>
          </ac:spMkLst>
        </pc:spChg>
        <pc:spChg chg="mod">
          <ac:chgData name="Alycia Wolf" userId="c3aef7f7-6659-44db-bf40-576699cfa133" providerId="ADAL" clId="{0050FAD3-4552-4704-84A6-01FEAEE1C93F}" dt="2026-10-16T02:32:43.216" v="57" actId="1076"/>
          <ac:spMkLst>
            <pc:docMk/>
            <pc:sldMk cId="2904025356" sldId="2147475355"/>
            <ac:spMk id="29" creationId="{E341A90A-1ED2-17A3-8D55-C6FA21C0C045}"/>
          </ac:spMkLst>
        </pc:spChg>
      </pc:sldChg>
      <pc:sldChg chg="addSp delSp modSp add mod">
        <pc:chgData name="Alycia Wolf" userId="c3aef7f7-6659-44db-bf40-576699cfa133" providerId="ADAL" clId="{0050FAD3-4552-4704-84A6-01FEAEE1C93F}" dt="2026-10-19T02:35:57.890" v="451" actId="20577"/>
        <pc:sldMkLst>
          <pc:docMk/>
          <pc:sldMk cId="116775105" sldId="2147475356"/>
        </pc:sldMkLst>
        <pc:spChg chg="mod">
          <ac:chgData name="Alycia Wolf" userId="c3aef7f7-6659-44db-bf40-576699cfa133" providerId="ADAL" clId="{0050FAD3-4552-4704-84A6-01FEAEE1C93F}" dt="2026-10-19T02:35:57.890" v="451" actId="20577"/>
          <ac:spMkLst>
            <pc:docMk/>
            <pc:sldMk cId="116775105" sldId="2147475356"/>
            <ac:spMk id="14" creationId="{4EF153A3-AB96-F6EE-AD45-F82D2A893EBB}"/>
          </ac:spMkLst>
        </pc:spChg>
        <pc:spChg chg="mod">
          <ac:chgData name="Alycia Wolf" userId="c3aef7f7-6659-44db-bf40-576699cfa133" providerId="ADAL" clId="{0050FAD3-4552-4704-84A6-01FEAEE1C93F}" dt="2026-10-19T00:41:27.448" v="405" actId="14100"/>
          <ac:spMkLst>
            <pc:docMk/>
            <pc:sldMk cId="116775105" sldId="2147475356"/>
            <ac:spMk id="283" creationId="{7160F3FA-D01A-E998-77DA-06CD0493F175}"/>
          </ac:spMkLst>
        </pc:spChg>
        <pc:spChg chg="del">
          <ac:chgData name="Alycia Wolf" userId="c3aef7f7-6659-44db-bf40-576699cfa133" providerId="ADAL" clId="{0050FAD3-4552-4704-84A6-01FEAEE1C93F}" dt="2026-10-19T00:40:44.513" v="325" actId="478"/>
          <ac:spMkLst>
            <pc:docMk/>
            <pc:sldMk cId="116775105" sldId="2147475356"/>
            <ac:spMk id="285" creationId="{AD97871A-3C7F-FB8E-DD89-E7873B0DD8D6}"/>
          </ac:spMkLst>
        </pc:spChg>
        <pc:spChg chg="add del mod">
          <ac:chgData name="Alycia Wolf" userId="c3aef7f7-6659-44db-bf40-576699cfa133" providerId="ADAL" clId="{0050FAD3-4552-4704-84A6-01FEAEE1C93F}" dt="2026-10-19T00:40:58.416" v="350" actId="1035"/>
          <ac:spMkLst>
            <pc:docMk/>
            <pc:sldMk cId="116775105" sldId="2147475356"/>
            <ac:spMk id="286" creationId="{B5AF3F62-4D7E-78F0-672C-0BFCD0712A64}"/>
          </ac:spMkLst>
        </pc:spChg>
        <pc:spChg chg="mod">
          <ac:chgData name="Alycia Wolf" userId="c3aef7f7-6659-44db-bf40-576699cfa133" providerId="ADAL" clId="{0050FAD3-4552-4704-84A6-01FEAEE1C93F}" dt="2026-10-19T02:00:51.737" v="408" actId="20577"/>
          <ac:spMkLst>
            <pc:docMk/>
            <pc:sldMk cId="116775105" sldId="2147475356"/>
            <ac:spMk id="287" creationId="{BFB434F3-BF93-9889-9B6D-D1FF4B7F7A2B}"/>
          </ac:spMkLst>
        </pc:spChg>
        <pc:spChg chg="mod">
          <ac:chgData name="Alycia Wolf" userId="c3aef7f7-6659-44db-bf40-576699cfa133" providerId="ADAL" clId="{0050FAD3-4552-4704-84A6-01FEAEE1C93F}" dt="2026-10-19T00:41:25.339" v="404" actId="14100"/>
          <ac:spMkLst>
            <pc:docMk/>
            <pc:sldMk cId="116775105" sldId="2147475356"/>
            <ac:spMk id="289" creationId="{6A78C4B6-1667-1411-FEAA-E7BFD2A53668}"/>
          </ac:spMkLst>
        </pc:spChg>
        <pc:spChg chg="del">
          <ac:chgData name="Alycia Wolf" userId="c3aef7f7-6659-44db-bf40-576699cfa133" providerId="ADAL" clId="{0050FAD3-4552-4704-84A6-01FEAEE1C93F}" dt="2026-10-19T00:40:54.360" v="336" actId="478"/>
          <ac:spMkLst>
            <pc:docMk/>
            <pc:sldMk cId="116775105" sldId="2147475356"/>
            <ac:spMk id="291" creationId="{39C44278-EA19-4204-738F-ADDA845DB212}"/>
          </ac:spMkLst>
        </pc:spChg>
        <pc:spChg chg="add del mod">
          <ac:chgData name="Alycia Wolf" userId="c3aef7f7-6659-44db-bf40-576699cfa133" providerId="ADAL" clId="{0050FAD3-4552-4704-84A6-01FEAEE1C93F}" dt="2026-10-19T00:40:58.416" v="350" actId="1035"/>
          <ac:spMkLst>
            <pc:docMk/>
            <pc:sldMk cId="116775105" sldId="2147475356"/>
            <ac:spMk id="292" creationId="{0D702371-D5FA-5E68-6DAB-1DD1A6333041}"/>
          </ac:spMkLst>
        </pc:spChg>
        <pc:spChg chg="mod">
          <ac:chgData name="Alycia Wolf" userId="c3aef7f7-6659-44db-bf40-576699cfa133" providerId="ADAL" clId="{0050FAD3-4552-4704-84A6-01FEAEE1C93F}" dt="2026-10-19T02:00:53.227" v="409" actId="20577"/>
          <ac:spMkLst>
            <pc:docMk/>
            <pc:sldMk cId="116775105" sldId="2147475356"/>
            <ac:spMk id="293" creationId="{9B4A1740-924E-84D7-13F3-C31B87376295}"/>
          </ac:spMkLst>
        </pc:spChg>
        <pc:spChg chg="mod">
          <ac:chgData name="Alycia Wolf" userId="c3aef7f7-6659-44db-bf40-576699cfa133" providerId="ADAL" clId="{0050FAD3-4552-4704-84A6-01FEAEE1C93F}" dt="2026-10-19T00:41:33.848" v="407" actId="14100"/>
          <ac:spMkLst>
            <pc:docMk/>
            <pc:sldMk cId="116775105" sldId="2147475356"/>
            <ac:spMk id="295" creationId="{6614BBEB-166E-32AD-3530-358A1C2E0E05}"/>
          </ac:spMkLst>
        </pc:spChg>
        <pc:spChg chg="del">
          <ac:chgData name="Alycia Wolf" userId="c3aef7f7-6659-44db-bf40-576699cfa133" providerId="ADAL" clId="{0050FAD3-4552-4704-84A6-01FEAEE1C93F}" dt="2026-10-19T00:40:54.360" v="336" actId="478"/>
          <ac:spMkLst>
            <pc:docMk/>
            <pc:sldMk cId="116775105" sldId="2147475356"/>
            <ac:spMk id="297" creationId="{070269C0-524A-00C3-C575-B5259E3AE83C}"/>
          </ac:spMkLst>
        </pc:spChg>
        <pc:spChg chg="add del mod">
          <ac:chgData name="Alycia Wolf" userId="c3aef7f7-6659-44db-bf40-576699cfa133" providerId="ADAL" clId="{0050FAD3-4552-4704-84A6-01FEAEE1C93F}" dt="2026-10-19T00:40:58.416" v="350" actId="1035"/>
          <ac:spMkLst>
            <pc:docMk/>
            <pc:sldMk cId="116775105" sldId="2147475356"/>
            <ac:spMk id="298" creationId="{94E88FA7-F3CB-2949-0675-08E15BE70181}"/>
          </ac:spMkLst>
        </pc:spChg>
        <pc:spChg chg="mod">
          <ac:chgData name="Alycia Wolf" userId="c3aef7f7-6659-44db-bf40-576699cfa133" providerId="ADAL" clId="{0050FAD3-4552-4704-84A6-01FEAEE1C93F}" dt="2026-10-19T02:00:54.297" v="410" actId="20577"/>
          <ac:spMkLst>
            <pc:docMk/>
            <pc:sldMk cId="116775105" sldId="2147475356"/>
            <ac:spMk id="299" creationId="{DE7DD751-AD24-E500-0EE0-F1FD30A639AC}"/>
          </ac:spMkLst>
        </pc:spChg>
      </pc:sldChg>
      <pc:sldChg chg="addSp delSp modSp add mod modNotesTx">
        <pc:chgData name="Alycia Wolf" userId="c3aef7f7-6659-44db-bf40-576699cfa133" providerId="ADAL" clId="{0050FAD3-4552-4704-84A6-01FEAEE1C93F}" dt="2026-10-20T12:53:14.137" v="630" actId="1035"/>
        <pc:sldMkLst>
          <pc:docMk/>
          <pc:sldMk cId="1698574673" sldId="2147475361"/>
        </pc:sldMkLst>
        <pc:spChg chg="mod">
          <ac:chgData name="Alycia Wolf" userId="c3aef7f7-6659-44db-bf40-576699cfa133" providerId="ADAL" clId="{0050FAD3-4552-4704-84A6-01FEAEE1C93F}" dt="2026-10-20T12:53:14.137" v="630" actId="1035"/>
          <ac:spMkLst>
            <pc:docMk/>
            <pc:sldMk cId="1698574673" sldId="2147475361"/>
            <ac:spMk id="2" creationId="{2B6BE33A-60B5-E311-CB42-7B2F0308709E}"/>
          </ac:spMkLst>
        </pc:spChg>
        <pc:spChg chg="del">
          <ac:chgData name="Alycia Wolf" userId="c3aef7f7-6659-44db-bf40-576699cfa133" providerId="ADAL" clId="{0050FAD3-4552-4704-84A6-01FEAEE1C93F}" dt="2026-10-20T12:34:48.620" v="453" actId="478"/>
          <ac:spMkLst>
            <pc:docMk/>
            <pc:sldMk cId="1698574673" sldId="2147475361"/>
            <ac:spMk id="6" creationId="{93F24A76-699F-A050-BCAC-71BD08B264A2}"/>
          </ac:spMkLst>
        </pc:spChg>
        <pc:spChg chg="add mod">
          <ac:chgData name="Alycia Wolf" userId="c3aef7f7-6659-44db-bf40-576699cfa133" providerId="ADAL" clId="{0050FAD3-4552-4704-84A6-01FEAEE1C93F}" dt="2026-10-20T12:34:48.932" v="454"/>
          <ac:spMkLst>
            <pc:docMk/>
            <pc:sldMk cId="1698574673" sldId="2147475361"/>
            <ac:spMk id="8" creationId="{4B05A204-A258-28EF-A204-5170C4B1FC7A}"/>
          </ac:spMkLst>
        </pc:spChg>
        <pc:spChg chg="mod">
          <ac:chgData name="Alycia Wolf" userId="c3aef7f7-6659-44db-bf40-576699cfa133" providerId="ADAL" clId="{0050FAD3-4552-4704-84A6-01FEAEE1C93F}" dt="2026-10-20T12:50:38.965" v="492" actId="20577"/>
          <ac:spMkLst>
            <pc:docMk/>
            <pc:sldMk cId="1698574673" sldId="2147475361"/>
            <ac:spMk id="14" creationId="{15B0D0C6-2A12-4A64-5CA6-AFD820857D29}"/>
          </ac:spMkLst>
        </pc:spChg>
        <pc:spChg chg="del">
          <ac:chgData name="Alycia Wolf" userId="c3aef7f7-6659-44db-bf40-576699cfa133" providerId="ADAL" clId="{0050FAD3-4552-4704-84A6-01FEAEE1C93F}" dt="2026-10-20T12:50:41.261" v="493" actId="478"/>
          <ac:spMkLst>
            <pc:docMk/>
            <pc:sldMk cId="1698574673" sldId="2147475361"/>
            <ac:spMk id="101" creationId="{00000000-0000-0000-0000-000000000000}"/>
          </ac:spMkLst>
        </pc:spChg>
        <pc:spChg chg="mod">
          <ac:chgData name="Alycia Wolf" userId="c3aef7f7-6659-44db-bf40-576699cfa133" providerId="ADAL" clId="{0050FAD3-4552-4704-84A6-01FEAEE1C93F}" dt="2026-10-20T12:53:14.137" v="630" actId="1035"/>
          <ac:spMkLst>
            <pc:docMk/>
            <pc:sldMk cId="1698574673" sldId="2147475361"/>
            <ac:spMk id="102" creationId="{00000000-0000-0000-0000-000000000000}"/>
          </ac:spMkLst>
        </pc:spChg>
        <pc:spChg chg="mod">
          <ac:chgData name="Alycia Wolf" userId="c3aef7f7-6659-44db-bf40-576699cfa133" providerId="ADAL" clId="{0050FAD3-4552-4704-84A6-01FEAEE1C93F}" dt="2026-10-20T12:51:52.149" v="573" actId="1035"/>
          <ac:spMkLst>
            <pc:docMk/>
            <pc:sldMk cId="1698574673" sldId="2147475361"/>
            <ac:spMk id="103" creationId="{00000000-0000-0000-0000-000000000000}"/>
          </ac:spMkLst>
        </pc:spChg>
        <pc:spChg chg="mod">
          <ac:chgData name="Alycia Wolf" userId="c3aef7f7-6659-44db-bf40-576699cfa133" providerId="ADAL" clId="{0050FAD3-4552-4704-84A6-01FEAEE1C93F}" dt="2026-10-20T12:52:55.587" v="611" actId="403"/>
          <ac:spMkLst>
            <pc:docMk/>
            <pc:sldMk cId="1698574673" sldId="2147475361"/>
            <ac:spMk id="104" creationId="{00000000-0000-0000-0000-000000000000}"/>
          </ac:spMkLst>
        </pc:spChg>
        <pc:spChg chg="mod">
          <ac:chgData name="Alycia Wolf" userId="c3aef7f7-6659-44db-bf40-576699cfa133" providerId="ADAL" clId="{0050FAD3-4552-4704-84A6-01FEAEE1C93F}" dt="2026-10-20T12:53:02.170" v="612" actId="14100"/>
          <ac:spMkLst>
            <pc:docMk/>
            <pc:sldMk cId="1698574673" sldId="2147475361"/>
            <ac:spMk id="105" creationId="{00000000-0000-0000-0000-000000000000}"/>
          </ac:spMkLst>
        </pc:spChg>
        <pc:spChg chg="mod">
          <ac:chgData name="Alycia Wolf" userId="c3aef7f7-6659-44db-bf40-576699cfa133" providerId="ADAL" clId="{0050FAD3-4552-4704-84A6-01FEAEE1C93F}" dt="2026-10-20T12:53:14.137" v="630" actId="1035"/>
          <ac:spMkLst>
            <pc:docMk/>
            <pc:sldMk cId="1698574673" sldId="2147475361"/>
            <ac:spMk id="106" creationId="{00000000-0000-0000-0000-000000000000}"/>
          </ac:spMkLst>
        </pc:spChg>
        <pc:spChg chg="mod">
          <ac:chgData name="Alycia Wolf" userId="c3aef7f7-6659-44db-bf40-576699cfa133" providerId="ADAL" clId="{0050FAD3-4552-4704-84A6-01FEAEE1C93F}" dt="2026-10-20T12:52:55.587" v="611" actId="403"/>
          <ac:spMkLst>
            <pc:docMk/>
            <pc:sldMk cId="1698574673" sldId="2147475361"/>
            <ac:spMk id="107" creationId="{00000000-0000-0000-0000-000000000000}"/>
          </ac:spMkLst>
        </pc:spChg>
        <pc:spChg chg="mod">
          <ac:chgData name="Alycia Wolf" userId="c3aef7f7-6659-44db-bf40-576699cfa133" providerId="ADAL" clId="{0050FAD3-4552-4704-84A6-01FEAEE1C93F}" dt="2026-10-20T12:53:02.170" v="612" actId="14100"/>
          <ac:spMkLst>
            <pc:docMk/>
            <pc:sldMk cId="1698574673" sldId="2147475361"/>
            <ac:spMk id="108" creationId="{00000000-0000-0000-0000-000000000000}"/>
          </ac:spMkLst>
        </pc:spChg>
        <pc:spChg chg="mod">
          <ac:chgData name="Alycia Wolf" userId="c3aef7f7-6659-44db-bf40-576699cfa133" providerId="ADAL" clId="{0050FAD3-4552-4704-84A6-01FEAEE1C93F}" dt="2026-10-20T12:53:14.137" v="630" actId="1035"/>
          <ac:spMkLst>
            <pc:docMk/>
            <pc:sldMk cId="1698574673" sldId="2147475361"/>
            <ac:spMk id="109" creationId="{00000000-0000-0000-0000-000000000000}"/>
          </ac:spMkLst>
        </pc:spChg>
        <pc:spChg chg="mod">
          <ac:chgData name="Alycia Wolf" userId="c3aef7f7-6659-44db-bf40-576699cfa133" providerId="ADAL" clId="{0050FAD3-4552-4704-84A6-01FEAEE1C93F}" dt="2026-10-20T12:53:14.137" v="630" actId="1035"/>
          <ac:spMkLst>
            <pc:docMk/>
            <pc:sldMk cId="1698574673" sldId="2147475361"/>
            <ac:spMk id="110" creationId="{00000000-0000-0000-0000-000000000000}"/>
          </ac:spMkLst>
        </pc:spChg>
        <pc:spChg chg="mod">
          <ac:chgData name="Alycia Wolf" userId="c3aef7f7-6659-44db-bf40-576699cfa133" providerId="ADAL" clId="{0050FAD3-4552-4704-84A6-01FEAEE1C93F}" dt="2026-10-20T12:53:02.170" v="612" actId="14100"/>
          <ac:spMkLst>
            <pc:docMk/>
            <pc:sldMk cId="1698574673" sldId="2147475361"/>
            <ac:spMk id="111" creationId="{00000000-0000-0000-0000-000000000000}"/>
          </ac:spMkLst>
        </pc:spChg>
        <pc:spChg chg="mod">
          <ac:chgData name="Alycia Wolf" userId="c3aef7f7-6659-44db-bf40-576699cfa133" providerId="ADAL" clId="{0050FAD3-4552-4704-84A6-01FEAEE1C93F}" dt="2026-10-20T12:51:35.575" v="551" actId="403"/>
          <ac:spMkLst>
            <pc:docMk/>
            <pc:sldMk cId="1698574673" sldId="2147475361"/>
            <ac:spMk id="112" creationId="{00000000-0000-0000-0000-000000000000}"/>
          </ac:spMkLst>
        </pc:spChg>
        <pc:spChg chg="mod">
          <ac:chgData name="Alycia Wolf" userId="c3aef7f7-6659-44db-bf40-576699cfa133" providerId="ADAL" clId="{0050FAD3-4552-4704-84A6-01FEAEE1C93F}" dt="2026-10-20T12:53:14.137" v="630" actId="1035"/>
          <ac:spMkLst>
            <pc:docMk/>
            <pc:sldMk cId="1698574673" sldId="2147475361"/>
            <ac:spMk id="113" creationId="{00000000-0000-0000-0000-000000000000}"/>
          </ac:spMkLst>
        </pc:spChg>
        <pc:spChg chg="del">
          <ac:chgData name="Alycia Wolf" userId="c3aef7f7-6659-44db-bf40-576699cfa133" providerId="ADAL" clId="{0050FAD3-4552-4704-84A6-01FEAEE1C93F}" dt="2026-10-20T12:50:41.261" v="493" actId="478"/>
          <ac:spMkLst>
            <pc:docMk/>
            <pc:sldMk cId="1698574673" sldId="2147475361"/>
            <ac:spMk id="114" creationId="{00000000-0000-0000-0000-000000000000}"/>
          </ac:spMkLst>
        </pc:spChg>
        <pc:spChg chg="mod">
          <ac:chgData name="Alycia Wolf" userId="c3aef7f7-6659-44db-bf40-576699cfa133" providerId="ADAL" clId="{0050FAD3-4552-4704-84A6-01FEAEE1C93F}" dt="2026-10-20T12:53:14.137" v="630" actId="1035"/>
          <ac:spMkLst>
            <pc:docMk/>
            <pc:sldMk cId="1698574673" sldId="2147475361"/>
            <ac:spMk id="115" creationId="{00000000-0000-0000-0000-000000000000}"/>
          </ac:spMkLst>
        </pc:spChg>
        <pc:spChg chg="mod">
          <ac:chgData name="Alycia Wolf" userId="c3aef7f7-6659-44db-bf40-576699cfa133" providerId="ADAL" clId="{0050FAD3-4552-4704-84A6-01FEAEE1C93F}" dt="2026-10-20T12:53:14.137" v="630" actId="1035"/>
          <ac:spMkLst>
            <pc:docMk/>
            <pc:sldMk cId="1698574673" sldId="2147475361"/>
            <ac:spMk id="116" creationId="{00000000-0000-0000-0000-000000000000}"/>
          </ac:spMkLst>
        </pc:spChg>
        <pc:spChg chg="mod">
          <ac:chgData name="Alycia Wolf" userId="c3aef7f7-6659-44db-bf40-576699cfa133" providerId="ADAL" clId="{0050FAD3-4552-4704-84A6-01FEAEE1C93F}" dt="2026-10-20T12:52:55.587" v="611" actId="403"/>
          <ac:spMkLst>
            <pc:docMk/>
            <pc:sldMk cId="1698574673" sldId="2147475361"/>
            <ac:spMk id="117" creationId="{00000000-0000-0000-0000-000000000000}"/>
          </ac:spMkLst>
        </pc:spChg>
        <pc:spChg chg="mod">
          <ac:chgData name="Alycia Wolf" userId="c3aef7f7-6659-44db-bf40-576699cfa133" providerId="ADAL" clId="{0050FAD3-4552-4704-84A6-01FEAEE1C93F}" dt="2026-10-20T12:53:08.964" v="613" actId="14100"/>
          <ac:spMkLst>
            <pc:docMk/>
            <pc:sldMk cId="1698574673" sldId="2147475361"/>
            <ac:spMk id="118" creationId="{00000000-0000-0000-0000-000000000000}"/>
          </ac:spMkLst>
        </pc:spChg>
        <pc:spChg chg="mod">
          <ac:chgData name="Alycia Wolf" userId="c3aef7f7-6659-44db-bf40-576699cfa133" providerId="ADAL" clId="{0050FAD3-4552-4704-84A6-01FEAEE1C93F}" dt="2026-10-20T12:52:47.574" v="610" actId="1036"/>
          <ac:spMkLst>
            <pc:docMk/>
            <pc:sldMk cId="1698574673" sldId="2147475361"/>
            <ac:spMk id="119" creationId="{00000000-0000-0000-0000-000000000000}"/>
          </ac:spMkLst>
        </pc:spChg>
        <pc:spChg chg="mod">
          <ac:chgData name="Alycia Wolf" userId="c3aef7f7-6659-44db-bf40-576699cfa133" providerId="ADAL" clId="{0050FAD3-4552-4704-84A6-01FEAEE1C93F}" dt="2026-10-20T12:52:55.587" v="611" actId="403"/>
          <ac:spMkLst>
            <pc:docMk/>
            <pc:sldMk cId="1698574673" sldId="2147475361"/>
            <ac:spMk id="120" creationId="{00000000-0000-0000-0000-000000000000}"/>
          </ac:spMkLst>
        </pc:spChg>
        <pc:spChg chg="mod">
          <ac:chgData name="Alycia Wolf" userId="c3aef7f7-6659-44db-bf40-576699cfa133" providerId="ADAL" clId="{0050FAD3-4552-4704-84A6-01FEAEE1C93F}" dt="2026-10-20T12:53:14.137" v="630" actId="1035"/>
          <ac:spMkLst>
            <pc:docMk/>
            <pc:sldMk cId="1698574673" sldId="2147475361"/>
            <ac:spMk id="121" creationId="{00000000-0000-0000-0000-000000000000}"/>
          </ac:spMkLst>
        </pc:spChg>
        <pc:spChg chg="mod">
          <ac:chgData name="Alycia Wolf" userId="c3aef7f7-6659-44db-bf40-576699cfa133" providerId="ADAL" clId="{0050FAD3-4552-4704-84A6-01FEAEE1C93F}" dt="2026-10-20T12:53:14.137" v="630" actId="1035"/>
          <ac:spMkLst>
            <pc:docMk/>
            <pc:sldMk cId="1698574673" sldId="2147475361"/>
            <ac:spMk id="122" creationId="{00000000-0000-0000-0000-000000000000}"/>
          </ac:spMkLst>
        </pc:spChg>
        <pc:spChg chg="mod">
          <ac:chgData name="Alycia Wolf" userId="c3aef7f7-6659-44db-bf40-576699cfa133" providerId="ADAL" clId="{0050FAD3-4552-4704-84A6-01FEAEE1C93F}" dt="2026-10-20T12:52:55.587" v="611" actId="403"/>
          <ac:spMkLst>
            <pc:docMk/>
            <pc:sldMk cId="1698574673" sldId="2147475361"/>
            <ac:spMk id="123" creationId="{00000000-0000-0000-0000-000000000000}"/>
          </ac:spMkLst>
        </pc:spChg>
        <pc:spChg chg="mod">
          <ac:chgData name="Alycia Wolf" userId="c3aef7f7-6659-44db-bf40-576699cfa133" providerId="ADAL" clId="{0050FAD3-4552-4704-84A6-01FEAEE1C93F}" dt="2026-10-20T12:53:08.964" v="613" actId="14100"/>
          <ac:spMkLst>
            <pc:docMk/>
            <pc:sldMk cId="1698574673" sldId="2147475361"/>
            <ac:spMk id="124" creationId="{00000000-0000-0000-0000-000000000000}"/>
          </ac:spMkLst>
        </pc:spChg>
        <pc:spChg chg="mod">
          <ac:chgData name="Alycia Wolf" userId="c3aef7f7-6659-44db-bf40-576699cfa133" providerId="ADAL" clId="{0050FAD3-4552-4704-84A6-01FEAEE1C93F}" dt="2026-10-20T12:52:47.574" v="610" actId="1036"/>
          <ac:spMkLst>
            <pc:docMk/>
            <pc:sldMk cId="1698574673" sldId="2147475361"/>
            <ac:spMk id="125" creationId="{00000000-0000-0000-0000-000000000000}"/>
          </ac:spMkLst>
        </pc:spChg>
        <pc:spChg chg="mod">
          <ac:chgData name="Alycia Wolf" userId="c3aef7f7-6659-44db-bf40-576699cfa133" providerId="ADAL" clId="{0050FAD3-4552-4704-84A6-01FEAEE1C93F}" dt="2026-10-20T12:52:55.587" v="611" actId="403"/>
          <ac:spMkLst>
            <pc:docMk/>
            <pc:sldMk cId="1698574673" sldId="2147475361"/>
            <ac:spMk id="126" creationId="{00000000-0000-0000-0000-000000000000}"/>
          </ac:spMkLst>
        </pc:spChg>
        <pc:spChg chg="mod">
          <ac:chgData name="Alycia Wolf" userId="c3aef7f7-6659-44db-bf40-576699cfa133" providerId="ADAL" clId="{0050FAD3-4552-4704-84A6-01FEAEE1C93F}" dt="2026-10-20T12:53:08.964" v="613" actId="14100"/>
          <ac:spMkLst>
            <pc:docMk/>
            <pc:sldMk cId="1698574673" sldId="2147475361"/>
            <ac:spMk id="127" creationId="{00000000-0000-0000-0000-000000000000}"/>
          </ac:spMkLst>
        </pc:spChg>
        <pc:spChg chg="mod">
          <ac:chgData name="Alycia Wolf" userId="c3aef7f7-6659-44db-bf40-576699cfa133" providerId="ADAL" clId="{0050FAD3-4552-4704-84A6-01FEAEE1C93F}" dt="2026-10-20T12:52:47.574" v="610" actId="1036"/>
          <ac:spMkLst>
            <pc:docMk/>
            <pc:sldMk cId="1698574673" sldId="2147475361"/>
            <ac:spMk id="128" creationId="{00000000-0000-0000-0000-000000000000}"/>
          </ac:spMkLst>
        </pc:spChg>
        <pc:spChg chg="mod">
          <ac:chgData name="Alycia Wolf" userId="c3aef7f7-6659-44db-bf40-576699cfa133" providerId="ADAL" clId="{0050FAD3-4552-4704-84A6-01FEAEE1C93F}" dt="2026-10-20T12:52:55.587" v="611" actId="403"/>
          <ac:spMkLst>
            <pc:docMk/>
            <pc:sldMk cId="1698574673" sldId="2147475361"/>
            <ac:spMk id="129" creationId="{00000000-0000-0000-0000-000000000000}"/>
          </ac:spMkLst>
        </pc:spChg>
        <pc:spChg chg="del">
          <ac:chgData name="Alycia Wolf" userId="c3aef7f7-6659-44db-bf40-576699cfa133" providerId="ADAL" clId="{0050FAD3-4552-4704-84A6-01FEAEE1C93F}" dt="2026-10-20T12:50:55.907" v="521" actId="478"/>
          <ac:spMkLst>
            <pc:docMk/>
            <pc:sldMk cId="1698574673" sldId="2147475361"/>
            <ac:spMk id="130" creationId="{00000000-0000-0000-0000-000000000000}"/>
          </ac:spMkLst>
        </pc:spChg>
        <pc:cxnChg chg="del mod">
          <ac:chgData name="Alycia Wolf" userId="c3aef7f7-6659-44db-bf40-576699cfa133" providerId="ADAL" clId="{0050FAD3-4552-4704-84A6-01FEAEE1C93F}" dt="2026-10-20T12:34:48.620" v="453" actId="478"/>
          <ac:cxnSpMkLst>
            <pc:docMk/>
            <pc:sldMk cId="1698574673" sldId="2147475361"/>
            <ac:cxnSpMk id="3" creationId="{555E4999-7C88-D24F-75F2-28872F004E5D}"/>
          </ac:cxnSpMkLst>
        </pc:cxnChg>
        <pc:cxnChg chg="add mod">
          <ac:chgData name="Alycia Wolf" userId="c3aef7f7-6659-44db-bf40-576699cfa133" providerId="ADAL" clId="{0050FAD3-4552-4704-84A6-01FEAEE1C93F}" dt="2026-10-20T12:34:48.932" v="454"/>
          <ac:cxnSpMkLst>
            <pc:docMk/>
            <pc:sldMk cId="1698574673" sldId="2147475361"/>
            <ac:cxnSpMk id="4" creationId="{1AC2E4EC-5359-D968-FABA-14A6ABA084AB}"/>
          </ac:cxnSpMkLst>
        </pc:cxnChg>
        <pc:cxnChg chg="del mod">
          <ac:chgData name="Alycia Wolf" userId="c3aef7f7-6659-44db-bf40-576699cfa133" providerId="ADAL" clId="{0050FAD3-4552-4704-84A6-01FEAEE1C93F}" dt="2026-10-20T12:34:48.620" v="453" actId="478"/>
          <ac:cxnSpMkLst>
            <pc:docMk/>
            <pc:sldMk cId="1698574673" sldId="2147475361"/>
            <ac:cxnSpMk id="5" creationId="{3608ACD3-B5DF-52A8-4DE1-4D5D28F05B17}"/>
          </ac:cxnSpMkLst>
        </pc:cxnChg>
        <pc:cxnChg chg="add mod">
          <ac:chgData name="Alycia Wolf" userId="c3aef7f7-6659-44db-bf40-576699cfa133" providerId="ADAL" clId="{0050FAD3-4552-4704-84A6-01FEAEE1C93F}" dt="2026-10-20T12:34:48.932" v="454"/>
          <ac:cxnSpMkLst>
            <pc:docMk/>
            <pc:sldMk cId="1698574673" sldId="2147475361"/>
            <ac:cxnSpMk id="7" creationId="{3E79F940-6962-DA69-C12C-33E12DAA209E}"/>
          </ac:cxnSpMkLst>
        </pc:cxnChg>
      </pc:sldChg>
    </pc:docChg>
  </pc:docChgLst>
  <pc:docChgLst>
    <pc:chgData name="Sabrina Thomas" userId="S::sabrina@thestrategygroup.com.au::71d01e8f-f5be-4dc8-9c6f-d69dbfe8b323" providerId="AD" clId="Web-{0BAAF28A-34C2-E47C-3C32-8EF63F30A40E}"/>
    <pc:docChg chg="modSld">
      <pc:chgData name="Sabrina Thomas" userId="S::sabrina@thestrategygroup.com.au::71d01e8f-f5be-4dc8-9c6f-d69dbfe8b323" providerId="AD" clId="Web-{0BAAF28A-34C2-E47C-3C32-8EF63F30A40E}" dt="2026-10-19T00:02:35.995" v="29"/>
      <pc:docMkLst>
        <pc:docMk/>
      </pc:docMkLst>
      <pc:sldChg chg="modSp modCm">
        <pc:chgData name="Sabrina Thomas" userId="S::sabrina@thestrategygroup.com.au::71d01e8f-f5be-4dc8-9c6f-d69dbfe8b323" providerId="AD" clId="Web-{0BAAF28A-34C2-E47C-3C32-8EF63F30A40E}" dt="2026-10-19T00:02:35.995" v="29"/>
        <pc:sldMkLst>
          <pc:docMk/>
          <pc:sldMk cId="2836175673" sldId="2147475352"/>
        </pc:sldMkLst>
        <pc:graphicFrameChg chg="mod modGraphic">
          <ac:chgData name="Sabrina Thomas" userId="S::sabrina@thestrategygroup.com.au::71d01e8f-f5be-4dc8-9c6f-d69dbfe8b323" providerId="AD" clId="Web-{0BAAF28A-34C2-E47C-3C32-8EF63F30A40E}" dt="2026-10-19T00:02:35.995" v="29"/>
          <ac:graphicFrameMkLst>
            <pc:docMk/>
            <pc:sldMk cId="2836175673" sldId="2147475352"/>
            <ac:graphicFrameMk id="46" creationId="{09A6E235-09A6-1C17-3EA4-2158E206B489}"/>
          </ac:graphicFrameMkLst>
        </pc:graphicFrameChg>
        <pc:extLst>
          <p:ext xmlns:p="http://schemas.openxmlformats.org/presentationml/2006/main" uri="{D6D511B9-2390-475A-947B-AFAB55BFBCF1}">
            <pc226:cmChg xmlns:pc226="http://schemas.microsoft.com/office/powerpoint/2022/06/main/command" chg="mod">
              <pc226:chgData name="Sabrina Thomas" userId="S::sabrina@thestrategygroup.com.au::71d01e8f-f5be-4dc8-9c6f-d69dbfe8b323" providerId="AD" clId="Web-{0BAAF28A-34C2-E47C-3C32-8EF63F30A40E}" dt="2026-10-19T00:02:03.041" v="14"/>
              <pc2:cmMkLst xmlns:pc2="http://schemas.microsoft.com/office/powerpoint/2019/9/main/command">
                <pc:docMk/>
                <pc:sldMk cId="2836175673" sldId="2147475352"/>
                <pc2:cmMk id="{4A0B26BA-F298-C349-A594-62CB741EC4A5}"/>
              </pc2:cmMkLst>
            </pc226:cmChg>
          </p:ext>
        </pc:extLst>
      </pc:sldChg>
    </pc:docChg>
  </pc:docChgLst>
  <pc:docChgLst>
    <pc:chgData name="Marcus Naoum" userId="4578fcc8-dbf2-452a-b11c-6b75cc6176d4" providerId="ADAL" clId="{EE3F6CF7-E024-5100-A70A-5616DEA5C1B7}"/>
    <pc:docChg chg="undo redo custSel addSld delSld modSld sldOrd">
      <pc:chgData name="Marcus Naoum" userId="4578fcc8-dbf2-452a-b11c-6b75cc6176d4" providerId="ADAL" clId="{EE3F6CF7-E024-5100-A70A-5616DEA5C1B7}" dt="2026-10-20T22:08:52.261" v="4421" actId="1076"/>
      <pc:docMkLst>
        <pc:docMk/>
      </pc:docMkLst>
      <pc:sldChg chg="modSp mod">
        <pc:chgData name="Marcus Naoum" userId="4578fcc8-dbf2-452a-b11c-6b75cc6176d4" providerId="ADAL" clId="{EE3F6CF7-E024-5100-A70A-5616DEA5C1B7}" dt="2026-10-19T00:35:50.468" v="3669" actId="20577"/>
        <pc:sldMkLst>
          <pc:docMk/>
          <pc:sldMk cId="1219458738" sldId="2147474930"/>
        </pc:sldMkLst>
        <pc:graphicFrameChg chg="mod modGraphic">
          <ac:chgData name="Marcus Naoum" userId="4578fcc8-dbf2-452a-b11c-6b75cc6176d4" providerId="ADAL" clId="{EE3F6CF7-E024-5100-A70A-5616DEA5C1B7}" dt="2026-10-19T00:35:50.468" v="3669" actId="20577"/>
          <ac:graphicFrameMkLst>
            <pc:docMk/>
            <pc:sldMk cId="1219458738" sldId="2147474930"/>
            <ac:graphicFrameMk id="16" creationId="{0C51364A-7FF6-8E1D-26ED-7C5257B9B2CC}"/>
          </ac:graphicFrameMkLst>
        </pc:graphicFrameChg>
      </pc:sldChg>
      <pc:sldChg chg="addSp delSp modSp mod">
        <pc:chgData name="Marcus Naoum" userId="4578fcc8-dbf2-452a-b11c-6b75cc6176d4" providerId="ADAL" clId="{EE3F6CF7-E024-5100-A70A-5616DEA5C1B7}" dt="2026-10-18T23:49:57.795" v="3633" actId="20577"/>
        <pc:sldMkLst>
          <pc:docMk/>
          <pc:sldMk cId="1614242727" sldId="2147475311"/>
        </pc:sldMkLst>
        <pc:spChg chg="mod">
          <ac:chgData name="Marcus Naoum" userId="4578fcc8-dbf2-452a-b11c-6b75cc6176d4" providerId="ADAL" clId="{EE3F6CF7-E024-5100-A70A-5616DEA5C1B7}" dt="2026-10-15T23:52:52.244" v="1385" actId="14100"/>
          <ac:spMkLst>
            <pc:docMk/>
            <pc:sldMk cId="1614242727" sldId="2147475311"/>
            <ac:spMk id="19" creationId="{A486F91E-842B-0946-15DD-22ED58C5FB80}"/>
          </ac:spMkLst>
        </pc:spChg>
        <pc:spChg chg="mod">
          <ac:chgData name="Marcus Naoum" userId="4578fcc8-dbf2-452a-b11c-6b75cc6176d4" providerId="ADAL" clId="{EE3F6CF7-E024-5100-A70A-5616DEA5C1B7}" dt="2026-10-15T23:53:02.261" v="1388" actId="14100"/>
          <ac:spMkLst>
            <pc:docMk/>
            <pc:sldMk cId="1614242727" sldId="2147475311"/>
            <ac:spMk id="22" creationId="{5D9FFE6F-888B-2717-4C1B-DFF80CCA653E}"/>
          </ac:spMkLst>
        </pc:spChg>
        <pc:spChg chg="add mod">
          <ac:chgData name="Marcus Naoum" userId="4578fcc8-dbf2-452a-b11c-6b75cc6176d4" providerId="ADAL" clId="{EE3F6CF7-E024-5100-A70A-5616DEA5C1B7}" dt="2026-10-15T23:52:15.312" v="1337"/>
          <ac:spMkLst>
            <pc:docMk/>
            <pc:sldMk cId="1614242727" sldId="2147475311"/>
            <ac:spMk id="25" creationId="{AFB8E476-1289-5D8C-03F9-AAD186114A2D}"/>
          </ac:spMkLst>
        </pc:spChg>
        <pc:spChg chg="add mod">
          <ac:chgData name="Marcus Naoum" userId="4578fcc8-dbf2-452a-b11c-6b75cc6176d4" providerId="ADAL" clId="{EE3F6CF7-E024-5100-A70A-5616DEA5C1B7}" dt="2026-10-15T23:52:36.363" v="1374" actId="20577"/>
          <ac:spMkLst>
            <pc:docMk/>
            <pc:sldMk cId="1614242727" sldId="2147475311"/>
            <ac:spMk id="29" creationId="{DE94A945-6ADA-0917-50AD-77858221F46F}"/>
          </ac:spMkLst>
        </pc:spChg>
        <pc:graphicFrameChg chg="mod modGraphic">
          <ac:chgData name="Marcus Naoum" userId="4578fcc8-dbf2-452a-b11c-6b75cc6176d4" providerId="ADAL" clId="{EE3F6CF7-E024-5100-A70A-5616DEA5C1B7}" dt="2026-10-18T23:49:57.795" v="3633" actId="20577"/>
          <ac:graphicFrameMkLst>
            <pc:docMk/>
            <pc:sldMk cId="1614242727" sldId="2147475311"/>
            <ac:graphicFrameMk id="15" creationId="{3BEBF9A7-EA61-A7DB-05D4-6FEE8F45C2D3}"/>
          </ac:graphicFrameMkLst>
        </pc:graphicFrameChg>
        <pc:cxnChg chg="add mod">
          <ac:chgData name="Marcus Naoum" userId="4578fcc8-dbf2-452a-b11c-6b75cc6176d4" providerId="ADAL" clId="{EE3F6CF7-E024-5100-A70A-5616DEA5C1B7}" dt="2026-10-15T23:52:15.312" v="1337"/>
          <ac:cxnSpMkLst>
            <pc:docMk/>
            <pc:sldMk cId="1614242727" sldId="2147475311"/>
            <ac:cxnSpMk id="12" creationId="{44E0E2C7-1A2B-D534-6B68-9AA89C8533A4}"/>
          </ac:cxnSpMkLst>
        </pc:cxnChg>
        <pc:cxnChg chg="add mod">
          <ac:chgData name="Marcus Naoum" userId="4578fcc8-dbf2-452a-b11c-6b75cc6176d4" providerId="ADAL" clId="{EE3F6CF7-E024-5100-A70A-5616DEA5C1B7}" dt="2026-10-15T23:52:15.312" v="1337"/>
          <ac:cxnSpMkLst>
            <pc:docMk/>
            <pc:sldMk cId="1614242727" sldId="2147475311"/>
            <ac:cxnSpMk id="24" creationId="{F3C1BED6-FC77-B645-D7D8-C5FB2CFB0521}"/>
          </ac:cxnSpMkLst>
        </pc:cxnChg>
      </pc:sldChg>
      <pc:sldChg chg="addSp delSp modSp mod">
        <pc:chgData name="Marcus Naoum" userId="4578fcc8-dbf2-452a-b11c-6b75cc6176d4" providerId="ADAL" clId="{EE3F6CF7-E024-5100-A70A-5616DEA5C1B7}" dt="2026-10-19T22:26:48.107" v="3891" actId="478"/>
        <pc:sldMkLst>
          <pc:docMk/>
          <pc:sldMk cId="1304384433" sldId="2147475314"/>
        </pc:sldMkLst>
        <pc:spChg chg="add del mod">
          <ac:chgData name="Marcus Naoum" userId="4578fcc8-dbf2-452a-b11c-6b75cc6176d4" providerId="ADAL" clId="{EE3F6CF7-E024-5100-A70A-5616DEA5C1B7}" dt="2026-10-19T22:26:48.107" v="3891" actId="478"/>
          <ac:spMkLst>
            <pc:docMk/>
            <pc:sldMk cId="1304384433" sldId="2147475314"/>
            <ac:spMk id="2" creationId="{C193C015-F537-2248-2B32-719BB6EF9901}"/>
          </ac:spMkLst>
        </pc:spChg>
        <pc:spChg chg="mod">
          <ac:chgData name="Marcus Naoum" userId="4578fcc8-dbf2-452a-b11c-6b75cc6176d4" providerId="ADAL" clId="{EE3F6CF7-E024-5100-A70A-5616DEA5C1B7}" dt="2026-10-14T07:11:53.031" v="5" actId="1076"/>
          <ac:spMkLst>
            <pc:docMk/>
            <pc:sldMk cId="1304384433" sldId="2147475314"/>
            <ac:spMk id="9" creationId="{65F5A8F3-97DE-6DF4-DFE7-4AE104686192}"/>
          </ac:spMkLst>
        </pc:spChg>
        <pc:spChg chg="mod">
          <ac:chgData name="Marcus Naoum" userId="4578fcc8-dbf2-452a-b11c-6b75cc6176d4" providerId="ADAL" clId="{EE3F6CF7-E024-5100-A70A-5616DEA5C1B7}" dt="2026-10-19T22:20:35.978" v="3692" actId="20577"/>
          <ac:spMkLst>
            <pc:docMk/>
            <pc:sldMk cId="1304384433" sldId="2147475314"/>
            <ac:spMk id="13" creationId="{E01ADEE1-26A6-0660-D47A-861E588A14B5}"/>
          </ac:spMkLst>
        </pc:spChg>
        <pc:spChg chg="mod">
          <ac:chgData name="Marcus Naoum" userId="4578fcc8-dbf2-452a-b11c-6b75cc6176d4" providerId="ADAL" clId="{EE3F6CF7-E024-5100-A70A-5616DEA5C1B7}" dt="2026-10-14T07:11:55.926" v="6" actId="207"/>
          <ac:spMkLst>
            <pc:docMk/>
            <pc:sldMk cId="1304384433" sldId="2147475314"/>
            <ac:spMk id="14" creationId="{39599FE2-127A-BB0A-FB8B-3061EE8581BC}"/>
          </ac:spMkLst>
        </pc:spChg>
      </pc:sldChg>
      <pc:sldChg chg="addSp delSp modSp mod">
        <pc:chgData name="Marcus Naoum" userId="4578fcc8-dbf2-452a-b11c-6b75cc6176d4" providerId="ADAL" clId="{EE3F6CF7-E024-5100-A70A-5616DEA5C1B7}" dt="2026-10-19T22:21:00.435" v="3694" actId="478"/>
        <pc:sldMkLst>
          <pc:docMk/>
          <pc:sldMk cId="1922296058" sldId="2147475323"/>
        </pc:sldMkLst>
        <pc:spChg chg="add del mod">
          <ac:chgData name="Marcus Naoum" userId="4578fcc8-dbf2-452a-b11c-6b75cc6176d4" providerId="ADAL" clId="{EE3F6CF7-E024-5100-A70A-5616DEA5C1B7}" dt="2026-10-19T22:21:00.435" v="3694" actId="478"/>
          <ac:spMkLst>
            <pc:docMk/>
            <pc:sldMk cId="1922296058" sldId="2147475323"/>
            <ac:spMk id="4" creationId="{37ED6159-06AC-5609-E387-573A14954799}"/>
          </ac:spMkLst>
        </pc:spChg>
        <pc:spChg chg="add del mod">
          <ac:chgData name="Marcus Naoum" userId="4578fcc8-dbf2-452a-b11c-6b75cc6176d4" providerId="ADAL" clId="{EE3F6CF7-E024-5100-A70A-5616DEA5C1B7}" dt="2026-10-19T22:21:00.435" v="3694" actId="478"/>
          <ac:spMkLst>
            <pc:docMk/>
            <pc:sldMk cId="1922296058" sldId="2147475323"/>
            <ac:spMk id="7" creationId="{A66FB4B1-C7A6-2929-5965-10486DC22DBF}"/>
          </ac:spMkLst>
        </pc:spChg>
        <pc:spChg chg="add del mod">
          <ac:chgData name="Marcus Naoum" userId="4578fcc8-dbf2-452a-b11c-6b75cc6176d4" providerId="ADAL" clId="{EE3F6CF7-E024-5100-A70A-5616DEA5C1B7}" dt="2026-10-19T22:21:00.435" v="3694" actId="478"/>
          <ac:spMkLst>
            <pc:docMk/>
            <pc:sldMk cId="1922296058" sldId="2147475323"/>
            <ac:spMk id="8" creationId="{8CAC71B2-F616-4F6C-0375-8F31A63A9C49}"/>
          </ac:spMkLst>
        </pc:spChg>
        <pc:spChg chg="mod">
          <ac:chgData name="Marcus Naoum" userId="4578fcc8-dbf2-452a-b11c-6b75cc6176d4" providerId="ADAL" clId="{EE3F6CF7-E024-5100-A70A-5616DEA5C1B7}" dt="2026-10-14T07:22:43.722" v="381" actId="207"/>
          <ac:spMkLst>
            <pc:docMk/>
            <pc:sldMk cId="1922296058" sldId="2147475323"/>
            <ac:spMk id="14" creationId="{15B0D0C6-2A12-4A64-5CA6-AFD820857D29}"/>
          </ac:spMkLst>
        </pc:spChg>
        <pc:spChg chg="mod">
          <ac:chgData name="Marcus Naoum" userId="4578fcc8-dbf2-452a-b11c-6b75cc6176d4" providerId="ADAL" clId="{EE3F6CF7-E024-5100-A70A-5616DEA5C1B7}" dt="2026-10-16T01:09:00.097" v="2688" actId="403"/>
          <ac:spMkLst>
            <pc:docMk/>
            <pc:sldMk cId="1922296058" sldId="2147475323"/>
            <ac:spMk id="287" creationId="{00000000-0000-0000-0000-000000000000}"/>
          </ac:spMkLst>
        </pc:spChg>
        <pc:spChg chg="mod">
          <ac:chgData name="Marcus Naoum" userId="4578fcc8-dbf2-452a-b11c-6b75cc6176d4" providerId="ADAL" clId="{EE3F6CF7-E024-5100-A70A-5616DEA5C1B7}" dt="2026-10-16T01:09:00.097" v="2688" actId="403"/>
          <ac:spMkLst>
            <pc:docMk/>
            <pc:sldMk cId="1922296058" sldId="2147475323"/>
            <ac:spMk id="293" creationId="{00000000-0000-0000-0000-000000000000}"/>
          </ac:spMkLst>
        </pc:spChg>
        <pc:spChg chg="mod">
          <ac:chgData name="Marcus Naoum" userId="4578fcc8-dbf2-452a-b11c-6b75cc6176d4" providerId="ADAL" clId="{EE3F6CF7-E024-5100-A70A-5616DEA5C1B7}" dt="2026-10-16T01:09:00.097" v="2688" actId="403"/>
          <ac:spMkLst>
            <pc:docMk/>
            <pc:sldMk cId="1922296058" sldId="2147475323"/>
            <ac:spMk id="299" creationId="{00000000-0000-0000-0000-000000000000}"/>
          </ac:spMkLst>
        </pc:spChg>
      </pc:sldChg>
      <pc:sldChg chg="addSp delSp modSp mod">
        <pc:chgData name="Marcus Naoum" userId="4578fcc8-dbf2-452a-b11c-6b75cc6176d4" providerId="ADAL" clId="{EE3F6CF7-E024-5100-A70A-5616DEA5C1B7}" dt="2026-10-16T00:19:46.531" v="2116" actId="20577"/>
        <pc:sldMkLst>
          <pc:docMk/>
          <pc:sldMk cId="1922296058" sldId="2147475324"/>
        </pc:sldMkLst>
        <pc:spChg chg="mod">
          <ac:chgData name="Marcus Naoum" userId="4578fcc8-dbf2-452a-b11c-6b75cc6176d4" providerId="ADAL" clId="{EE3F6CF7-E024-5100-A70A-5616DEA5C1B7}" dt="2026-10-14T07:22:36.019" v="379" actId="108"/>
          <ac:spMkLst>
            <pc:docMk/>
            <pc:sldMk cId="1922296058" sldId="2147475324"/>
            <ac:spMk id="14" creationId="{15B0D0C6-2A12-4A64-5CA6-AFD820857D29}"/>
          </ac:spMkLst>
        </pc:spChg>
        <pc:spChg chg="mod">
          <ac:chgData name="Marcus Naoum" userId="4578fcc8-dbf2-452a-b11c-6b75cc6176d4" providerId="ADAL" clId="{EE3F6CF7-E024-5100-A70A-5616DEA5C1B7}" dt="2026-10-16T00:19:46.531" v="2116" actId="20577"/>
          <ac:spMkLst>
            <pc:docMk/>
            <pc:sldMk cId="1922296058" sldId="2147475324"/>
            <ac:spMk id="25" creationId="{7C642996-8561-33B3-8D02-7B92372F99A9}"/>
          </ac:spMkLst>
        </pc:spChg>
        <pc:spChg chg="mod">
          <ac:chgData name="Marcus Naoum" userId="4578fcc8-dbf2-452a-b11c-6b75cc6176d4" providerId="ADAL" clId="{EE3F6CF7-E024-5100-A70A-5616DEA5C1B7}" dt="2026-10-16T00:13:48.920" v="1966" actId="1076"/>
          <ac:spMkLst>
            <pc:docMk/>
            <pc:sldMk cId="1922296058" sldId="2147475324"/>
            <ac:spMk id="30" creationId="{28DA5C6F-52C4-3136-5811-83E0899FCC5D}"/>
          </ac:spMkLst>
        </pc:spChg>
        <pc:spChg chg="mod">
          <ac:chgData name="Marcus Naoum" userId="4578fcc8-dbf2-452a-b11c-6b75cc6176d4" providerId="ADAL" clId="{EE3F6CF7-E024-5100-A70A-5616DEA5C1B7}" dt="2026-10-16T00:14:13.299" v="1982" actId="20577"/>
          <ac:spMkLst>
            <pc:docMk/>
            <pc:sldMk cId="1922296058" sldId="2147475324"/>
            <ac:spMk id="32" creationId="{61E92355-C77C-799F-E8CF-6B42215458B5}"/>
          </ac:spMkLst>
        </pc:spChg>
      </pc:sldChg>
      <pc:sldChg chg="addSp delSp modSp mod">
        <pc:chgData name="Marcus Naoum" userId="4578fcc8-dbf2-452a-b11c-6b75cc6176d4" providerId="ADAL" clId="{EE3F6CF7-E024-5100-A70A-5616DEA5C1B7}" dt="2026-10-19T22:24:45.671" v="3780" actId="14100"/>
        <pc:sldMkLst>
          <pc:docMk/>
          <pc:sldMk cId="1922296058" sldId="2147475326"/>
        </pc:sldMkLst>
        <pc:spChg chg="mod">
          <ac:chgData name="Marcus Naoum" userId="4578fcc8-dbf2-452a-b11c-6b75cc6176d4" providerId="ADAL" clId="{EE3F6CF7-E024-5100-A70A-5616DEA5C1B7}" dt="2026-10-16T00:27:45.323" v="2199" actId="122"/>
          <ac:spMkLst>
            <pc:docMk/>
            <pc:sldMk cId="1922296058" sldId="2147475326"/>
            <ac:spMk id="4" creationId="{BB1E0741-CDB5-BC92-E490-3AAE4871C536}"/>
          </ac:spMkLst>
        </pc:spChg>
        <pc:spChg chg="mod">
          <ac:chgData name="Marcus Naoum" userId="4578fcc8-dbf2-452a-b11c-6b75cc6176d4" providerId="ADAL" clId="{EE3F6CF7-E024-5100-A70A-5616DEA5C1B7}" dt="2026-10-16T00:27:45.323" v="2199" actId="122"/>
          <ac:spMkLst>
            <pc:docMk/>
            <pc:sldMk cId="1922296058" sldId="2147475326"/>
            <ac:spMk id="14" creationId="{15B0D0C6-2A12-4A64-5CA6-AFD820857D29}"/>
          </ac:spMkLst>
        </pc:spChg>
        <pc:spChg chg="mod">
          <ac:chgData name="Marcus Naoum" userId="4578fcc8-dbf2-452a-b11c-6b75cc6176d4" providerId="ADAL" clId="{EE3F6CF7-E024-5100-A70A-5616DEA5C1B7}" dt="2026-10-16T00:41:03.317" v="2461" actId="208"/>
          <ac:spMkLst>
            <pc:docMk/>
            <pc:sldMk cId="1922296058" sldId="2147475326"/>
            <ac:spMk id="18" creationId="{9D47F020-0DBA-9AC2-1364-4EEA397A585C}"/>
          </ac:spMkLst>
        </pc:spChg>
        <pc:spChg chg="mod">
          <ac:chgData name="Marcus Naoum" userId="4578fcc8-dbf2-452a-b11c-6b75cc6176d4" providerId="ADAL" clId="{EE3F6CF7-E024-5100-A70A-5616DEA5C1B7}" dt="2026-10-16T00:40:50.435" v="2454"/>
          <ac:spMkLst>
            <pc:docMk/>
            <pc:sldMk cId="1922296058" sldId="2147475326"/>
            <ac:spMk id="21" creationId="{85D2A6FF-B1E2-9A8B-DE3E-E7C7155DAE66}"/>
          </ac:spMkLst>
        </pc:spChg>
        <pc:spChg chg="mod">
          <ac:chgData name="Marcus Naoum" userId="4578fcc8-dbf2-452a-b11c-6b75cc6176d4" providerId="ADAL" clId="{EE3F6CF7-E024-5100-A70A-5616DEA5C1B7}" dt="2026-10-16T00:40:46.044" v="2452"/>
          <ac:spMkLst>
            <pc:docMk/>
            <pc:sldMk cId="1922296058" sldId="2147475326"/>
            <ac:spMk id="24" creationId="{A1B63DC3-2D5D-ED02-540A-8CAB295C9017}"/>
          </ac:spMkLst>
        </pc:spChg>
        <pc:spChg chg="mod">
          <ac:chgData name="Marcus Naoum" userId="4578fcc8-dbf2-452a-b11c-6b75cc6176d4" providerId="ADAL" clId="{EE3F6CF7-E024-5100-A70A-5616DEA5C1B7}" dt="2026-10-16T00:41:03.317" v="2461" actId="208"/>
          <ac:spMkLst>
            <pc:docMk/>
            <pc:sldMk cId="1922296058" sldId="2147475326"/>
            <ac:spMk id="25" creationId="{F5A4A32A-1749-9756-FB13-1A03EB4B718C}"/>
          </ac:spMkLst>
        </pc:spChg>
        <pc:spChg chg="mod">
          <ac:chgData name="Marcus Naoum" userId="4578fcc8-dbf2-452a-b11c-6b75cc6176d4" providerId="ADAL" clId="{EE3F6CF7-E024-5100-A70A-5616DEA5C1B7}" dt="2026-10-16T00:41:03.317" v="2461" actId="208"/>
          <ac:spMkLst>
            <pc:docMk/>
            <pc:sldMk cId="1922296058" sldId="2147475326"/>
            <ac:spMk id="26" creationId="{47B8268F-5BF9-1FFE-3BD4-4C8271CEBDFF}"/>
          </ac:spMkLst>
        </pc:spChg>
        <pc:spChg chg="mod">
          <ac:chgData name="Marcus Naoum" userId="4578fcc8-dbf2-452a-b11c-6b75cc6176d4" providerId="ADAL" clId="{EE3F6CF7-E024-5100-A70A-5616DEA5C1B7}" dt="2026-10-16T01:09:17.953" v="2690" actId="20577"/>
          <ac:spMkLst>
            <pc:docMk/>
            <pc:sldMk cId="1922296058" sldId="2147475326"/>
            <ac:spMk id="27" creationId="{FF6AFC5F-1A17-406E-03E4-61BBACA92E6D}"/>
          </ac:spMkLst>
        </pc:spChg>
        <pc:spChg chg="mod">
          <ac:chgData name="Marcus Naoum" userId="4578fcc8-dbf2-452a-b11c-6b75cc6176d4" providerId="ADAL" clId="{EE3F6CF7-E024-5100-A70A-5616DEA5C1B7}" dt="2026-10-16T00:40:46.044" v="2452"/>
          <ac:spMkLst>
            <pc:docMk/>
            <pc:sldMk cId="1922296058" sldId="2147475326"/>
            <ac:spMk id="28" creationId="{768E263B-866A-AE89-2017-49F6BD5A85EF}"/>
          </ac:spMkLst>
        </pc:spChg>
        <pc:spChg chg="mod">
          <ac:chgData name="Marcus Naoum" userId="4578fcc8-dbf2-452a-b11c-6b75cc6176d4" providerId="ADAL" clId="{EE3F6CF7-E024-5100-A70A-5616DEA5C1B7}" dt="2026-10-16T00:40:46.044" v="2452"/>
          <ac:spMkLst>
            <pc:docMk/>
            <pc:sldMk cId="1922296058" sldId="2147475326"/>
            <ac:spMk id="29" creationId="{CC2BE861-F094-B40E-37FC-C675DEB4C87E}"/>
          </ac:spMkLst>
        </pc:spChg>
        <pc:spChg chg="mod">
          <ac:chgData name="Marcus Naoum" userId="4578fcc8-dbf2-452a-b11c-6b75cc6176d4" providerId="ADAL" clId="{EE3F6CF7-E024-5100-A70A-5616DEA5C1B7}" dt="2026-10-16T00:41:00.627" v="2460" actId="208"/>
          <ac:spMkLst>
            <pc:docMk/>
            <pc:sldMk cId="1922296058" sldId="2147475326"/>
            <ac:spMk id="30" creationId="{174D15DF-155A-49CD-2926-DE7F65466F3D}"/>
          </ac:spMkLst>
        </pc:spChg>
        <pc:spChg chg="mod">
          <ac:chgData name="Marcus Naoum" userId="4578fcc8-dbf2-452a-b11c-6b75cc6176d4" providerId="ADAL" clId="{EE3F6CF7-E024-5100-A70A-5616DEA5C1B7}" dt="2026-10-16T00:40:52.720" v="2458"/>
          <ac:spMkLst>
            <pc:docMk/>
            <pc:sldMk cId="1922296058" sldId="2147475326"/>
            <ac:spMk id="31" creationId="{EC0A89B0-892F-6A64-519A-E5CE9A0F3776}"/>
          </ac:spMkLst>
        </pc:spChg>
        <pc:spChg chg="mod">
          <ac:chgData name="Marcus Naoum" userId="4578fcc8-dbf2-452a-b11c-6b75cc6176d4" providerId="ADAL" clId="{EE3F6CF7-E024-5100-A70A-5616DEA5C1B7}" dt="2026-10-16T00:41:00.627" v="2460" actId="208"/>
          <ac:spMkLst>
            <pc:docMk/>
            <pc:sldMk cId="1922296058" sldId="2147475326"/>
            <ac:spMk id="32" creationId="{929AA29A-A2DF-4EEE-4EF1-8642469BF05D}"/>
          </ac:spMkLst>
        </pc:spChg>
        <pc:spChg chg="mod">
          <ac:chgData name="Marcus Naoum" userId="4578fcc8-dbf2-452a-b11c-6b75cc6176d4" providerId="ADAL" clId="{EE3F6CF7-E024-5100-A70A-5616DEA5C1B7}" dt="2026-10-16T00:40:51.798" v="2456"/>
          <ac:spMkLst>
            <pc:docMk/>
            <pc:sldMk cId="1922296058" sldId="2147475326"/>
            <ac:spMk id="33" creationId="{410197CE-9390-AA27-3EF6-4483C0F7A6B6}"/>
          </ac:spMkLst>
        </pc:spChg>
        <pc:spChg chg="mod">
          <ac:chgData name="Marcus Naoum" userId="4578fcc8-dbf2-452a-b11c-6b75cc6176d4" providerId="ADAL" clId="{EE3F6CF7-E024-5100-A70A-5616DEA5C1B7}" dt="2026-10-16T00:40:46.044" v="2452"/>
          <ac:spMkLst>
            <pc:docMk/>
            <pc:sldMk cId="1922296058" sldId="2147475326"/>
            <ac:spMk id="34" creationId="{6378B3FE-386E-0F03-76D9-7D135C76131F}"/>
          </ac:spMkLst>
        </pc:spChg>
        <pc:spChg chg="mod">
          <ac:chgData name="Marcus Naoum" userId="4578fcc8-dbf2-452a-b11c-6b75cc6176d4" providerId="ADAL" clId="{EE3F6CF7-E024-5100-A70A-5616DEA5C1B7}" dt="2026-10-16T00:40:46.044" v="2452"/>
          <ac:spMkLst>
            <pc:docMk/>
            <pc:sldMk cId="1922296058" sldId="2147475326"/>
            <ac:spMk id="35" creationId="{542E6DAF-927D-C83D-008E-A4F58A33033E}"/>
          </ac:spMkLst>
        </pc:spChg>
        <pc:spChg chg="mod">
          <ac:chgData name="Marcus Naoum" userId="4578fcc8-dbf2-452a-b11c-6b75cc6176d4" providerId="ADAL" clId="{EE3F6CF7-E024-5100-A70A-5616DEA5C1B7}" dt="2026-10-16T00:16:36.467" v="2100" actId="1076"/>
          <ac:spMkLst>
            <pc:docMk/>
            <pc:sldMk cId="1922296058" sldId="2147475326"/>
            <ac:spMk id="910" creationId="{00000000-0000-0000-0000-000000000000}"/>
          </ac:spMkLst>
        </pc:spChg>
        <pc:spChg chg="mod">
          <ac:chgData name="Marcus Naoum" userId="4578fcc8-dbf2-452a-b11c-6b75cc6176d4" providerId="ADAL" clId="{EE3F6CF7-E024-5100-A70A-5616DEA5C1B7}" dt="2026-10-16T00:16:36.467" v="2100" actId="1076"/>
          <ac:spMkLst>
            <pc:docMk/>
            <pc:sldMk cId="1922296058" sldId="2147475326"/>
            <ac:spMk id="911" creationId="{00000000-0000-0000-0000-000000000000}"/>
          </ac:spMkLst>
        </pc:spChg>
        <pc:spChg chg="mod">
          <ac:chgData name="Marcus Naoum" userId="4578fcc8-dbf2-452a-b11c-6b75cc6176d4" providerId="ADAL" clId="{EE3F6CF7-E024-5100-A70A-5616DEA5C1B7}" dt="2026-10-16T00:16:36.467" v="2100" actId="1076"/>
          <ac:spMkLst>
            <pc:docMk/>
            <pc:sldMk cId="1922296058" sldId="2147475326"/>
            <ac:spMk id="912" creationId="{00000000-0000-0000-0000-000000000000}"/>
          </ac:spMkLst>
        </pc:spChg>
        <pc:spChg chg="mod">
          <ac:chgData name="Marcus Naoum" userId="4578fcc8-dbf2-452a-b11c-6b75cc6176d4" providerId="ADAL" clId="{EE3F6CF7-E024-5100-A70A-5616DEA5C1B7}" dt="2026-10-16T00:16:36.467" v="2100" actId="1076"/>
          <ac:spMkLst>
            <pc:docMk/>
            <pc:sldMk cId="1922296058" sldId="2147475326"/>
            <ac:spMk id="913" creationId="{00000000-0000-0000-0000-000000000000}"/>
          </ac:spMkLst>
        </pc:spChg>
        <pc:spChg chg="mod">
          <ac:chgData name="Marcus Naoum" userId="4578fcc8-dbf2-452a-b11c-6b75cc6176d4" providerId="ADAL" clId="{EE3F6CF7-E024-5100-A70A-5616DEA5C1B7}" dt="2026-10-16T00:16:36.467" v="2100" actId="1076"/>
          <ac:spMkLst>
            <pc:docMk/>
            <pc:sldMk cId="1922296058" sldId="2147475326"/>
            <ac:spMk id="914" creationId="{00000000-0000-0000-0000-000000000000}"/>
          </ac:spMkLst>
        </pc:spChg>
        <pc:spChg chg="mod">
          <ac:chgData name="Marcus Naoum" userId="4578fcc8-dbf2-452a-b11c-6b75cc6176d4" providerId="ADAL" clId="{EE3F6CF7-E024-5100-A70A-5616DEA5C1B7}" dt="2026-10-16T00:16:36.467" v="2100" actId="1076"/>
          <ac:spMkLst>
            <pc:docMk/>
            <pc:sldMk cId="1922296058" sldId="2147475326"/>
            <ac:spMk id="915" creationId="{00000000-0000-0000-0000-000000000000}"/>
          </ac:spMkLst>
        </pc:spChg>
        <pc:picChg chg="add mod">
          <ac:chgData name="Marcus Naoum" userId="4578fcc8-dbf2-452a-b11c-6b75cc6176d4" providerId="ADAL" clId="{EE3F6CF7-E024-5100-A70A-5616DEA5C1B7}" dt="2026-10-19T22:24:45.671" v="3780" actId="14100"/>
          <ac:picMkLst>
            <pc:docMk/>
            <pc:sldMk cId="1922296058" sldId="2147475326"/>
            <ac:picMk id="5" creationId="{66A40633-EC6F-C237-8D76-91DB09C7B6C3}"/>
          </ac:picMkLst>
        </pc:picChg>
      </pc:sldChg>
      <pc:sldChg chg="addSp delSp modSp mod">
        <pc:chgData name="Marcus Naoum" userId="4578fcc8-dbf2-452a-b11c-6b75cc6176d4" providerId="ADAL" clId="{EE3F6CF7-E024-5100-A70A-5616DEA5C1B7}" dt="2026-10-19T22:25:18.572" v="3788" actId="1076"/>
        <pc:sldMkLst>
          <pc:docMk/>
          <pc:sldMk cId="1922296058" sldId="2147475327"/>
        </pc:sldMkLst>
        <pc:spChg chg="mod">
          <ac:chgData name="Marcus Naoum" userId="4578fcc8-dbf2-452a-b11c-6b75cc6176d4" providerId="ADAL" clId="{EE3F6CF7-E024-5100-A70A-5616DEA5C1B7}" dt="2026-10-16T00:27:36.929" v="2197" actId="403"/>
          <ac:spMkLst>
            <pc:docMk/>
            <pc:sldMk cId="1922296058" sldId="2147475327"/>
            <ac:spMk id="4" creationId="{A53A4BF5-E4DC-F96B-9C0A-FF89D0016AB8}"/>
          </ac:spMkLst>
        </pc:spChg>
        <pc:spChg chg="mod">
          <ac:chgData name="Marcus Naoum" userId="4578fcc8-dbf2-452a-b11c-6b75cc6176d4" providerId="ADAL" clId="{EE3F6CF7-E024-5100-A70A-5616DEA5C1B7}" dt="2026-10-16T00:41:29.751" v="2477" actId="208"/>
          <ac:spMkLst>
            <pc:docMk/>
            <pc:sldMk cId="1922296058" sldId="2147475327"/>
            <ac:spMk id="9" creationId="{15B8DA46-70C7-597B-569A-45295EC0EF81}"/>
          </ac:spMkLst>
        </pc:spChg>
        <pc:spChg chg="mod">
          <ac:chgData name="Marcus Naoum" userId="4578fcc8-dbf2-452a-b11c-6b75cc6176d4" providerId="ADAL" clId="{EE3F6CF7-E024-5100-A70A-5616DEA5C1B7}" dt="2026-10-16T00:41:20.916" v="2471"/>
          <ac:spMkLst>
            <pc:docMk/>
            <pc:sldMk cId="1922296058" sldId="2147475327"/>
            <ac:spMk id="11" creationId="{98EA2BF0-611B-63FE-64A7-D54AB9272924}"/>
          </ac:spMkLst>
        </pc:spChg>
        <pc:spChg chg="mod">
          <ac:chgData name="Marcus Naoum" userId="4578fcc8-dbf2-452a-b11c-6b75cc6176d4" providerId="ADAL" clId="{EE3F6CF7-E024-5100-A70A-5616DEA5C1B7}" dt="2026-10-16T00:27:38.991" v="2198" actId="122"/>
          <ac:spMkLst>
            <pc:docMk/>
            <pc:sldMk cId="1922296058" sldId="2147475327"/>
            <ac:spMk id="14" creationId="{15B0D0C6-2A12-4A64-5CA6-AFD820857D29}"/>
          </ac:spMkLst>
        </pc:spChg>
        <pc:spChg chg="mod">
          <ac:chgData name="Marcus Naoum" userId="4578fcc8-dbf2-452a-b11c-6b75cc6176d4" providerId="ADAL" clId="{EE3F6CF7-E024-5100-A70A-5616DEA5C1B7}" dt="2026-10-16T00:41:17.028" v="2467"/>
          <ac:spMkLst>
            <pc:docMk/>
            <pc:sldMk cId="1922296058" sldId="2147475327"/>
            <ac:spMk id="19" creationId="{8D3ACF9C-960A-22A7-201E-D1D2DF60E179}"/>
          </ac:spMkLst>
        </pc:spChg>
        <pc:spChg chg="mod">
          <ac:chgData name="Marcus Naoum" userId="4578fcc8-dbf2-452a-b11c-6b75cc6176d4" providerId="ADAL" clId="{EE3F6CF7-E024-5100-A70A-5616DEA5C1B7}" dt="2026-10-16T00:41:29.751" v="2477" actId="208"/>
          <ac:spMkLst>
            <pc:docMk/>
            <pc:sldMk cId="1922296058" sldId="2147475327"/>
            <ac:spMk id="25" creationId="{4CE78083-E061-9054-32CB-7DB1F48A448D}"/>
          </ac:spMkLst>
        </pc:spChg>
        <pc:spChg chg="mod">
          <ac:chgData name="Marcus Naoum" userId="4578fcc8-dbf2-452a-b11c-6b75cc6176d4" providerId="ADAL" clId="{EE3F6CF7-E024-5100-A70A-5616DEA5C1B7}" dt="2026-10-16T00:41:29.751" v="2477" actId="208"/>
          <ac:spMkLst>
            <pc:docMk/>
            <pc:sldMk cId="1922296058" sldId="2147475327"/>
            <ac:spMk id="26" creationId="{E6ECEEB0-5B4E-2DAE-C5E9-9968DDED006E}"/>
          </ac:spMkLst>
        </pc:spChg>
        <pc:spChg chg="mod">
          <ac:chgData name="Marcus Naoum" userId="4578fcc8-dbf2-452a-b11c-6b75cc6176d4" providerId="ADAL" clId="{EE3F6CF7-E024-5100-A70A-5616DEA5C1B7}" dt="2026-10-16T01:09:21.883" v="2691" actId="20577"/>
          <ac:spMkLst>
            <pc:docMk/>
            <pc:sldMk cId="1922296058" sldId="2147475327"/>
            <ac:spMk id="27" creationId="{9AD63DD1-9DCB-91B8-35EE-67944384A3E1}"/>
          </ac:spMkLst>
        </pc:spChg>
        <pc:spChg chg="mod">
          <ac:chgData name="Marcus Naoum" userId="4578fcc8-dbf2-452a-b11c-6b75cc6176d4" providerId="ADAL" clId="{EE3F6CF7-E024-5100-A70A-5616DEA5C1B7}" dt="2026-10-16T00:41:17.028" v="2467"/>
          <ac:spMkLst>
            <pc:docMk/>
            <pc:sldMk cId="1922296058" sldId="2147475327"/>
            <ac:spMk id="29" creationId="{CAEE8E21-7F9A-B280-A922-ADBF6778FD8A}"/>
          </ac:spMkLst>
        </pc:spChg>
        <pc:spChg chg="mod">
          <ac:chgData name="Marcus Naoum" userId="4578fcc8-dbf2-452a-b11c-6b75cc6176d4" providerId="ADAL" clId="{EE3F6CF7-E024-5100-A70A-5616DEA5C1B7}" dt="2026-10-16T00:41:27.476" v="2476" actId="208"/>
          <ac:spMkLst>
            <pc:docMk/>
            <pc:sldMk cId="1922296058" sldId="2147475327"/>
            <ac:spMk id="30" creationId="{0612A60A-EA74-66C0-16CC-A58ADEE6B5AB}"/>
          </ac:spMkLst>
        </pc:spChg>
        <pc:spChg chg="mod">
          <ac:chgData name="Marcus Naoum" userId="4578fcc8-dbf2-452a-b11c-6b75cc6176d4" providerId="ADAL" clId="{EE3F6CF7-E024-5100-A70A-5616DEA5C1B7}" dt="2026-10-16T00:41:22.774" v="2475"/>
          <ac:spMkLst>
            <pc:docMk/>
            <pc:sldMk cId="1922296058" sldId="2147475327"/>
            <ac:spMk id="31" creationId="{DE4582C1-D886-DC1B-881B-27C4BABB5F59}"/>
          </ac:spMkLst>
        </pc:spChg>
        <pc:spChg chg="mod">
          <ac:chgData name="Marcus Naoum" userId="4578fcc8-dbf2-452a-b11c-6b75cc6176d4" providerId="ADAL" clId="{EE3F6CF7-E024-5100-A70A-5616DEA5C1B7}" dt="2026-10-16T00:41:27.476" v="2476" actId="208"/>
          <ac:spMkLst>
            <pc:docMk/>
            <pc:sldMk cId="1922296058" sldId="2147475327"/>
            <ac:spMk id="32" creationId="{03BE86B7-4E55-F45D-B2AF-4B30CFDAE134}"/>
          </ac:spMkLst>
        </pc:spChg>
        <pc:spChg chg="mod">
          <ac:chgData name="Marcus Naoum" userId="4578fcc8-dbf2-452a-b11c-6b75cc6176d4" providerId="ADAL" clId="{EE3F6CF7-E024-5100-A70A-5616DEA5C1B7}" dt="2026-10-16T00:41:21.731" v="2473"/>
          <ac:spMkLst>
            <pc:docMk/>
            <pc:sldMk cId="1922296058" sldId="2147475327"/>
            <ac:spMk id="33" creationId="{5A165B5A-DDF0-1042-891B-87CE68C90C37}"/>
          </ac:spMkLst>
        </pc:spChg>
        <pc:spChg chg="mod">
          <ac:chgData name="Marcus Naoum" userId="4578fcc8-dbf2-452a-b11c-6b75cc6176d4" providerId="ADAL" clId="{EE3F6CF7-E024-5100-A70A-5616DEA5C1B7}" dt="2026-10-16T00:41:17.028" v="2467"/>
          <ac:spMkLst>
            <pc:docMk/>
            <pc:sldMk cId="1922296058" sldId="2147475327"/>
            <ac:spMk id="34" creationId="{D4156406-4666-DCA5-8C32-C3DEF8D036DC}"/>
          </ac:spMkLst>
        </pc:spChg>
        <pc:spChg chg="mod">
          <ac:chgData name="Marcus Naoum" userId="4578fcc8-dbf2-452a-b11c-6b75cc6176d4" providerId="ADAL" clId="{EE3F6CF7-E024-5100-A70A-5616DEA5C1B7}" dt="2026-10-16T00:16:41.350" v="2101" actId="1076"/>
          <ac:spMkLst>
            <pc:docMk/>
            <pc:sldMk cId="1922296058" sldId="2147475327"/>
            <ac:spMk id="910" creationId="{00000000-0000-0000-0000-000000000000}"/>
          </ac:spMkLst>
        </pc:spChg>
        <pc:spChg chg="mod">
          <ac:chgData name="Marcus Naoum" userId="4578fcc8-dbf2-452a-b11c-6b75cc6176d4" providerId="ADAL" clId="{EE3F6CF7-E024-5100-A70A-5616DEA5C1B7}" dt="2026-10-16T00:16:41.350" v="2101" actId="1076"/>
          <ac:spMkLst>
            <pc:docMk/>
            <pc:sldMk cId="1922296058" sldId="2147475327"/>
            <ac:spMk id="911" creationId="{00000000-0000-0000-0000-000000000000}"/>
          </ac:spMkLst>
        </pc:spChg>
        <pc:spChg chg="mod">
          <ac:chgData name="Marcus Naoum" userId="4578fcc8-dbf2-452a-b11c-6b75cc6176d4" providerId="ADAL" clId="{EE3F6CF7-E024-5100-A70A-5616DEA5C1B7}" dt="2026-10-16T00:16:41.350" v="2101" actId="1076"/>
          <ac:spMkLst>
            <pc:docMk/>
            <pc:sldMk cId="1922296058" sldId="2147475327"/>
            <ac:spMk id="912" creationId="{00000000-0000-0000-0000-000000000000}"/>
          </ac:spMkLst>
        </pc:spChg>
        <pc:spChg chg="mod">
          <ac:chgData name="Marcus Naoum" userId="4578fcc8-dbf2-452a-b11c-6b75cc6176d4" providerId="ADAL" clId="{EE3F6CF7-E024-5100-A70A-5616DEA5C1B7}" dt="2026-10-16T00:16:41.350" v="2101" actId="1076"/>
          <ac:spMkLst>
            <pc:docMk/>
            <pc:sldMk cId="1922296058" sldId="2147475327"/>
            <ac:spMk id="913" creationId="{00000000-0000-0000-0000-000000000000}"/>
          </ac:spMkLst>
        </pc:spChg>
        <pc:spChg chg="mod">
          <ac:chgData name="Marcus Naoum" userId="4578fcc8-dbf2-452a-b11c-6b75cc6176d4" providerId="ADAL" clId="{EE3F6CF7-E024-5100-A70A-5616DEA5C1B7}" dt="2026-10-16T00:16:41.350" v="2101" actId="1076"/>
          <ac:spMkLst>
            <pc:docMk/>
            <pc:sldMk cId="1922296058" sldId="2147475327"/>
            <ac:spMk id="914" creationId="{00000000-0000-0000-0000-000000000000}"/>
          </ac:spMkLst>
        </pc:spChg>
        <pc:grpChg chg="mod">
          <ac:chgData name="Marcus Naoum" userId="4578fcc8-dbf2-452a-b11c-6b75cc6176d4" providerId="ADAL" clId="{EE3F6CF7-E024-5100-A70A-5616DEA5C1B7}" dt="2026-10-16T00:41:19.402" v="2469" actId="1076"/>
          <ac:grpSpMkLst>
            <pc:docMk/>
            <pc:sldMk cId="1922296058" sldId="2147475327"/>
            <ac:grpSpMk id="7" creationId="{D45DBD3A-9059-5F02-DF2F-F21FA42552F9}"/>
          </ac:grpSpMkLst>
        </pc:grpChg>
        <pc:picChg chg="add mod">
          <ac:chgData name="Marcus Naoum" userId="4578fcc8-dbf2-452a-b11c-6b75cc6176d4" providerId="ADAL" clId="{EE3F6CF7-E024-5100-A70A-5616DEA5C1B7}" dt="2026-10-19T22:25:18.572" v="3788" actId="1076"/>
          <ac:picMkLst>
            <pc:docMk/>
            <pc:sldMk cId="1922296058" sldId="2147475327"/>
            <ac:picMk id="5" creationId="{8B42A0F6-A842-3898-8BFF-C54FB1982DC3}"/>
          </ac:picMkLst>
        </pc:picChg>
      </pc:sldChg>
      <pc:sldChg chg="addSp delSp modSp mod">
        <pc:chgData name="Marcus Naoum" userId="4578fcc8-dbf2-452a-b11c-6b75cc6176d4" providerId="ADAL" clId="{EE3F6CF7-E024-5100-A70A-5616DEA5C1B7}" dt="2026-10-16T00:55:59.183" v="2607" actId="114"/>
        <pc:sldMkLst>
          <pc:docMk/>
          <pc:sldMk cId="1922296058" sldId="2147475331"/>
        </pc:sldMkLst>
        <pc:spChg chg="mod">
          <ac:chgData name="Marcus Naoum" userId="4578fcc8-dbf2-452a-b11c-6b75cc6176d4" providerId="ADAL" clId="{EE3F6CF7-E024-5100-A70A-5616DEA5C1B7}" dt="2026-10-16T00:55:59.183" v="2607" actId="114"/>
          <ac:spMkLst>
            <pc:docMk/>
            <pc:sldMk cId="1922296058" sldId="2147475331"/>
            <ac:spMk id="14" creationId="{15B0D0C6-2A12-4A64-5CA6-AFD820857D29}"/>
          </ac:spMkLst>
        </pc:spChg>
        <pc:spChg chg="mod">
          <ac:chgData name="Marcus Naoum" userId="4578fcc8-dbf2-452a-b11c-6b75cc6176d4" providerId="ADAL" clId="{EE3F6CF7-E024-5100-A70A-5616DEA5C1B7}" dt="2026-10-16T00:54:10.298" v="2495"/>
          <ac:spMkLst>
            <pc:docMk/>
            <pc:sldMk cId="1922296058" sldId="2147475331"/>
            <ac:spMk id="15" creationId="{27A04183-3484-FD44-9870-ADAC83250DFD}"/>
          </ac:spMkLst>
        </pc:spChg>
        <pc:spChg chg="mod">
          <ac:chgData name="Marcus Naoum" userId="4578fcc8-dbf2-452a-b11c-6b75cc6176d4" providerId="ADAL" clId="{EE3F6CF7-E024-5100-A70A-5616DEA5C1B7}" dt="2026-10-16T00:54:28.693" v="2498" actId="20577"/>
          <ac:spMkLst>
            <pc:docMk/>
            <pc:sldMk cId="1922296058" sldId="2147475331"/>
            <ac:spMk id="16" creationId="{12DAD65D-58AE-3E30-1F40-0DFE22BEB198}"/>
          </ac:spMkLst>
        </pc:spChg>
        <pc:spChg chg="mod">
          <ac:chgData name="Marcus Naoum" userId="4578fcc8-dbf2-452a-b11c-6b75cc6176d4" providerId="ADAL" clId="{EE3F6CF7-E024-5100-A70A-5616DEA5C1B7}" dt="2026-10-16T00:54:12.496" v="2496"/>
          <ac:spMkLst>
            <pc:docMk/>
            <pc:sldMk cId="1922296058" sldId="2147475331"/>
            <ac:spMk id="18" creationId="{BDDCBBD5-BCEE-8787-6E93-C04313A86EE0}"/>
          </ac:spMkLst>
        </pc:spChg>
        <pc:spChg chg="mod">
          <ac:chgData name="Marcus Naoum" userId="4578fcc8-dbf2-452a-b11c-6b75cc6176d4" providerId="ADAL" clId="{EE3F6CF7-E024-5100-A70A-5616DEA5C1B7}" dt="2026-10-16T00:54:38.242" v="2499" actId="20577"/>
          <ac:spMkLst>
            <pc:docMk/>
            <pc:sldMk cId="1922296058" sldId="2147475331"/>
            <ac:spMk id="19" creationId="{A7351E71-DC6B-DB82-B179-91A4A276DD2E}"/>
          </ac:spMkLst>
        </pc:spChg>
        <pc:spChg chg="mod">
          <ac:chgData name="Marcus Naoum" userId="4578fcc8-dbf2-452a-b11c-6b75cc6176d4" providerId="ADAL" clId="{EE3F6CF7-E024-5100-A70A-5616DEA5C1B7}" dt="2026-10-16T00:54:08.025" v="2494" actId="20577"/>
          <ac:spMkLst>
            <pc:docMk/>
            <pc:sldMk cId="1922296058" sldId="2147475331"/>
            <ac:spMk id="402" creationId="{00000000-0000-0000-0000-000000000000}"/>
          </ac:spMkLst>
        </pc:spChg>
        <pc:spChg chg="mod">
          <ac:chgData name="Marcus Naoum" userId="4578fcc8-dbf2-452a-b11c-6b75cc6176d4" providerId="ADAL" clId="{EE3F6CF7-E024-5100-A70A-5616DEA5C1B7}" dt="2026-10-16T00:54:25.300" v="2497" actId="20577"/>
          <ac:spMkLst>
            <pc:docMk/>
            <pc:sldMk cId="1922296058" sldId="2147475331"/>
            <ac:spMk id="403" creationId="{00000000-0000-0000-0000-000000000000}"/>
          </ac:spMkLst>
        </pc:spChg>
      </pc:sldChg>
      <pc:sldChg chg="modSp mod">
        <pc:chgData name="Marcus Naoum" userId="4578fcc8-dbf2-452a-b11c-6b75cc6176d4" providerId="ADAL" clId="{EE3F6CF7-E024-5100-A70A-5616DEA5C1B7}" dt="2026-10-16T00:27:54.485" v="2202" actId="122"/>
        <pc:sldMkLst>
          <pc:docMk/>
          <pc:sldMk cId="880272278" sldId="2147475335"/>
        </pc:sldMkLst>
        <pc:spChg chg="mod">
          <ac:chgData name="Marcus Naoum" userId="4578fcc8-dbf2-452a-b11c-6b75cc6176d4" providerId="ADAL" clId="{EE3F6CF7-E024-5100-A70A-5616DEA5C1B7}" dt="2026-10-16T00:27:54.485" v="2202" actId="122"/>
          <ac:spMkLst>
            <pc:docMk/>
            <pc:sldMk cId="880272278" sldId="2147475335"/>
            <ac:spMk id="14" creationId="{15B0D0C6-2A12-4A64-5CA6-AFD820857D29}"/>
          </ac:spMkLst>
        </pc:spChg>
        <pc:spChg chg="mod">
          <ac:chgData name="Marcus Naoum" userId="4578fcc8-dbf2-452a-b11c-6b75cc6176d4" providerId="ADAL" clId="{EE3F6CF7-E024-5100-A70A-5616DEA5C1B7}" dt="2026-10-16T00:27:54.485" v="2202" actId="122"/>
          <ac:spMkLst>
            <pc:docMk/>
            <pc:sldMk cId="880272278" sldId="2147475335"/>
            <ac:spMk id="101" creationId="{00000000-0000-0000-0000-000000000000}"/>
          </ac:spMkLst>
        </pc:spChg>
      </pc:sldChg>
      <pc:sldChg chg="modSp mod">
        <pc:chgData name="Marcus Naoum" userId="4578fcc8-dbf2-452a-b11c-6b75cc6176d4" providerId="ADAL" clId="{EE3F6CF7-E024-5100-A70A-5616DEA5C1B7}" dt="2026-10-16T00:27:47.430" v="2200" actId="122"/>
        <pc:sldMkLst>
          <pc:docMk/>
          <pc:sldMk cId="2631522827" sldId="2147475336"/>
        </pc:sldMkLst>
        <pc:spChg chg="mod">
          <ac:chgData name="Marcus Naoum" userId="4578fcc8-dbf2-452a-b11c-6b75cc6176d4" providerId="ADAL" clId="{EE3F6CF7-E024-5100-A70A-5616DEA5C1B7}" dt="2026-10-16T00:27:47.430" v="2200" actId="122"/>
          <ac:spMkLst>
            <pc:docMk/>
            <pc:sldMk cId="2631522827" sldId="2147475336"/>
            <ac:spMk id="14" creationId="{15B0D0C6-2A12-4A64-5CA6-AFD820857D29}"/>
          </ac:spMkLst>
        </pc:spChg>
        <pc:spChg chg="mod">
          <ac:chgData name="Marcus Naoum" userId="4578fcc8-dbf2-452a-b11c-6b75cc6176d4" providerId="ADAL" clId="{EE3F6CF7-E024-5100-A70A-5616DEA5C1B7}" dt="2026-10-16T00:27:47.430" v="2200" actId="122"/>
          <ac:spMkLst>
            <pc:docMk/>
            <pc:sldMk cId="2631522827" sldId="2147475336"/>
            <ac:spMk id="123" creationId="{00000000-0000-0000-0000-000000000000}"/>
          </ac:spMkLst>
        </pc:spChg>
      </pc:sldChg>
      <pc:sldChg chg="modSp mod">
        <pc:chgData name="Marcus Naoum" userId="4578fcc8-dbf2-452a-b11c-6b75cc6176d4" providerId="ADAL" clId="{EE3F6CF7-E024-5100-A70A-5616DEA5C1B7}" dt="2026-10-16T00:27:29.267" v="2192" actId="122"/>
        <pc:sldMkLst>
          <pc:docMk/>
          <pc:sldMk cId="3424755803" sldId="2147475337"/>
        </pc:sldMkLst>
        <pc:spChg chg="mod">
          <ac:chgData name="Marcus Naoum" userId="4578fcc8-dbf2-452a-b11c-6b75cc6176d4" providerId="ADAL" clId="{EE3F6CF7-E024-5100-A70A-5616DEA5C1B7}" dt="2026-10-16T00:27:29.267" v="2192" actId="122"/>
          <ac:spMkLst>
            <pc:docMk/>
            <pc:sldMk cId="3424755803" sldId="2147475337"/>
            <ac:spMk id="14" creationId="{15B0D0C6-2A12-4A64-5CA6-AFD820857D29}"/>
          </ac:spMkLst>
        </pc:spChg>
        <pc:spChg chg="mod">
          <ac:chgData name="Marcus Naoum" userId="4578fcc8-dbf2-452a-b11c-6b75cc6176d4" providerId="ADAL" clId="{EE3F6CF7-E024-5100-A70A-5616DEA5C1B7}" dt="2026-10-16T00:27:25.911" v="2191" actId="403"/>
          <ac:spMkLst>
            <pc:docMk/>
            <pc:sldMk cId="3424755803" sldId="2147475337"/>
            <ac:spMk id="145" creationId="{00000000-0000-0000-0000-000000000000}"/>
          </ac:spMkLst>
        </pc:spChg>
      </pc:sldChg>
      <pc:sldChg chg="addSp delSp modSp mod">
        <pc:chgData name="Marcus Naoum" userId="4578fcc8-dbf2-452a-b11c-6b75cc6176d4" providerId="ADAL" clId="{EE3F6CF7-E024-5100-A70A-5616DEA5C1B7}" dt="2026-10-16T00:10:14.177" v="1846" actId="20577"/>
        <pc:sldMkLst>
          <pc:docMk/>
          <pc:sldMk cId="1922296058" sldId="2147475339"/>
        </pc:sldMkLst>
        <pc:spChg chg="add del mod">
          <ac:chgData name="Marcus Naoum" userId="4578fcc8-dbf2-452a-b11c-6b75cc6176d4" providerId="ADAL" clId="{EE3F6CF7-E024-5100-A70A-5616DEA5C1B7}" dt="2026-10-15T23:51:23.855" v="1330" actId="1076"/>
          <ac:spMkLst>
            <pc:docMk/>
            <pc:sldMk cId="1922296058" sldId="2147475339"/>
            <ac:spMk id="11" creationId="{B076AED9-AB4D-53AB-AFCC-E95F1E415ABF}"/>
          </ac:spMkLst>
        </pc:spChg>
        <pc:spChg chg="add del mod">
          <ac:chgData name="Marcus Naoum" userId="4578fcc8-dbf2-452a-b11c-6b75cc6176d4" providerId="ADAL" clId="{EE3F6CF7-E024-5100-A70A-5616DEA5C1B7}" dt="2026-10-15T23:51:23.855" v="1330" actId="1076"/>
          <ac:spMkLst>
            <pc:docMk/>
            <pc:sldMk cId="1922296058" sldId="2147475339"/>
            <ac:spMk id="12" creationId="{36743AF0-2F03-1741-114F-777249CB77E4}"/>
          </ac:spMkLst>
        </pc:spChg>
        <pc:spChg chg="add del mod">
          <ac:chgData name="Marcus Naoum" userId="4578fcc8-dbf2-452a-b11c-6b75cc6176d4" providerId="ADAL" clId="{EE3F6CF7-E024-5100-A70A-5616DEA5C1B7}" dt="2026-10-15T23:51:23.855" v="1330" actId="1076"/>
          <ac:spMkLst>
            <pc:docMk/>
            <pc:sldMk cId="1922296058" sldId="2147475339"/>
            <ac:spMk id="13" creationId="{B2F9A65D-FCE2-1F19-47AE-ADB4BE932998}"/>
          </ac:spMkLst>
        </pc:spChg>
        <pc:spChg chg="add del mod">
          <ac:chgData name="Marcus Naoum" userId="4578fcc8-dbf2-452a-b11c-6b75cc6176d4" providerId="ADAL" clId="{EE3F6CF7-E024-5100-A70A-5616DEA5C1B7}" dt="2026-10-15T23:51:23.855" v="1330" actId="1076"/>
          <ac:spMkLst>
            <pc:docMk/>
            <pc:sldMk cId="1922296058" sldId="2147475339"/>
            <ac:spMk id="15" creationId="{24347B34-55C6-B9AB-EC44-B88D9FB54247}"/>
          </ac:spMkLst>
        </pc:spChg>
        <pc:spChg chg="add del mod">
          <ac:chgData name="Marcus Naoum" userId="4578fcc8-dbf2-452a-b11c-6b75cc6176d4" providerId="ADAL" clId="{EE3F6CF7-E024-5100-A70A-5616DEA5C1B7}" dt="2026-10-15T23:51:23.855" v="1330" actId="1076"/>
          <ac:spMkLst>
            <pc:docMk/>
            <pc:sldMk cId="1922296058" sldId="2147475339"/>
            <ac:spMk id="19" creationId="{E172CD25-30AF-F562-F66D-3048E07A4AB6}"/>
          </ac:spMkLst>
        </pc:spChg>
        <pc:spChg chg="add del mod">
          <ac:chgData name="Marcus Naoum" userId="4578fcc8-dbf2-452a-b11c-6b75cc6176d4" providerId="ADAL" clId="{EE3F6CF7-E024-5100-A70A-5616DEA5C1B7}" dt="2026-10-15T23:51:23.855" v="1330" actId="1076"/>
          <ac:spMkLst>
            <pc:docMk/>
            <pc:sldMk cId="1922296058" sldId="2147475339"/>
            <ac:spMk id="20" creationId="{E5C2E5FC-23A0-7CFF-8DEC-623A2560D71E}"/>
          </ac:spMkLst>
        </pc:spChg>
        <pc:spChg chg="add del mod">
          <ac:chgData name="Marcus Naoum" userId="4578fcc8-dbf2-452a-b11c-6b75cc6176d4" providerId="ADAL" clId="{EE3F6CF7-E024-5100-A70A-5616DEA5C1B7}" dt="2026-10-15T23:51:23.855" v="1330" actId="1076"/>
          <ac:spMkLst>
            <pc:docMk/>
            <pc:sldMk cId="1922296058" sldId="2147475339"/>
            <ac:spMk id="21" creationId="{12A4D3CE-2EA7-A112-1123-B76C6A6AA3D7}"/>
          </ac:spMkLst>
        </pc:spChg>
        <pc:spChg chg="add del mod">
          <ac:chgData name="Marcus Naoum" userId="4578fcc8-dbf2-452a-b11c-6b75cc6176d4" providerId="ADAL" clId="{EE3F6CF7-E024-5100-A70A-5616DEA5C1B7}" dt="2026-10-15T23:51:23.855" v="1330" actId="1076"/>
          <ac:spMkLst>
            <pc:docMk/>
            <pc:sldMk cId="1922296058" sldId="2147475339"/>
            <ac:spMk id="22" creationId="{14ED1281-689B-7012-25B0-CF41928DEBCB}"/>
          </ac:spMkLst>
        </pc:spChg>
        <pc:spChg chg="add del mod">
          <ac:chgData name="Marcus Naoum" userId="4578fcc8-dbf2-452a-b11c-6b75cc6176d4" providerId="ADAL" clId="{EE3F6CF7-E024-5100-A70A-5616DEA5C1B7}" dt="2026-10-16T00:10:14.177" v="1846" actId="20577"/>
          <ac:spMkLst>
            <pc:docMk/>
            <pc:sldMk cId="1922296058" sldId="2147475339"/>
            <ac:spMk id="24" creationId="{785970AF-B6E7-907E-2992-796781C6942A}"/>
          </ac:spMkLst>
        </pc:spChg>
        <pc:spChg chg="add del mod">
          <ac:chgData name="Marcus Naoum" userId="4578fcc8-dbf2-452a-b11c-6b75cc6176d4" providerId="ADAL" clId="{EE3F6CF7-E024-5100-A70A-5616DEA5C1B7}" dt="2026-10-15T23:51:23.855" v="1330" actId="1076"/>
          <ac:spMkLst>
            <pc:docMk/>
            <pc:sldMk cId="1922296058" sldId="2147475339"/>
            <ac:spMk id="26" creationId="{660EC05D-76AC-CD25-600F-32F5589F4FB9}"/>
          </ac:spMkLst>
        </pc:spChg>
        <pc:spChg chg="mod">
          <ac:chgData name="Marcus Naoum" userId="4578fcc8-dbf2-452a-b11c-6b75cc6176d4" providerId="ADAL" clId="{EE3F6CF7-E024-5100-A70A-5616DEA5C1B7}" dt="2026-10-14T07:21:38.938" v="357" actId="2711"/>
          <ac:spMkLst>
            <pc:docMk/>
            <pc:sldMk cId="1922296058" sldId="2147475339"/>
            <ac:spMk id="27" creationId="{939581D4-1516-F655-AE33-C42F66CA82FC}"/>
          </ac:spMkLst>
        </pc:spChg>
        <pc:spChg chg="mod">
          <ac:chgData name="Marcus Naoum" userId="4578fcc8-dbf2-452a-b11c-6b75cc6176d4" providerId="ADAL" clId="{EE3F6CF7-E024-5100-A70A-5616DEA5C1B7}" dt="2026-10-14T07:21:42.905" v="358" actId="2711"/>
          <ac:spMkLst>
            <pc:docMk/>
            <pc:sldMk cId="1922296058" sldId="2147475339"/>
            <ac:spMk id="30" creationId="{8CEE4670-81E8-EC76-5CE3-3FB414789C50}"/>
          </ac:spMkLst>
        </pc:spChg>
        <pc:spChg chg="mod">
          <ac:chgData name="Marcus Naoum" userId="4578fcc8-dbf2-452a-b11c-6b75cc6176d4" providerId="ADAL" clId="{EE3F6CF7-E024-5100-A70A-5616DEA5C1B7}" dt="2026-10-15T23:51:39.292" v="1334" actId="14100"/>
          <ac:spMkLst>
            <pc:docMk/>
            <pc:sldMk cId="1922296058" sldId="2147475339"/>
            <ac:spMk id="61" creationId="{945693E0-1294-D65C-1929-F37FBD276044}"/>
          </ac:spMkLst>
        </pc:spChg>
        <pc:spChg chg="mod">
          <ac:chgData name="Marcus Naoum" userId="4578fcc8-dbf2-452a-b11c-6b75cc6176d4" providerId="ADAL" clId="{EE3F6CF7-E024-5100-A70A-5616DEA5C1B7}" dt="2026-10-15T23:51:28.943" v="1332" actId="1076"/>
          <ac:spMkLst>
            <pc:docMk/>
            <pc:sldMk cId="1922296058" sldId="2147475339"/>
            <ac:spMk id="62" creationId="{B45E2CA1-B10E-4E03-7194-70532084AA22}"/>
          </ac:spMkLst>
        </pc:spChg>
        <pc:spChg chg="mod">
          <ac:chgData name="Marcus Naoum" userId="4578fcc8-dbf2-452a-b11c-6b75cc6176d4" providerId="ADAL" clId="{EE3F6CF7-E024-5100-A70A-5616DEA5C1B7}" dt="2026-10-15T23:51:24.641" v="1331"/>
          <ac:spMkLst>
            <pc:docMk/>
            <pc:sldMk cId="1922296058" sldId="2147475339"/>
            <ac:spMk id="64" creationId="{84C098C1-E746-D53D-53BA-4291F0986723}"/>
          </ac:spMkLst>
        </pc:spChg>
        <pc:spChg chg="mod">
          <ac:chgData name="Marcus Naoum" userId="4578fcc8-dbf2-452a-b11c-6b75cc6176d4" providerId="ADAL" clId="{EE3F6CF7-E024-5100-A70A-5616DEA5C1B7}" dt="2026-10-15T23:51:24.641" v="1331"/>
          <ac:spMkLst>
            <pc:docMk/>
            <pc:sldMk cId="1922296058" sldId="2147475339"/>
            <ac:spMk id="70" creationId="{47485019-C775-47BA-CAD5-263CEDE2B585}"/>
          </ac:spMkLst>
        </pc:spChg>
        <pc:spChg chg="mod">
          <ac:chgData name="Marcus Naoum" userId="4578fcc8-dbf2-452a-b11c-6b75cc6176d4" providerId="ADAL" clId="{EE3F6CF7-E024-5100-A70A-5616DEA5C1B7}" dt="2026-10-15T23:51:24.641" v="1331"/>
          <ac:spMkLst>
            <pc:docMk/>
            <pc:sldMk cId="1922296058" sldId="2147475339"/>
            <ac:spMk id="73" creationId="{F8350E51-D030-E4C2-32CB-4FA21726E946}"/>
          </ac:spMkLst>
        </pc:spChg>
        <pc:spChg chg="mod">
          <ac:chgData name="Marcus Naoum" userId="4578fcc8-dbf2-452a-b11c-6b75cc6176d4" providerId="ADAL" clId="{EE3F6CF7-E024-5100-A70A-5616DEA5C1B7}" dt="2026-10-15T23:51:24.641" v="1331"/>
          <ac:spMkLst>
            <pc:docMk/>
            <pc:sldMk cId="1922296058" sldId="2147475339"/>
            <ac:spMk id="74" creationId="{9EBFDD97-07F9-D0F5-BCC1-3C012A4F2CBC}"/>
          </ac:spMkLst>
        </pc:spChg>
        <pc:spChg chg="mod">
          <ac:chgData name="Marcus Naoum" userId="4578fcc8-dbf2-452a-b11c-6b75cc6176d4" providerId="ADAL" clId="{EE3F6CF7-E024-5100-A70A-5616DEA5C1B7}" dt="2026-10-15T23:51:24.641" v="1331"/>
          <ac:spMkLst>
            <pc:docMk/>
            <pc:sldMk cId="1922296058" sldId="2147475339"/>
            <ac:spMk id="77" creationId="{9B1DE134-F06B-E4E5-8ED4-2886CC894103}"/>
          </ac:spMkLst>
        </pc:spChg>
        <pc:spChg chg="mod">
          <ac:chgData name="Marcus Naoum" userId="4578fcc8-dbf2-452a-b11c-6b75cc6176d4" providerId="ADAL" clId="{EE3F6CF7-E024-5100-A70A-5616DEA5C1B7}" dt="2026-10-15T23:51:24.641" v="1331"/>
          <ac:spMkLst>
            <pc:docMk/>
            <pc:sldMk cId="1922296058" sldId="2147475339"/>
            <ac:spMk id="81" creationId="{3A7A9976-DD29-8154-C20E-0CC32F38E4CF}"/>
          </ac:spMkLst>
        </pc:spChg>
        <pc:spChg chg="mod">
          <ac:chgData name="Marcus Naoum" userId="4578fcc8-dbf2-452a-b11c-6b75cc6176d4" providerId="ADAL" clId="{EE3F6CF7-E024-5100-A70A-5616DEA5C1B7}" dt="2026-10-15T23:51:28.943" v="1332" actId="1076"/>
          <ac:spMkLst>
            <pc:docMk/>
            <pc:sldMk cId="1922296058" sldId="2147475339"/>
            <ac:spMk id="82" creationId="{A3CCFE6E-3633-DEDE-A9C5-3DDE44A56849}"/>
          </ac:spMkLst>
        </pc:spChg>
        <pc:spChg chg="add mod">
          <ac:chgData name="Marcus Naoum" userId="4578fcc8-dbf2-452a-b11c-6b75cc6176d4" providerId="ADAL" clId="{EE3F6CF7-E024-5100-A70A-5616DEA5C1B7}" dt="2026-10-15T23:51:28.943" v="1332" actId="1076"/>
          <ac:spMkLst>
            <pc:docMk/>
            <pc:sldMk cId="1922296058" sldId="2147475339"/>
            <ac:spMk id="84" creationId="{445C52FF-26D0-A67A-46EC-CBA39583DB77}"/>
          </ac:spMkLst>
        </pc:spChg>
        <pc:spChg chg="mod">
          <ac:chgData name="Marcus Naoum" userId="4578fcc8-dbf2-452a-b11c-6b75cc6176d4" providerId="ADAL" clId="{EE3F6CF7-E024-5100-A70A-5616DEA5C1B7}" dt="2026-10-15T23:51:28.943" v="1332" actId="1076"/>
          <ac:spMkLst>
            <pc:docMk/>
            <pc:sldMk cId="1922296058" sldId="2147475339"/>
            <ac:spMk id="85" creationId="{2494F14B-A312-206B-27E9-57B7CEA9B68A}"/>
          </ac:spMkLst>
        </pc:spChg>
        <pc:spChg chg="mod">
          <ac:chgData name="Marcus Naoum" userId="4578fcc8-dbf2-452a-b11c-6b75cc6176d4" providerId="ADAL" clId="{EE3F6CF7-E024-5100-A70A-5616DEA5C1B7}" dt="2026-10-15T23:51:28.943" v="1332" actId="1076"/>
          <ac:spMkLst>
            <pc:docMk/>
            <pc:sldMk cId="1922296058" sldId="2147475339"/>
            <ac:spMk id="86" creationId="{E8097A1D-3BD3-2ED6-4F80-4E92837517A7}"/>
          </ac:spMkLst>
        </pc:spChg>
        <pc:spChg chg="add mod">
          <ac:chgData name="Marcus Naoum" userId="4578fcc8-dbf2-452a-b11c-6b75cc6176d4" providerId="ADAL" clId="{EE3F6CF7-E024-5100-A70A-5616DEA5C1B7}" dt="2026-10-15T23:51:28.943" v="1332" actId="1076"/>
          <ac:spMkLst>
            <pc:docMk/>
            <pc:sldMk cId="1922296058" sldId="2147475339"/>
            <ac:spMk id="87" creationId="{5B47F59B-C8C9-45EB-878D-44F48B7E6152}"/>
          </ac:spMkLst>
        </pc:spChg>
        <pc:spChg chg="mod">
          <ac:chgData name="Marcus Naoum" userId="4578fcc8-dbf2-452a-b11c-6b75cc6176d4" providerId="ADAL" clId="{EE3F6CF7-E024-5100-A70A-5616DEA5C1B7}" dt="2026-10-15T23:51:28.943" v="1332" actId="1076"/>
          <ac:spMkLst>
            <pc:docMk/>
            <pc:sldMk cId="1922296058" sldId="2147475339"/>
            <ac:spMk id="88" creationId="{F9AEAA2D-7C00-D863-AFD7-A7796B1F3927}"/>
          </ac:spMkLst>
        </pc:spChg>
        <pc:spChg chg="add mod">
          <ac:chgData name="Marcus Naoum" userId="4578fcc8-dbf2-452a-b11c-6b75cc6176d4" providerId="ADAL" clId="{EE3F6CF7-E024-5100-A70A-5616DEA5C1B7}" dt="2026-10-15T23:51:28.943" v="1332" actId="1076"/>
          <ac:spMkLst>
            <pc:docMk/>
            <pc:sldMk cId="1922296058" sldId="2147475339"/>
            <ac:spMk id="89" creationId="{F7C23FD7-EBA3-6C3F-6813-DD089E7F09EC}"/>
          </ac:spMkLst>
        </pc:spChg>
        <pc:spChg chg="add mod">
          <ac:chgData name="Marcus Naoum" userId="4578fcc8-dbf2-452a-b11c-6b75cc6176d4" providerId="ADAL" clId="{EE3F6CF7-E024-5100-A70A-5616DEA5C1B7}" dt="2026-10-15T23:51:28.943" v="1332" actId="1076"/>
          <ac:spMkLst>
            <pc:docMk/>
            <pc:sldMk cId="1922296058" sldId="2147475339"/>
            <ac:spMk id="90" creationId="{D72CA68E-6D29-B8CE-A04A-EA2189E3B625}"/>
          </ac:spMkLst>
        </pc:spChg>
        <pc:cxnChg chg="mod">
          <ac:chgData name="Marcus Naoum" userId="4578fcc8-dbf2-452a-b11c-6b75cc6176d4" providerId="ADAL" clId="{EE3F6CF7-E024-5100-A70A-5616DEA5C1B7}" dt="2026-10-15T23:51:48.179" v="1335" actId="14100"/>
          <ac:cxnSpMkLst>
            <pc:docMk/>
            <pc:sldMk cId="1922296058" sldId="2147475339"/>
            <ac:cxnSpMk id="83" creationId="{9065C579-D2EA-3650-717C-1AB7E42A69E4}"/>
          </ac:cxnSpMkLst>
        </pc:cxnChg>
      </pc:sldChg>
      <pc:sldChg chg="addSp delSp modSp mod">
        <pc:chgData name="Marcus Naoum" userId="4578fcc8-dbf2-452a-b11c-6b75cc6176d4" providerId="ADAL" clId="{EE3F6CF7-E024-5100-A70A-5616DEA5C1B7}" dt="2026-10-19T22:24:54.626" v="3783" actId="14100"/>
        <pc:sldMkLst>
          <pc:docMk/>
          <pc:sldMk cId="1922296058" sldId="2147475341"/>
        </pc:sldMkLst>
        <pc:spChg chg="add mod">
          <ac:chgData name="Marcus Naoum" userId="4578fcc8-dbf2-452a-b11c-6b75cc6176d4" providerId="ADAL" clId="{EE3F6CF7-E024-5100-A70A-5616DEA5C1B7}" dt="2026-10-19T22:23:42.141" v="3764" actId="404"/>
          <ac:spMkLst>
            <pc:docMk/>
            <pc:sldMk cId="1922296058" sldId="2147475341"/>
            <ac:spMk id="2" creationId="{3C77655D-BC07-D2A6-6CFE-D9D92E1A37F3}"/>
          </ac:spMkLst>
        </pc:spChg>
        <pc:spChg chg="mod">
          <ac:chgData name="Marcus Naoum" userId="4578fcc8-dbf2-452a-b11c-6b75cc6176d4" providerId="ADAL" clId="{EE3F6CF7-E024-5100-A70A-5616DEA5C1B7}" dt="2026-10-16T00:40:26.761" v="2444" actId="404"/>
          <ac:spMkLst>
            <pc:docMk/>
            <pc:sldMk cId="1922296058" sldId="2147475341"/>
            <ac:spMk id="4" creationId="{BB1E0741-CDB5-BC92-E490-3AAE4871C536}"/>
          </ac:spMkLst>
        </pc:spChg>
        <pc:spChg chg="mod">
          <ac:chgData name="Marcus Naoum" userId="4578fcc8-dbf2-452a-b11c-6b75cc6176d4" providerId="ADAL" clId="{EE3F6CF7-E024-5100-A70A-5616DEA5C1B7}" dt="2026-10-19T22:23:42.141" v="3764" actId="404"/>
          <ac:spMkLst>
            <pc:docMk/>
            <pc:sldMk cId="1922296058" sldId="2147475341"/>
            <ac:spMk id="5" creationId="{B594F758-7541-836B-909A-3385028B0777}"/>
          </ac:spMkLst>
        </pc:spChg>
        <pc:spChg chg="add mod">
          <ac:chgData name="Marcus Naoum" userId="4578fcc8-dbf2-452a-b11c-6b75cc6176d4" providerId="ADAL" clId="{EE3F6CF7-E024-5100-A70A-5616DEA5C1B7}" dt="2026-10-18T23:51:52.919" v="3634" actId="14100"/>
          <ac:spMkLst>
            <pc:docMk/>
            <pc:sldMk cId="1922296058" sldId="2147475341"/>
            <ac:spMk id="6" creationId="{1C8FD7C3-AF0E-E7B2-7193-887C85B2C066}"/>
          </ac:spMkLst>
        </pc:spChg>
        <pc:spChg chg="mod">
          <ac:chgData name="Marcus Naoum" userId="4578fcc8-dbf2-452a-b11c-6b75cc6176d4" providerId="ADAL" clId="{EE3F6CF7-E024-5100-A70A-5616DEA5C1B7}" dt="2026-10-16T00:28:06.267" v="2203" actId="14100"/>
          <ac:spMkLst>
            <pc:docMk/>
            <pc:sldMk cId="1922296058" sldId="2147475341"/>
            <ac:spMk id="7" creationId="{0FCD6B82-D0EB-347B-A0C2-7AEF5B0AEFAE}"/>
          </ac:spMkLst>
        </pc:spChg>
        <pc:spChg chg="mod">
          <ac:chgData name="Marcus Naoum" userId="4578fcc8-dbf2-452a-b11c-6b75cc6176d4" providerId="ADAL" clId="{EE3F6CF7-E024-5100-A70A-5616DEA5C1B7}" dt="2026-10-16T00:28:29.516" v="2209" actId="1036"/>
          <ac:spMkLst>
            <pc:docMk/>
            <pc:sldMk cId="1922296058" sldId="2147475341"/>
            <ac:spMk id="8" creationId="{146CA8D2-3624-C7E0-2636-5D44525C96D8}"/>
          </ac:spMkLst>
        </pc:spChg>
        <pc:spChg chg="mod">
          <ac:chgData name="Marcus Naoum" userId="4578fcc8-dbf2-452a-b11c-6b75cc6176d4" providerId="ADAL" clId="{EE3F6CF7-E024-5100-A70A-5616DEA5C1B7}" dt="2026-10-16T00:29:56.340" v="2241" actId="1037"/>
          <ac:spMkLst>
            <pc:docMk/>
            <pc:sldMk cId="1922296058" sldId="2147475341"/>
            <ac:spMk id="10" creationId="{BE4BB55A-D883-9807-43EA-F6D11EF1EE50}"/>
          </ac:spMkLst>
        </pc:spChg>
        <pc:spChg chg="mod">
          <ac:chgData name="Marcus Naoum" userId="4578fcc8-dbf2-452a-b11c-6b75cc6176d4" providerId="ADAL" clId="{EE3F6CF7-E024-5100-A70A-5616DEA5C1B7}" dt="2026-10-16T00:30:39.414" v="2275" actId="14100"/>
          <ac:spMkLst>
            <pc:docMk/>
            <pc:sldMk cId="1922296058" sldId="2147475341"/>
            <ac:spMk id="12" creationId="{DB789765-E438-C8F4-528D-463976923560}"/>
          </ac:spMkLst>
        </pc:spChg>
        <pc:spChg chg="mod">
          <ac:chgData name="Marcus Naoum" userId="4578fcc8-dbf2-452a-b11c-6b75cc6176d4" providerId="ADAL" clId="{EE3F6CF7-E024-5100-A70A-5616DEA5C1B7}" dt="2026-10-16T00:28:06.267" v="2203" actId="14100"/>
          <ac:spMkLst>
            <pc:docMk/>
            <pc:sldMk cId="1922296058" sldId="2147475341"/>
            <ac:spMk id="13" creationId="{AD766B1D-47D8-1D0E-A32A-3CF55C2D008C}"/>
          </ac:spMkLst>
        </pc:spChg>
        <pc:spChg chg="mod">
          <ac:chgData name="Marcus Naoum" userId="4578fcc8-dbf2-452a-b11c-6b75cc6176d4" providerId="ADAL" clId="{EE3F6CF7-E024-5100-A70A-5616DEA5C1B7}" dt="2026-10-16T00:40:26.761" v="2444" actId="404"/>
          <ac:spMkLst>
            <pc:docMk/>
            <pc:sldMk cId="1922296058" sldId="2147475341"/>
            <ac:spMk id="14" creationId="{15B0D0C6-2A12-4A64-5CA6-AFD820857D29}"/>
          </ac:spMkLst>
        </pc:spChg>
        <pc:spChg chg="add mod">
          <ac:chgData name="Marcus Naoum" userId="4578fcc8-dbf2-452a-b11c-6b75cc6176d4" providerId="ADAL" clId="{EE3F6CF7-E024-5100-A70A-5616DEA5C1B7}" dt="2026-10-18T23:51:52.919" v="3634" actId="14100"/>
          <ac:spMkLst>
            <pc:docMk/>
            <pc:sldMk cId="1922296058" sldId="2147475341"/>
            <ac:spMk id="18" creationId="{2EEBC5D2-0901-5919-3E33-30E4C7AD7081}"/>
          </ac:spMkLst>
        </pc:spChg>
        <pc:spChg chg="mod">
          <ac:chgData name="Marcus Naoum" userId="4578fcc8-dbf2-452a-b11c-6b75cc6176d4" providerId="ADAL" clId="{EE3F6CF7-E024-5100-A70A-5616DEA5C1B7}" dt="2026-10-16T00:31:19.019" v="2286" actId="555"/>
          <ac:spMkLst>
            <pc:docMk/>
            <pc:sldMk cId="1922296058" sldId="2147475341"/>
            <ac:spMk id="20" creationId="{5A8F1F0A-E9C6-C6F9-E3D5-C839C2C70470}"/>
          </ac:spMkLst>
        </pc:spChg>
        <pc:spChg chg="mod">
          <ac:chgData name="Marcus Naoum" userId="4578fcc8-dbf2-452a-b11c-6b75cc6176d4" providerId="ADAL" clId="{EE3F6CF7-E024-5100-A70A-5616DEA5C1B7}" dt="2026-10-16T00:30:28.248" v="2272" actId="14100"/>
          <ac:spMkLst>
            <pc:docMk/>
            <pc:sldMk cId="1922296058" sldId="2147475341"/>
            <ac:spMk id="22" creationId="{A66C1987-E2BE-76D9-355B-26759518252F}"/>
          </ac:spMkLst>
        </pc:spChg>
        <pc:spChg chg="add mod">
          <ac:chgData name="Marcus Naoum" userId="4578fcc8-dbf2-452a-b11c-6b75cc6176d4" providerId="ADAL" clId="{EE3F6CF7-E024-5100-A70A-5616DEA5C1B7}" dt="2026-10-16T01:09:14.362" v="2689" actId="20577"/>
          <ac:spMkLst>
            <pc:docMk/>
            <pc:sldMk cId="1922296058" sldId="2147475341"/>
            <ac:spMk id="23" creationId="{32D349AB-165F-0E43-436F-FFA49416815F}"/>
          </ac:spMkLst>
        </pc:spChg>
        <pc:spChg chg="add mod">
          <ac:chgData name="Marcus Naoum" userId="4578fcc8-dbf2-452a-b11c-6b75cc6176d4" providerId="ADAL" clId="{EE3F6CF7-E024-5100-A70A-5616DEA5C1B7}" dt="2026-10-16T00:39:18.024" v="2387" actId="554"/>
          <ac:spMkLst>
            <pc:docMk/>
            <pc:sldMk cId="1922296058" sldId="2147475341"/>
            <ac:spMk id="24" creationId="{997DD621-19AB-7240-4751-53431084F331}"/>
          </ac:spMkLst>
        </pc:spChg>
        <pc:spChg chg="add mod">
          <ac:chgData name="Marcus Naoum" userId="4578fcc8-dbf2-452a-b11c-6b75cc6176d4" providerId="ADAL" clId="{EE3F6CF7-E024-5100-A70A-5616DEA5C1B7}" dt="2026-10-16T00:39:51.131" v="2435" actId="20577"/>
          <ac:spMkLst>
            <pc:docMk/>
            <pc:sldMk cId="1922296058" sldId="2147475341"/>
            <ac:spMk id="25" creationId="{81ABA49A-F301-4076-8349-B9C87E42E7E0}"/>
          </ac:spMkLst>
        </pc:spChg>
        <pc:spChg chg="mod">
          <ac:chgData name="Marcus Naoum" userId="4578fcc8-dbf2-452a-b11c-6b75cc6176d4" providerId="ADAL" clId="{EE3F6CF7-E024-5100-A70A-5616DEA5C1B7}" dt="2026-10-19T22:23:42.141" v="3764" actId="404"/>
          <ac:spMkLst>
            <pc:docMk/>
            <pc:sldMk cId="1922296058" sldId="2147475341"/>
            <ac:spMk id="28" creationId="{BEDFBB6B-18D1-1E25-957B-1A920E8DBF82}"/>
          </ac:spMkLst>
        </pc:spChg>
        <pc:spChg chg="mod">
          <ac:chgData name="Marcus Naoum" userId="4578fcc8-dbf2-452a-b11c-6b75cc6176d4" providerId="ADAL" clId="{EE3F6CF7-E024-5100-A70A-5616DEA5C1B7}" dt="2026-10-19T22:23:42.141" v="3764" actId="404"/>
          <ac:spMkLst>
            <pc:docMk/>
            <pc:sldMk cId="1922296058" sldId="2147475341"/>
            <ac:spMk id="31" creationId="{D5216E09-EE85-2CF1-1378-541640BB0E00}"/>
          </ac:spMkLst>
        </pc:spChg>
        <pc:spChg chg="mod">
          <ac:chgData name="Marcus Naoum" userId="4578fcc8-dbf2-452a-b11c-6b75cc6176d4" providerId="ADAL" clId="{EE3F6CF7-E024-5100-A70A-5616DEA5C1B7}" dt="2026-10-19T22:23:42.141" v="3764" actId="404"/>
          <ac:spMkLst>
            <pc:docMk/>
            <pc:sldMk cId="1922296058" sldId="2147475341"/>
            <ac:spMk id="34" creationId="{640BA434-3419-4589-EC4D-5E0D79B44873}"/>
          </ac:spMkLst>
        </pc:spChg>
        <pc:spChg chg="add mod">
          <ac:chgData name="Marcus Naoum" userId="4578fcc8-dbf2-452a-b11c-6b75cc6176d4" providerId="ADAL" clId="{EE3F6CF7-E024-5100-A70A-5616DEA5C1B7}" dt="2026-10-19T22:23:42.141" v="3764" actId="404"/>
          <ac:spMkLst>
            <pc:docMk/>
            <pc:sldMk cId="1922296058" sldId="2147475341"/>
            <ac:spMk id="36" creationId="{39430EBD-42AA-281A-674E-F6AA76CD4C1D}"/>
          </ac:spMkLst>
        </pc:spChg>
        <pc:spChg chg="add mod">
          <ac:chgData name="Marcus Naoum" userId="4578fcc8-dbf2-452a-b11c-6b75cc6176d4" providerId="ADAL" clId="{EE3F6CF7-E024-5100-A70A-5616DEA5C1B7}" dt="2026-10-19T22:23:42.141" v="3764" actId="404"/>
          <ac:spMkLst>
            <pc:docMk/>
            <pc:sldMk cId="1922296058" sldId="2147475341"/>
            <ac:spMk id="37" creationId="{3F869DF9-B6CF-6D19-0412-5737A6BD2AAA}"/>
          </ac:spMkLst>
        </pc:spChg>
        <pc:spChg chg="mod">
          <ac:chgData name="Marcus Naoum" userId="4578fcc8-dbf2-452a-b11c-6b75cc6176d4" providerId="ADAL" clId="{EE3F6CF7-E024-5100-A70A-5616DEA5C1B7}" dt="2026-10-16T00:16:29.853" v="2099" actId="1076"/>
          <ac:spMkLst>
            <pc:docMk/>
            <pc:sldMk cId="1922296058" sldId="2147475341"/>
            <ac:spMk id="910" creationId="{00000000-0000-0000-0000-000000000000}"/>
          </ac:spMkLst>
        </pc:spChg>
        <pc:spChg chg="mod">
          <ac:chgData name="Marcus Naoum" userId="4578fcc8-dbf2-452a-b11c-6b75cc6176d4" providerId="ADAL" clId="{EE3F6CF7-E024-5100-A70A-5616DEA5C1B7}" dt="2026-10-16T00:16:29.853" v="2099" actId="1076"/>
          <ac:spMkLst>
            <pc:docMk/>
            <pc:sldMk cId="1922296058" sldId="2147475341"/>
            <ac:spMk id="911" creationId="{00000000-0000-0000-0000-000000000000}"/>
          </ac:spMkLst>
        </pc:spChg>
        <pc:spChg chg="mod">
          <ac:chgData name="Marcus Naoum" userId="4578fcc8-dbf2-452a-b11c-6b75cc6176d4" providerId="ADAL" clId="{EE3F6CF7-E024-5100-A70A-5616DEA5C1B7}" dt="2026-10-16T00:16:29.853" v="2099" actId="1076"/>
          <ac:spMkLst>
            <pc:docMk/>
            <pc:sldMk cId="1922296058" sldId="2147475341"/>
            <ac:spMk id="912" creationId="{00000000-0000-0000-0000-000000000000}"/>
          </ac:spMkLst>
        </pc:spChg>
        <pc:spChg chg="mod">
          <ac:chgData name="Marcus Naoum" userId="4578fcc8-dbf2-452a-b11c-6b75cc6176d4" providerId="ADAL" clId="{EE3F6CF7-E024-5100-A70A-5616DEA5C1B7}" dt="2026-10-16T00:16:29.853" v="2099" actId="1076"/>
          <ac:spMkLst>
            <pc:docMk/>
            <pc:sldMk cId="1922296058" sldId="2147475341"/>
            <ac:spMk id="913" creationId="{00000000-0000-0000-0000-000000000000}"/>
          </ac:spMkLst>
        </pc:spChg>
        <pc:spChg chg="mod">
          <ac:chgData name="Marcus Naoum" userId="4578fcc8-dbf2-452a-b11c-6b75cc6176d4" providerId="ADAL" clId="{EE3F6CF7-E024-5100-A70A-5616DEA5C1B7}" dt="2026-10-16T00:16:29.853" v="2099" actId="1076"/>
          <ac:spMkLst>
            <pc:docMk/>
            <pc:sldMk cId="1922296058" sldId="2147475341"/>
            <ac:spMk id="914" creationId="{00000000-0000-0000-0000-000000000000}"/>
          </ac:spMkLst>
        </pc:spChg>
        <pc:spChg chg="mod">
          <ac:chgData name="Marcus Naoum" userId="4578fcc8-dbf2-452a-b11c-6b75cc6176d4" providerId="ADAL" clId="{EE3F6CF7-E024-5100-A70A-5616DEA5C1B7}" dt="2026-10-16T00:16:29.853" v="2099" actId="1076"/>
          <ac:spMkLst>
            <pc:docMk/>
            <pc:sldMk cId="1922296058" sldId="2147475341"/>
            <ac:spMk id="915" creationId="{00000000-0000-0000-0000-000000000000}"/>
          </ac:spMkLst>
        </pc:spChg>
        <pc:grpChg chg="add mod">
          <ac:chgData name="Marcus Naoum" userId="4578fcc8-dbf2-452a-b11c-6b75cc6176d4" providerId="ADAL" clId="{EE3F6CF7-E024-5100-A70A-5616DEA5C1B7}" dt="2026-10-16T00:30:22.974" v="2271" actId="1037"/>
          <ac:grpSpMkLst>
            <pc:docMk/>
            <pc:sldMk cId="1922296058" sldId="2147475341"/>
            <ac:grpSpMk id="11" creationId="{CF7A7D61-2EE4-9768-F5A6-2F1E083044D6}"/>
          </ac:grpSpMkLst>
        </pc:grpChg>
        <pc:grpChg chg="add mod">
          <ac:chgData name="Marcus Naoum" userId="4578fcc8-dbf2-452a-b11c-6b75cc6176d4" providerId="ADAL" clId="{EE3F6CF7-E024-5100-A70A-5616DEA5C1B7}" dt="2026-10-16T00:40:14.900" v="2438" actId="14100"/>
          <ac:grpSpMkLst>
            <pc:docMk/>
            <pc:sldMk cId="1922296058" sldId="2147475341"/>
            <ac:grpSpMk id="26" creationId="{90CF1DD3-280F-60CF-0BD5-3DA838DB3FEC}"/>
          </ac:grpSpMkLst>
        </pc:grpChg>
        <pc:grpChg chg="add del mod">
          <ac:chgData name="Marcus Naoum" userId="4578fcc8-dbf2-452a-b11c-6b75cc6176d4" providerId="ADAL" clId="{EE3F6CF7-E024-5100-A70A-5616DEA5C1B7}" dt="2026-10-19T22:23:59.961" v="3769" actId="478"/>
          <ac:grpSpMkLst>
            <pc:docMk/>
            <pc:sldMk cId="1922296058" sldId="2147475341"/>
            <ac:grpSpMk id="38" creationId="{68F6655E-45C8-7F9A-6BF7-30FCC150AE17}"/>
          </ac:grpSpMkLst>
        </pc:grpChg>
        <pc:picChg chg="mod">
          <ac:chgData name="Marcus Naoum" userId="4578fcc8-dbf2-452a-b11c-6b75cc6176d4" providerId="ADAL" clId="{EE3F6CF7-E024-5100-A70A-5616DEA5C1B7}" dt="2026-10-19T22:23:57.331" v="3768" actId="1582"/>
          <ac:picMkLst>
            <pc:docMk/>
            <pc:sldMk cId="1922296058" sldId="2147475341"/>
            <ac:picMk id="21" creationId="{D0939B8A-2FFC-941C-8FD6-558F973AC4C3}"/>
          </ac:picMkLst>
        </pc:picChg>
        <pc:picChg chg="mod">
          <ac:chgData name="Marcus Naoum" userId="4578fcc8-dbf2-452a-b11c-6b75cc6176d4" providerId="ADAL" clId="{EE3F6CF7-E024-5100-A70A-5616DEA5C1B7}" dt="2026-10-19T22:23:57.331" v="3768" actId="1582"/>
          <ac:picMkLst>
            <pc:docMk/>
            <pc:sldMk cId="1922296058" sldId="2147475341"/>
            <ac:picMk id="29" creationId="{EFB1BD16-49C1-467A-9CF4-CB74AEA881D4}"/>
          </ac:picMkLst>
        </pc:picChg>
        <pc:picChg chg="mod">
          <ac:chgData name="Marcus Naoum" userId="4578fcc8-dbf2-452a-b11c-6b75cc6176d4" providerId="ADAL" clId="{EE3F6CF7-E024-5100-A70A-5616DEA5C1B7}" dt="2026-10-19T22:23:57.331" v="3768" actId="1582"/>
          <ac:picMkLst>
            <pc:docMk/>
            <pc:sldMk cId="1922296058" sldId="2147475341"/>
            <ac:picMk id="32" creationId="{7EABD13F-B26D-63D5-0D92-E56A7A4E6090}"/>
          </ac:picMkLst>
        </pc:picChg>
        <pc:picChg chg="mod">
          <ac:chgData name="Marcus Naoum" userId="4578fcc8-dbf2-452a-b11c-6b75cc6176d4" providerId="ADAL" clId="{EE3F6CF7-E024-5100-A70A-5616DEA5C1B7}" dt="2026-10-19T22:23:57.331" v="3768" actId="1582"/>
          <ac:picMkLst>
            <pc:docMk/>
            <pc:sldMk cId="1922296058" sldId="2147475341"/>
            <ac:picMk id="35" creationId="{D50DF1A8-3D2C-C729-4569-0BD5D85277E7}"/>
          </ac:picMkLst>
        </pc:picChg>
        <pc:picChg chg="add mod">
          <ac:chgData name="Marcus Naoum" userId="4578fcc8-dbf2-452a-b11c-6b75cc6176d4" providerId="ADAL" clId="{EE3F6CF7-E024-5100-A70A-5616DEA5C1B7}" dt="2026-10-19T22:24:54.626" v="3783" actId="14100"/>
          <ac:picMkLst>
            <pc:docMk/>
            <pc:sldMk cId="1922296058" sldId="2147475341"/>
            <ac:picMk id="40" creationId="{1CCB4B1B-672A-49DA-60B0-C17FA193410A}"/>
          </ac:picMkLst>
        </pc:picChg>
      </pc:sldChg>
      <pc:sldChg chg="addSp modSp mod">
        <pc:chgData name="Marcus Naoum" userId="4578fcc8-dbf2-452a-b11c-6b75cc6176d4" providerId="ADAL" clId="{EE3F6CF7-E024-5100-A70A-5616DEA5C1B7}" dt="2026-10-20T05:48:54.379" v="4082" actId="20577"/>
        <pc:sldMkLst>
          <pc:docMk/>
          <pc:sldMk cId="1028503985" sldId="2147475342"/>
        </pc:sldMkLst>
        <pc:spChg chg="add mod">
          <ac:chgData name="Marcus Naoum" userId="4578fcc8-dbf2-452a-b11c-6b75cc6176d4" providerId="ADAL" clId="{EE3F6CF7-E024-5100-A70A-5616DEA5C1B7}" dt="2026-10-14T07:21:18.676" v="346" actId="1036"/>
          <ac:spMkLst>
            <pc:docMk/>
            <pc:sldMk cId="1028503985" sldId="2147475342"/>
            <ac:spMk id="13" creationId="{331B2E3A-76E0-B00B-B354-B654ED6D759C}"/>
          </ac:spMkLst>
        </pc:spChg>
        <pc:spChg chg="mod">
          <ac:chgData name="Marcus Naoum" userId="4578fcc8-dbf2-452a-b11c-6b75cc6176d4" providerId="ADAL" clId="{EE3F6CF7-E024-5100-A70A-5616DEA5C1B7}" dt="2026-10-14T07:21:18.676" v="346" actId="1036"/>
          <ac:spMkLst>
            <pc:docMk/>
            <pc:sldMk cId="1028503985" sldId="2147475342"/>
            <ac:spMk id="14" creationId="{15B0D0C6-2A12-4A64-5CA6-AFD820857D29}"/>
          </ac:spMkLst>
        </pc:spChg>
        <pc:spChg chg="mod">
          <ac:chgData name="Marcus Naoum" userId="4578fcc8-dbf2-452a-b11c-6b75cc6176d4" providerId="ADAL" clId="{EE3F6CF7-E024-5100-A70A-5616DEA5C1B7}" dt="2026-10-14T07:20:04.377" v="261" actId="1076"/>
          <ac:spMkLst>
            <pc:docMk/>
            <pc:sldMk cId="1028503985" sldId="2147475342"/>
            <ac:spMk id="197" creationId="{00000000-0000-0000-0000-000000000000}"/>
          </ac:spMkLst>
        </pc:spChg>
        <pc:spChg chg="mod">
          <ac:chgData name="Marcus Naoum" userId="4578fcc8-dbf2-452a-b11c-6b75cc6176d4" providerId="ADAL" clId="{EE3F6CF7-E024-5100-A70A-5616DEA5C1B7}" dt="2026-10-20T05:48:54.379" v="4082" actId="20577"/>
          <ac:spMkLst>
            <pc:docMk/>
            <pc:sldMk cId="1028503985" sldId="2147475342"/>
            <ac:spMk id="212" creationId="{00000000-0000-0000-0000-000000000000}"/>
          </ac:spMkLst>
        </pc:spChg>
        <pc:spChg chg="mod">
          <ac:chgData name="Marcus Naoum" userId="4578fcc8-dbf2-452a-b11c-6b75cc6176d4" providerId="ADAL" clId="{EE3F6CF7-E024-5100-A70A-5616DEA5C1B7}" dt="2026-10-15T23:50:50.179" v="1325" actId="207"/>
          <ac:spMkLst>
            <pc:docMk/>
            <pc:sldMk cId="1028503985" sldId="2147475342"/>
            <ac:spMk id="213" creationId="{00000000-0000-0000-0000-000000000000}"/>
          </ac:spMkLst>
        </pc:spChg>
      </pc:sldChg>
      <pc:sldChg chg="addSp modSp mod">
        <pc:chgData name="Marcus Naoum" userId="4578fcc8-dbf2-452a-b11c-6b75cc6176d4" providerId="ADAL" clId="{EE3F6CF7-E024-5100-A70A-5616DEA5C1B7}" dt="2026-10-14T07:21:24.383" v="356" actId="1036"/>
        <pc:sldMkLst>
          <pc:docMk/>
          <pc:sldMk cId="3998268133" sldId="2147475343"/>
        </pc:sldMkLst>
        <pc:spChg chg="mod">
          <ac:chgData name="Marcus Naoum" userId="4578fcc8-dbf2-452a-b11c-6b75cc6176d4" providerId="ADAL" clId="{EE3F6CF7-E024-5100-A70A-5616DEA5C1B7}" dt="2026-10-14T07:21:24.383" v="356" actId="1036"/>
          <ac:spMkLst>
            <pc:docMk/>
            <pc:sldMk cId="3998268133" sldId="2147475343"/>
            <ac:spMk id="14" creationId="{15B0D0C6-2A12-4A64-5CA6-AFD820857D29}"/>
          </ac:spMkLst>
        </pc:spChg>
        <pc:spChg chg="add mod">
          <ac:chgData name="Marcus Naoum" userId="4578fcc8-dbf2-452a-b11c-6b75cc6176d4" providerId="ADAL" clId="{EE3F6CF7-E024-5100-A70A-5616DEA5C1B7}" dt="2026-10-14T07:21:24.383" v="356" actId="1036"/>
          <ac:spMkLst>
            <pc:docMk/>
            <pc:sldMk cId="3998268133" sldId="2147475343"/>
            <ac:spMk id="19" creationId="{B8501895-B25F-DF0D-D80B-E2BF6A3E80A5}"/>
          </ac:spMkLst>
        </pc:spChg>
      </pc:sldChg>
      <pc:sldChg chg="addSp delSp modSp mod">
        <pc:chgData name="Marcus Naoum" userId="4578fcc8-dbf2-452a-b11c-6b75cc6176d4" providerId="ADAL" clId="{EE3F6CF7-E024-5100-A70A-5616DEA5C1B7}" dt="2026-10-20T05:46:33.037" v="4081" actId="14100"/>
        <pc:sldMkLst>
          <pc:docMk/>
          <pc:sldMk cId="1295143267" sldId="2147475345"/>
        </pc:sldMkLst>
        <pc:spChg chg="del mod">
          <ac:chgData name="Marcus Naoum" userId="4578fcc8-dbf2-452a-b11c-6b75cc6176d4" providerId="ADAL" clId="{EE3F6CF7-E024-5100-A70A-5616DEA5C1B7}" dt="2026-10-20T05:43:13.082" v="3938" actId="478"/>
          <ac:spMkLst>
            <pc:docMk/>
            <pc:sldMk cId="1295143267" sldId="2147475345"/>
            <ac:spMk id="7" creationId="{BF033E06-AA8F-B72A-60B2-6842057B8689}"/>
          </ac:spMkLst>
        </pc:spChg>
        <pc:spChg chg="add del mod">
          <ac:chgData name="Marcus Naoum" userId="4578fcc8-dbf2-452a-b11c-6b75cc6176d4" providerId="ADAL" clId="{EE3F6CF7-E024-5100-A70A-5616DEA5C1B7}" dt="2026-10-20T05:44:41.705" v="4038" actId="478"/>
          <ac:spMkLst>
            <pc:docMk/>
            <pc:sldMk cId="1295143267" sldId="2147475345"/>
            <ac:spMk id="8" creationId="{624C5DD3-B2B9-8E2E-EC12-543A99D68257}"/>
          </ac:spMkLst>
        </pc:spChg>
        <pc:spChg chg="add mod">
          <ac:chgData name="Marcus Naoum" userId="4578fcc8-dbf2-452a-b11c-6b75cc6176d4" providerId="ADAL" clId="{EE3F6CF7-E024-5100-A70A-5616DEA5C1B7}" dt="2026-10-20T05:44:53.036" v="4044" actId="1076"/>
          <ac:spMkLst>
            <pc:docMk/>
            <pc:sldMk cId="1295143267" sldId="2147475345"/>
            <ac:spMk id="9" creationId="{C4E171AB-1A80-9626-8D56-9E0C760833DB}"/>
          </ac:spMkLst>
        </pc:spChg>
        <pc:spChg chg="mod">
          <ac:chgData name="Marcus Naoum" userId="4578fcc8-dbf2-452a-b11c-6b75cc6176d4" providerId="ADAL" clId="{EE3F6CF7-E024-5100-A70A-5616DEA5C1B7}" dt="2026-10-20T05:44:46.053" v="4039" actId="14100"/>
          <ac:spMkLst>
            <pc:docMk/>
            <pc:sldMk cId="1295143267" sldId="2147475345"/>
            <ac:spMk id="101" creationId="{00000000-0000-0000-0000-000000000000}"/>
          </ac:spMkLst>
        </pc:spChg>
        <pc:spChg chg="del mod">
          <ac:chgData name="Marcus Naoum" userId="4578fcc8-dbf2-452a-b11c-6b75cc6176d4" providerId="ADAL" clId="{EE3F6CF7-E024-5100-A70A-5616DEA5C1B7}" dt="2026-10-20T05:42:42.889" v="3892" actId="478"/>
          <ac:spMkLst>
            <pc:docMk/>
            <pc:sldMk cId="1295143267" sldId="2147475345"/>
            <ac:spMk id="103" creationId="{00000000-0000-0000-0000-000000000000}"/>
          </ac:spMkLst>
        </pc:spChg>
        <pc:spChg chg="mod">
          <ac:chgData name="Marcus Naoum" userId="4578fcc8-dbf2-452a-b11c-6b75cc6176d4" providerId="ADAL" clId="{EE3F6CF7-E024-5100-A70A-5616DEA5C1B7}" dt="2026-10-20T05:44:56.635" v="4056" actId="1035"/>
          <ac:spMkLst>
            <pc:docMk/>
            <pc:sldMk cId="1295143267" sldId="2147475345"/>
            <ac:spMk id="105" creationId="{00000000-0000-0000-0000-000000000000}"/>
          </ac:spMkLst>
        </pc:spChg>
        <pc:spChg chg="mod">
          <ac:chgData name="Marcus Naoum" userId="4578fcc8-dbf2-452a-b11c-6b75cc6176d4" providerId="ADAL" clId="{EE3F6CF7-E024-5100-A70A-5616DEA5C1B7}" dt="2026-10-20T05:46:33.037" v="4081" actId="14100"/>
          <ac:spMkLst>
            <pc:docMk/>
            <pc:sldMk cId="1295143267" sldId="2147475345"/>
            <ac:spMk id="106" creationId="{00000000-0000-0000-0000-000000000000}"/>
          </ac:spMkLst>
        </pc:spChg>
        <pc:spChg chg="mod">
          <ac:chgData name="Marcus Naoum" userId="4578fcc8-dbf2-452a-b11c-6b75cc6176d4" providerId="ADAL" clId="{EE3F6CF7-E024-5100-A70A-5616DEA5C1B7}" dt="2026-10-20T05:44:56.635" v="4056" actId="1035"/>
          <ac:spMkLst>
            <pc:docMk/>
            <pc:sldMk cId="1295143267" sldId="2147475345"/>
            <ac:spMk id="107" creationId="{00000000-0000-0000-0000-000000000000}"/>
          </ac:spMkLst>
        </pc:spChg>
        <pc:spChg chg="mod">
          <ac:chgData name="Marcus Naoum" userId="4578fcc8-dbf2-452a-b11c-6b75cc6176d4" providerId="ADAL" clId="{EE3F6CF7-E024-5100-A70A-5616DEA5C1B7}" dt="2026-10-20T05:46:28.673" v="4080" actId="403"/>
          <ac:spMkLst>
            <pc:docMk/>
            <pc:sldMk cId="1295143267" sldId="2147475345"/>
            <ac:spMk id="108" creationId="{00000000-0000-0000-0000-000000000000}"/>
          </ac:spMkLst>
        </pc:spChg>
        <pc:spChg chg="mod">
          <ac:chgData name="Marcus Naoum" userId="4578fcc8-dbf2-452a-b11c-6b75cc6176d4" providerId="ADAL" clId="{EE3F6CF7-E024-5100-A70A-5616DEA5C1B7}" dt="2026-10-20T05:44:56.635" v="4056" actId="1035"/>
          <ac:spMkLst>
            <pc:docMk/>
            <pc:sldMk cId="1295143267" sldId="2147475345"/>
            <ac:spMk id="109" creationId="{00000000-0000-0000-0000-000000000000}"/>
          </ac:spMkLst>
        </pc:spChg>
        <pc:spChg chg="mod">
          <ac:chgData name="Marcus Naoum" userId="4578fcc8-dbf2-452a-b11c-6b75cc6176d4" providerId="ADAL" clId="{EE3F6CF7-E024-5100-A70A-5616DEA5C1B7}" dt="2026-10-20T05:46:28.673" v="4080" actId="403"/>
          <ac:spMkLst>
            <pc:docMk/>
            <pc:sldMk cId="1295143267" sldId="2147475345"/>
            <ac:spMk id="110" creationId="{00000000-0000-0000-0000-000000000000}"/>
          </ac:spMkLst>
        </pc:spChg>
      </pc:sldChg>
      <pc:sldChg chg="addSp delSp modSp mod modNotesTx">
        <pc:chgData name="Marcus Naoum" userId="4578fcc8-dbf2-452a-b11c-6b75cc6176d4" providerId="ADAL" clId="{EE3F6CF7-E024-5100-A70A-5616DEA5C1B7}" dt="2026-10-18T23:53:30.374" v="3665" actId="20577"/>
        <pc:sldMkLst>
          <pc:docMk/>
          <pc:sldMk cId="409861122" sldId="2147475346"/>
        </pc:sldMkLst>
        <pc:spChg chg="mod">
          <ac:chgData name="Marcus Naoum" userId="4578fcc8-dbf2-452a-b11c-6b75cc6176d4" providerId="ADAL" clId="{EE3F6CF7-E024-5100-A70A-5616DEA5C1B7}" dt="2026-10-16T00:16:12.943" v="2098" actId="1035"/>
          <ac:spMkLst>
            <pc:docMk/>
            <pc:sldMk cId="409861122" sldId="2147475346"/>
            <ac:spMk id="28" creationId="{FF51DCB6-40C2-D1B4-4949-4DA312CDCEED}"/>
          </ac:spMkLst>
        </pc:spChg>
        <pc:spChg chg="mod">
          <ac:chgData name="Marcus Naoum" userId="4578fcc8-dbf2-452a-b11c-6b75cc6176d4" providerId="ADAL" clId="{EE3F6CF7-E024-5100-A70A-5616DEA5C1B7}" dt="2026-10-16T00:16:12.943" v="2098" actId="1035"/>
          <ac:spMkLst>
            <pc:docMk/>
            <pc:sldMk cId="409861122" sldId="2147475346"/>
            <ac:spMk id="29" creationId="{09F7ECE5-41FB-3BB3-1760-BFF3D8B27262}"/>
          </ac:spMkLst>
        </pc:spChg>
        <pc:spChg chg="mod">
          <ac:chgData name="Marcus Naoum" userId="4578fcc8-dbf2-452a-b11c-6b75cc6176d4" providerId="ADAL" clId="{EE3F6CF7-E024-5100-A70A-5616DEA5C1B7}" dt="2026-10-16T00:16:12.943" v="2098" actId="1035"/>
          <ac:spMkLst>
            <pc:docMk/>
            <pc:sldMk cId="409861122" sldId="2147475346"/>
            <ac:spMk id="30" creationId="{0946C5DB-D1C9-0097-8E38-EF4835393A18}"/>
          </ac:spMkLst>
        </pc:spChg>
      </pc:sldChg>
      <pc:sldChg chg="modSp mod">
        <pc:chgData name="Marcus Naoum" userId="4578fcc8-dbf2-452a-b11c-6b75cc6176d4" providerId="ADAL" clId="{EE3F6CF7-E024-5100-A70A-5616DEA5C1B7}" dt="2026-10-20T22:08:52.261" v="4421" actId="1076"/>
        <pc:sldMkLst>
          <pc:docMk/>
          <pc:sldMk cId="3139328298" sldId="2147475347"/>
        </pc:sldMkLst>
        <pc:spChg chg="mod">
          <ac:chgData name="Marcus Naoum" userId="4578fcc8-dbf2-452a-b11c-6b75cc6176d4" providerId="ADAL" clId="{EE3F6CF7-E024-5100-A70A-5616DEA5C1B7}" dt="2026-10-20T22:08:50.736" v="4419" actId="14100"/>
          <ac:spMkLst>
            <pc:docMk/>
            <pc:sldMk cId="3139328298" sldId="2147475347"/>
            <ac:spMk id="3" creationId="{98C25365-4491-DB6C-7E03-9D202826D763}"/>
          </ac:spMkLst>
        </pc:spChg>
        <pc:spChg chg="mod">
          <ac:chgData name="Marcus Naoum" userId="4578fcc8-dbf2-452a-b11c-6b75cc6176d4" providerId="ADAL" clId="{EE3F6CF7-E024-5100-A70A-5616DEA5C1B7}" dt="2026-10-20T22:08:52.261" v="4421" actId="1076"/>
          <ac:spMkLst>
            <pc:docMk/>
            <pc:sldMk cId="3139328298" sldId="2147475347"/>
            <ac:spMk id="4" creationId="{CBD10433-6322-C998-C9D9-8EC5101E4144}"/>
          </ac:spMkLst>
        </pc:spChg>
      </pc:sldChg>
      <pc:sldChg chg="addSp delSp modSp add mod modAnim">
        <pc:chgData name="Marcus Naoum" userId="4578fcc8-dbf2-452a-b11c-6b75cc6176d4" providerId="ADAL" clId="{EE3F6CF7-E024-5100-A70A-5616DEA5C1B7}" dt="2026-10-15T23:50:41.177" v="1323"/>
        <pc:sldMkLst>
          <pc:docMk/>
          <pc:sldMk cId="3486327061" sldId="2147475351"/>
        </pc:sldMkLst>
        <pc:spChg chg="add mod">
          <ac:chgData name="Marcus Naoum" userId="4578fcc8-dbf2-452a-b11c-6b75cc6176d4" providerId="ADAL" clId="{EE3F6CF7-E024-5100-A70A-5616DEA5C1B7}" dt="2026-10-15T23:50:25.946" v="1318" actId="115"/>
          <ac:spMkLst>
            <pc:docMk/>
            <pc:sldMk cId="3486327061" sldId="2147475351"/>
            <ac:spMk id="9" creationId="{7A43B5CA-B020-7500-E481-F904A0C45FE9}"/>
          </ac:spMkLst>
        </pc:spChg>
        <pc:spChg chg="add mod">
          <ac:chgData name="Marcus Naoum" userId="4578fcc8-dbf2-452a-b11c-6b75cc6176d4" providerId="ADAL" clId="{EE3F6CF7-E024-5100-A70A-5616DEA5C1B7}" dt="2026-10-15T23:49:38" v="1299" actId="1076"/>
          <ac:spMkLst>
            <pc:docMk/>
            <pc:sldMk cId="3486327061" sldId="2147475351"/>
            <ac:spMk id="35" creationId="{8D56D9DD-5D7D-8F66-1F02-F75B231FFE5F}"/>
          </ac:spMkLst>
        </pc:spChg>
        <pc:grpChg chg="add mod">
          <ac:chgData name="Marcus Naoum" userId="4578fcc8-dbf2-452a-b11c-6b75cc6176d4" providerId="ADAL" clId="{EE3F6CF7-E024-5100-A70A-5616DEA5C1B7}" dt="2026-10-15T23:49:29.917" v="1296" actId="1076"/>
          <ac:grpSpMkLst>
            <pc:docMk/>
            <pc:sldMk cId="3486327061" sldId="2147475351"/>
            <ac:grpSpMk id="36" creationId="{930CACB9-F3E6-F99D-D752-557848ACCCAF}"/>
          </ac:grpSpMkLst>
        </pc:grpChg>
      </pc:sldChg>
      <pc:sldChg chg="addSp delSp modSp add mod modShow modNotesTx">
        <pc:chgData name="Marcus Naoum" userId="4578fcc8-dbf2-452a-b11c-6b75cc6176d4" providerId="ADAL" clId="{EE3F6CF7-E024-5100-A70A-5616DEA5C1B7}" dt="2026-10-20T06:00:12.571" v="4166" actId="729"/>
        <pc:sldMkLst>
          <pc:docMk/>
          <pc:sldMk cId="2836175673" sldId="2147475352"/>
        </pc:sldMkLst>
        <pc:spChg chg="add mod topLvl">
          <ac:chgData name="Marcus Naoum" userId="4578fcc8-dbf2-452a-b11c-6b75cc6176d4" providerId="ADAL" clId="{EE3F6CF7-E024-5100-A70A-5616DEA5C1B7}" dt="2026-10-16T00:04:20.565" v="1674" actId="165"/>
          <ac:spMkLst>
            <pc:docMk/>
            <pc:sldMk cId="2836175673" sldId="2147475352"/>
            <ac:spMk id="26" creationId="{2B35E51F-FD08-DE57-2568-FA135F630D14}"/>
          </ac:spMkLst>
        </pc:spChg>
        <pc:spChg chg="add mod topLvl">
          <ac:chgData name="Marcus Naoum" userId="4578fcc8-dbf2-452a-b11c-6b75cc6176d4" providerId="ADAL" clId="{EE3F6CF7-E024-5100-A70A-5616DEA5C1B7}" dt="2026-10-16T00:04:53.886" v="1679" actId="12789"/>
          <ac:spMkLst>
            <pc:docMk/>
            <pc:sldMk cId="2836175673" sldId="2147475352"/>
            <ac:spMk id="27" creationId="{87644FA6-DBE4-E58A-F6EE-F8D51E6E19B2}"/>
          </ac:spMkLst>
        </pc:spChg>
        <pc:spChg chg="mod">
          <ac:chgData name="Marcus Naoum" userId="4578fcc8-dbf2-452a-b11c-6b75cc6176d4" providerId="ADAL" clId="{EE3F6CF7-E024-5100-A70A-5616DEA5C1B7}" dt="2026-10-15T23:53:48.374" v="1399"/>
          <ac:spMkLst>
            <pc:docMk/>
            <pc:sldMk cId="2836175673" sldId="2147475352"/>
            <ac:spMk id="29" creationId="{33859027-C498-AEF8-603F-ED2FF840C863}"/>
          </ac:spMkLst>
        </pc:spChg>
        <pc:spChg chg="add mod">
          <ac:chgData name="Marcus Naoum" userId="4578fcc8-dbf2-452a-b11c-6b75cc6176d4" providerId="ADAL" clId="{EE3F6CF7-E024-5100-A70A-5616DEA5C1B7}" dt="2026-10-16T00:04:53.886" v="1679" actId="12789"/>
          <ac:spMkLst>
            <pc:docMk/>
            <pc:sldMk cId="2836175673" sldId="2147475352"/>
            <ac:spMk id="32" creationId="{0731436A-23A5-9BD2-E344-D149B6851147}"/>
          </ac:spMkLst>
        </pc:spChg>
        <pc:spChg chg="add mod">
          <ac:chgData name="Marcus Naoum" userId="4578fcc8-dbf2-452a-b11c-6b75cc6176d4" providerId="ADAL" clId="{EE3F6CF7-E024-5100-A70A-5616DEA5C1B7}" dt="2026-10-16T00:05:12.659" v="1684" actId="1038"/>
          <ac:spMkLst>
            <pc:docMk/>
            <pc:sldMk cId="2836175673" sldId="2147475352"/>
            <ac:spMk id="42" creationId="{705D79E0-7805-3341-709D-541101E3069A}"/>
          </ac:spMkLst>
        </pc:spChg>
        <pc:spChg chg="add mod">
          <ac:chgData name="Marcus Naoum" userId="4578fcc8-dbf2-452a-b11c-6b75cc6176d4" providerId="ADAL" clId="{EE3F6CF7-E024-5100-A70A-5616DEA5C1B7}" dt="2026-10-16T00:04:53.886" v="1679" actId="12789"/>
          <ac:spMkLst>
            <pc:docMk/>
            <pc:sldMk cId="2836175673" sldId="2147475352"/>
            <ac:spMk id="43" creationId="{59D6513E-9D35-CE97-6429-B23B2EE33C09}"/>
          </ac:spMkLst>
        </pc:spChg>
        <pc:spChg chg="add mod">
          <ac:chgData name="Marcus Naoum" userId="4578fcc8-dbf2-452a-b11c-6b75cc6176d4" providerId="ADAL" clId="{EE3F6CF7-E024-5100-A70A-5616DEA5C1B7}" dt="2026-10-16T00:04:14.204" v="1673" actId="1035"/>
          <ac:spMkLst>
            <pc:docMk/>
            <pc:sldMk cId="2836175673" sldId="2147475352"/>
            <ac:spMk id="47" creationId="{C8A5987D-583B-D51D-B4EF-8E525CF4E22C}"/>
          </ac:spMkLst>
        </pc:spChg>
        <pc:graphicFrameChg chg="add mod modGraphic">
          <ac:chgData name="Marcus Naoum" userId="4578fcc8-dbf2-452a-b11c-6b75cc6176d4" providerId="ADAL" clId="{EE3F6CF7-E024-5100-A70A-5616DEA5C1B7}" dt="2026-10-20T05:55:06.431" v="4093" actId="20577"/>
          <ac:graphicFrameMkLst>
            <pc:docMk/>
            <pc:sldMk cId="2836175673" sldId="2147475352"/>
            <ac:graphicFrameMk id="46" creationId="{09A6E235-09A6-1C17-3EA4-2158E206B489}"/>
          </ac:graphicFrameMkLst>
        </pc:graphicFrameChg>
        <pc:picChg chg="add mod">
          <ac:chgData name="Marcus Naoum" userId="4578fcc8-dbf2-452a-b11c-6b75cc6176d4" providerId="ADAL" clId="{EE3F6CF7-E024-5100-A70A-5616DEA5C1B7}" dt="2026-10-16T00:05:04.019" v="1680" actId="12789"/>
          <ac:picMkLst>
            <pc:docMk/>
            <pc:sldMk cId="2836175673" sldId="2147475352"/>
            <ac:picMk id="34" creationId="{93B0A212-F09C-5428-20ED-B5FBBA9BB044}"/>
          </ac:picMkLst>
        </pc:picChg>
        <pc:picChg chg="add mod">
          <ac:chgData name="Marcus Naoum" userId="4578fcc8-dbf2-452a-b11c-6b75cc6176d4" providerId="ADAL" clId="{EE3F6CF7-E024-5100-A70A-5616DEA5C1B7}" dt="2026-10-16T00:05:04.019" v="1680" actId="12789"/>
          <ac:picMkLst>
            <pc:docMk/>
            <pc:sldMk cId="2836175673" sldId="2147475352"/>
            <ac:picMk id="44" creationId="{4F54B833-C198-47DE-D2BB-805EFE07838E}"/>
          </ac:picMkLst>
        </pc:picChg>
        <pc:picChg chg="add mod">
          <ac:chgData name="Marcus Naoum" userId="4578fcc8-dbf2-452a-b11c-6b75cc6176d4" providerId="ADAL" clId="{EE3F6CF7-E024-5100-A70A-5616DEA5C1B7}" dt="2026-10-16T00:05:12.659" v="1684" actId="1038"/>
          <ac:picMkLst>
            <pc:docMk/>
            <pc:sldMk cId="2836175673" sldId="2147475352"/>
            <ac:picMk id="45" creationId="{CA3731B6-29E2-1B70-2B58-DAECB6619D6F}"/>
          </ac:picMkLst>
        </pc:picChg>
      </pc:sldChg>
      <pc:sldChg chg="addSp delSp modSp add mod modNotesTx">
        <pc:chgData name="Marcus Naoum" userId="4578fcc8-dbf2-452a-b11c-6b75cc6176d4" providerId="ADAL" clId="{EE3F6CF7-E024-5100-A70A-5616DEA5C1B7}" dt="2026-10-16T00:12:22.512" v="1887" actId="20577"/>
        <pc:sldMkLst>
          <pc:docMk/>
          <pc:sldMk cId="1078423514" sldId="2147475353"/>
        </pc:sldMkLst>
        <pc:spChg chg="mod">
          <ac:chgData name="Marcus Naoum" userId="4578fcc8-dbf2-452a-b11c-6b75cc6176d4" providerId="ADAL" clId="{EE3F6CF7-E024-5100-A70A-5616DEA5C1B7}" dt="2026-10-16T00:08:48.706" v="1771" actId="207"/>
          <ac:spMkLst>
            <pc:docMk/>
            <pc:sldMk cId="1078423514" sldId="2147475353"/>
            <ac:spMk id="29" creationId="{B2A37F31-C577-1419-8D06-750D4B001510}"/>
          </ac:spMkLst>
        </pc:spChg>
        <pc:spChg chg="mod">
          <ac:chgData name="Marcus Naoum" userId="4578fcc8-dbf2-452a-b11c-6b75cc6176d4" providerId="ADAL" clId="{EE3F6CF7-E024-5100-A70A-5616DEA5C1B7}" dt="2026-10-16T00:11:28.739" v="1877" actId="207"/>
          <ac:spMkLst>
            <pc:docMk/>
            <pc:sldMk cId="1078423514" sldId="2147475353"/>
            <ac:spMk id="36" creationId="{72292145-0B0D-E30B-9A8A-21543D3A2219}"/>
          </ac:spMkLst>
        </pc:spChg>
        <pc:spChg chg="mod">
          <ac:chgData name="Marcus Naoum" userId="4578fcc8-dbf2-452a-b11c-6b75cc6176d4" providerId="ADAL" clId="{EE3F6CF7-E024-5100-A70A-5616DEA5C1B7}" dt="2026-10-16T00:11:22.096" v="1876" actId="207"/>
          <ac:spMkLst>
            <pc:docMk/>
            <pc:sldMk cId="1078423514" sldId="2147475353"/>
            <ac:spMk id="37" creationId="{F0CC45FC-ED91-EA46-EF86-447DFC1732E6}"/>
          </ac:spMkLst>
        </pc:spChg>
        <pc:spChg chg="mod">
          <ac:chgData name="Marcus Naoum" userId="4578fcc8-dbf2-452a-b11c-6b75cc6176d4" providerId="ADAL" clId="{EE3F6CF7-E024-5100-A70A-5616DEA5C1B7}" dt="2026-10-16T00:09:46.858" v="1775"/>
          <ac:spMkLst>
            <pc:docMk/>
            <pc:sldMk cId="1078423514" sldId="2147475353"/>
            <ac:spMk id="38" creationId="{AA20E583-3B82-FDB8-DE97-341F2C1BA5E9}"/>
          </ac:spMkLst>
        </pc:spChg>
        <pc:spChg chg="mod">
          <ac:chgData name="Marcus Naoum" userId="4578fcc8-dbf2-452a-b11c-6b75cc6176d4" providerId="ADAL" clId="{EE3F6CF7-E024-5100-A70A-5616DEA5C1B7}" dt="2026-10-16T00:09:46.858" v="1775"/>
          <ac:spMkLst>
            <pc:docMk/>
            <pc:sldMk cId="1078423514" sldId="2147475353"/>
            <ac:spMk id="39" creationId="{11872B5C-2459-D5B0-6022-BF8176A69A0D}"/>
          </ac:spMkLst>
        </pc:spChg>
        <pc:spChg chg="mod">
          <ac:chgData name="Marcus Naoum" userId="4578fcc8-dbf2-452a-b11c-6b75cc6176d4" providerId="ADAL" clId="{EE3F6CF7-E024-5100-A70A-5616DEA5C1B7}" dt="2026-10-16T00:09:46.858" v="1775"/>
          <ac:spMkLst>
            <pc:docMk/>
            <pc:sldMk cId="1078423514" sldId="2147475353"/>
            <ac:spMk id="40" creationId="{5D13EF84-183E-2E35-5E10-28AF392E9966}"/>
          </ac:spMkLst>
        </pc:spChg>
        <pc:spChg chg="mod">
          <ac:chgData name="Marcus Naoum" userId="4578fcc8-dbf2-452a-b11c-6b75cc6176d4" providerId="ADAL" clId="{EE3F6CF7-E024-5100-A70A-5616DEA5C1B7}" dt="2026-10-16T00:09:46.858" v="1775"/>
          <ac:spMkLst>
            <pc:docMk/>
            <pc:sldMk cId="1078423514" sldId="2147475353"/>
            <ac:spMk id="49" creationId="{EBDECC7F-1B7C-B51D-7FD1-7E88B8D82B8B}"/>
          </ac:spMkLst>
        </pc:spChg>
        <pc:spChg chg="mod">
          <ac:chgData name="Marcus Naoum" userId="4578fcc8-dbf2-452a-b11c-6b75cc6176d4" providerId="ADAL" clId="{EE3F6CF7-E024-5100-A70A-5616DEA5C1B7}" dt="2026-10-16T00:09:46.858" v="1775"/>
          <ac:spMkLst>
            <pc:docMk/>
            <pc:sldMk cId="1078423514" sldId="2147475353"/>
            <ac:spMk id="50" creationId="{59D94F24-1F8D-2E56-3DFC-6BFFE7D6C052}"/>
          </ac:spMkLst>
        </pc:spChg>
        <pc:spChg chg="mod">
          <ac:chgData name="Marcus Naoum" userId="4578fcc8-dbf2-452a-b11c-6b75cc6176d4" providerId="ADAL" clId="{EE3F6CF7-E024-5100-A70A-5616DEA5C1B7}" dt="2026-10-16T00:09:46.858" v="1775"/>
          <ac:spMkLst>
            <pc:docMk/>
            <pc:sldMk cId="1078423514" sldId="2147475353"/>
            <ac:spMk id="51" creationId="{AF8FDE99-C0E1-C45B-ABCE-BE319E0F2A54}"/>
          </ac:spMkLst>
        </pc:spChg>
        <pc:spChg chg="mod">
          <ac:chgData name="Marcus Naoum" userId="4578fcc8-dbf2-452a-b11c-6b75cc6176d4" providerId="ADAL" clId="{EE3F6CF7-E024-5100-A70A-5616DEA5C1B7}" dt="2026-10-16T00:09:46.858" v="1775"/>
          <ac:spMkLst>
            <pc:docMk/>
            <pc:sldMk cId="1078423514" sldId="2147475353"/>
            <ac:spMk id="52" creationId="{4E678654-682B-F184-255C-264D88E5AE09}"/>
          </ac:spMkLst>
        </pc:spChg>
        <pc:spChg chg="mod">
          <ac:chgData name="Marcus Naoum" userId="4578fcc8-dbf2-452a-b11c-6b75cc6176d4" providerId="ADAL" clId="{EE3F6CF7-E024-5100-A70A-5616DEA5C1B7}" dt="2026-10-16T00:09:46.858" v="1775"/>
          <ac:spMkLst>
            <pc:docMk/>
            <pc:sldMk cId="1078423514" sldId="2147475353"/>
            <ac:spMk id="54" creationId="{D0B0DC4B-D238-3B6D-6972-EE72CC3C7149}"/>
          </ac:spMkLst>
        </pc:spChg>
        <pc:spChg chg="add mod">
          <ac:chgData name="Marcus Naoum" userId="4578fcc8-dbf2-452a-b11c-6b75cc6176d4" providerId="ADAL" clId="{EE3F6CF7-E024-5100-A70A-5616DEA5C1B7}" dt="2026-10-16T00:11:47.986" v="1879" actId="1076"/>
          <ac:spMkLst>
            <pc:docMk/>
            <pc:sldMk cId="1078423514" sldId="2147475353"/>
            <ac:spMk id="58" creationId="{C4913151-E456-C4FF-E919-415C0FB0E5C3}"/>
          </ac:spMkLst>
        </pc:spChg>
        <pc:spChg chg="add mod">
          <ac:chgData name="Marcus Naoum" userId="4578fcc8-dbf2-452a-b11c-6b75cc6176d4" providerId="ADAL" clId="{EE3F6CF7-E024-5100-A70A-5616DEA5C1B7}" dt="2026-10-16T00:11:52.773" v="1880" actId="1076"/>
          <ac:spMkLst>
            <pc:docMk/>
            <pc:sldMk cId="1078423514" sldId="2147475353"/>
            <ac:spMk id="59" creationId="{B7BE9CDA-DECC-FC84-07D6-3A02E7531C13}"/>
          </ac:spMkLst>
        </pc:spChg>
        <pc:spChg chg="add mod">
          <ac:chgData name="Marcus Naoum" userId="4578fcc8-dbf2-452a-b11c-6b75cc6176d4" providerId="ADAL" clId="{EE3F6CF7-E024-5100-A70A-5616DEA5C1B7}" dt="2026-10-16T00:11:57.751" v="1881" actId="1076"/>
          <ac:spMkLst>
            <pc:docMk/>
            <pc:sldMk cId="1078423514" sldId="2147475353"/>
            <ac:spMk id="60" creationId="{D4C2B5BE-3CF3-277D-24A3-88AFD64AF988}"/>
          </ac:spMkLst>
        </pc:spChg>
        <pc:spChg chg="add mod">
          <ac:chgData name="Marcus Naoum" userId="4578fcc8-dbf2-452a-b11c-6b75cc6176d4" providerId="ADAL" clId="{EE3F6CF7-E024-5100-A70A-5616DEA5C1B7}" dt="2026-10-16T00:11:36.354" v="1878" actId="207"/>
          <ac:spMkLst>
            <pc:docMk/>
            <pc:sldMk cId="1078423514" sldId="2147475353"/>
            <ac:spMk id="61" creationId="{FE79CBC9-447B-172E-1FC7-F9901B4AABB8}"/>
          </ac:spMkLst>
        </pc:spChg>
        <pc:grpChg chg="mod">
          <ac:chgData name="Marcus Naoum" userId="4578fcc8-dbf2-452a-b11c-6b75cc6176d4" providerId="ADAL" clId="{EE3F6CF7-E024-5100-A70A-5616DEA5C1B7}" dt="2026-10-16T00:09:59.409" v="1842" actId="1037"/>
          <ac:grpSpMkLst>
            <pc:docMk/>
            <pc:sldMk cId="1078423514" sldId="2147475353"/>
            <ac:grpSpMk id="31" creationId="{D5A4D086-AA7E-BADE-7381-E057EFD96EAD}"/>
          </ac:grpSpMkLst>
        </pc:grpChg>
      </pc:sldChg>
      <pc:sldChg chg="modSp add del mod">
        <pc:chgData name="Marcus Naoum" userId="4578fcc8-dbf2-452a-b11c-6b75cc6176d4" providerId="ADAL" clId="{EE3F6CF7-E024-5100-A70A-5616DEA5C1B7}" dt="2026-10-19T22:26:34.931" v="3890" actId="2696"/>
        <pc:sldMkLst>
          <pc:docMk/>
          <pc:sldMk cId="1509581919" sldId="2147475354"/>
        </pc:sldMkLst>
      </pc:sldChg>
      <pc:sldChg chg="modSp mod modNotesTx">
        <pc:chgData name="Marcus Naoum" userId="4578fcc8-dbf2-452a-b11c-6b75cc6176d4" providerId="ADAL" clId="{EE3F6CF7-E024-5100-A70A-5616DEA5C1B7}" dt="2026-10-20T06:37:46.645" v="4416" actId="20577"/>
        <pc:sldMkLst>
          <pc:docMk/>
          <pc:sldMk cId="2904025356" sldId="2147475355"/>
        </pc:sldMkLst>
        <pc:spChg chg="mod">
          <ac:chgData name="Marcus Naoum" userId="4578fcc8-dbf2-452a-b11c-6b75cc6176d4" providerId="ADAL" clId="{EE3F6CF7-E024-5100-A70A-5616DEA5C1B7}" dt="2026-10-20T06:37:46.645" v="4416" actId="20577"/>
          <ac:spMkLst>
            <pc:docMk/>
            <pc:sldMk cId="2904025356" sldId="2147475355"/>
            <ac:spMk id="14" creationId="{EDA65971-6F57-D3C0-D248-14F306236B9F}"/>
          </ac:spMkLst>
        </pc:spChg>
      </pc:sldChg>
      <pc:sldChg chg="modSp mod">
        <pc:chgData name="Marcus Naoum" userId="4578fcc8-dbf2-452a-b11c-6b75cc6176d4" providerId="ADAL" clId="{EE3F6CF7-E024-5100-A70A-5616DEA5C1B7}" dt="2026-10-20T06:36:12.855" v="4404" actId="20577"/>
        <pc:sldMkLst>
          <pc:docMk/>
          <pc:sldMk cId="116775105" sldId="2147475356"/>
        </pc:sldMkLst>
        <pc:spChg chg="mod">
          <ac:chgData name="Marcus Naoum" userId="4578fcc8-dbf2-452a-b11c-6b75cc6176d4" providerId="ADAL" clId="{EE3F6CF7-E024-5100-A70A-5616DEA5C1B7}" dt="2026-10-20T06:18:41.921" v="4223" actId="1035"/>
          <ac:spMkLst>
            <pc:docMk/>
            <pc:sldMk cId="116775105" sldId="2147475356"/>
            <ac:spMk id="284" creationId="{015256CA-EF00-2775-FD6C-823AF09419C1}"/>
          </ac:spMkLst>
        </pc:spChg>
        <pc:spChg chg="mod">
          <ac:chgData name="Marcus Naoum" userId="4578fcc8-dbf2-452a-b11c-6b75cc6176d4" providerId="ADAL" clId="{EE3F6CF7-E024-5100-A70A-5616DEA5C1B7}" dt="2026-10-20T06:36:08.873" v="4394" actId="20577"/>
          <ac:spMkLst>
            <pc:docMk/>
            <pc:sldMk cId="116775105" sldId="2147475356"/>
            <ac:spMk id="286" creationId="{B5AF3F62-4D7E-78F0-672C-0BFCD0712A64}"/>
          </ac:spMkLst>
        </pc:spChg>
        <pc:spChg chg="mod">
          <ac:chgData name="Marcus Naoum" userId="4578fcc8-dbf2-452a-b11c-6b75cc6176d4" providerId="ADAL" clId="{EE3F6CF7-E024-5100-A70A-5616DEA5C1B7}" dt="2026-10-20T06:35:56.879" v="4361" actId="20577"/>
          <ac:spMkLst>
            <pc:docMk/>
            <pc:sldMk cId="116775105" sldId="2147475356"/>
            <ac:spMk id="287" creationId="{BFB434F3-BF93-9889-9B6D-D1FF4B7F7A2B}"/>
          </ac:spMkLst>
        </pc:spChg>
        <pc:spChg chg="mod">
          <ac:chgData name="Marcus Naoum" userId="4578fcc8-dbf2-452a-b11c-6b75cc6176d4" providerId="ADAL" clId="{EE3F6CF7-E024-5100-A70A-5616DEA5C1B7}" dt="2026-10-20T06:18:41.921" v="4223" actId="1035"/>
          <ac:spMkLst>
            <pc:docMk/>
            <pc:sldMk cId="116775105" sldId="2147475356"/>
            <ac:spMk id="290" creationId="{942F09E2-6E21-B01D-B9BA-20961D84F1DF}"/>
          </ac:spMkLst>
        </pc:spChg>
        <pc:spChg chg="mod">
          <ac:chgData name="Marcus Naoum" userId="4578fcc8-dbf2-452a-b11c-6b75cc6176d4" providerId="ADAL" clId="{EE3F6CF7-E024-5100-A70A-5616DEA5C1B7}" dt="2026-10-20T06:36:10.789" v="4399" actId="20577"/>
          <ac:spMkLst>
            <pc:docMk/>
            <pc:sldMk cId="116775105" sldId="2147475356"/>
            <ac:spMk id="292" creationId="{0D702371-D5FA-5E68-6DAB-1DD1A6333041}"/>
          </ac:spMkLst>
        </pc:spChg>
        <pc:spChg chg="mod">
          <ac:chgData name="Marcus Naoum" userId="4578fcc8-dbf2-452a-b11c-6b75cc6176d4" providerId="ADAL" clId="{EE3F6CF7-E024-5100-A70A-5616DEA5C1B7}" dt="2026-10-20T06:36:04.567" v="4382" actId="20577"/>
          <ac:spMkLst>
            <pc:docMk/>
            <pc:sldMk cId="116775105" sldId="2147475356"/>
            <ac:spMk id="293" creationId="{9B4A1740-924E-84D7-13F3-C31B87376295}"/>
          </ac:spMkLst>
        </pc:spChg>
        <pc:spChg chg="mod">
          <ac:chgData name="Marcus Naoum" userId="4578fcc8-dbf2-452a-b11c-6b75cc6176d4" providerId="ADAL" clId="{EE3F6CF7-E024-5100-A70A-5616DEA5C1B7}" dt="2026-10-20T06:18:41.921" v="4223" actId="1035"/>
          <ac:spMkLst>
            <pc:docMk/>
            <pc:sldMk cId="116775105" sldId="2147475356"/>
            <ac:spMk id="296" creationId="{4B015CD0-20A9-15F7-CCA0-8CD75F75B076}"/>
          </ac:spMkLst>
        </pc:spChg>
        <pc:spChg chg="mod">
          <ac:chgData name="Marcus Naoum" userId="4578fcc8-dbf2-452a-b11c-6b75cc6176d4" providerId="ADAL" clId="{EE3F6CF7-E024-5100-A70A-5616DEA5C1B7}" dt="2026-10-20T06:36:12.855" v="4404" actId="20577"/>
          <ac:spMkLst>
            <pc:docMk/>
            <pc:sldMk cId="116775105" sldId="2147475356"/>
            <ac:spMk id="298" creationId="{94E88FA7-F3CB-2949-0675-08E15BE70181}"/>
          </ac:spMkLst>
        </pc:spChg>
        <pc:spChg chg="mod">
          <ac:chgData name="Marcus Naoum" userId="4578fcc8-dbf2-452a-b11c-6b75cc6176d4" providerId="ADAL" clId="{EE3F6CF7-E024-5100-A70A-5616DEA5C1B7}" dt="2026-10-20T06:36:05.889" v="4387" actId="20577"/>
          <ac:spMkLst>
            <pc:docMk/>
            <pc:sldMk cId="116775105" sldId="2147475356"/>
            <ac:spMk id="299" creationId="{DE7DD751-AD24-E500-0EE0-F1FD30A639AC}"/>
          </ac:spMkLst>
        </pc:spChg>
      </pc:sldChg>
      <pc:sldChg chg="new del">
        <pc:chgData name="Marcus Naoum" userId="4578fcc8-dbf2-452a-b11c-6b75cc6176d4" providerId="ADAL" clId="{EE3F6CF7-E024-5100-A70A-5616DEA5C1B7}" dt="2026-10-19T22:21:45.630" v="3744" actId="2696"/>
        <pc:sldMkLst>
          <pc:docMk/>
          <pc:sldMk cId="4146333739" sldId="2147475357"/>
        </pc:sldMkLst>
      </pc:sldChg>
      <pc:sldChg chg="add">
        <pc:chgData name="Marcus Naoum" userId="4578fcc8-dbf2-452a-b11c-6b75cc6176d4" providerId="ADAL" clId="{EE3F6CF7-E024-5100-A70A-5616DEA5C1B7}" dt="2026-10-19T22:21:23.502" v="3695"/>
        <pc:sldMkLst>
          <pc:docMk/>
          <pc:sldMk cId="1093358316" sldId="2147475358"/>
        </pc:sldMkLst>
      </pc:sldChg>
      <pc:sldChg chg="modSp add mod">
        <pc:chgData name="Marcus Naoum" userId="4578fcc8-dbf2-452a-b11c-6b75cc6176d4" providerId="ADAL" clId="{EE3F6CF7-E024-5100-A70A-5616DEA5C1B7}" dt="2026-10-19T22:26:23.354" v="3889" actId="20577"/>
        <pc:sldMkLst>
          <pc:docMk/>
          <pc:sldMk cId="4256657338" sldId="2147475359"/>
        </pc:sldMkLst>
        <pc:spChg chg="mod">
          <ac:chgData name="Marcus Naoum" userId="4578fcc8-dbf2-452a-b11c-6b75cc6176d4" providerId="ADAL" clId="{EE3F6CF7-E024-5100-A70A-5616DEA5C1B7}" dt="2026-10-19T22:21:55.772" v="3748" actId="1076"/>
          <ac:spMkLst>
            <pc:docMk/>
            <pc:sldMk cId="4256657338" sldId="2147475359"/>
            <ac:spMk id="3" creationId="{5F701303-CEF0-7F26-5773-CCE8FD73B0E4}"/>
          </ac:spMkLst>
        </pc:spChg>
        <pc:spChg chg="mod">
          <ac:chgData name="Marcus Naoum" userId="4578fcc8-dbf2-452a-b11c-6b75cc6176d4" providerId="ADAL" clId="{EE3F6CF7-E024-5100-A70A-5616DEA5C1B7}" dt="2026-10-19T22:26:23.354" v="3889" actId="20577"/>
          <ac:spMkLst>
            <pc:docMk/>
            <pc:sldMk cId="4256657338" sldId="2147475359"/>
            <ac:spMk id="14" creationId="{D2200983-0DD1-5639-D34F-4A2A1DC42915}"/>
          </ac:spMkLst>
        </pc:spChg>
      </pc:sldChg>
      <pc:sldChg chg="delSp modSp add mod ord modNotesTx">
        <pc:chgData name="Marcus Naoum" userId="4578fcc8-dbf2-452a-b11c-6b75cc6176d4" providerId="ADAL" clId="{EE3F6CF7-E024-5100-A70A-5616DEA5C1B7}" dt="2026-10-20T06:14:23.458" v="4179" actId="20577"/>
        <pc:sldMkLst>
          <pc:docMk/>
          <pc:sldMk cId="1341326142" sldId="2147475360"/>
        </pc:sldMkLst>
        <pc:spChg chg="del">
          <ac:chgData name="Marcus Naoum" userId="4578fcc8-dbf2-452a-b11c-6b75cc6176d4" providerId="ADAL" clId="{EE3F6CF7-E024-5100-A70A-5616DEA5C1B7}" dt="2026-10-20T05:57:13.655" v="4103" actId="478"/>
          <ac:spMkLst>
            <pc:docMk/>
            <pc:sldMk cId="1341326142" sldId="2147475360"/>
            <ac:spMk id="26" creationId="{C28105E6-C263-2946-0023-A75C9008AB6B}"/>
          </ac:spMkLst>
        </pc:spChg>
        <pc:spChg chg="del">
          <ac:chgData name="Marcus Naoum" userId="4578fcc8-dbf2-452a-b11c-6b75cc6176d4" providerId="ADAL" clId="{EE3F6CF7-E024-5100-A70A-5616DEA5C1B7}" dt="2026-10-20T05:57:13.655" v="4103" actId="478"/>
          <ac:spMkLst>
            <pc:docMk/>
            <pc:sldMk cId="1341326142" sldId="2147475360"/>
            <ac:spMk id="27" creationId="{F1D3AC14-9C1A-C72F-AE0E-21908B244F20}"/>
          </ac:spMkLst>
        </pc:spChg>
        <pc:spChg chg="del">
          <ac:chgData name="Marcus Naoum" userId="4578fcc8-dbf2-452a-b11c-6b75cc6176d4" providerId="ADAL" clId="{EE3F6CF7-E024-5100-A70A-5616DEA5C1B7}" dt="2026-10-20T05:57:13.655" v="4103" actId="478"/>
          <ac:spMkLst>
            <pc:docMk/>
            <pc:sldMk cId="1341326142" sldId="2147475360"/>
            <ac:spMk id="32" creationId="{3686E982-8695-286D-B171-D0CD1308C9F1}"/>
          </ac:spMkLst>
        </pc:spChg>
        <pc:spChg chg="del">
          <ac:chgData name="Marcus Naoum" userId="4578fcc8-dbf2-452a-b11c-6b75cc6176d4" providerId="ADAL" clId="{EE3F6CF7-E024-5100-A70A-5616DEA5C1B7}" dt="2026-10-20T05:57:13.655" v="4103" actId="478"/>
          <ac:spMkLst>
            <pc:docMk/>
            <pc:sldMk cId="1341326142" sldId="2147475360"/>
            <ac:spMk id="42" creationId="{05D4C8A1-ACC2-8FFF-B397-EBFF341A01D4}"/>
          </ac:spMkLst>
        </pc:spChg>
        <pc:spChg chg="del">
          <ac:chgData name="Marcus Naoum" userId="4578fcc8-dbf2-452a-b11c-6b75cc6176d4" providerId="ADAL" clId="{EE3F6CF7-E024-5100-A70A-5616DEA5C1B7}" dt="2026-10-20T05:57:13.655" v="4103" actId="478"/>
          <ac:spMkLst>
            <pc:docMk/>
            <pc:sldMk cId="1341326142" sldId="2147475360"/>
            <ac:spMk id="43" creationId="{4EC364A1-47A1-5A0A-4524-B018C16FB323}"/>
          </ac:spMkLst>
        </pc:spChg>
        <pc:spChg chg="mod">
          <ac:chgData name="Marcus Naoum" userId="4578fcc8-dbf2-452a-b11c-6b75cc6176d4" providerId="ADAL" clId="{EE3F6CF7-E024-5100-A70A-5616DEA5C1B7}" dt="2026-10-20T05:59:43.735" v="4157" actId="1036"/>
          <ac:spMkLst>
            <pc:docMk/>
            <pc:sldMk cId="1341326142" sldId="2147475360"/>
            <ac:spMk id="47" creationId="{11F49A0F-A6E4-0267-D7B3-EBBD1DD4D479}"/>
          </ac:spMkLst>
        </pc:spChg>
        <pc:graphicFrameChg chg="mod modGraphic">
          <ac:chgData name="Marcus Naoum" userId="4578fcc8-dbf2-452a-b11c-6b75cc6176d4" providerId="ADAL" clId="{EE3F6CF7-E024-5100-A70A-5616DEA5C1B7}" dt="2026-10-20T06:14:23.458" v="4179" actId="20577"/>
          <ac:graphicFrameMkLst>
            <pc:docMk/>
            <pc:sldMk cId="1341326142" sldId="2147475360"/>
            <ac:graphicFrameMk id="46" creationId="{255D923B-E41B-CD79-2009-84105A2D027C}"/>
          </ac:graphicFrameMkLst>
        </pc:graphicFrameChg>
        <pc:picChg chg="del">
          <ac:chgData name="Marcus Naoum" userId="4578fcc8-dbf2-452a-b11c-6b75cc6176d4" providerId="ADAL" clId="{EE3F6CF7-E024-5100-A70A-5616DEA5C1B7}" dt="2026-10-20T05:57:13.655" v="4103" actId="478"/>
          <ac:picMkLst>
            <pc:docMk/>
            <pc:sldMk cId="1341326142" sldId="2147475360"/>
            <ac:picMk id="34" creationId="{4E87BCE1-9B53-BB9C-C1E6-682A24910685}"/>
          </ac:picMkLst>
        </pc:picChg>
        <pc:picChg chg="del">
          <ac:chgData name="Marcus Naoum" userId="4578fcc8-dbf2-452a-b11c-6b75cc6176d4" providerId="ADAL" clId="{EE3F6CF7-E024-5100-A70A-5616DEA5C1B7}" dt="2026-10-20T05:57:13.655" v="4103" actId="478"/>
          <ac:picMkLst>
            <pc:docMk/>
            <pc:sldMk cId="1341326142" sldId="2147475360"/>
            <ac:picMk id="44" creationId="{BD48E500-DA01-2514-98AF-64D4686958EC}"/>
          </ac:picMkLst>
        </pc:picChg>
        <pc:picChg chg="del">
          <ac:chgData name="Marcus Naoum" userId="4578fcc8-dbf2-452a-b11c-6b75cc6176d4" providerId="ADAL" clId="{EE3F6CF7-E024-5100-A70A-5616DEA5C1B7}" dt="2026-10-20T05:57:13.655" v="4103" actId="478"/>
          <ac:picMkLst>
            <pc:docMk/>
            <pc:sldMk cId="1341326142" sldId="2147475360"/>
            <ac:picMk id="45" creationId="{E5EB1FC0-172F-E9F8-334E-94E28C75631E}"/>
          </ac:picMkLst>
        </pc:picChg>
      </pc:sldChg>
      <pc:sldChg chg="add del">
        <pc:chgData name="Marcus Naoum" userId="4578fcc8-dbf2-452a-b11c-6b75cc6176d4" providerId="ADAL" clId="{EE3F6CF7-E024-5100-A70A-5616DEA5C1B7}" dt="2026-10-19T22:22:39.409" v="3757"/>
        <pc:sldMkLst>
          <pc:docMk/>
          <pc:sldMk cId="2495256895" sldId="2147475360"/>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6C5D396-7B96-4346-AAAE-754D44F7F52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latin typeface="Open Sans Light" pitchFamily="2" charset="0"/>
            </a:endParaRPr>
          </a:p>
        </p:txBody>
      </p:sp>
      <p:sp>
        <p:nvSpPr>
          <p:cNvPr id="3" name="Date Placeholder 2">
            <a:extLst>
              <a:ext uri="{FF2B5EF4-FFF2-40B4-BE49-F238E27FC236}">
                <a16:creationId xmlns:a16="http://schemas.microsoft.com/office/drawing/2014/main" id="{04D405ED-F3C3-C64D-896E-A82D517A682C}"/>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7DBF9414-3D7D-694D-A4D4-2A38CD631945}" type="datetimeFigureOut">
              <a:rPr lang="en-US" smtClean="0">
                <a:latin typeface="Open Sans Light" pitchFamily="2" charset="0"/>
              </a:rPr>
              <a:t>10/20/2026</a:t>
            </a:fld>
            <a:endParaRPr lang="en-US">
              <a:latin typeface="Open Sans Light" pitchFamily="2" charset="0"/>
            </a:endParaRPr>
          </a:p>
        </p:txBody>
      </p:sp>
      <p:sp>
        <p:nvSpPr>
          <p:cNvPr id="4" name="Footer Placeholder 3">
            <a:extLst>
              <a:ext uri="{FF2B5EF4-FFF2-40B4-BE49-F238E27FC236}">
                <a16:creationId xmlns:a16="http://schemas.microsoft.com/office/drawing/2014/main" id="{CEA3EAB3-9FA5-9449-9881-6508ECDCCE65}"/>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latin typeface="Open Sans Light" pitchFamily="2" charset="0"/>
            </a:endParaRPr>
          </a:p>
        </p:txBody>
      </p:sp>
      <p:sp>
        <p:nvSpPr>
          <p:cNvPr id="5" name="Slide Number Placeholder 4">
            <a:extLst>
              <a:ext uri="{FF2B5EF4-FFF2-40B4-BE49-F238E27FC236}">
                <a16:creationId xmlns:a16="http://schemas.microsoft.com/office/drawing/2014/main" id="{35250E67-DC67-0A48-968B-2D9E10329239}"/>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AB9C1F1D-0F54-3E40-B5C3-72C471D17D1E}" type="slidenum">
              <a:rPr lang="en-US" smtClean="0">
                <a:latin typeface="Open Sans Light" pitchFamily="2" charset="0"/>
              </a:rPr>
              <a:t>‹#›</a:t>
            </a:fld>
            <a:endParaRPr lang="en-US">
              <a:latin typeface="Open Sans Light" pitchFamily="2" charset="0"/>
            </a:endParaRPr>
          </a:p>
        </p:txBody>
      </p:sp>
    </p:spTree>
    <p:extLst>
      <p:ext uri="{BB962C8B-B14F-4D97-AF65-F5344CB8AC3E}">
        <p14:creationId xmlns:p14="http://schemas.microsoft.com/office/powerpoint/2010/main" val="197243526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b="0" i="0">
                <a:latin typeface="Open Sans Light" pitchFamily="2" charset="0"/>
              </a:defRPr>
            </a:lvl1pPr>
          </a:lstStyle>
          <a:p>
            <a:endParaRPr lang="en-AU"/>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b="0" i="0">
                <a:latin typeface="Open Sans Light" pitchFamily="2" charset="0"/>
              </a:defRPr>
            </a:lvl1pPr>
          </a:lstStyle>
          <a:p>
            <a:fld id="{7DB8B409-6AE1-413F-AD0F-8F9B711D0698}" type="datetimeFigureOut">
              <a:rPr lang="en-AU" smtClean="0"/>
              <a:pPr/>
              <a:t>20/10/2026</a:t>
            </a:fld>
            <a:endParaRPr lang="en-AU"/>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AU"/>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b="0" i="0">
                <a:latin typeface="Open Sans Light" pitchFamily="2" charset="0"/>
              </a:defRPr>
            </a:lvl1pPr>
          </a:lstStyle>
          <a:p>
            <a:endParaRPr lang="en-AU"/>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b="0" i="0">
                <a:latin typeface="Open Sans Light" pitchFamily="2" charset="0"/>
              </a:defRPr>
            </a:lvl1pPr>
          </a:lstStyle>
          <a:p>
            <a:fld id="{F7CA7197-82FF-4B06-884D-DB6B1218D975}" type="slidenum">
              <a:rPr lang="en-AU" smtClean="0"/>
              <a:pPr/>
              <a:t>‹#›</a:t>
            </a:fld>
            <a:endParaRPr lang="en-AU"/>
          </a:p>
        </p:txBody>
      </p:sp>
    </p:spTree>
    <p:extLst>
      <p:ext uri="{BB962C8B-B14F-4D97-AF65-F5344CB8AC3E}">
        <p14:creationId xmlns:p14="http://schemas.microsoft.com/office/powerpoint/2010/main" val="4099036799"/>
      </p:ext>
    </p:extLst>
  </p:cSld>
  <p:clrMap bg1="lt1" tx1="dk1" bg2="lt2" tx2="dk2" accent1="accent1" accent2="accent2" accent3="accent3" accent4="accent4" accent5="accent5" accent6="accent6" hlink="hlink" folHlink="folHlink"/>
  <p:notesStyle>
    <a:lvl1pPr marL="0" algn="l" defTabSz="914400" rtl="0" eaLnBrk="1" latinLnBrk="0" hangingPunct="1">
      <a:defRPr sz="1200" b="0" i="0" kern="1200">
        <a:solidFill>
          <a:schemeClr val="tx1"/>
        </a:solidFill>
        <a:latin typeface="Open Sans Light" pitchFamily="2" charset="0"/>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AU"/>
              <a:t>Welcome. Frame quickly: this is a working session. We are here to respond to the ISS findings, not to redesign strategy.</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lgn="l">
              <a:lnSpc>
                <a:spcPct val="110000"/>
              </a:lnSpc>
              <a:spcBef>
                <a:spcPts val="0"/>
              </a:spcBef>
              <a:spcAft>
                <a:spcPts val="0"/>
              </a:spcAft>
              <a:buNone/>
            </a:pPr>
            <a:r>
              <a:rPr lang="en-AU" sz="1200" b="1">
                <a:solidFill>
                  <a:schemeClr val="accent6">
                    <a:lumMod val="75000"/>
                  </a:schemeClr>
                </a:solidFill>
                <a:latin typeface="Poppins" pitchFamily="2" charset="77"/>
                <a:cs typeface="Poppins" pitchFamily="2" charset="77"/>
              </a:rPr>
              <a:t>Most of the work to address the ISS findings is already underway across the business. It just hasn’t been organised or communicated to industry. We are not here to redesign strategy.</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AU"/>
              <a:t>What other mechanisms ways channels should we be communicating out</a:t>
            </a:r>
          </a:p>
          <a:p>
            <a:r>
              <a:rPr lang="en-AU"/>
              <a:t>HEALTH AND SAFETY TRUST</a:t>
            </a:r>
          </a:p>
        </p:txBody>
      </p:sp>
      <p:sp>
        <p:nvSpPr>
          <p:cNvPr id="4" name="Slide Number Placeholder 3"/>
          <p:cNvSpPr>
            <a:spLocks noGrp="1"/>
          </p:cNvSpPr>
          <p:nvPr>
            <p:ph type="sldNum" sz="quarter" idx="5"/>
          </p:nvPr>
        </p:nvSpPr>
        <p:spPr/>
        <p:txBody>
          <a:bodyPr/>
          <a:lstStyle/>
          <a:p>
            <a:fld id="{F7CA7197-82FF-4B06-884D-DB6B1218D975}" type="slidenum">
              <a:rPr lang="en-AU" smtClean="0"/>
              <a:pPr/>
              <a:t>12</a:t>
            </a:fld>
            <a:endParaRPr lang="en-AU"/>
          </a:p>
        </p:txBody>
      </p:sp>
    </p:spTree>
    <p:extLst>
      <p:ext uri="{BB962C8B-B14F-4D97-AF65-F5344CB8AC3E}">
        <p14:creationId xmlns:p14="http://schemas.microsoft.com/office/powerpoint/2010/main" val="375189461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AU"/>
              <a:t>Station 2 canvas. Print at A3 and place with the Station 2 handout. Photograph at the end of the rotation.</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AU"/>
              <a:t>Station 3 canvas. Print at A3 and place with the Station 3 handout. Photograph at the end of the rotation.</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sv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sv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sv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sv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sv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sv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sv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sv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sv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sv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sv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sv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sv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sv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sv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sv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sv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sv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sv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sv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sv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sv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sv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sv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and Content">
    <p:spTree>
      <p:nvGrpSpPr>
        <p:cNvPr id="1" name=""/>
        <p:cNvGrpSpPr/>
        <p:nvPr/>
      </p:nvGrpSpPr>
      <p:grpSpPr>
        <a:xfrm>
          <a:off x="0" y="0"/>
          <a:ext cx="0" cy="0"/>
          <a:chOff x="0" y="0"/>
          <a:chExt cx="0" cy="0"/>
        </a:xfrm>
      </p:grpSpPr>
      <p:sp>
        <p:nvSpPr>
          <p:cNvPr id="6" name="Slide Number Placeholder 3">
            <a:extLst>
              <a:ext uri="{FF2B5EF4-FFF2-40B4-BE49-F238E27FC236}">
                <a16:creationId xmlns:a16="http://schemas.microsoft.com/office/drawing/2014/main" id="{8FE57028-D915-D943-99D7-8DF74265968B}"/>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
        <p:nvSpPr>
          <p:cNvPr id="4" name="Title 1">
            <a:extLst>
              <a:ext uri="{FF2B5EF4-FFF2-40B4-BE49-F238E27FC236}">
                <a16:creationId xmlns:a16="http://schemas.microsoft.com/office/drawing/2014/main" id="{872B019C-4E51-5CE7-5B1D-95225561FA84}"/>
              </a:ext>
            </a:extLst>
          </p:cNvPr>
          <p:cNvSpPr>
            <a:spLocks noGrp="1"/>
          </p:cNvSpPr>
          <p:nvPr>
            <p:ph type="title"/>
          </p:nvPr>
        </p:nvSpPr>
        <p:spPr>
          <a:xfrm>
            <a:off x="525019" y="368300"/>
            <a:ext cx="11151032" cy="900114"/>
          </a:xfrm>
        </p:spPr>
        <p:txBody>
          <a:bodyPr>
            <a:normAutofit/>
          </a:bodyPr>
          <a:lstStyle>
            <a:lvl1pPr>
              <a:defRPr sz="2800"/>
            </a:lvl1pPr>
          </a:lstStyle>
          <a:p>
            <a:r>
              <a:rPr lang="en-US"/>
              <a:t>Click to edit Master title style</a:t>
            </a:r>
          </a:p>
        </p:txBody>
      </p:sp>
      <p:sp>
        <p:nvSpPr>
          <p:cNvPr id="5" name="Content Placeholder 2">
            <a:extLst>
              <a:ext uri="{FF2B5EF4-FFF2-40B4-BE49-F238E27FC236}">
                <a16:creationId xmlns:a16="http://schemas.microsoft.com/office/drawing/2014/main" id="{FFB002A0-5D60-0A4B-429C-D6178E03B636}"/>
              </a:ext>
            </a:extLst>
          </p:cNvPr>
          <p:cNvSpPr>
            <a:spLocks noGrp="1"/>
          </p:cNvSpPr>
          <p:nvPr>
            <p:ph idx="1"/>
          </p:nvPr>
        </p:nvSpPr>
        <p:spPr>
          <a:xfrm>
            <a:off x="525018" y="1449389"/>
            <a:ext cx="11151033" cy="4500562"/>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38856468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13_Title and Content">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D183A61-EB54-06EF-DE47-F7E9A571DB61}"/>
              </a:ext>
            </a:extLst>
          </p:cNvPr>
          <p:cNvSpPr/>
          <p:nvPr userDrawn="1"/>
        </p:nvSpPr>
        <p:spPr>
          <a:xfrm>
            <a:off x="0" y="0"/>
            <a:ext cx="12192000" cy="1316019"/>
          </a:xfrm>
          <a:prstGeom prst="rect">
            <a:avLst/>
          </a:prstGeom>
          <a:gradFill>
            <a:gsLst>
              <a:gs pos="0">
                <a:schemeClr val="accent3"/>
              </a:gs>
              <a:gs pos="100000">
                <a:schemeClr val="accent3">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AU" sz="1800" b="0" i="0" u="none" strike="noStrike" kern="1200" cap="none" spc="0" normalizeH="0" baseline="0" noProof="0">
              <a:ln>
                <a:noFill/>
              </a:ln>
              <a:solidFill>
                <a:prstClr val="white"/>
              </a:solidFill>
              <a:effectLst/>
              <a:uLnTx/>
              <a:uFillTx/>
              <a:latin typeface="Roboto"/>
              <a:ea typeface="+mn-ea"/>
              <a:cs typeface="+mn-cs"/>
            </a:endParaRPr>
          </a:p>
        </p:txBody>
      </p:sp>
      <p:sp>
        <p:nvSpPr>
          <p:cNvPr id="6" name="Slide Number Placeholder 3">
            <a:extLst>
              <a:ext uri="{FF2B5EF4-FFF2-40B4-BE49-F238E27FC236}">
                <a16:creationId xmlns:a16="http://schemas.microsoft.com/office/drawing/2014/main" id="{8FE57028-D915-D943-99D7-8DF74265968B}"/>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
        <p:nvSpPr>
          <p:cNvPr id="4" name="Title 1">
            <a:extLst>
              <a:ext uri="{FF2B5EF4-FFF2-40B4-BE49-F238E27FC236}">
                <a16:creationId xmlns:a16="http://schemas.microsoft.com/office/drawing/2014/main" id="{872B019C-4E51-5CE7-5B1D-95225561FA84}"/>
              </a:ext>
            </a:extLst>
          </p:cNvPr>
          <p:cNvSpPr>
            <a:spLocks noGrp="1"/>
          </p:cNvSpPr>
          <p:nvPr>
            <p:ph type="title"/>
          </p:nvPr>
        </p:nvSpPr>
        <p:spPr>
          <a:xfrm>
            <a:off x="525019" y="368300"/>
            <a:ext cx="11151032" cy="900114"/>
          </a:xfrm>
        </p:spPr>
        <p:txBody>
          <a:bodyPr>
            <a:normAutofit/>
          </a:bodyPr>
          <a:lstStyle>
            <a:lvl1pPr>
              <a:defRPr sz="2800">
                <a:solidFill>
                  <a:schemeClr val="bg1"/>
                </a:solidFill>
              </a:defRPr>
            </a:lvl1pPr>
          </a:lstStyle>
          <a:p>
            <a:r>
              <a:rPr lang="en-US"/>
              <a:t>Click to edit Master title style</a:t>
            </a:r>
          </a:p>
        </p:txBody>
      </p:sp>
      <p:sp>
        <p:nvSpPr>
          <p:cNvPr id="5" name="Content Placeholder 2">
            <a:extLst>
              <a:ext uri="{FF2B5EF4-FFF2-40B4-BE49-F238E27FC236}">
                <a16:creationId xmlns:a16="http://schemas.microsoft.com/office/drawing/2014/main" id="{FFB002A0-5D60-0A4B-429C-D6178E03B636}"/>
              </a:ext>
            </a:extLst>
          </p:cNvPr>
          <p:cNvSpPr>
            <a:spLocks noGrp="1"/>
          </p:cNvSpPr>
          <p:nvPr>
            <p:ph idx="1"/>
          </p:nvPr>
        </p:nvSpPr>
        <p:spPr>
          <a:xfrm>
            <a:off x="525018" y="1449389"/>
            <a:ext cx="11151033" cy="4500562"/>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71387193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12_Title and Content">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D183A61-EB54-06EF-DE47-F7E9A571DB61}"/>
              </a:ext>
            </a:extLst>
          </p:cNvPr>
          <p:cNvSpPr/>
          <p:nvPr userDrawn="1"/>
        </p:nvSpPr>
        <p:spPr>
          <a:xfrm>
            <a:off x="0" y="0"/>
            <a:ext cx="12192000" cy="1316019"/>
          </a:xfrm>
          <a:prstGeom prst="rect">
            <a:avLst/>
          </a:prstGeom>
          <a:gradFill>
            <a:gsLst>
              <a:gs pos="0">
                <a:schemeClr val="accent1"/>
              </a:gs>
              <a:gs pos="100000">
                <a:schemeClr val="accent1">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AU" sz="1800" b="0" i="0" u="none" strike="noStrike" kern="1200" cap="none" spc="0" normalizeH="0" baseline="0" noProof="0">
              <a:ln>
                <a:noFill/>
              </a:ln>
              <a:solidFill>
                <a:prstClr val="white"/>
              </a:solidFill>
              <a:effectLst/>
              <a:uLnTx/>
              <a:uFillTx/>
              <a:latin typeface="Roboto"/>
              <a:ea typeface="+mn-ea"/>
              <a:cs typeface="+mn-cs"/>
            </a:endParaRPr>
          </a:p>
        </p:txBody>
      </p:sp>
      <p:sp>
        <p:nvSpPr>
          <p:cNvPr id="6" name="Slide Number Placeholder 3">
            <a:extLst>
              <a:ext uri="{FF2B5EF4-FFF2-40B4-BE49-F238E27FC236}">
                <a16:creationId xmlns:a16="http://schemas.microsoft.com/office/drawing/2014/main" id="{8FE57028-D915-D943-99D7-8DF74265968B}"/>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
        <p:nvSpPr>
          <p:cNvPr id="4" name="Title 1">
            <a:extLst>
              <a:ext uri="{FF2B5EF4-FFF2-40B4-BE49-F238E27FC236}">
                <a16:creationId xmlns:a16="http://schemas.microsoft.com/office/drawing/2014/main" id="{872B019C-4E51-5CE7-5B1D-95225561FA84}"/>
              </a:ext>
            </a:extLst>
          </p:cNvPr>
          <p:cNvSpPr>
            <a:spLocks noGrp="1"/>
          </p:cNvSpPr>
          <p:nvPr>
            <p:ph type="title"/>
          </p:nvPr>
        </p:nvSpPr>
        <p:spPr>
          <a:xfrm>
            <a:off x="525019" y="368300"/>
            <a:ext cx="11151032" cy="900114"/>
          </a:xfrm>
        </p:spPr>
        <p:txBody>
          <a:bodyPr>
            <a:normAutofit/>
          </a:bodyPr>
          <a:lstStyle>
            <a:lvl1pPr>
              <a:defRPr sz="2800">
                <a:solidFill>
                  <a:schemeClr val="bg1"/>
                </a:solidFill>
              </a:defRPr>
            </a:lvl1pPr>
          </a:lstStyle>
          <a:p>
            <a:r>
              <a:rPr lang="en-US"/>
              <a:t>Click to edit Master title style</a:t>
            </a:r>
          </a:p>
        </p:txBody>
      </p:sp>
      <p:sp>
        <p:nvSpPr>
          <p:cNvPr id="5" name="Content Placeholder 2">
            <a:extLst>
              <a:ext uri="{FF2B5EF4-FFF2-40B4-BE49-F238E27FC236}">
                <a16:creationId xmlns:a16="http://schemas.microsoft.com/office/drawing/2014/main" id="{FFB002A0-5D60-0A4B-429C-D6178E03B636}"/>
              </a:ext>
            </a:extLst>
          </p:cNvPr>
          <p:cNvSpPr>
            <a:spLocks noGrp="1"/>
          </p:cNvSpPr>
          <p:nvPr>
            <p:ph idx="1"/>
          </p:nvPr>
        </p:nvSpPr>
        <p:spPr>
          <a:xfrm>
            <a:off x="525018" y="1449389"/>
            <a:ext cx="11151033" cy="4500562"/>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86857477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11_Title and Content">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D183A61-EB54-06EF-DE47-F7E9A571DB61}"/>
              </a:ext>
            </a:extLst>
          </p:cNvPr>
          <p:cNvSpPr/>
          <p:nvPr userDrawn="1"/>
        </p:nvSpPr>
        <p:spPr>
          <a:xfrm>
            <a:off x="0" y="0"/>
            <a:ext cx="12192000" cy="1316019"/>
          </a:xfrm>
          <a:prstGeom prst="rect">
            <a:avLst/>
          </a:prstGeom>
          <a:gradFill>
            <a:gsLst>
              <a:gs pos="0">
                <a:schemeClr val="accent2"/>
              </a:gs>
              <a:gs pos="100000">
                <a:schemeClr val="accent2">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AU" sz="1800" b="0" i="0" u="none" strike="noStrike" kern="1200" cap="none" spc="0" normalizeH="0" baseline="0" noProof="0">
              <a:ln>
                <a:noFill/>
              </a:ln>
              <a:solidFill>
                <a:prstClr val="white"/>
              </a:solidFill>
              <a:effectLst/>
              <a:uLnTx/>
              <a:uFillTx/>
              <a:latin typeface="Roboto"/>
              <a:ea typeface="+mn-ea"/>
              <a:cs typeface="+mn-cs"/>
            </a:endParaRPr>
          </a:p>
        </p:txBody>
      </p:sp>
      <p:sp>
        <p:nvSpPr>
          <p:cNvPr id="6" name="Slide Number Placeholder 3">
            <a:extLst>
              <a:ext uri="{FF2B5EF4-FFF2-40B4-BE49-F238E27FC236}">
                <a16:creationId xmlns:a16="http://schemas.microsoft.com/office/drawing/2014/main" id="{8FE57028-D915-D943-99D7-8DF74265968B}"/>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
        <p:nvSpPr>
          <p:cNvPr id="4" name="Title 1">
            <a:extLst>
              <a:ext uri="{FF2B5EF4-FFF2-40B4-BE49-F238E27FC236}">
                <a16:creationId xmlns:a16="http://schemas.microsoft.com/office/drawing/2014/main" id="{872B019C-4E51-5CE7-5B1D-95225561FA84}"/>
              </a:ext>
            </a:extLst>
          </p:cNvPr>
          <p:cNvSpPr>
            <a:spLocks noGrp="1"/>
          </p:cNvSpPr>
          <p:nvPr>
            <p:ph type="title"/>
          </p:nvPr>
        </p:nvSpPr>
        <p:spPr>
          <a:xfrm>
            <a:off x="525019" y="368300"/>
            <a:ext cx="11151032" cy="900114"/>
          </a:xfrm>
        </p:spPr>
        <p:txBody>
          <a:bodyPr>
            <a:normAutofit/>
          </a:bodyPr>
          <a:lstStyle>
            <a:lvl1pPr>
              <a:defRPr sz="2800">
                <a:solidFill>
                  <a:schemeClr val="bg1"/>
                </a:solidFill>
              </a:defRPr>
            </a:lvl1pPr>
          </a:lstStyle>
          <a:p>
            <a:r>
              <a:rPr lang="en-US"/>
              <a:t>Click to edit Master title style</a:t>
            </a:r>
          </a:p>
        </p:txBody>
      </p:sp>
      <p:sp>
        <p:nvSpPr>
          <p:cNvPr id="5" name="Content Placeholder 2">
            <a:extLst>
              <a:ext uri="{FF2B5EF4-FFF2-40B4-BE49-F238E27FC236}">
                <a16:creationId xmlns:a16="http://schemas.microsoft.com/office/drawing/2014/main" id="{FFB002A0-5D60-0A4B-429C-D6178E03B636}"/>
              </a:ext>
            </a:extLst>
          </p:cNvPr>
          <p:cNvSpPr>
            <a:spLocks noGrp="1"/>
          </p:cNvSpPr>
          <p:nvPr>
            <p:ph idx="1"/>
          </p:nvPr>
        </p:nvSpPr>
        <p:spPr>
          <a:xfrm>
            <a:off x="525018" y="1449389"/>
            <a:ext cx="11151033" cy="4500562"/>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75872180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15_Title Slide">
    <p:spTree>
      <p:nvGrpSpPr>
        <p:cNvPr id="1" name=""/>
        <p:cNvGrpSpPr/>
        <p:nvPr/>
      </p:nvGrpSpPr>
      <p:grpSpPr>
        <a:xfrm>
          <a:off x="0" y="0"/>
          <a:ext cx="0" cy="0"/>
          <a:chOff x="0" y="0"/>
          <a:chExt cx="0" cy="0"/>
        </a:xfrm>
      </p:grpSpPr>
      <p:sp>
        <p:nvSpPr>
          <p:cNvPr id="18" name="Subtitle 2">
            <a:extLst>
              <a:ext uri="{FF2B5EF4-FFF2-40B4-BE49-F238E27FC236}">
                <a16:creationId xmlns:a16="http://schemas.microsoft.com/office/drawing/2014/main" id="{8DF9EC0C-8D8A-394C-98CB-975B46260778}"/>
              </a:ext>
            </a:extLst>
          </p:cNvPr>
          <p:cNvSpPr>
            <a:spLocks noGrp="1"/>
          </p:cNvSpPr>
          <p:nvPr>
            <p:ph type="subTitle" idx="1"/>
          </p:nvPr>
        </p:nvSpPr>
        <p:spPr>
          <a:xfrm>
            <a:off x="499110" y="5177854"/>
            <a:ext cx="9144000" cy="1655762"/>
          </a:xfrm>
        </p:spPr>
        <p:txBody>
          <a:bodyPr>
            <a:normAutofit/>
          </a:bodyPr>
          <a:lstStyle>
            <a:lvl1pPr marL="0" indent="0" algn="l">
              <a:buNone/>
              <a:defRPr sz="2000">
                <a:solidFill>
                  <a:schemeClr val="bg2"/>
                </a:solidFill>
                <a:latin typeface="Open Sans Light" panose="020B0606030504020204" pitchFamily="34" charset="0"/>
                <a:ea typeface="Open Sans Light" panose="020B0606030504020204" pitchFamily="34" charset="0"/>
                <a:cs typeface="Open Sans Light" panose="020B0606030504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19" name="Title 1">
            <a:extLst>
              <a:ext uri="{FF2B5EF4-FFF2-40B4-BE49-F238E27FC236}">
                <a16:creationId xmlns:a16="http://schemas.microsoft.com/office/drawing/2014/main" id="{E6174DF3-85AD-3849-AA29-99B8B3E8F7CA}"/>
              </a:ext>
            </a:extLst>
          </p:cNvPr>
          <p:cNvSpPr>
            <a:spLocks noGrp="1"/>
          </p:cNvSpPr>
          <p:nvPr>
            <p:ph type="ctrTitle"/>
          </p:nvPr>
        </p:nvSpPr>
        <p:spPr>
          <a:xfrm>
            <a:off x="499110" y="4096613"/>
            <a:ext cx="9144000" cy="947129"/>
          </a:xfrm>
        </p:spPr>
        <p:txBody>
          <a:bodyPr anchor="b">
            <a:normAutofit/>
          </a:bodyPr>
          <a:lstStyle>
            <a:lvl1pPr algn="l">
              <a:defRPr sz="4400" b="0">
                <a:solidFill>
                  <a:schemeClr val="bg1"/>
                </a:solidFill>
              </a:defRPr>
            </a:lvl1pPr>
          </a:lstStyle>
          <a:p>
            <a:r>
              <a:rPr lang="en-US"/>
              <a:t>Click to edit Master title style</a:t>
            </a:r>
          </a:p>
        </p:txBody>
      </p:sp>
      <p:sp>
        <p:nvSpPr>
          <p:cNvPr id="7" name="Slide Number Placeholder 3">
            <a:extLst>
              <a:ext uri="{FF2B5EF4-FFF2-40B4-BE49-F238E27FC236}">
                <a16:creationId xmlns:a16="http://schemas.microsoft.com/office/drawing/2014/main" id="{E155D132-6578-874E-A1F5-777D8134DC9D}"/>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Tree>
    <p:extLst>
      <p:ext uri="{BB962C8B-B14F-4D97-AF65-F5344CB8AC3E}">
        <p14:creationId xmlns:p14="http://schemas.microsoft.com/office/powerpoint/2010/main" val="733865409"/>
      </p:ext>
    </p:extLst>
  </p:cSld>
  <p:clrMapOvr>
    <a:overrideClrMapping bg1="lt1" tx1="dk1" bg2="lt2" tx2="dk2" accent1="accent1" accent2="accent2" accent3="accent3" accent4="accent4" accent5="accent5" accent6="accent6" hlink="hlink" folHlink="folHlink"/>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10_Title and Content">
    <p:spTree>
      <p:nvGrpSpPr>
        <p:cNvPr id="1" name=""/>
        <p:cNvGrpSpPr/>
        <p:nvPr/>
      </p:nvGrpSpPr>
      <p:grpSpPr>
        <a:xfrm>
          <a:off x="0" y="0"/>
          <a:ext cx="0" cy="0"/>
          <a:chOff x="0" y="0"/>
          <a:chExt cx="0" cy="0"/>
        </a:xfrm>
      </p:grpSpPr>
      <p:sp>
        <p:nvSpPr>
          <p:cNvPr id="6" name="Slide Number Placeholder 3">
            <a:extLst>
              <a:ext uri="{FF2B5EF4-FFF2-40B4-BE49-F238E27FC236}">
                <a16:creationId xmlns:a16="http://schemas.microsoft.com/office/drawing/2014/main" id="{8FE57028-D915-D943-99D7-8DF74265968B}"/>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
        <p:nvSpPr>
          <p:cNvPr id="4" name="Title 1">
            <a:extLst>
              <a:ext uri="{FF2B5EF4-FFF2-40B4-BE49-F238E27FC236}">
                <a16:creationId xmlns:a16="http://schemas.microsoft.com/office/drawing/2014/main" id="{872B019C-4E51-5CE7-5B1D-95225561FA84}"/>
              </a:ext>
            </a:extLst>
          </p:cNvPr>
          <p:cNvSpPr>
            <a:spLocks noGrp="1"/>
          </p:cNvSpPr>
          <p:nvPr>
            <p:ph type="title"/>
          </p:nvPr>
        </p:nvSpPr>
        <p:spPr>
          <a:xfrm>
            <a:off x="525019" y="368300"/>
            <a:ext cx="7691881" cy="900114"/>
          </a:xfrm>
        </p:spPr>
        <p:txBody>
          <a:bodyPr>
            <a:normAutofit/>
          </a:bodyPr>
          <a:lstStyle>
            <a:lvl1pPr>
              <a:defRPr sz="2800"/>
            </a:lvl1pPr>
          </a:lstStyle>
          <a:p>
            <a:r>
              <a:rPr lang="en-US"/>
              <a:t>Click to edit Master title style</a:t>
            </a:r>
          </a:p>
        </p:txBody>
      </p:sp>
      <p:sp>
        <p:nvSpPr>
          <p:cNvPr id="5" name="Content Placeholder 2">
            <a:extLst>
              <a:ext uri="{FF2B5EF4-FFF2-40B4-BE49-F238E27FC236}">
                <a16:creationId xmlns:a16="http://schemas.microsoft.com/office/drawing/2014/main" id="{FFB002A0-5D60-0A4B-429C-D6178E03B636}"/>
              </a:ext>
            </a:extLst>
          </p:cNvPr>
          <p:cNvSpPr>
            <a:spLocks noGrp="1"/>
          </p:cNvSpPr>
          <p:nvPr>
            <p:ph idx="1"/>
          </p:nvPr>
        </p:nvSpPr>
        <p:spPr>
          <a:xfrm>
            <a:off x="525019" y="1449389"/>
            <a:ext cx="7691881" cy="4500562"/>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Rectangle 1">
            <a:extLst>
              <a:ext uri="{FF2B5EF4-FFF2-40B4-BE49-F238E27FC236}">
                <a16:creationId xmlns:a16="http://schemas.microsoft.com/office/drawing/2014/main" id="{85828BE1-28ED-B995-96F1-1F1FD2D7396A}"/>
              </a:ext>
            </a:extLst>
          </p:cNvPr>
          <p:cNvSpPr/>
          <p:nvPr userDrawn="1"/>
        </p:nvSpPr>
        <p:spPr>
          <a:xfrm>
            <a:off x="8411394" y="1"/>
            <a:ext cx="3770435" cy="6890156"/>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55"/>
              <a:t>INSERT IMAGE WITH BLACK OVERLAY</a:t>
            </a:r>
          </a:p>
        </p:txBody>
      </p:sp>
      <p:pic>
        <p:nvPicPr>
          <p:cNvPr id="3" name="Graphic 2">
            <a:extLst>
              <a:ext uri="{FF2B5EF4-FFF2-40B4-BE49-F238E27FC236}">
                <a16:creationId xmlns:a16="http://schemas.microsoft.com/office/drawing/2014/main" id="{74684993-AE64-49DC-81D8-A3F9EC93B954}"/>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28006" r="30707" b="41106"/>
          <a:stretch/>
        </p:blipFill>
        <p:spPr>
          <a:xfrm rot="10800000">
            <a:off x="8421564" y="-1"/>
            <a:ext cx="3770435" cy="5640552"/>
          </a:xfrm>
          <a:prstGeom prst="rect">
            <a:avLst/>
          </a:prstGeom>
        </p:spPr>
      </p:pic>
    </p:spTree>
    <p:extLst>
      <p:ext uri="{BB962C8B-B14F-4D97-AF65-F5344CB8AC3E}">
        <p14:creationId xmlns:p14="http://schemas.microsoft.com/office/powerpoint/2010/main" val="237961200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9_Title and Content">
    <p:spTree>
      <p:nvGrpSpPr>
        <p:cNvPr id="1" name=""/>
        <p:cNvGrpSpPr/>
        <p:nvPr/>
      </p:nvGrpSpPr>
      <p:grpSpPr>
        <a:xfrm>
          <a:off x="0" y="0"/>
          <a:ext cx="0" cy="0"/>
          <a:chOff x="0" y="0"/>
          <a:chExt cx="0" cy="0"/>
        </a:xfrm>
      </p:grpSpPr>
      <p:sp>
        <p:nvSpPr>
          <p:cNvPr id="6" name="Slide Number Placeholder 3">
            <a:extLst>
              <a:ext uri="{FF2B5EF4-FFF2-40B4-BE49-F238E27FC236}">
                <a16:creationId xmlns:a16="http://schemas.microsoft.com/office/drawing/2014/main" id="{8FE57028-D915-D943-99D7-8DF74265968B}"/>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
        <p:nvSpPr>
          <p:cNvPr id="4" name="Title 1">
            <a:extLst>
              <a:ext uri="{FF2B5EF4-FFF2-40B4-BE49-F238E27FC236}">
                <a16:creationId xmlns:a16="http://schemas.microsoft.com/office/drawing/2014/main" id="{872B019C-4E51-5CE7-5B1D-95225561FA84}"/>
              </a:ext>
            </a:extLst>
          </p:cNvPr>
          <p:cNvSpPr>
            <a:spLocks noGrp="1"/>
          </p:cNvSpPr>
          <p:nvPr>
            <p:ph type="title"/>
          </p:nvPr>
        </p:nvSpPr>
        <p:spPr>
          <a:xfrm>
            <a:off x="4296919" y="368300"/>
            <a:ext cx="7046721" cy="900114"/>
          </a:xfrm>
        </p:spPr>
        <p:txBody>
          <a:bodyPr>
            <a:normAutofit/>
          </a:bodyPr>
          <a:lstStyle>
            <a:lvl1pPr>
              <a:defRPr sz="2800"/>
            </a:lvl1pPr>
          </a:lstStyle>
          <a:p>
            <a:r>
              <a:rPr lang="en-US"/>
              <a:t>Click to edit Master title style</a:t>
            </a:r>
          </a:p>
        </p:txBody>
      </p:sp>
      <p:sp>
        <p:nvSpPr>
          <p:cNvPr id="5" name="Content Placeholder 2">
            <a:extLst>
              <a:ext uri="{FF2B5EF4-FFF2-40B4-BE49-F238E27FC236}">
                <a16:creationId xmlns:a16="http://schemas.microsoft.com/office/drawing/2014/main" id="{FFB002A0-5D60-0A4B-429C-D6178E03B636}"/>
              </a:ext>
            </a:extLst>
          </p:cNvPr>
          <p:cNvSpPr>
            <a:spLocks noGrp="1"/>
          </p:cNvSpPr>
          <p:nvPr>
            <p:ph idx="1"/>
          </p:nvPr>
        </p:nvSpPr>
        <p:spPr>
          <a:xfrm>
            <a:off x="4296919" y="1449389"/>
            <a:ext cx="7046721" cy="4500562"/>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Rectangle 1">
            <a:extLst>
              <a:ext uri="{FF2B5EF4-FFF2-40B4-BE49-F238E27FC236}">
                <a16:creationId xmlns:a16="http://schemas.microsoft.com/office/drawing/2014/main" id="{85828BE1-28ED-B995-96F1-1F1FD2D7396A}"/>
              </a:ext>
            </a:extLst>
          </p:cNvPr>
          <p:cNvSpPr/>
          <p:nvPr userDrawn="1"/>
        </p:nvSpPr>
        <p:spPr>
          <a:xfrm>
            <a:off x="0" y="1"/>
            <a:ext cx="3770435" cy="6890156"/>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55"/>
              <a:t>INSERT IMAGE WITH BLACK OVERLAY</a:t>
            </a:r>
          </a:p>
        </p:txBody>
      </p:sp>
      <p:pic>
        <p:nvPicPr>
          <p:cNvPr id="3" name="Graphic 2">
            <a:extLst>
              <a:ext uri="{FF2B5EF4-FFF2-40B4-BE49-F238E27FC236}">
                <a16:creationId xmlns:a16="http://schemas.microsoft.com/office/drawing/2014/main" id="{74684993-AE64-49DC-81D8-A3F9EC93B954}"/>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28006" r="30707" b="41106"/>
          <a:stretch/>
        </p:blipFill>
        <p:spPr>
          <a:xfrm rot="10800000" flipH="1">
            <a:off x="10170" y="-1"/>
            <a:ext cx="3770435" cy="5640552"/>
          </a:xfrm>
          <a:prstGeom prst="rect">
            <a:avLst/>
          </a:prstGeom>
        </p:spPr>
      </p:pic>
    </p:spTree>
    <p:extLst>
      <p:ext uri="{BB962C8B-B14F-4D97-AF65-F5344CB8AC3E}">
        <p14:creationId xmlns:p14="http://schemas.microsoft.com/office/powerpoint/2010/main" val="364472259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8_Title and Content">
    <p:spTree>
      <p:nvGrpSpPr>
        <p:cNvPr id="1" name=""/>
        <p:cNvGrpSpPr/>
        <p:nvPr/>
      </p:nvGrpSpPr>
      <p:grpSpPr>
        <a:xfrm>
          <a:off x="0" y="0"/>
          <a:ext cx="0" cy="0"/>
          <a:chOff x="0" y="0"/>
          <a:chExt cx="0" cy="0"/>
        </a:xfrm>
      </p:grpSpPr>
      <p:sp>
        <p:nvSpPr>
          <p:cNvPr id="6" name="Slide Number Placeholder 3">
            <a:extLst>
              <a:ext uri="{FF2B5EF4-FFF2-40B4-BE49-F238E27FC236}">
                <a16:creationId xmlns:a16="http://schemas.microsoft.com/office/drawing/2014/main" id="{8FE57028-D915-D943-99D7-8DF74265968B}"/>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
        <p:nvSpPr>
          <p:cNvPr id="4" name="Title 1">
            <a:extLst>
              <a:ext uri="{FF2B5EF4-FFF2-40B4-BE49-F238E27FC236}">
                <a16:creationId xmlns:a16="http://schemas.microsoft.com/office/drawing/2014/main" id="{872B019C-4E51-5CE7-5B1D-95225561FA84}"/>
              </a:ext>
            </a:extLst>
          </p:cNvPr>
          <p:cNvSpPr>
            <a:spLocks noGrp="1"/>
          </p:cNvSpPr>
          <p:nvPr>
            <p:ph type="title"/>
          </p:nvPr>
        </p:nvSpPr>
        <p:spPr>
          <a:xfrm>
            <a:off x="525019" y="368300"/>
            <a:ext cx="7691881" cy="900114"/>
          </a:xfrm>
        </p:spPr>
        <p:txBody>
          <a:bodyPr>
            <a:normAutofit/>
          </a:bodyPr>
          <a:lstStyle>
            <a:lvl1pPr>
              <a:defRPr sz="2800"/>
            </a:lvl1pPr>
          </a:lstStyle>
          <a:p>
            <a:r>
              <a:rPr lang="en-US"/>
              <a:t>Click to edit Master title style</a:t>
            </a:r>
          </a:p>
        </p:txBody>
      </p:sp>
      <p:sp>
        <p:nvSpPr>
          <p:cNvPr id="5" name="Content Placeholder 2">
            <a:extLst>
              <a:ext uri="{FF2B5EF4-FFF2-40B4-BE49-F238E27FC236}">
                <a16:creationId xmlns:a16="http://schemas.microsoft.com/office/drawing/2014/main" id="{FFB002A0-5D60-0A4B-429C-D6178E03B636}"/>
              </a:ext>
            </a:extLst>
          </p:cNvPr>
          <p:cNvSpPr>
            <a:spLocks noGrp="1"/>
          </p:cNvSpPr>
          <p:nvPr>
            <p:ph idx="1"/>
          </p:nvPr>
        </p:nvSpPr>
        <p:spPr>
          <a:xfrm>
            <a:off x="525019" y="1449389"/>
            <a:ext cx="7691881" cy="4500562"/>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Rectangle 1">
            <a:extLst>
              <a:ext uri="{FF2B5EF4-FFF2-40B4-BE49-F238E27FC236}">
                <a16:creationId xmlns:a16="http://schemas.microsoft.com/office/drawing/2014/main" id="{85828BE1-28ED-B995-96F1-1F1FD2D7396A}"/>
              </a:ext>
            </a:extLst>
          </p:cNvPr>
          <p:cNvSpPr/>
          <p:nvPr userDrawn="1"/>
        </p:nvSpPr>
        <p:spPr>
          <a:xfrm>
            <a:off x="8411394" y="1"/>
            <a:ext cx="3770435" cy="6890156"/>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55"/>
              <a:t>INSERT IMAGE WITH BLACK OVERLAY</a:t>
            </a:r>
          </a:p>
        </p:txBody>
      </p:sp>
      <p:pic>
        <p:nvPicPr>
          <p:cNvPr id="3" name="Graphic 2">
            <a:extLst>
              <a:ext uri="{FF2B5EF4-FFF2-40B4-BE49-F238E27FC236}">
                <a16:creationId xmlns:a16="http://schemas.microsoft.com/office/drawing/2014/main" id="{74684993-AE64-49DC-81D8-A3F9EC93B954}"/>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28006" r="30707" b="41106"/>
          <a:stretch/>
        </p:blipFill>
        <p:spPr>
          <a:xfrm rot="10800000">
            <a:off x="8421564" y="-1"/>
            <a:ext cx="3770435" cy="5640552"/>
          </a:xfrm>
          <a:prstGeom prst="rect">
            <a:avLst/>
          </a:prstGeom>
        </p:spPr>
      </p:pic>
    </p:spTree>
    <p:extLst>
      <p:ext uri="{BB962C8B-B14F-4D97-AF65-F5344CB8AC3E}">
        <p14:creationId xmlns:p14="http://schemas.microsoft.com/office/powerpoint/2010/main" val="237961200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7_Title and Content">
    <p:spTree>
      <p:nvGrpSpPr>
        <p:cNvPr id="1" name=""/>
        <p:cNvGrpSpPr/>
        <p:nvPr/>
      </p:nvGrpSpPr>
      <p:grpSpPr>
        <a:xfrm>
          <a:off x="0" y="0"/>
          <a:ext cx="0" cy="0"/>
          <a:chOff x="0" y="0"/>
          <a:chExt cx="0" cy="0"/>
        </a:xfrm>
      </p:grpSpPr>
      <p:sp>
        <p:nvSpPr>
          <p:cNvPr id="6" name="Slide Number Placeholder 3">
            <a:extLst>
              <a:ext uri="{FF2B5EF4-FFF2-40B4-BE49-F238E27FC236}">
                <a16:creationId xmlns:a16="http://schemas.microsoft.com/office/drawing/2014/main" id="{8FE57028-D915-D943-99D7-8DF74265968B}"/>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
        <p:nvSpPr>
          <p:cNvPr id="4" name="Title 1">
            <a:extLst>
              <a:ext uri="{FF2B5EF4-FFF2-40B4-BE49-F238E27FC236}">
                <a16:creationId xmlns:a16="http://schemas.microsoft.com/office/drawing/2014/main" id="{872B019C-4E51-5CE7-5B1D-95225561FA84}"/>
              </a:ext>
            </a:extLst>
          </p:cNvPr>
          <p:cNvSpPr>
            <a:spLocks noGrp="1"/>
          </p:cNvSpPr>
          <p:nvPr>
            <p:ph type="title"/>
          </p:nvPr>
        </p:nvSpPr>
        <p:spPr>
          <a:xfrm>
            <a:off x="4296919" y="368300"/>
            <a:ext cx="7046721" cy="900114"/>
          </a:xfrm>
        </p:spPr>
        <p:txBody>
          <a:bodyPr>
            <a:normAutofit/>
          </a:bodyPr>
          <a:lstStyle>
            <a:lvl1pPr>
              <a:defRPr sz="2800"/>
            </a:lvl1pPr>
          </a:lstStyle>
          <a:p>
            <a:r>
              <a:rPr lang="en-US"/>
              <a:t>Click to edit Master title style</a:t>
            </a:r>
          </a:p>
        </p:txBody>
      </p:sp>
      <p:sp>
        <p:nvSpPr>
          <p:cNvPr id="5" name="Content Placeholder 2">
            <a:extLst>
              <a:ext uri="{FF2B5EF4-FFF2-40B4-BE49-F238E27FC236}">
                <a16:creationId xmlns:a16="http://schemas.microsoft.com/office/drawing/2014/main" id="{FFB002A0-5D60-0A4B-429C-D6178E03B636}"/>
              </a:ext>
            </a:extLst>
          </p:cNvPr>
          <p:cNvSpPr>
            <a:spLocks noGrp="1"/>
          </p:cNvSpPr>
          <p:nvPr>
            <p:ph idx="1"/>
          </p:nvPr>
        </p:nvSpPr>
        <p:spPr>
          <a:xfrm>
            <a:off x="4296919" y="1449389"/>
            <a:ext cx="7046721" cy="4500562"/>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Rectangle 1">
            <a:extLst>
              <a:ext uri="{FF2B5EF4-FFF2-40B4-BE49-F238E27FC236}">
                <a16:creationId xmlns:a16="http://schemas.microsoft.com/office/drawing/2014/main" id="{85828BE1-28ED-B995-96F1-1F1FD2D7396A}"/>
              </a:ext>
            </a:extLst>
          </p:cNvPr>
          <p:cNvSpPr/>
          <p:nvPr userDrawn="1"/>
        </p:nvSpPr>
        <p:spPr>
          <a:xfrm>
            <a:off x="0" y="1"/>
            <a:ext cx="3770435" cy="6890156"/>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55"/>
              <a:t>INSERT IMAGE WITH BLACK OVERLAY</a:t>
            </a:r>
          </a:p>
        </p:txBody>
      </p:sp>
      <p:pic>
        <p:nvPicPr>
          <p:cNvPr id="3" name="Graphic 2">
            <a:extLst>
              <a:ext uri="{FF2B5EF4-FFF2-40B4-BE49-F238E27FC236}">
                <a16:creationId xmlns:a16="http://schemas.microsoft.com/office/drawing/2014/main" id="{74684993-AE64-49DC-81D8-A3F9EC93B954}"/>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28006" r="30707" b="41106"/>
          <a:stretch/>
        </p:blipFill>
        <p:spPr>
          <a:xfrm rot="10800000" flipH="1">
            <a:off x="10170" y="-1"/>
            <a:ext cx="3770435" cy="5640552"/>
          </a:xfrm>
          <a:prstGeom prst="rect">
            <a:avLst/>
          </a:prstGeom>
        </p:spPr>
      </p:pic>
    </p:spTree>
    <p:extLst>
      <p:ext uri="{BB962C8B-B14F-4D97-AF65-F5344CB8AC3E}">
        <p14:creationId xmlns:p14="http://schemas.microsoft.com/office/powerpoint/2010/main" val="364472259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6_Title and Content">
    <p:spTree>
      <p:nvGrpSpPr>
        <p:cNvPr id="1" name=""/>
        <p:cNvGrpSpPr/>
        <p:nvPr/>
      </p:nvGrpSpPr>
      <p:grpSpPr>
        <a:xfrm>
          <a:off x="0" y="0"/>
          <a:ext cx="0" cy="0"/>
          <a:chOff x="0" y="0"/>
          <a:chExt cx="0" cy="0"/>
        </a:xfrm>
      </p:grpSpPr>
      <p:sp>
        <p:nvSpPr>
          <p:cNvPr id="6" name="Slide Number Placeholder 3">
            <a:extLst>
              <a:ext uri="{FF2B5EF4-FFF2-40B4-BE49-F238E27FC236}">
                <a16:creationId xmlns:a16="http://schemas.microsoft.com/office/drawing/2014/main" id="{8FE57028-D915-D943-99D7-8DF74265968B}"/>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
        <p:nvSpPr>
          <p:cNvPr id="4" name="Title 1">
            <a:extLst>
              <a:ext uri="{FF2B5EF4-FFF2-40B4-BE49-F238E27FC236}">
                <a16:creationId xmlns:a16="http://schemas.microsoft.com/office/drawing/2014/main" id="{872B019C-4E51-5CE7-5B1D-95225561FA84}"/>
              </a:ext>
            </a:extLst>
          </p:cNvPr>
          <p:cNvSpPr>
            <a:spLocks noGrp="1"/>
          </p:cNvSpPr>
          <p:nvPr>
            <p:ph type="title"/>
          </p:nvPr>
        </p:nvSpPr>
        <p:spPr>
          <a:xfrm>
            <a:off x="525019" y="368300"/>
            <a:ext cx="7691881" cy="900114"/>
          </a:xfrm>
        </p:spPr>
        <p:txBody>
          <a:bodyPr>
            <a:normAutofit/>
          </a:bodyPr>
          <a:lstStyle>
            <a:lvl1pPr>
              <a:defRPr sz="2800"/>
            </a:lvl1pPr>
          </a:lstStyle>
          <a:p>
            <a:r>
              <a:rPr lang="en-US"/>
              <a:t>Click to edit Master title style</a:t>
            </a:r>
          </a:p>
        </p:txBody>
      </p:sp>
      <p:sp>
        <p:nvSpPr>
          <p:cNvPr id="5" name="Content Placeholder 2">
            <a:extLst>
              <a:ext uri="{FF2B5EF4-FFF2-40B4-BE49-F238E27FC236}">
                <a16:creationId xmlns:a16="http://schemas.microsoft.com/office/drawing/2014/main" id="{FFB002A0-5D60-0A4B-429C-D6178E03B636}"/>
              </a:ext>
            </a:extLst>
          </p:cNvPr>
          <p:cNvSpPr>
            <a:spLocks noGrp="1"/>
          </p:cNvSpPr>
          <p:nvPr>
            <p:ph idx="1"/>
          </p:nvPr>
        </p:nvSpPr>
        <p:spPr>
          <a:xfrm>
            <a:off x="525019" y="1449389"/>
            <a:ext cx="7691881" cy="4500562"/>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Rectangle 1">
            <a:extLst>
              <a:ext uri="{FF2B5EF4-FFF2-40B4-BE49-F238E27FC236}">
                <a16:creationId xmlns:a16="http://schemas.microsoft.com/office/drawing/2014/main" id="{85828BE1-28ED-B995-96F1-1F1FD2D7396A}"/>
              </a:ext>
            </a:extLst>
          </p:cNvPr>
          <p:cNvSpPr/>
          <p:nvPr userDrawn="1"/>
        </p:nvSpPr>
        <p:spPr>
          <a:xfrm>
            <a:off x="8411394" y="1"/>
            <a:ext cx="3770435" cy="6890156"/>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55"/>
              <a:t>INSERT IMAGE WITH BLACK OVERLAY</a:t>
            </a:r>
          </a:p>
        </p:txBody>
      </p:sp>
      <p:pic>
        <p:nvPicPr>
          <p:cNvPr id="3" name="Graphic 2">
            <a:extLst>
              <a:ext uri="{FF2B5EF4-FFF2-40B4-BE49-F238E27FC236}">
                <a16:creationId xmlns:a16="http://schemas.microsoft.com/office/drawing/2014/main" id="{74684993-AE64-49DC-81D8-A3F9EC93B954}"/>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28006" r="30707" b="41106"/>
          <a:stretch/>
        </p:blipFill>
        <p:spPr>
          <a:xfrm rot="10800000">
            <a:off x="8421564" y="-1"/>
            <a:ext cx="3770435" cy="5640552"/>
          </a:xfrm>
          <a:prstGeom prst="rect">
            <a:avLst/>
          </a:prstGeom>
        </p:spPr>
      </p:pic>
    </p:spTree>
    <p:extLst>
      <p:ext uri="{BB962C8B-B14F-4D97-AF65-F5344CB8AC3E}">
        <p14:creationId xmlns:p14="http://schemas.microsoft.com/office/powerpoint/2010/main" val="237961200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5_Title and Content">
    <p:spTree>
      <p:nvGrpSpPr>
        <p:cNvPr id="1" name=""/>
        <p:cNvGrpSpPr/>
        <p:nvPr/>
      </p:nvGrpSpPr>
      <p:grpSpPr>
        <a:xfrm>
          <a:off x="0" y="0"/>
          <a:ext cx="0" cy="0"/>
          <a:chOff x="0" y="0"/>
          <a:chExt cx="0" cy="0"/>
        </a:xfrm>
      </p:grpSpPr>
      <p:sp>
        <p:nvSpPr>
          <p:cNvPr id="6" name="Slide Number Placeholder 3">
            <a:extLst>
              <a:ext uri="{FF2B5EF4-FFF2-40B4-BE49-F238E27FC236}">
                <a16:creationId xmlns:a16="http://schemas.microsoft.com/office/drawing/2014/main" id="{8FE57028-D915-D943-99D7-8DF74265968B}"/>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
        <p:nvSpPr>
          <p:cNvPr id="4" name="Title 1">
            <a:extLst>
              <a:ext uri="{FF2B5EF4-FFF2-40B4-BE49-F238E27FC236}">
                <a16:creationId xmlns:a16="http://schemas.microsoft.com/office/drawing/2014/main" id="{872B019C-4E51-5CE7-5B1D-95225561FA84}"/>
              </a:ext>
            </a:extLst>
          </p:cNvPr>
          <p:cNvSpPr>
            <a:spLocks noGrp="1"/>
          </p:cNvSpPr>
          <p:nvPr>
            <p:ph type="title"/>
          </p:nvPr>
        </p:nvSpPr>
        <p:spPr>
          <a:xfrm>
            <a:off x="4296919" y="368300"/>
            <a:ext cx="7046721" cy="900114"/>
          </a:xfrm>
        </p:spPr>
        <p:txBody>
          <a:bodyPr>
            <a:normAutofit/>
          </a:bodyPr>
          <a:lstStyle>
            <a:lvl1pPr>
              <a:defRPr sz="2800"/>
            </a:lvl1pPr>
          </a:lstStyle>
          <a:p>
            <a:r>
              <a:rPr lang="en-US"/>
              <a:t>Click to edit Master title style</a:t>
            </a:r>
          </a:p>
        </p:txBody>
      </p:sp>
      <p:sp>
        <p:nvSpPr>
          <p:cNvPr id="5" name="Content Placeholder 2">
            <a:extLst>
              <a:ext uri="{FF2B5EF4-FFF2-40B4-BE49-F238E27FC236}">
                <a16:creationId xmlns:a16="http://schemas.microsoft.com/office/drawing/2014/main" id="{FFB002A0-5D60-0A4B-429C-D6178E03B636}"/>
              </a:ext>
            </a:extLst>
          </p:cNvPr>
          <p:cNvSpPr>
            <a:spLocks noGrp="1"/>
          </p:cNvSpPr>
          <p:nvPr>
            <p:ph idx="1"/>
          </p:nvPr>
        </p:nvSpPr>
        <p:spPr>
          <a:xfrm>
            <a:off x="4296919" y="1449389"/>
            <a:ext cx="7046721" cy="4500562"/>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Rectangle 1">
            <a:extLst>
              <a:ext uri="{FF2B5EF4-FFF2-40B4-BE49-F238E27FC236}">
                <a16:creationId xmlns:a16="http://schemas.microsoft.com/office/drawing/2014/main" id="{85828BE1-28ED-B995-96F1-1F1FD2D7396A}"/>
              </a:ext>
            </a:extLst>
          </p:cNvPr>
          <p:cNvSpPr/>
          <p:nvPr userDrawn="1"/>
        </p:nvSpPr>
        <p:spPr>
          <a:xfrm>
            <a:off x="0" y="1"/>
            <a:ext cx="3770435" cy="6890156"/>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55"/>
              <a:t>INSERT IMAGE WITH BLACK OVERLAY</a:t>
            </a:r>
          </a:p>
        </p:txBody>
      </p:sp>
      <p:pic>
        <p:nvPicPr>
          <p:cNvPr id="3" name="Graphic 2">
            <a:extLst>
              <a:ext uri="{FF2B5EF4-FFF2-40B4-BE49-F238E27FC236}">
                <a16:creationId xmlns:a16="http://schemas.microsoft.com/office/drawing/2014/main" id="{74684993-AE64-49DC-81D8-A3F9EC93B954}"/>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28006" r="30707" b="41106"/>
          <a:stretch/>
        </p:blipFill>
        <p:spPr>
          <a:xfrm rot="10800000" flipH="1">
            <a:off x="10170" y="-1"/>
            <a:ext cx="3770435" cy="5640552"/>
          </a:xfrm>
          <a:prstGeom prst="rect">
            <a:avLst/>
          </a:prstGeom>
        </p:spPr>
      </p:pic>
    </p:spTree>
    <p:extLst>
      <p:ext uri="{BB962C8B-B14F-4D97-AF65-F5344CB8AC3E}">
        <p14:creationId xmlns:p14="http://schemas.microsoft.com/office/powerpoint/2010/main" val="364472259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4_Title and Content">
    <p:spTree>
      <p:nvGrpSpPr>
        <p:cNvPr id="1" name=""/>
        <p:cNvGrpSpPr/>
        <p:nvPr/>
      </p:nvGrpSpPr>
      <p:grpSpPr>
        <a:xfrm>
          <a:off x="0" y="0"/>
          <a:ext cx="0" cy="0"/>
          <a:chOff x="0" y="0"/>
          <a:chExt cx="0" cy="0"/>
        </a:xfrm>
      </p:grpSpPr>
      <p:sp>
        <p:nvSpPr>
          <p:cNvPr id="6" name="Slide Number Placeholder 3">
            <a:extLst>
              <a:ext uri="{FF2B5EF4-FFF2-40B4-BE49-F238E27FC236}">
                <a16:creationId xmlns:a16="http://schemas.microsoft.com/office/drawing/2014/main" id="{8FE57028-D915-D943-99D7-8DF74265968B}"/>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
        <p:nvSpPr>
          <p:cNvPr id="4" name="Title 1">
            <a:extLst>
              <a:ext uri="{FF2B5EF4-FFF2-40B4-BE49-F238E27FC236}">
                <a16:creationId xmlns:a16="http://schemas.microsoft.com/office/drawing/2014/main" id="{872B019C-4E51-5CE7-5B1D-95225561FA84}"/>
              </a:ext>
            </a:extLst>
          </p:cNvPr>
          <p:cNvSpPr>
            <a:spLocks noGrp="1"/>
          </p:cNvSpPr>
          <p:nvPr>
            <p:ph type="title"/>
          </p:nvPr>
        </p:nvSpPr>
        <p:spPr>
          <a:xfrm>
            <a:off x="525019" y="368300"/>
            <a:ext cx="7691881" cy="900114"/>
          </a:xfrm>
        </p:spPr>
        <p:txBody>
          <a:bodyPr>
            <a:normAutofit/>
          </a:bodyPr>
          <a:lstStyle>
            <a:lvl1pPr>
              <a:defRPr sz="2800"/>
            </a:lvl1pPr>
          </a:lstStyle>
          <a:p>
            <a:r>
              <a:rPr lang="en-US"/>
              <a:t>Click to edit Master title style</a:t>
            </a:r>
          </a:p>
        </p:txBody>
      </p:sp>
      <p:sp>
        <p:nvSpPr>
          <p:cNvPr id="5" name="Content Placeholder 2">
            <a:extLst>
              <a:ext uri="{FF2B5EF4-FFF2-40B4-BE49-F238E27FC236}">
                <a16:creationId xmlns:a16="http://schemas.microsoft.com/office/drawing/2014/main" id="{FFB002A0-5D60-0A4B-429C-D6178E03B636}"/>
              </a:ext>
            </a:extLst>
          </p:cNvPr>
          <p:cNvSpPr>
            <a:spLocks noGrp="1"/>
          </p:cNvSpPr>
          <p:nvPr>
            <p:ph idx="1"/>
          </p:nvPr>
        </p:nvSpPr>
        <p:spPr>
          <a:xfrm>
            <a:off x="525019" y="1449389"/>
            <a:ext cx="7691881" cy="4500562"/>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Rectangle 1">
            <a:extLst>
              <a:ext uri="{FF2B5EF4-FFF2-40B4-BE49-F238E27FC236}">
                <a16:creationId xmlns:a16="http://schemas.microsoft.com/office/drawing/2014/main" id="{85828BE1-28ED-B995-96F1-1F1FD2D7396A}"/>
              </a:ext>
            </a:extLst>
          </p:cNvPr>
          <p:cNvSpPr/>
          <p:nvPr userDrawn="1"/>
        </p:nvSpPr>
        <p:spPr>
          <a:xfrm>
            <a:off x="8411394" y="1"/>
            <a:ext cx="3770435" cy="6890156"/>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55"/>
              <a:t>INSERT IMAGE WITH BLACK OVERLAY</a:t>
            </a:r>
          </a:p>
        </p:txBody>
      </p:sp>
      <p:pic>
        <p:nvPicPr>
          <p:cNvPr id="3" name="Graphic 2">
            <a:extLst>
              <a:ext uri="{FF2B5EF4-FFF2-40B4-BE49-F238E27FC236}">
                <a16:creationId xmlns:a16="http://schemas.microsoft.com/office/drawing/2014/main" id="{74684993-AE64-49DC-81D8-A3F9EC93B954}"/>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28006" r="30707" b="41106"/>
          <a:stretch/>
        </p:blipFill>
        <p:spPr>
          <a:xfrm rot="10800000">
            <a:off x="8421564" y="-1"/>
            <a:ext cx="3770435" cy="5640552"/>
          </a:xfrm>
          <a:prstGeom prst="rect">
            <a:avLst/>
          </a:prstGeom>
        </p:spPr>
      </p:pic>
    </p:spTree>
    <p:extLst>
      <p:ext uri="{BB962C8B-B14F-4D97-AF65-F5344CB8AC3E}">
        <p14:creationId xmlns:p14="http://schemas.microsoft.com/office/powerpoint/2010/main" val="237961200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3_Title and Content">
    <p:spTree>
      <p:nvGrpSpPr>
        <p:cNvPr id="1" name=""/>
        <p:cNvGrpSpPr/>
        <p:nvPr/>
      </p:nvGrpSpPr>
      <p:grpSpPr>
        <a:xfrm>
          <a:off x="0" y="0"/>
          <a:ext cx="0" cy="0"/>
          <a:chOff x="0" y="0"/>
          <a:chExt cx="0" cy="0"/>
        </a:xfrm>
      </p:grpSpPr>
      <p:sp>
        <p:nvSpPr>
          <p:cNvPr id="6" name="Slide Number Placeholder 3">
            <a:extLst>
              <a:ext uri="{FF2B5EF4-FFF2-40B4-BE49-F238E27FC236}">
                <a16:creationId xmlns:a16="http://schemas.microsoft.com/office/drawing/2014/main" id="{8FE57028-D915-D943-99D7-8DF74265968B}"/>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
        <p:nvSpPr>
          <p:cNvPr id="4" name="Title 1">
            <a:extLst>
              <a:ext uri="{FF2B5EF4-FFF2-40B4-BE49-F238E27FC236}">
                <a16:creationId xmlns:a16="http://schemas.microsoft.com/office/drawing/2014/main" id="{872B019C-4E51-5CE7-5B1D-95225561FA84}"/>
              </a:ext>
            </a:extLst>
          </p:cNvPr>
          <p:cNvSpPr>
            <a:spLocks noGrp="1"/>
          </p:cNvSpPr>
          <p:nvPr>
            <p:ph type="title"/>
          </p:nvPr>
        </p:nvSpPr>
        <p:spPr>
          <a:xfrm>
            <a:off x="4296919" y="368300"/>
            <a:ext cx="7046721" cy="900114"/>
          </a:xfrm>
        </p:spPr>
        <p:txBody>
          <a:bodyPr>
            <a:normAutofit/>
          </a:bodyPr>
          <a:lstStyle>
            <a:lvl1pPr>
              <a:defRPr sz="2800"/>
            </a:lvl1pPr>
          </a:lstStyle>
          <a:p>
            <a:r>
              <a:rPr lang="en-US"/>
              <a:t>Click to edit Master title style</a:t>
            </a:r>
          </a:p>
        </p:txBody>
      </p:sp>
      <p:sp>
        <p:nvSpPr>
          <p:cNvPr id="5" name="Content Placeholder 2">
            <a:extLst>
              <a:ext uri="{FF2B5EF4-FFF2-40B4-BE49-F238E27FC236}">
                <a16:creationId xmlns:a16="http://schemas.microsoft.com/office/drawing/2014/main" id="{FFB002A0-5D60-0A4B-429C-D6178E03B636}"/>
              </a:ext>
            </a:extLst>
          </p:cNvPr>
          <p:cNvSpPr>
            <a:spLocks noGrp="1"/>
          </p:cNvSpPr>
          <p:nvPr>
            <p:ph idx="1"/>
          </p:nvPr>
        </p:nvSpPr>
        <p:spPr>
          <a:xfrm>
            <a:off x="4296919" y="1449389"/>
            <a:ext cx="7046721" cy="4500562"/>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Rectangle 1">
            <a:extLst>
              <a:ext uri="{FF2B5EF4-FFF2-40B4-BE49-F238E27FC236}">
                <a16:creationId xmlns:a16="http://schemas.microsoft.com/office/drawing/2014/main" id="{85828BE1-28ED-B995-96F1-1F1FD2D7396A}"/>
              </a:ext>
            </a:extLst>
          </p:cNvPr>
          <p:cNvSpPr/>
          <p:nvPr userDrawn="1"/>
        </p:nvSpPr>
        <p:spPr>
          <a:xfrm>
            <a:off x="0" y="1"/>
            <a:ext cx="3770435" cy="6890156"/>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55"/>
              <a:t>INSERT IMAGE WITH BLACK OVERLAY</a:t>
            </a:r>
          </a:p>
        </p:txBody>
      </p:sp>
      <p:pic>
        <p:nvPicPr>
          <p:cNvPr id="3" name="Graphic 2">
            <a:extLst>
              <a:ext uri="{FF2B5EF4-FFF2-40B4-BE49-F238E27FC236}">
                <a16:creationId xmlns:a16="http://schemas.microsoft.com/office/drawing/2014/main" id="{74684993-AE64-49DC-81D8-A3F9EC93B954}"/>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28006" r="30707" b="41106"/>
          <a:stretch/>
        </p:blipFill>
        <p:spPr>
          <a:xfrm rot="10800000" flipH="1">
            <a:off x="10170" y="-1"/>
            <a:ext cx="3770435" cy="5640552"/>
          </a:xfrm>
          <a:prstGeom prst="rect">
            <a:avLst/>
          </a:prstGeom>
        </p:spPr>
      </p:pic>
    </p:spTree>
    <p:extLst>
      <p:ext uri="{BB962C8B-B14F-4D97-AF65-F5344CB8AC3E}">
        <p14:creationId xmlns:p14="http://schemas.microsoft.com/office/powerpoint/2010/main" val="364472259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1_Title and Content">
    <p:spTree>
      <p:nvGrpSpPr>
        <p:cNvPr id="1" name=""/>
        <p:cNvGrpSpPr/>
        <p:nvPr/>
      </p:nvGrpSpPr>
      <p:grpSpPr>
        <a:xfrm>
          <a:off x="0" y="0"/>
          <a:ext cx="0" cy="0"/>
          <a:chOff x="0" y="0"/>
          <a:chExt cx="0" cy="0"/>
        </a:xfrm>
      </p:grpSpPr>
      <p:sp>
        <p:nvSpPr>
          <p:cNvPr id="6" name="Slide Number Placeholder 3">
            <a:extLst>
              <a:ext uri="{FF2B5EF4-FFF2-40B4-BE49-F238E27FC236}">
                <a16:creationId xmlns:a16="http://schemas.microsoft.com/office/drawing/2014/main" id="{8FE57028-D915-D943-99D7-8DF74265968B}"/>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
        <p:nvSpPr>
          <p:cNvPr id="4" name="Title 1">
            <a:extLst>
              <a:ext uri="{FF2B5EF4-FFF2-40B4-BE49-F238E27FC236}">
                <a16:creationId xmlns:a16="http://schemas.microsoft.com/office/drawing/2014/main" id="{872B019C-4E51-5CE7-5B1D-95225561FA84}"/>
              </a:ext>
            </a:extLst>
          </p:cNvPr>
          <p:cNvSpPr>
            <a:spLocks noGrp="1"/>
          </p:cNvSpPr>
          <p:nvPr>
            <p:ph type="title"/>
          </p:nvPr>
        </p:nvSpPr>
        <p:spPr>
          <a:xfrm>
            <a:off x="525019" y="368300"/>
            <a:ext cx="7691881" cy="900114"/>
          </a:xfrm>
        </p:spPr>
        <p:txBody>
          <a:bodyPr>
            <a:normAutofit/>
          </a:bodyPr>
          <a:lstStyle>
            <a:lvl1pPr>
              <a:defRPr sz="2800"/>
            </a:lvl1pPr>
          </a:lstStyle>
          <a:p>
            <a:r>
              <a:rPr lang="en-US"/>
              <a:t>Click to edit Master title style</a:t>
            </a:r>
          </a:p>
        </p:txBody>
      </p:sp>
      <p:sp>
        <p:nvSpPr>
          <p:cNvPr id="5" name="Content Placeholder 2">
            <a:extLst>
              <a:ext uri="{FF2B5EF4-FFF2-40B4-BE49-F238E27FC236}">
                <a16:creationId xmlns:a16="http://schemas.microsoft.com/office/drawing/2014/main" id="{FFB002A0-5D60-0A4B-429C-D6178E03B636}"/>
              </a:ext>
            </a:extLst>
          </p:cNvPr>
          <p:cNvSpPr>
            <a:spLocks noGrp="1"/>
          </p:cNvSpPr>
          <p:nvPr>
            <p:ph idx="1"/>
          </p:nvPr>
        </p:nvSpPr>
        <p:spPr>
          <a:xfrm>
            <a:off x="525019" y="1449389"/>
            <a:ext cx="7691881" cy="4500562"/>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Rectangle 1">
            <a:extLst>
              <a:ext uri="{FF2B5EF4-FFF2-40B4-BE49-F238E27FC236}">
                <a16:creationId xmlns:a16="http://schemas.microsoft.com/office/drawing/2014/main" id="{85828BE1-28ED-B995-96F1-1F1FD2D7396A}"/>
              </a:ext>
            </a:extLst>
          </p:cNvPr>
          <p:cNvSpPr/>
          <p:nvPr userDrawn="1"/>
        </p:nvSpPr>
        <p:spPr>
          <a:xfrm>
            <a:off x="8411394" y="1"/>
            <a:ext cx="3770435" cy="6890156"/>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55"/>
              <a:t>INSERT IMAGE WITH BLACK OVERLAY</a:t>
            </a:r>
          </a:p>
        </p:txBody>
      </p:sp>
      <p:pic>
        <p:nvPicPr>
          <p:cNvPr id="3" name="Graphic 2">
            <a:extLst>
              <a:ext uri="{FF2B5EF4-FFF2-40B4-BE49-F238E27FC236}">
                <a16:creationId xmlns:a16="http://schemas.microsoft.com/office/drawing/2014/main" id="{74684993-AE64-49DC-81D8-A3F9EC93B954}"/>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28006" r="30707" b="41106"/>
          <a:stretch/>
        </p:blipFill>
        <p:spPr>
          <a:xfrm rot="10800000">
            <a:off x="8421564" y="-1"/>
            <a:ext cx="3770435" cy="5640552"/>
          </a:xfrm>
          <a:prstGeom prst="rect">
            <a:avLst/>
          </a:prstGeom>
        </p:spPr>
      </p:pic>
    </p:spTree>
    <p:extLst>
      <p:ext uri="{BB962C8B-B14F-4D97-AF65-F5344CB8AC3E}">
        <p14:creationId xmlns:p14="http://schemas.microsoft.com/office/powerpoint/2010/main" val="237961200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2_Title and Content">
    <p:spTree>
      <p:nvGrpSpPr>
        <p:cNvPr id="1" name=""/>
        <p:cNvGrpSpPr/>
        <p:nvPr/>
      </p:nvGrpSpPr>
      <p:grpSpPr>
        <a:xfrm>
          <a:off x="0" y="0"/>
          <a:ext cx="0" cy="0"/>
          <a:chOff x="0" y="0"/>
          <a:chExt cx="0" cy="0"/>
        </a:xfrm>
      </p:grpSpPr>
      <p:sp>
        <p:nvSpPr>
          <p:cNvPr id="6" name="Slide Number Placeholder 3">
            <a:extLst>
              <a:ext uri="{FF2B5EF4-FFF2-40B4-BE49-F238E27FC236}">
                <a16:creationId xmlns:a16="http://schemas.microsoft.com/office/drawing/2014/main" id="{8FE57028-D915-D943-99D7-8DF74265968B}"/>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
        <p:nvSpPr>
          <p:cNvPr id="4" name="Title 1">
            <a:extLst>
              <a:ext uri="{FF2B5EF4-FFF2-40B4-BE49-F238E27FC236}">
                <a16:creationId xmlns:a16="http://schemas.microsoft.com/office/drawing/2014/main" id="{872B019C-4E51-5CE7-5B1D-95225561FA84}"/>
              </a:ext>
            </a:extLst>
          </p:cNvPr>
          <p:cNvSpPr>
            <a:spLocks noGrp="1"/>
          </p:cNvSpPr>
          <p:nvPr>
            <p:ph type="title"/>
          </p:nvPr>
        </p:nvSpPr>
        <p:spPr>
          <a:xfrm>
            <a:off x="4296919" y="368300"/>
            <a:ext cx="7046721" cy="900114"/>
          </a:xfrm>
        </p:spPr>
        <p:txBody>
          <a:bodyPr>
            <a:normAutofit/>
          </a:bodyPr>
          <a:lstStyle>
            <a:lvl1pPr>
              <a:defRPr sz="2800"/>
            </a:lvl1pPr>
          </a:lstStyle>
          <a:p>
            <a:r>
              <a:rPr lang="en-US"/>
              <a:t>Click to edit Master title style</a:t>
            </a:r>
          </a:p>
        </p:txBody>
      </p:sp>
      <p:sp>
        <p:nvSpPr>
          <p:cNvPr id="5" name="Content Placeholder 2">
            <a:extLst>
              <a:ext uri="{FF2B5EF4-FFF2-40B4-BE49-F238E27FC236}">
                <a16:creationId xmlns:a16="http://schemas.microsoft.com/office/drawing/2014/main" id="{FFB002A0-5D60-0A4B-429C-D6178E03B636}"/>
              </a:ext>
            </a:extLst>
          </p:cNvPr>
          <p:cNvSpPr>
            <a:spLocks noGrp="1"/>
          </p:cNvSpPr>
          <p:nvPr>
            <p:ph idx="1"/>
          </p:nvPr>
        </p:nvSpPr>
        <p:spPr>
          <a:xfrm>
            <a:off x="4296919" y="1449389"/>
            <a:ext cx="7046721" cy="4500562"/>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Rectangle 1">
            <a:extLst>
              <a:ext uri="{FF2B5EF4-FFF2-40B4-BE49-F238E27FC236}">
                <a16:creationId xmlns:a16="http://schemas.microsoft.com/office/drawing/2014/main" id="{85828BE1-28ED-B995-96F1-1F1FD2D7396A}"/>
              </a:ext>
            </a:extLst>
          </p:cNvPr>
          <p:cNvSpPr/>
          <p:nvPr userDrawn="1"/>
        </p:nvSpPr>
        <p:spPr>
          <a:xfrm>
            <a:off x="0" y="1"/>
            <a:ext cx="3770435" cy="6890156"/>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55"/>
              <a:t>INSERT IMAGE WITH BLACK OVERLAY</a:t>
            </a:r>
          </a:p>
        </p:txBody>
      </p:sp>
      <p:pic>
        <p:nvPicPr>
          <p:cNvPr id="3" name="Graphic 2">
            <a:extLst>
              <a:ext uri="{FF2B5EF4-FFF2-40B4-BE49-F238E27FC236}">
                <a16:creationId xmlns:a16="http://schemas.microsoft.com/office/drawing/2014/main" id="{74684993-AE64-49DC-81D8-A3F9EC93B954}"/>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28006" r="30707" b="41106"/>
          <a:stretch/>
        </p:blipFill>
        <p:spPr>
          <a:xfrm rot="10800000" flipH="1">
            <a:off x="10170" y="-1"/>
            <a:ext cx="3770435" cy="5640552"/>
          </a:xfrm>
          <a:prstGeom prst="rect">
            <a:avLst/>
          </a:prstGeom>
        </p:spPr>
      </p:pic>
    </p:spTree>
    <p:extLst>
      <p:ext uri="{BB962C8B-B14F-4D97-AF65-F5344CB8AC3E}">
        <p14:creationId xmlns:p14="http://schemas.microsoft.com/office/powerpoint/2010/main" val="364472259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16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A69FE0A4-E4BF-0B4D-9AAC-30724C2FC845}"/>
              </a:ext>
            </a:extLst>
          </p:cNvPr>
          <p:cNvSpPr/>
          <p:nvPr userDrawn="1"/>
        </p:nvSpPr>
        <p:spPr>
          <a:xfrm>
            <a:off x="0" y="0"/>
            <a:ext cx="12192000" cy="6858000"/>
          </a:xfrm>
          <a:prstGeom prst="rect">
            <a:avLst/>
          </a:prstGeom>
          <a:gradFill>
            <a:gsLst>
              <a:gs pos="0">
                <a:schemeClr val="tx2"/>
              </a:gs>
              <a:gs pos="100000">
                <a:schemeClr val="tx2">
                  <a:lumMod val="75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itle 1">
            <a:extLst>
              <a:ext uri="{FF2B5EF4-FFF2-40B4-BE49-F238E27FC236}">
                <a16:creationId xmlns:a16="http://schemas.microsoft.com/office/drawing/2014/main" id="{583DD981-2F88-36B6-B48C-C1372B8C9A02}"/>
              </a:ext>
            </a:extLst>
          </p:cNvPr>
          <p:cNvSpPr>
            <a:spLocks noGrp="1"/>
          </p:cNvSpPr>
          <p:nvPr>
            <p:ph type="title"/>
          </p:nvPr>
        </p:nvSpPr>
        <p:spPr>
          <a:xfrm>
            <a:off x="5029200" y="368300"/>
            <a:ext cx="6646863" cy="900114"/>
          </a:xfrm>
        </p:spPr>
        <p:txBody>
          <a:bodyPr>
            <a:normAutofit/>
          </a:bodyPr>
          <a:lstStyle>
            <a:lvl1pPr>
              <a:defRPr sz="2800">
                <a:solidFill>
                  <a:schemeClr val="accent1"/>
                </a:solidFill>
              </a:defRPr>
            </a:lvl1pPr>
          </a:lstStyle>
          <a:p>
            <a:r>
              <a:rPr lang="en-US"/>
              <a:t>Click to edit Master title style</a:t>
            </a:r>
          </a:p>
        </p:txBody>
      </p:sp>
      <p:sp>
        <p:nvSpPr>
          <p:cNvPr id="10" name="Content Placeholder 2">
            <a:extLst>
              <a:ext uri="{FF2B5EF4-FFF2-40B4-BE49-F238E27FC236}">
                <a16:creationId xmlns:a16="http://schemas.microsoft.com/office/drawing/2014/main" id="{A2086BE6-D60A-9895-5FB7-271EEB74359B}"/>
              </a:ext>
            </a:extLst>
          </p:cNvPr>
          <p:cNvSpPr>
            <a:spLocks noGrp="1"/>
          </p:cNvSpPr>
          <p:nvPr>
            <p:ph idx="1"/>
          </p:nvPr>
        </p:nvSpPr>
        <p:spPr>
          <a:xfrm>
            <a:off x="5029188" y="1449388"/>
            <a:ext cx="6646863" cy="5040311"/>
          </a:xfrm>
        </p:spPr>
        <p:txBody>
          <a:bodyPr/>
          <a:lstStyle>
            <a:lvl1pPr>
              <a:defRPr sz="1800">
                <a:solidFill>
                  <a:schemeClr val="accent1">
                    <a:lumMod val="20000"/>
                    <a:lumOff val="80000"/>
                  </a:schemeClr>
                </a:solidFill>
                <a:latin typeface="Poppins Light" panose="00000400000000000000" pitchFamily="2" charset="0"/>
                <a:cs typeface="Poppins Light" panose="00000400000000000000" pitchFamily="2" charset="0"/>
              </a:defRPr>
            </a:lvl1pPr>
            <a:lvl2pPr>
              <a:defRPr sz="1600">
                <a:solidFill>
                  <a:schemeClr val="bg1"/>
                </a:solidFill>
              </a:defRPr>
            </a:lvl2pPr>
            <a:lvl3pPr>
              <a:defRPr sz="1400">
                <a:solidFill>
                  <a:schemeClr val="bg1"/>
                </a:solidFill>
              </a:defRPr>
            </a:lvl3pPr>
            <a:lvl4pPr>
              <a:defRPr sz="1200">
                <a:solidFill>
                  <a:schemeClr val="bg1"/>
                </a:solidFill>
              </a:defRPr>
            </a:lvl4pPr>
            <a:lvl5pPr>
              <a:defRPr sz="11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162802365"/>
      </p:ext>
    </p:extLst>
  </p:cSld>
  <p:clrMapOvr>
    <a:overrideClrMapping bg1="lt1" tx1="dk1" bg2="lt2" tx2="dk2" accent1="accent1" accent2="accent2" accent3="accent3" accent4="accent4" accent5="accent5" accent6="accent6" hlink="hlink" folHlink="folHlink"/>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12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A69FE0A4-E4BF-0B4D-9AAC-30724C2FC845}"/>
              </a:ext>
            </a:extLst>
          </p:cNvPr>
          <p:cNvSpPr/>
          <p:nvPr userDrawn="1"/>
        </p:nvSpPr>
        <p:spPr>
          <a:xfrm>
            <a:off x="0" y="0"/>
            <a:ext cx="12192000" cy="6858000"/>
          </a:xfrm>
          <a:prstGeom prst="rect">
            <a:avLst/>
          </a:prstGeom>
          <a:gradFill>
            <a:gsLst>
              <a:gs pos="0">
                <a:schemeClr val="tx2"/>
              </a:gs>
              <a:gs pos="100000">
                <a:schemeClr val="tx2">
                  <a:lumMod val="75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Graphic 12">
            <a:extLst>
              <a:ext uri="{FF2B5EF4-FFF2-40B4-BE49-F238E27FC236}">
                <a16:creationId xmlns:a16="http://schemas.microsoft.com/office/drawing/2014/main" id="{5A6D41D4-8055-A24D-80E7-090637EBB6CA}"/>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31789" t="43946" r="16249" b="16538"/>
          <a:stretch/>
        </p:blipFill>
        <p:spPr>
          <a:xfrm rot="16200000">
            <a:off x="-836593" y="709593"/>
            <a:ext cx="6985000" cy="5311814"/>
          </a:xfrm>
          <a:prstGeom prst="rect">
            <a:avLst/>
          </a:prstGeom>
        </p:spPr>
      </p:pic>
      <p:sp>
        <p:nvSpPr>
          <p:cNvPr id="9" name="Title 1">
            <a:extLst>
              <a:ext uri="{FF2B5EF4-FFF2-40B4-BE49-F238E27FC236}">
                <a16:creationId xmlns:a16="http://schemas.microsoft.com/office/drawing/2014/main" id="{583DD981-2F88-36B6-B48C-C1372B8C9A02}"/>
              </a:ext>
            </a:extLst>
          </p:cNvPr>
          <p:cNvSpPr>
            <a:spLocks noGrp="1"/>
          </p:cNvSpPr>
          <p:nvPr>
            <p:ph type="title"/>
          </p:nvPr>
        </p:nvSpPr>
        <p:spPr>
          <a:xfrm>
            <a:off x="5029200" y="368300"/>
            <a:ext cx="6646863" cy="900114"/>
          </a:xfrm>
        </p:spPr>
        <p:txBody>
          <a:bodyPr>
            <a:normAutofit/>
          </a:bodyPr>
          <a:lstStyle>
            <a:lvl1pPr>
              <a:defRPr sz="2800">
                <a:solidFill>
                  <a:schemeClr val="accent1"/>
                </a:solidFill>
              </a:defRPr>
            </a:lvl1pPr>
          </a:lstStyle>
          <a:p>
            <a:r>
              <a:rPr lang="en-US"/>
              <a:t>Click to edit Master title style</a:t>
            </a:r>
          </a:p>
        </p:txBody>
      </p:sp>
      <p:sp>
        <p:nvSpPr>
          <p:cNvPr id="10" name="Content Placeholder 2">
            <a:extLst>
              <a:ext uri="{FF2B5EF4-FFF2-40B4-BE49-F238E27FC236}">
                <a16:creationId xmlns:a16="http://schemas.microsoft.com/office/drawing/2014/main" id="{A2086BE6-D60A-9895-5FB7-271EEB74359B}"/>
              </a:ext>
            </a:extLst>
          </p:cNvPr>
          <p:cNvSpPr>
            <a:spLocks noGrp="1"/>
          </p:cNvSpPr>
          <p:nvPr>
            <p:ph idx="1"/>
          </p:nvPr>
        </p:nvSpPr>
        <p:spPr>
          <a:xfrm>
            <a:off x="5029188" y="1449388"/>
            <a:ext cx="6646863" cy="5040311"/>
          </a:xfrm>
        </p:spPr>
        <p:txBody>
          <a:bodyPr/>
          <a:lstStyle>
            <a:lvl1pPr>
              <a:defRPr sz="1800">
                <a:solidFill>
                  <a:schemeClr val="accent1">
                    <a:lumMod val="20000"/>
                    <a:lumOff val="80000"/>
                  </a:schemeClr>
                </a:solidFill>
                <a:latin typeface="Poppins Light" panose="00000400000000000000" pitchFamily="2" charset="0"/>
                <a:cs typeface="Poppins Light" panose="00000400000000000000" pitchFamily="2" charset="0"/>
              </a:defRPr>
            </a:lvl1pPr>
            <a:lvl2pPr>
              <a:defRPr sz="1600">
                <a:solidFill>
                  <a:schemeClr val="bg1"/>
                </a:solidFill>
              </a:defRPr>
            </a:lvl2pPr>
            <a:lvl3pPr>
              <a:defRPr sz="1400">
                <a:solidFill>
                  <a:schemeClr val="bg1"/>
                </a:solidFill>
              </a:defRPr>
            </a:lvl3pPr>
            <a:lvl4pPr>
              <a:defRPr sz="1200">
                <a:solidFill>
                  <a:schemeClr val="bg1"/>
                </a:solidFill>
              </a:defRPr>
            </a:lvl4pPr>
            <a:lvl5pPr>
              <a:defRPr sz="11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724308518"/>
      </p:ext>
    </p:extLst>
  </p:cSld>
  <p:clrMapOvr>
    <a:overrideClrMapping bg1="lt1" tx1="dk1" bg2="lt2" tx2="dk2" accent1="accent1" accent2="accent2" accent3="accent3" accent4="accent4" accent5="accent5" accent6="accent6" hlink="hlink" folHlink="folHlink"/>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17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A69FE0A4-E4BF-0B4D-9AAC-30724C2FC845}"/>
              </a:ext>
            </a:extLst>
          </p:cNvPr>
          <p:cNvSpPr/>
          <p:nvPr userDrawn="1"/>
        </p:nvSpPr>
        <p:spPr>
          <a:xfrm>
            <a:off x="0" y="0"/>
            <a:ext cx="12192000" cy="6858000"/>
          </a:xfrm>
          <a:prstGeom prst="rect">
            <a:avLst/>
          </a:prstGeom>
          <a:gradFill>
            <a:gsLst>
              <a:gs pos="0">
                <a:schemeClr val="tx2"/>
              </a:gs>
              <a:gs pos="100000">
                <a:schemeClr val="tx2">
                  <a:lumMod val="75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itle 1">
            <a:extLst>
              <a:ext uri="{FF2B5EF4-FFF2-40B4-BE49-F238E27FC236}">
                <a16:creationId xmlns:a16="http://schemas.microsoft.com/office/drawing/2014/main" id="{583DD981-2F88-36B6-B48C-C1372B8C9A02}"/>
              </a:ext>
            </a:extLst>
          </p:cNvPr>
          <p:cNvSpPr>
            <a:spLocks noGrp="1"/>
          </p:cNvSpPr>
          <p:nvPr>
            <p:ph type="title"/>
          </p:nvPr>
        </p:nvSpPr>
        <p:spPr>
          <a:xfrm>
            <a:off x="5029200" y="368300"/>
            <a:ext cx="6646863" cy="900114"/>
          </a:xfrm>
        </p:spPr>
        <p:txBody>
          <a:bodyPr>
            <a:normAutofit/>
          </a:bodyPr>
          <a:lstStyle>
            <a:lvl1pPr>
              <a:defRPr sz="2800">
                <a:solidFill>
                  <a:schemeClr val="accent1"/>
                </a:solidFill>
              </a:defRPr>
            </a:lvl1pPr>
          </a:lstStyle>
          <a:p>
            <a:r>
              <a:rPr lang="en-US"/>
              <a:t>Click to edit Master title style</a:t>
            </a:r>
          </a:p>
        </p:txBody>
      </p:sp>
      <p:sp>
        <p:nvSpPr>
          <p:cNvPr id="10" name="Content Placeholder 2">
            <a:extLst>
              <a:ext uri="{FF2B5EF4-FFF2-40B4-BE49-F238E27FC236}">
                <a16:creationId xmlns:a16="http://schemas.microsoft.com/office/drawing/2014/main" id="{A2086BE6-D60A-9895-5FB7-271EEB74359B}"/>
              </a:ext>
            </a:extLst>
          </p:cNvPr>
          <p:cNvSpPr>
            <a:spLocks noGrp="1"/>
          </p:cNvSpPr>
          <p:nvPr>
            <p:ph idx="1"/>
          </p:nvPr>
        </p:nvSpPr>
        <p:spPr>
          <a:xfrm>
            <a:off x="5029188" y="1449388"/>
            <a:ext cx="6646863" cy="5040311"/>
          </a:xfrm>
        </p:spPr>
        <p:txBody>
          <a:bodyPr/>
          <a:lstStyle>
            <a:lvl1pPr>
              <a:defRPr sz="1800">
                <a:solidFill>
                  <a:schemeClr val="accent1">
                    <a:lumMod val="20000"/>
                    <a:lumOff val="80000"/>
                  </a:schemeClr>
                </a:solidFill>
                <a:latin typeface="Poppins Light" panose="00000400000000000000" pitchFamily="2" charset="0"/>
                <a:cs typeface="Poppins Light" panose="00000400000000000000" pitchFamily="2" charset="0"/>
              </a:defRPr>
            </a:lvl1pPr>
            <a:lvl2pPr>
              <a:defRPr sz="1600">
                <a:solidFill>
                  <a:schemeClr val="bg1"/>
                </a:solidFill>
              </a:defRPr>
            </a:lvl2pPr>
            <a:lvl3pPr>
              <a:defRPr sz="1400">
                <a:solidFill>
                  <a:schemeClr val="bg1"/>
                </a:solidFill>
              </a:defRPr>
            </a:lvl3pPr>
            <a:lvl4pPr>
              <a:defRPr sz="1200">
                <a:solidFill>
                  <a:schemeClr val="bg1"/>
                </a:solidFill>
              </a:defRPr>
            </a:lvl4pPr>
            <a:lvl5pPr>
              <a:defRPr sz="11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6" name="Graphic 5">
            <a:extLst>
              <a:ext uri="{FF2B5EF4-FFF2-40B4-BE49-F238E27FC236}">
                <a16:creationId xmlns:a16="http://schemas.microsoft.com/office/drawing/2014/main" id="{CBC5C1FE-9433-3323-B1CF-97B605AB107E}"/>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22768" b="42291"/>
          <a:stretch/>
        </p:blipFill>
        <p:spPr>
          <a:xfrm rot="5400000">
            <a:off x="-1031083" y="1031083"/>
            <a:ext cx="8158166" cy="6096000"/>
          </a:xfrm>
          <a:prstGeom prst="rect">
            <a:avLst/>
          </a:prstGeom>
        </p:spPr>
      </p:pic>
    </p:spTree>
    <p:extLst>
      <p:ext uri="{BB962C8B-B14F-4D97-AF65-F5344CB8AC3E}">
        <p14:creationId xmlns:p14="http://schemas.microsoft.com/office/powerpoint/2010/main" val="3938116889"/>
      </p:ext>
    </p:extLst>
  </p:cSld>
  <p:clrMapOvr>
    <a:overrideClrMapping bg1="lt1" tx1="dk1" bg2="lt2" tx2="dk2" accent1="accent1" accent2="accent2" accent3="accent3" accent4="accent4" accent5="accent5" accent6="accent6" hlink="hlink" folHlink="folHlink"/>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18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A69FE0A4-E4BF-0B4D-9AAC-30724C2FC845}"/>
              </a:ext>
            </a:extLst>
          </p:cNvPr>
          <p:cNvSpPr/>
          <p:nvPr userDrawn="1"/>
        </p:nvSpPr>
        <p:spPr>
          <a:xfrm>
            <a:off x="0" y="0"/>
            <a:ext cx="12192000" cy="6858000"/>
          </a:xfrm>
          <a:prstGeom prst="rect">
            <a:avLst/>
          </a:prstGeom>
          <a:gradFill>
            <a:gsLst>
              <a:gs pos="0">
                <a:schemeClr val="tx2"/>
              </a:gs>
              <a:gs pos="100000">
                <a:schemeClr val="tx2">
                  <a:lumMod val="75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itle 1">
            <a:extLst>
              <a:ext uri="{FF2B5EF4-FFF2-40B4-BE49-F238E27FC236}">
                <a16:creationId xmlns:a16="http://schemas.microsoft.com/office/drawing/2014/main" id="{583DD981-2F88-36B6-B48C-C1372B8C9A02}"/>
              </a:ext>
            </a:extLst>
          </p:cNvPr>
          <p:cNvSpPr>
            <a:spLocks noGrp="1"/>
          </p:cNvSpPr>
          <p:nvPr>
            <p:ph type="title"/>
          </p:nvPr>
        </p:nvSpPr>
        <p:spPr>
          <a:xfrm>
            <a:off x="5029200" y="368300"/>
            <a:ext cx="6646863" cy="900114"/>
          </a:xfrm>
        </p:spPr>
        <p:txBody>
          <a:bodyPr>
            <a:normAutofit/>
          </a:bodyPr>
          <a:lstStyle>
            <a:lvl1pPr>
              <a:defRPr sz="2800">
                <a:solidFill>
                  <a:schemeClr val="accent1"/>
                </a:solidFill>
              </a:defRPr>
            </a:lvl1pPr>
          </a:lstStyle>
          <a:p>
            <a:r>
              <a:rPr lang="en-US"/>
              <a:t>Click to edit Master title style</a:t>
            </a:r>
          </a:p>
        </p:txBody>
      </p:sp>
      <p:sp>
        <p:nvSpPr>
          <p:cNvPr id="10" name="Content Placeholder 2">
            <a:extLst>
              <a:ext uri="{FF2B5EF4-FFF2-40B4-BE49-F238E27FC236}">
                <a16:creationId xmlns:a16="http://schemas.microsoft.com/office/drawing/2014/main" id="{A2086BE6-D60A-9895-5FB7-271EEB74359B}"/>
              </a:ext>
            </a:extLst>
          </p:cNvPr>
          <p:cNvSpPr>
            <a:spLocks noGrp="1"/>
          </p:cNvSpPr>
          <p:nvPr>
            <p:ph idx="1"/>
          </p:nvPr>
        </p:nvSpPr>
        <p:spPr>
          <a:xfrm>
            <a:off x="5029188" y="1449388"/>
            <a:ext cx="6646863" cy="5040311"/>
          </a:xfrm>
        </p:spPr>
        <p:txBody>
          <a:bodyPr/>
          <a:lstStyle>
            <a:lvl1pPr>
              <a:defRPr sz="1800">
                <a:solidFill>
                  <a:schemeClr val="accent1">
                    <a:lumMod val="20000"/>
                    <a:lumOff val="80000"/>
                  </a:schemeClr>
                </a:solidFill>
                <a:latin typeface="Poppins Light" panose="00000400000000000000" pitchFamily="2" charset="0"/>
                <a:cs typeface="Poppins Light" panose="00000400000000000000" pitchFamily="2" charset="0"/>
              </a:defRPr>
            </a:lvl1pPr>
            <a:lvl2pPr>
              <a:defRPr sz="1600">
                <a:solidFill>
                  <a:schemeClr val="bg1"/>
                </a:solidFill>
              </a:defRPr>
            </a:lvl2pPr>
            <a:lvl3pPr>
              <a:defRPr sz="1400">
                <a:solidFill>
                  <a:schemeClr val="bg1"/>
                </a:solidFill>
              </a:defRPr>
            </a:lvl3pPr>
            <a:lvl4pPr>
              <a:defRPr sz="1200">
                <a:solidFill>
                  <a:schemeClr val="bg1"/>
                </a:solidFill>
              </a:defRPr>
            </a:lvl4pPr>
            <a:lvl5pPr>
              <a:defRPr sz="11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7" name="Graphic 6">
            <a:extLst>
              <a:ext uri="{FF2B5EF4-FFF2-40B4-BE49-F238E27FC236}">
                <a16:creationId xmlns:a16="http://schemas.microsoft.com/office/drawing/2014/main" id="{1D3B9BF0-1660-1AA0-06B5-6DFACF441A07}"/>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29486" b="40030"/>
          <a:stretch/>
        </p:blipFill>
        <p:spPr>
          <a:xfrm rot="5400000">
            <a:off x="-640895" y="640893"/>
            <a:ext cx="8572503" cy="7290717"/>
          </a:xfrm>
          <a:prstGeom prst="rect">
            <a:avLst/>
          </a:prstGeom>
        </p:spPr>
      </p:pic>
    </p:spTree>
    <p:extLst>
      <p:ext uri="{BB962C8B-B14F-4D97-AF65-F5344CB8AC3E}">
        <p14:creationId xmlns:p14="http://schemas.microsoft.com/office/powerpoint/2010/main" val="3213406010"/>
      </p:ext>
    </p:extLst>
  </p:cSld>
  <p:clrMapOvr>
    <a:overrideClrMapping bg1="lt1" tx1="dk1" bg2="lt2" tx2="dk2" accent1="accent1" accent2="accent2" accent3="accent3" accent4="accent4" accent5="accent5" accent6="accent6" hlink="hlink" folHlink="folHlink"/>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userDrawn="1">
  <p:cSld name="14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A69FE0A4-E4BF-0B4D-9AAC-30724C2FC845}"/>
              </a:ext>
            </a:extLst>
          </p:cNvPr>
          <p:cNvSpPr/>
          <p:nvPr userDrawn="1"/>
        </p:nvSpPr>
        <p:spPr>
          <a:xfrm>
            <a:off x="0" y="0"/>
            <a:ext cx="12192000" cy="6858000"/>
          </a:xfrm>
          <a:prstGeom prst="rect">
            <a:avLst/>
          </a:prstGeom>
          <a:gradFill>
            <a:gsLst>
              <a:gs pos="0">
                <a:schemeClr val="tx2"/>
              </a:gs>
              <a:gs pos="100000">
                <a:schemeClr val="tx2">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1007EAB4-47B6-B94E-16B6-4925324A1E24}"/>
              </a:ext>
            </a:extLst>
          </p:cNvPr>
          <p:cNvGrpSpPr/>
          <p:nvPr userDrawn="1"/>
        </p:nvGrpSpPr>
        <p:grpSpPr>
          <a:xfrm>
            <a:off x="-14763" y="4808928"/>
            <a:ext cx="7482363" cy="2067930"/>
            <a:chOff x="-14763" y="3909367"/>
            <a:chExt cx="10737232" cy="2967491"/>
          </a:xfrm>
        </p:grpSpPr>
        <p:sp>
          <p:nvSpPr>
            <p:cNvPr id="2" name="Rectangle 1">
              <a:extLst>
                <a:ext uri="{FF2B5EF4-FFF2-40B4-BE49-F238E27FC236}">
                  <a16:creationId xmlns:a16="http://schemas.microsoft.com/office/drawing/2014/main" id="{3D2F8669-A071-F66A-0E1D-C0B73FB862C7}"/>
                </a:ext>
              </a:extLst>
            </p:cNvPr>
            <p:cNvSpPr/>
            <p:nvPr userDrawn="1"/>
          </p:nvSpPr>
          <p:spPr>
            <a:xfrm>
              <a:off x="-14763" y="3909367"/>
              <a:ext cx="3570795" cy="1243814"/>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3570795"/>
                <a:gd name="connsiteY0" fmla="*/ 257273 h 1243814"/>
                <a:gd name="connsiteX1" fmla="*/ 3570795 w 3570795"/>
                <a:gd name="connsiteY1" fmla="*/ 0 h 1243814"/>
                <a:gd name="connsiteX2" fmla="*/ 0 w 3570795"/>
                <a:gd name="connsiteY2" fmla="*/ 1243814 h 1243814"/>
                <a:gd name="connsiteX3" fmla="*/ 0 w 3570795"/>
                <a:gd name="connsiteY3" fmla="*/ 257273 h 1243814"/>
              </a:gdLst>
              <a:ahLst/>
              <a:cxnLst>
                <a:cxn ang="0">
                  <a:pos x="connsiteX0" y="connsiteY0"/>
                </a:cxn>
                <a:cxn ang="0">
                  <a:pos x="connsiteX1" y="connsiteY1"/>
                </a:cxn>
                <a:cxn ang="0">
                  <a:pos x="connsiteX2" y="connsiteY2"/>
                </a:cxn>
                <a:cxn ang="0">
                  <a:pos x="connsiteX3" y="connsiteY3"/>
                </a:cxn>
              </a:cxnLst>
              <a:rect l="l" t="t" r="r" b="b"/>
              <a:pathLst>
                <a:path w="3570795" h="1243814">
                  <a:moveTo>
                    <a:pt x="0" y="257273"/>
                  </a:moveTo>
                  <a:lnTo>
                    <a:pt x="3570795" y="0"/>
                  </a:lnTo>
                  <a:lnTo>
                    <a:pt x="0" y="1243814"/>
                  </a:lnTo>
                  <a:lnTo>
                    <a:pt x="0" y="257273"/>
                  </a:lnTo>
                  <a:close/>
                </a:path>
              </a:pathLst>
            </a:custGeom>
            <a:gradFill>
              <a:gsLst>
                <a:gs pos="45000">
                  <a:schemeClr val="accent1"/>
                </a:gs>
                <a:gs pos="100000">
                  <a:srgbClr val="EF4136"/>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 name="Rectangle 1">
              <a:extLst>
                <a:ext uri="{FF2B5EF4-FFF2-40B4-BE49-F238E27FC236}">
                  <a16:creationId xmlns:a16="http://schemas.microsoft.com/office/drawing/2014/main" id="{775D67DB-CBF3-181D-0F68-C94113FC190E}"/>
                </a:ext>
              </a:extLst>
            </p:cNvPr>
            <p:cNvSpPr/>
            <p:nvPr userDrawn="1"/>
          </p:nvSpPr>
          <p:spPr>
            <a:xfrm>
              <a:off x="0" y="3928225"/>
              <a:ext cx="3638746" cy="2924695"/>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606800"/>
                <a:gd name="connsiteY0" fmla="*/ 1244600 h 2146300"/>
                <a:gd name="connsiteX1" fmla="*/ 3606800 w 3606800"/>
                <a:gd name="connsiteY1" fmla="*/ 0 h 2146300"/>
                <a:gd name="connsiteX2" fmla="*/ 0 w 3606800"/>
                <a:gd name="connsiteY2" fmla="*/ 2146300 h 2146300"/>
                <a:gd name="connsiteX3" fmla="*/ 0 w 3606800"/>
                <a:gd name="connsiteY3" fmla="*/ 1244600 h 2146300"/>
                <a:gd name="connsiteX0" fmla="*/ 0 w 3606800"/>
                <a:gd name="connsiteY0" fmla="*/ 1244600 h 2857500"/>
                <a:gd name="connsiteX1" fmla="*/ 3606800 w 3606800"/>
                <a:gd name="connsiteY1" fmla="*/ 0 h 2857500"/>
                <a:gd name="connsiteX2" fmla="*/ 1727200 w 3606800"/>
                <a:gd name="connsiteY2" fmla="*/ 2857500 h 2857500"/>
                <a:gd name="connsiteX3" fmla="*/ 0 w 3606800"/>
                <a:gd name="connsiteY3" fmla="*/ 1244600 h 2857500"/>
                <a:gd name="connsiteX0" fmla="*/ 0 w 3606800"/>
                <a:gd name="connsiteY0" fmla="*/ 1244600 h 2902271"/>
                <a:gd name="connsiteX1" fmla="*/ 3606800 w 3606800"/>
                <a:gd name="connsiteY1" fmla="*/ 0 h 2902271"/>
                <a:gd name="connsiteX2" fmla="*/ 1727200 w 3606800"/>
                <a:gd name="connsiteY2" fmla="*/ 2857500 h 2902271"/>
                <a:gd name="connsiteX3" fmla="*/ 12700 w 3606800"/>
                <a:gd name="connsiteY3" fmla="*/ 2819400 h 2902271"/>
                <a:gd name="connsiteX4" fmla="*/ 0 w 3606800"/>
                <a:gd name="connsiteY4" fmla="*/ 1244600 h 2902271"/>
                <a:gd name="connsiteX0" fmla="*/ 0 w 3606800"/>
                <a:gd name="connsiteY0" fmla="*/ 1244600 h 2857500"/>
                <a:gd name="connsiteX1" fmla="*/ 3606800 w 3606800"/>
                <a:gd name="connsiteY1" fmla="*/ 0 h 2857500"/>
                <a:gd name="connsiteX2" fmla="*/ 1727200 w 3606800"/>
                <a:gd name="connsiteY2" fmla="*/ 2857500 h 2857500"/>
                <a:gd name="connsiteX3" fmla="*/ 12700 w 3606800"/>
                <a:gd name="connsiteY3" fmla="*/ 2819400 h 2857500"/>
                <a:gd name="connsiteX4" fmla="*/ 0 w 3606800"/>
                <a:gd name="connsiteY4" fmla="*/ 1244600 h 2857500"/>
                <a:gd name="connsiteX0" fmla="*/ 0 w 3606800"/>
                <a:gd name="connsiteY0" fmla="*/ 1244600 h 2866612"/>
                <a:gd name="connsiteX1" fmla="*/ 3606800 w 3606800"/>
                <a:gd name="connsiteY1" fmla="*/ 0 h 2866612"/>
                <a:gd name="connsiteX2" fmla="*/ 1727200 w 3606800"/>
                <a:gd name="connsiteY2" fmla="*/ 2857500 h 2866612"/>
                <a:gd name="connsiteX3" fmla="*/ 12700 w 3606800"/>
                <a:gd name="connsiteY3" fmla="*/ 2819400 h 2866612"/>
                <a:gd name="connsiteX4" fmla="*/ 0 w 3606800"/>
                <a:gd name="connsiteY4" fmla="*/ 1244600 h 2866612"/>
                <a:gd name="connsiteX0" fmla="*/ 0 w 3606800"/>
                <a:gd name="connsiteY0" fmla="*/ 1244600 h 2857500"/>
                <a:gd name="connsiteX1" fmla="*/ 3606800 w 3606800"/>
                <a:gd name="connsiteY1" fmla="*/ 0 h 2857500"/>
                <a:gd name="connsiteX2" fmla="*/ 1727200 w 3606800"/>
                <a:gd name="connsiteY2" fmla="*/ 2857500 h 2857500"/>
                <a:gd name="connsiteX3" fmla="*/ 12700 w 3606800"/>
                <a:gd name="connsiteY3" fmla="*/ 2819400 h 2857500"/>
                <a:gd name="connsiteX4" fmla="*/ 0 w 3606800"/>
                <a:gd name="connsiteY4" fmla="*/ 1244600 h 2857500"/>
                <a:gd name="connsiteX0" fmla="*/ 0 w 3606800"/>
                <a:gd name="connsiteY0" fmla="*/ 1244600 h 2857500"/>
                <a:gd name="connsiteX1" fmla="*/ 3606800 w 3606800"/>
                <a:gd name="connsiteY1" fmla="*/ 0 h 2857500"/>
                <a:gd name="connsiteX2" fmla="*/ 1727200 w 3606800"/>
                <a:gd name="connsiteY2" fmla="*/ 2857500 h 2857500"/>
                <a:gd name="connsiteX3" fmla="*/ 12700 w 3606800"/>
                <a:gd name="connsiteY3" fmla="*/ 2819400 h 2857500"/>
                <a:gd name="connsiteX4" fmla="*/ 0 w 3606800"/>
                <a:gd name="connsiteY4" fmla="*/ 1244600 h 2857500"/>
                <a:gd name="connsiteX0" fmla="*/ 0 w 3606800"/>
                <a:gd name="connsiteY0" fmla="*/ 1244600 h 2881832"/>
                <a:gd name="connsiteX1" fmla="*/ 3606800 w 3606800"/>
                <a:gd name="connsiteY1" fmla="*/ 0 h 2881832"/>
                <a:gd name="connsiteX2" fmla="*/ 1727200 w 3606800"/>
                <a:gd name="connsiteY2" fmla="*/ 2857500 h 2881832"/>
                <a:gd name="connsiteX3" fmla="*/ 5080 w 3606800"/>
                <a:gd name="connsiteY3" fmla="*/ 2865120 h 2881832"/>
                <a:gd name="connsiteX4" fmla="*/ 0 w 3606800"/>
                <a:gd name="connsiteY4" fmla="*/ 1244600 h 2881832"/>
                <a:gd name="connsiteX0" fmla="*/ 0 w 3606800"/>
                <a:gd name="connsiteY0" fmla="*/ 1244600 h 2865120"/>
                <a:gd name="connsiteX1" fmla="*/ 3606800 w 3606800"/>
                <a:gd name="connsiteY1" fmla="*/ 0 h 2865120"/>
                <a:gd name="connsiteX2" fmla="*/ 1727200 w 3606800"/>
                <a:gd name="connsiteY2" fmla="*/ 2857500 h 2865120"/>
                <a:gd name="connsiteX3" fmla="*/ 5080 w 3606800"/>
                <a:gd name="connsiteY3" fmla="*/ 2865120 h 2865120"/>
                <a:gd name="connsiteX4" fmla="*/ 0 w 3606800"/>
                <a:gd name="connsiteY4" fmla="*/ 1244600 h 2865120"/>
                <a:gd name="connsiteX0" fmla="*/ 0 w 3606800"/>
                <a:gd name="connsiteY0" fmla="*/ 1244600 h 2865120"/>
                <a:gd name="connsiteX1" fmla="*/ 3606800 w 3606800"/>
                <a:gd name="connsiteY1" fmla="*/ 0 h 2865120"/>
                <a:gd name="connsiteX2" fmla="*/ 1727200 w 3606800"/>
                <a:gd name="connsiteY2" fmla="*/ 2857500 h 2865120"/>
                <a:gd name="connsiteX3" fmla="*/ 5080 w 3606800"/>
                <a:gd name="connsiteY3" fmla="*/ 2865120 h 2865120"/>
                <a:gd name="connsiteX4" fmla="*/ 0 w 3606800"/>
                <a:gd name="connsiteY4" fmla="*/ 1244600 h 28651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06800" h="2865120">
                  <a:moveTo>
                    <a:pt x="0" y="1244600"/>
                  </a:moveTo>
                  <a:lnTo>
                    <a:pt x="3606800" y="0"/>
                  </a:lnTo>
                  <a:lnTo>
                    <a:pt x="1727200" y="2857500"/>
                  </a:lnTo>
                  <a:lnTo>
                    <a:pt x="5080" y="2865120"/>
                  </a:lnTo>
                  <a:cubicBezTo>
                    <a:pt x="3387" y="2324947"/>
                    <a:pt x="1693" y="1784773"/>
                    <a:pt x="0" y="1244600"/>
                  </a:cubicBezTo>
                  <a:close/>
                </a:path>
              </a:pathLst>
            </a:custGeom>
            <a:gradFill>
              <a:gsLst>
                <a:gs pos="45000">
                  <a:schemeClr val="accent1"/>
                </a:gs>
                <a:gs pos="100000">
                  <a:schemeClr val="accent1">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6" name="Rectangle 1">
              <a:extLst>
                <a:ext uri="{FF2B5EF4-FFF2-40B4-BE49-F238E27FC236}">
                  <a16:creationId xmlns:a16="http://schemas.microsoft.com/office/drawing/2014/main" id="{E99D011B-5611-947A-E8D5-4848F44EE861}"/>
                </a:ext>
              </a:extLst>
            </p:cNvPr>
            <p:cNvSpPr/>
            <p:nvPr userDrawn="1"/>
          </p:nvSpPr>
          <p:spPr>
            <a:xfrm rot="16200000">
              <a:off x="1383972" y="4338949"/>
              <a:ext cx="2948633" cy="2127185"/>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2835504"/>
                <a:gd name="connsiteY0" fmla="*/ 0 h 1750636"/>
                <a:gd name="connsiteX1" fmla="*/ 2835504 w 2835504"/>
                <a:gd name="connsiteY1" fmla="*/ 1750636 h 1750636"/>
                <a:gd name="connsiteX2" fmla="*/ 0 w 2835504"/>
                <a:gd name="connsiteY2" fmla="*/ 901700 h 1750636"/>
                <a:gd name="connsiteX3" fmla="*/ 0 w 2835504"/>
                <a:gd name="connsiteY3" fmla="*/ 0 h 1750636"/>
                <a:gd name="connsiteX0" fmla="*/ 0 w 2835504"/>
                <a:gd name="connsiteY0" fmla="*/ 0 h 1750636"/>
                <a:gd name="connsiteX1" fmla="*/ 2835504 w 2835504"/>
                <a:gd name="connsiteY1" fmla="*/ 1750636 h 1750636"/>
                <a:gd name="connsiteX2" fmla="*/ 0 w 2835504"/>
                <a:gd name="connsiteY2" fmla="*/ 1684125 h 1750636"/>
                <a:gd name="connsiteX3" fmla="*/ 0 w 2835504"/>
                <a:gd name="connsiteY3" fmla="*/ 0 h 1750636"/>
                <a:gd name="connsiteX0" fmla="*/ 0 w 2835504"/>
                <a:gd name="connsiteY0" fmla="*/ 0 h 1873184"/>
                <a:gd name="connsiteX1" fmla="*/ 2835504 w 2835504"/>
                <a:gd name="connsiteY1" fmla="*/ 1873184 h 1873184"/>
                <a:gd name="connsiteX2" fmla="*/ 0 w 2835504"/>
                <a:gd name="connsiteY2" fmla="*/ 1806673 h 1873184"/>
                <a:gd name="connsiteX3" fmla="*/ 0 w 2835504"/>
                <a:gd name="connsiteY3" fmla="*/ 0 h 1873184"/>
                <a:gd name="connsiteX0" fmla="*/ 0 w 2863785"/>
                <a:gd name="connsiteY0" fmla="*/ 0 h 1863758"/>
                <a:gd name="connsiteX1" fmla="*/ 2863785 w 2863785"/>
                <a:gd name="connsiteY1" fmla="*/ 1863758 h 1863758"/>
                <a:gd name="connsiteX2" fmla="*/ 0 w 2863785"/>
                <a:gd name="connsiteY2" fmla="*/ 1806673 h 1863758"/>
                <a:gd name="connsiteX3" fmla="*/ 0 w 2863785"/>
                <a:gd name="connsiteY3" fmla="*/ 0 h 1863758"/>
                <a:gd name="connsiteX0" fmla="*/ 0 w 2863787"/>
                <a:gd name="connsiteY0" fmla="*/ 0 h 1835480"/>
                <a:gd name="connsiteX1" fmla="*/ 2863787 w 2863787"/>
                <a:gd name="connsiteY1" fmla="*/ 1835480 h 1835480"/>
                <a:gd name="connsiteX2" fmla="*/ 0 w 2863787"/>
                <a:gd name="connsiteY2" fmla="*/ 1806673 h 1835480"/>
                <a:gd name="connsiteX3" fmla="*/ 0 w 2863787"/>
                <a:gd name="connsiteY3" fmla="*/ 0 h 1835480"/>
                <a:gd name="connsiteX0" fmla="*/ 18857 w 2882644"/>
                <a:gd name="connsiteY0" fmla="*/ 0 h 2051772"/>
                <a:gd name="connsiteX1" fmla="*/ 2882644 w 2882644"/>
                <a:gd name="connsiteY1" fmla="*/ 1835480 h 2051772"/>
                <a:gd name="connsiteX2" fmla="*/ 0 w 2882644"/>
                <a:gd name="connsiteY2" fmla="*/ 2051772 h 2051772"/>
                <a:gd name="connsiteX3" fmla="*/ 18857 w 2882644"/>
                <a:gd name="connsiteY3" fmla="*/ 0 h 2051772"/>
                <a:gd name="connsiteX0" fmla="*/ 18857 w 2882644"/>
                <a:gd name="connsiteY0" fmla="*/ 0 h 2127185"/>
                <a:gd name="connsiteX1" fmla="*/ 2882644 w 2882644"/>
                <a:gd name="connsiteY1" fmla="*/ 1910893 h 2127185"/>
                <a:gd name="connsiteX2" fmla="*/ 0 w 2882644"/>
                <a:gd name="connsiteY2" fmla="*/ 2127185 h 2127185"/>
                <a:gd name="connsiteX3" fmla="*/ 18857 w 2882644"/>
                <a:gd name="connsiteY3" fmla="*/ 0 h 2127185"/>
              </a:gdLst>
              <a:ahLst/>
              <a:cxnLst>
                <a:cxn ang="0">
                  <a:pos x="connsiteX0" y="connsiteY0"/>
                </a:cxn>
                <a:cxn ang="0">
                  <a:pos x="connsiteX1" y="connsiteY1"/>
                </a:cxn>
                <a:cxn ang="0">
                  <a:pos x="connsiteX2" y="connsiteY2"/>
                </a:cxn>
                <a:cxn ang="0">
                  <a:pos x="connsiteX3" y="connsiteY3"/>
                </a:cxn>
              </a:cxnLst>
              <a:rect l="l" t="t" r="r" b="b"/>
              <a:pathLst>
                <a:path w="2882644" h="2127185">
                  <a:moveTo>
                    <a:pt x="18857" y="0"/>
                  </a:moveTo>
                  <a:lnTo>
                    <a:pt x="2882644" y="1910893"/>
                  </a:lnTo>
                  <a:lnTo>
                    <a:pt x="0" y="2127185"/>
                  </a:lnTo>
                  <a:lnTo>
                    <a:pt x="18857" y="0"/>
                  </a:lnTo>
                  <a:close/>
                </a:path>
              </a:pathLst>
            </a:custGeom>
            <a:gradFill>
              <a:gsLst>
                <a:gs pos="45000">
                  <a:schemeClr val="accent1"/>
                </a:gs>
                <a:gs pos="0">
                  <a:schemeClr val="accent1">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 name="Rectangle 1">
              <a:extLst>
                <a:ext uri="{FF2B5EF4-FFF2-40B4-BE49-F238E27FC236}">
                  <a16:creationId xmlns:a16="http://schemas.microsoft.com/office/drawing/2014/main" id="{8BB1E48D-99B4-C3F1-96B8-3CFA4CE4F494}"/>
                </a:ext>
              </a:extLst>
            </p:cNvPr>
            <p:cNvSpPr/>
            <p:nvPr userDrawn="1"/>
          </p:nvSpPr>
          <p:spPr>
            <a:xfrm rot="16200000">
              <a:off x="4075788" y="3616875"/>
              <a:ext cx="2930683" cy="3572238"/>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2835504"/>
                <a:gd name="connsiteY0" fmla="*/ 0 h 1750636"/>
                <a:gd name="connsiteX1" fmla="*/ 2835504 w 2835504"/>
                <a:gd name="connsiteY1" fmla="*/ 1750636 h 1750636"/>
                <a:gd name="connsiteX2" fmla="*/ 0 w 2835504"/>
                <a:gd name="connsiteY2" fmla="*/ 901700 h 1750636"/>
                <a:gd name="connsiteX3" fmla="*/ 0 w 2835504"/>
                <a:gd name="connsiteY3" fmla="*/ 0 h 1750636"/>
                <a:gd name="connsiteX0" fmla="*/ 0 w 2835504"/>
                <a:gd name="connsiteY0" fmla="*/ 0 h 1750636"/>
                <a:gd name="connsiteX1" fmla="*/ 2835504 w 2835504"/>
                <a:gd name="connsiteY1" fmla="*/ 1750636 h 1750636"/>
                <a:gd name="connsiteX2" fmla="*/ 0 w 2835504"/>
                <a:gd name="connsiteY2" fmla="*/ 1684125 h 1750636"/>
                <a:gd name="connsiteX3" fmla="*/ 0 w 2835504"/>
                <a:gd name="connsiteY3" fmla="*/ 0 h 1750636"/>
                <a:gd name="connsiteX0" fmla="*/ 0 w 2835504"/>
                <a:gd name="connsiteY0" fmla="*/ 0 h 1873184"/>
                <a:gd name="connsiteX1" fmla="*/ 2835504 w 2835504"/>
                <a:gd name="connsiteY1" fmla="*/ 1873184 h 1873184"/>
                <a:gd name="connsiteX2" fmla="*/ 0 w 2835504"/>
                <a:gd name="connsiteY2" fmla="*/ 1806673 h 1873184"/>
                <a:gd name="connsiteX3" fmla="*/ 0 w 2835504"/>
                <a:gd name="connsiteY3" fmla="*/ 0 h 1873184"/>
                <a:gd name="connsiteX0" fmla="*/ 0 w 2863785"/>
                <a:gd name="connsiteY0" fmla="*/ 0 h 1863758"/>
                <a:gd name="connsiteX1" fmla="*/ 2863785 w 2863785"/>
                <a:gd name="connsiteY1" fmla="*/ 1863758 h 1863758"/>
                <a:gd name="connsiteX2" fmla="*/ 0 w 2863785"/>
                <a:gd name="connsiteY2" fmla="*/ 1806673 h 1863758"/>
                <a:gd name="connsiteX3" fmla="*/ 0 w 2863785"/>
                <a:gd name="connsiteY3" fmla="*/ 0 h 1863758"/>
                <a:gd name="connsiteX0" fmla="*/ 0 w 2863787"/>
                <a:gd name="connsiteY0" fmla="*/ 0 h 1835480"/>
                <a:gd name="connsiteX1" fmla="*/ 2863787 w 2863787"/>
                <a:gd name="connsiteY1" fmla="*/ 1835480 h 1835480"/>
                <a:gd name="connsiteX2" fmla="*/ 0 w 2863787"/>
                <a:gd name="connsiteY2" fmla="*/ 1806673 h 1835480"/>
                <a:gd name="connsiteX3" fmla="*/ 0 w 2863787"/>
                <a:gd name="connsiteY3" fmla="*/ 0 h 1835480"/>
                <a:gd name="connsiteX0" fmla="*/ 18857 w 2882644"/>
                <a:gd name="connsiteY0" fmla="*/ 0 h 2051772"/>
                <a:gd name="connsiteX1" fmla="*/ 2882644 w 2882644"/>
                <a:gd name="connsiteY1" fmla="*/ 1835480 h 2051772"/>
                <a:gd name="connsiteX2" fmla="*/ 0 w 2882644"/>
                <a:gd name="connsiteY2" fmla="*/ 2051772 h 2051772"/>
                <a:gd name="connsiteX3" fmla="*/ 18857 w 2882644"/>
                <a:gd name="connsiteY3" fmla="*/ 0 h 2051772"/>
                <a:gd name="connsiteX0" fmla="*/ 18857 w 2948632"/>
                <a:gd name="connsiteY0" fmla="*/ 210137 h 2261909"/>
                <a:gd name="connsiteX1" fmla="*/ 2948632 w 2948632"/>
                <a:gd name="connsiteY1" fmla="*/ 0 h 2261909"/>
                <a:gd name="connsiteX2" fmla="*/ 0 w 2948632"/>
                <a:gd name="connsiteY2" fmla="*/ 2261909 h 2261909"/>
                <a:gd name="connsiteX3" fmla="*/ 18857 w 2948632"/>
                <a:gd name="connsiteY3" fmla="*/ 210137 h 2261909"/>
                <a:gd name="connsiteX0" fmla="*/ 9427 w 2939202"/>
                <a:gd name="connsiteY0" fmla="*/ 210137 h 3543958"/>
                <a:gd name="connsiteX1" fmla="*/ 2939202 w 2939202"/>
                <a:gd name="connsiteY1" fmla="*/ 0 h 3543958"/>
                <a:gd name="connsiteX2" fmla="*/ 0 w 2939202"/>
                <a:gd name="connsiteY2" fmla="*/ 3543958 h 3543958"/>
                <a:gd name="connsiteX3" fmla="*/ 9427 w 2939202"/>
                <a:gd name="connsiteY3" fmla="*/ 210137 h 3543958"/>
                <a:gd name="connsiteX0" fmla="*/ 9427 w 2929776"/>
                <a:gd name="connsiteY0" fmla="*/ 238417 h 3572238"/>
                <a:gd name="connsiteX1" fmla="*/ 2929776 w 2929776"/>
                <a:gd name="connsiteY1" fmla="*/ 0 h 3572238"/>
                <a:gd name="connsiteX2" fmla="*/ 0 w 2929776"/>
                <a:gd name="connsiteY2" fmla="*/ 3572238 h 3572238"/>
                <a:gd name="connsiteX3" fmla="*/ 9427 w 2929776"/>
                <a:gd name="connsiteY3" fmla="*/ 238417 h 3572238"/>
                <a:gd name="connsiteX0" fmla="*/ 907 w 2930683"/>
                <a:gd name="connsiteY0" fmla="*/ 219563 h 3572238"/>
                <a:gd name="connsiteX1" fmla="*/ 2930683 w 2930683"/>
                <a:gd name="connsiteY1" fmla="*/ 0 h 3572238"/>
                <a:gd name="connsiteX2" fmla="*/ 907 w 2930683"/>
                <a:gd name="connsiteY2" fmla="*/ 3572238 h 3572238"/>
                <a:gd name="connsiteX3" fmla="*/ 907 w 2930683"/>
                <a:gd name="connsiteY3" fmla="*/ 219563 h 3572238"/>
              </a:gdLst>
              <a:ahLst/>
              <a:cxnLst>
                <a:cxn ang="0">
                  <a:pos x="connsiteX0" y="connsiteY0"/>
                </a:cxn>
                <a:cxn ang="0">
                  <a:pos x="connsiteX1" y="connsiteY1"/>
                </a:cxn>
                <a:cxn ang="0">
                  <a:pos x="connsiteX2" y="connsiteY2"/>
                </a:cxn>
                <a:cxn ang="0">
                  <a:pos x="connsiteX3" y="connsiteY3"/>
                </a:cxn>
              </a:cxnLst>
              <a:rect l="l" t="t" r="r" b="b"/>
              <a:pathLst>
                <a:path w="2930683" h="3572238">
                  <a:moveTo>
                    <a:pt x="907" y="219563"/>
                  </a:moveTo>
                  <a:lnTo>
                    <a:pt x="2930683" y="0"/>
                  </a:lnTo>
                  <a:lnTo>
                    <a:pt x="907" y="3572238"/>
                  </a:lnTo>
                  <a:cubicBezTo>
                    <a:pt x="4049" y="2460964"/>
                    <a:pt x="-2235" y="1330837"/>
                    <a:pt x="907" y="219563"/>
                  </a:cubicBezTo>
                  <a:close/>
                </a:path>
              </a:pathLst>
            </a:custGeom>
            <a:gradFill>
              <a:gsLst>
                <a:gs pos="45000">
                  <a:schemeClr val="accent1"/>
                </a:gs>
                <a:gs pos="100000">
                  <a:schemeClr val="accent1">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 name="Rectangle 1">
              <a:extLst>
                <a:ext uri="{FF2B5EF4-FFF2-40B4-BE49-F238E27FC236}">
                  <a16:creationId xmlns:a16="http://schemas.microsoft.com/office/drawing/2014/main" id="{1BB5BD68-F3EC-D698-4E47-D0C1874BB8CC}"/>
                </a:ext>
              </a:extLst>
            </p:cNvPr>
            <p:cNvSpPr/>
            <p:nvPr userDrawn="1"/>
          </p:nvSpPr>
          <p:spPr>
            <a:xfrm rot="16200000">
              <a:off x="7037377" y="3183243"/>
              <a:ext cx="1837173" cy="5533011"/>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2835504"/>
                <a:gd name="connsiteY0" fmla="*/ 0 h 1750636"/>
                <a:gd name="connsiteX1" fmla="*/ 2835504 w 2835504"/>
                <a:gd name="connsiteY1" fmla="*/ 1750636 h 1750636"/>
                <a:gd name="connsiteX2" fmla="*/ 0 w 2835504"/>
                <a:gd name="connsiteY2" fmla="*/ 901700 h 1750636"/>
                <a:gd name="connsiteX3" fmla="*/ 0 w 2835504"/>
                <a:gd name="connsiteY3" fmla="*/ 0 h 1750636"/>
                <a:gd name="connsiteX0" fmla="*/ 0 w 2835504"/>
                <a:gd name="connsiteY0" fmla="*/ 0 h 1750636"/>
                <a:gd name="connsiteX1" fmla="*/ 2835504 w 2835504"/>
                <a:gd name="connsiteY1" fmla="*/ 1750636 h 1750636"/>
                <a:gd name="connsiteX2" fmla="*/ 0 w 2835504"/>
                <a:gd name="connsiteY2" fmla="*/ 1684125 h 1750636"/>
                <a:gd name="connsiteX3" fmla="*/ 0 w 2835504"/>
                <a:gd name="connsiteY3" fmla="*/ 0 h 1750636"/>
                <a:gd name="connsiteX0" fmla="*/ 0 w 2835504"/>
                <a:gd name="connsiteY0" fmla="*/ 0 h 1873184"/>
                <a:gd name="connsiteX1" fmla="*/ 2835504 w 2835504"/>
                <a:gd name="connsiteY1" fmla="*/ 1873184 h 1873184"/>
                <a:gd name="connsiteX2" fmla="*/ 0 w 2835504"/>
                <a:gd name="connsiteY2" fmla="*/ 1806673 h 1873184"/>
                <a:gd name="connsiteX3" fmla="*/ 0 w 2835504"/>
                <a:gd name="connsiteY3" fmla="*/ 0 h 1873184"/>
                <a:gd name="connsiteX0" fmla="*/ 0 w 2863785"/>
                <a:gd name="connsiteY0" fmla="*/ 0 h 1863758"/>
                <a:gd name="connsiteX1" fmla="*/ 2863785 w 2863785"/>
                <a:gd name="connsiteY1" fmla="*/ 1863758 h 1863758"/>
                <a:gd name="connsiteX2" fmla="*/ 0 w 2863785"/>
                <a:gd name="connsiteY2" fmla="*/ 1806673 h 1863758"/>
                <a:gd name="connsiteX3" fmla="*/ 0 w 2863785"/>
                <a:gd name="connsiteY3" fmla="*/ 0 h 1863758"/>
                <a:gd name="connsiteX0" fmla="*/ 0 w 2863787"/>
                <a:gd name="connsiteY0" fmla="*/ 0 h 1835480"/>
                <a:gd name="connsiteX1" fmla="*/ 2863787 w 2863787"/>
                <a:gd name="connsiteY1" fmla="*/ 1835480 h 1835480"/>
                <a:gd name="connsiteX2" fmla="*/ 0 w 2863787"/>
                <a:gd name="connsiteY2" fmla="*/ 1806673 h 1835480"/>
                <a:gd name="connsiteX3" fmla="*/ 0 w 2863787"/>
                <a:gd name="connsiteY3" fmla="*/ 0 h 1835480"/>
                <a:gd name="connsiteX0" fmla="*/ 18857 w 2882644"/>
                <a:gd name="connsiteY0" fmla="*/ 0 h 2051772"/>
                <a:gd name="connsiteX1" fmla="*/ 2882644 w 2882644"/>
                <a:gd name="connsiteY1" fmla="*/ 1835480 h 2051772"/>
                <a:gd name="connsiteX2" fmla="*/ 0 w 2882644"/>
                <a:gd name="connsiteY2" fmla="*/ 2051772 h 2051772"/>
                <a:gd name="connsiteX3" fmla="*/ 18857 w 2882644"/>
                <a:gd name="connsiteY3" fmla="*/ 0 h 2051772"/>
                <a:gd name="connsiteX0" fmla="*/ 18857 w 2948632"/>
                <a:gd name="connsiteY0" fmla="*/ 210137 h 2261909"/>
                <a:gd name="connsiteX1" fmla="*/ 2948632 w 2948632"/>
                <a:gd name="connsiteY1" fmla="*/ 0 h 2261909"/>
                <a:gd name="connsiteX2" fmla="*/ 0 w 2948632"/>
                <a:gd name="connsiteY2" fmla="*/ 2261909 h 2261909"/>
                <a:gd name="connsiteX3" fmla="*/ 18857 w 2948632"/>
                <a:gd name="connsiteY3" fmla="*/ 210137 h 2261909"/>
                <a:gd name="connsiteX0" fmla="*/ 9427 w 2939202"/>
                <a:gd name="connsiteY0" fmla="*/ 210137 h 3543958"/>
                <a:gd name="connsiteX1" fmla="*/ 2939202 w 2939202"/>
                <a:gd name="connsiteY1" fmla="*/ 0 h 3543958"/>
                <a:gd name="connsiteX2" fmla="*/ 0 w 2939202"/>
                <a:gd name="connsiteY2" fmla="*/ 3543958 h 3543958"/>
                <a:gd name="connsiteX3" fmla="*/ 9427 w 2939202"/>
                <a:gd name="connsiteY3" fmla="*/ 210137 h 3543958"/>
                <a:gd name="connsiteX0" fmla="*/ 9427 w 2929776"/>
                <a:gd name="connsiteY0" fmla="*/ 238417 h 3572238"/>
                <a:gd name="connsiteX1" fmla="*/ 2929776 w 2929776"/>
                <a:gd name="connsiteY1" fmla="*/ 0 h 3572238"/>
                <a:gd name="connsiteX2" fmla="*/ 0 w 2929776"/>
                <a:gd name="connsiteY2" fmla="*/ 3572238 h 3572238"/>
                <a:gd name="connsiteX3" fmla="*/ 9427 w 2929776"/>
                <a:gd name="connsiteY3" fmla="*/ 238417 h 3572238"/>
                <a:gd name="connsiteX0" fmla="*/ 907 w 2930683"/>
                <a:gd name="connsiteY0" fmla="*/ 219563 h 3572238"/>
                <a:gd name="connsiteX1" fmla="*/ 2930683 w 2930683"/>
                <a:gd name="connsiteY1" fmla="*/ 0 h 3572238"/>
                <a:gd name="connsiteX2" fmla="*/ 907 w 2930683"/>
                <a:gd name="connsiteY2" fmla="*/ 3572238 h 3572238"/>
                <a:gd name="connsiteX3" fmla="*/ 907 w 2930683"/>
                <a:gd name="connsiteY3" fmla="*/ 219563 h 3572238"/>
                <a:gd name="connsiteX0" fmla="*/ 907 w 1837173"/>
                <a:gd name="connsiteY0" fmla="*/ 2180336 h 5533011"/>
                <a:gd name="connsiteX1" fmla="*/ 1837173 w 1837173"/>
                <a:gd name="connsiteY1" fmla="*/ 0 h 5533011"/>
                <a:gd name="connsiteX2" fmla="*/ 907 w 1837173"/>
                <a:gd name="connsiteY2" fmla="*/ 5533011 h 5533011"/>
                <a:gd name="connsiteX3" fmla="*/ 907 w 1837173"/>
                <a:gd name="connsiteY3" fmla="*/ 2180336 h 5533011"/>
                <a:gd name="connsiteX0" fmla="*/ 907 w 1837173"/>
                <a:gd name="connsiteY0" fmla="*/ 2218043 h 5533011"/>
                <a:gd name="connsiteX1" fmla="*/ 1837173 w 1837173"/>
                <a:gd name="connsiteY1" fmla="*/ 0 h 5533011"/>
                <a:gd name="connsiteX2" fmla="*/ 907 w 1837173"/>
                <a:gd name="connsiteY2" fmla="*/ 5533011 h 5533011"/>
                <a:gd name="connsiteX3" fmla="*/ 907 w 1837173"/>
                <a:gd name="connsiteY3" fmla="*/ 2218043 h 5533011"/>
              </a:gdLst>
              <a:ahLst/>
              <a:cxnLst>
                <a:cxn ang="0">
                  <a:pos x="connsiteX0" y="connsiteY0"/>
                </a:cxn>
                <a:cxn ang="0">
                  <a:pos x="connsiteX1" y="connsiteY1"/>
                </a:cxn>
                <a:cxn ang="0">
                  <a:pos x="connsiteX2" y="connsiteY2"/>
                </a:cxn>
                <a:cxn ang="0">
                  <a:pos x="connsiteX3" y="connsiteY3"/>
                </a:cxn>
              </a:cxnLst>
              <a:rect l="l" t="t" r="r" b="b"/>
              <a:pathLst>
                <a:path w="1837173" h="5533011">
                  <a:moveTo>
                    <a:pt x="907" y="2218043"/>
                  </a:moveTo>
                  <a:lnTo>
                    <a:pt x="1837173" y="0"/>
                  </a:lnTo>
                  <a:lnTo>
                    <a:pt x="907" y="5533011"/>
                  </a:lnTo>
                  <a:cubicBezTo>
                    <a:pt x="4049" y="4421737"/>
                    <a:pt x="-2235" y="3329317"/>
                    <a:pt x="907" y="2218043"/>
                  </a:cubicBezTo>
                  <a:close/>
                </a:path>
              </a:pathLst>
            </a:custGeom>
            <a:gradFill>
              <a:gsLst>
                <a:gs pos="45000">
                  <a:schemeClr val="accent1"/>
                </a:gs>
                <a:gs pos="100000">
                  <a:schemeClr val="accent1">
                    <a:lumMod val="75000"/>
                  </a:scheme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5" name="Title 1">
            <a:extLst>
              <a:ext uri="{FF2B5EF4-FFF2-40B4-BE49-F238E27FC236}">
                <a16:creationId xmlns:a16="http://schemas.microsoft.com/office/drawing/2014/main" id="{AFB12B21-F03F-768B-78B3-E0856D6D2E36}"/>
              </a:ext>
            </a:extLst>
          </p:cNvPr>
          <p:cNvSpPr>
            <a:spLocks noGrp="1"/>
          </p:cNvSpPr>
          <p:nvPr>
            <p:ph type="title"/>
          </p:nvPr>
        </p:nvSpPr>
        <p:spPr>
          <a:xfrm>
            <a:off x="515938" y="368300"/>
            <a:ext cx="11160125" cy="900114"/>
          </a:xfrm>
        </p:spPr>
        <p:txBody>
          <a:bodyPr>
            <a:normAutofit/>
          </a:bodyPr>
          <a:lstStyle>
            <a:lvl1pPr>
              <a:defRPr sz="2800">
                <a:solidFill>
                  <a:schemeClr val="accent1"/>
                </a:solidFill>
              </a:defRPr>
            </a:lvl1pPr>
          </a:lstStyle>
          <a:p>
            <a:r>
              <a:rPr lang="en-US"/>
              <a:t>Click to edit Master title style</a:t>
            </a:r>
          </a:p>
        </p:txBody>
      </p:sp>
      <p:sp>
        <p:nvSpPr>
          <p:cNvPr id="10" name="Content Placeholder 2">
            <a:extLst>
              <a:ext uri="{FF2B5EF4-FFF2-40B4-BE49-F238E27FC236}">
                <a16:creationId xmlns:a16="http://schemas.microsoft.com/office/drawing/2014/main" id="{D9B1A806-7E4B-7D96-7208-91EBEB909B9A}"/>
              </a:ext>
            </a:extLst>
          </p:cNvPr>
          <p:cNvSpPr>
            <a:spLocks noGrp="1"/>
          </p:cNvSpPr>
          <p:nvPr>
            <p:ph idx="1"/>
          </p:nvPr>
        </p:nvSpPr>
        <p:spPr>
          <a:xfrm>
            <a:off x="515938" y="1449388"/>
            <a:ext cx="11160113" cy="4239447"/>
          </a:xfrm>
        </p:spPr>
        <p:txBody>
          <a:bodyPr/>
          <a:lstStyle>
            <a:lvl1pPr>
              <a:defRPr sz="1800">
                <a:solidFill>
                  <a:schemeClr val="accent1">
                    <a:lumMod val="20000"/>
                    <a:lumOff val="80000"/>
                  </a:schemeClr>
                </a:solidFill>
                <a:latin typeface="Poppins Light" panose="00000400000000000000" pitchFamily="2" charset="0"/>
                <a:cs typeface="Poppins Light" panose="00000400000000000000" pitchFamily="2" charset="0"/>
              </a:defRPr>
            </a:lvl1pPr>
            <a:lvl2pPr>
              <a:defRPr sz="1600">
                <a:solidFill>
                  <a:schemeClr val="bg1"/>
                </a:solidFill>
              </a:defRPr>
            </a:lvl2pPr>
            <a:lvl3pPr>
              <a:defRPr sz="1400">
                <a:solidFill>
                  <a:schemeClr val="bg1"/>
                </a:solidFill>
              </a:defRPr>
            </a:lvl3pPr>
            <a:lvl4pPr>
              <a:defRPr sz="1200">
                <a:solidFill>
                  <a:schemeClr val="bg1"/>
                </a:solidFill>
              </a:defRPr>
            </a:lvl4pPr>
            <a:lvl5pPr>
              <a:defRPr sz="11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050058707"/>
      </p:ext>
    </p:extLst>
  </p:cSld>
  <p:clrMapOvr>
    <a:overrideClrMapping bg1="lt1" tx1="dk1" bg2="lt2" tx2="dk2" accent1="accent1" accent2="accent2" accent3="accent3" accent4="accent4" accent5="accent5" accent6="accent6" hlink="hlink" folHlink="folHlink"/>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13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A69FE0A4-E4BF-0B4D-9AAC-30724C2FC845}"/>
              </a:ext>
            </a:extLst>
          </p:cNvPr>
          <p:cNvSpPr/>
          <p:nvPr userDrawn="1"/>
        </p:nvSpPr>
        <p:spPr>
          <a:xfrm>
            <a:off x="0" y="0"/>
            <a:ext cx="12192000" cy="6858000"/>
          </a:xfrm>
          <a:prstGeom prst="rect">
            <a:avLst/>
          </a:prstGeom>
          <a:gradFill>
            <a:gsLst>
              <a:gs pos="0">
                <a:schemeClr val="accent1">
                  <a:lumMod val="20000"/>
                  <a:lumOff val="80000"/>
                </a:schemeClr>
              </a:gs>
              <a:gs pos="100000">
                <a:schemeClr val="accent1">
                  <a:lumMod val="40000"/>
                  <a:lumOff val="60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1007EAB4-47B6-B94E-16B6-4925324A1E24}"/>
              </a:ext>
            </a:extLst>
          </p:cNvPr>
          <p:cNvGrpSpPr/>
          <p:nvPr userDrawn="1"/>
        </p:nvGrpSpPr>
        <p:grpSpPr>
          <a:xfrm>
            <a:off x="-14763" y="4808928"/>
            <a:ext cx="7482363" cy="2067930"/>
            <a:chOff x="-14763" y="3909367"/>
            <a:chExt cx="10737232" cy="2967491"/>
          </a:xfrm>
        </p:grpSpPr>
        <p:sp>
          <p:nvSpPr>
            <p:cNvPr id="2" name="Rectangle 1">
              <a:extLst>
                <a:ext uri="{FF2B5EF4-FFF2-40B4-BE49-F238E27FC236}">
                  <a16:creationId xmlns:a16="http://schemas.microsoft.com/office/drawing/2014/main" id="{3D2F8669-A071-F66A-0E1D-C0B73FB862C7}"/>
                </a:ext>
              </a:extLst>
            </p:cNvPr>
            <p:cNvSpPr/>
            <p:nvPr userDrawn="1"/>
          </p:nvSpPr>
          <p:spPr>
            <a:xfrm>
              <a:off x="-14763" y="3909367"/>
              <a:ext cx="3570795" cy="1243814"/>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3570795"/>
                <a:gd name="connsiteY0" fmla="*/ 257273 h 1243814"/>
                <a:gd name="connsiteX1" fmla="*/ 3570795 w 3570795"/>
                <a:gd name="connsiteY1" fmla="*/ 0 h 1243814"/>
                <a:gd name="connsiteX2" fmla="*/ 0 w 3570795"/>
                <a:gd name="connsiteY2" fmla="*/ 1243814 h 1243814"/>
                <a:gd name="connsiteX3" fmla="*/ 0 w 3570795"/>
                <a:gd name="connsiteY3" fmla="*/ 257273 h 1243814"/>
              </a:gdLst>
              <a:ahLst/>
              <a:cxnLst>
                <a:cxn ang="0">
                  <a:pos x="connsiteX0" y="connsiteY0"/>
                </a:cxn>
                <a:cxn ang="0">
                  <a:pos x="connsiteX1" y="connsiteY1"/>
                </a:cxn>
                <a:cxn ang="0">
                  <a:pos x="connsiteX2" y="connsiteY2"/>
                </a:cxn>
                <a:cxn ang="0">
                  <a:pos x="connsiteX3" y="connsiteY3"/>
                </a:cxn>
              </a:cxnLst>
              <a:rect l="l" t="t" r="r" b="b"/>
              <a:pathLst>
                <a:path w="3570795" h="1243814">
                  <a:moveTo>
                    <a:pt x="0" y="257273"/>
                  </a:moveTo>
                  <a:lnTo>
                    <a:pt x="3570795" y="0"/>
                  </a:lnTo>
                  <a:lnTo>
                    <a:pt x="0" y="1243814"/>
                  </a:lnTo>
                  <a:lnTo>
                    <a:pt x="0" y="257273"/>
                  </a:lnTo>
                  <a:close/>
                </a:path>
              </a:pathLst>
            </a:custGeom>
            <a:gradFill>
              <a:gsLst>
                <a:gs pos="45000">
                  <a:schemeClr val="accent1"/>
                </a:gs>
                <a:gs pos="100000">
                  <a:srgbClr val="EF4136"/>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 name="Rectangle 1">
              <a:extLst>
                <a:ext uri="{FF2B5EF4-FFF2-40B4-BE49-F238E27FC236}">
                  <a16:creationId xmlns:a16="http://schemas.microsoft.com/office/drawing/2014/main" id="{775D67DB-CBF3-181D-0F68-C94113FC190E}"/>
                </a:ext>
              </a:extLst>
            </p:cNvPr>
            <p:cNvSpPr/>
            <p:nvPr userDrawn="1"/>
          </p:nvSpPr>
          <p:spPr>
            <a:xfrm>
              <a:off x="0" y="3928225"/>
              <a:ext cx="3638746" cy="2924695"/>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606800"/>
                <a:gd name="connsiteY0" fmla="*/ 1244600 h 2146300"/>
                <a:gd name="connsiteX1" fmla="*/ 3606800 w 3606800"/>
                <a:gd name="connsiteY1" fmla="*/ 0 h 2146300"/>
                <a:gd name="connsiteX2" fmla="*/ 0 w 3606800"/>
                <a:gd name="connsiteY2" fmla="*/ 2146300 h 2146300"/>
                <a:gd name="connsiteX3" fmla="*/ 0 w 3606800"/>
                <a:gd name="connsiteY3" fmla="*/ 1244600 h 2146300"/>
                <a:gd name="connsiteX0" fmla="*/ 0 w 3606800"/>
                <a:gd name="connsiteY0" fmla="*/ 1244600 h 2857500"/>
                <a:gd name="connsiteX1" fmla="*/ 3606800 w 3606800"/>
                <a:gd name="connsiteY1" fmla="*/ 0 h 2857500"/>
                <a:gd name="connsiteX2" fmla="*/ 1727200 w 3606800"/>
                <a:gd name="connsiteY2" fmla="*/ 2857500 h 2857500"/>
                <a:gd name="connsiteX3" fmla="*/ 0 w 3606800"/>
                <a:gd name="connsiteY3" fmla="*/ 1244600 h 2857500"/>
                <a:gd name="connsiteX0" fmla="*/ 0 w 3606800"/>
                <a:gd name="connsiteY0" fmla="*/ 1244600 h 2902271"/>
                <a:gd name="connsiteX1" fmla="*/ 3606800 w 3606800"/>
                <a:gd name="connsiteY1" fmla="*/ 0 h 2902271"/>
                <a:gd name="connsiteX2" fmla="*/ 1727200 w 3606800"/>
                <a:gd name="connsiteY2" fmla="*/ 2857500 h 2902271"/>
                <a:gd name="connsiteX3" fmla="*/ 12700 w 3606800"/>
                <a:gd name="connsiteY3" fmla="*/ 2819400 h 2902271"/>
                <a:gd name="connsiteX4" fmla="*/ 0 w 3606800"/>
                <a:gd name="connsiteY4" fmla="*/ 1244600 h 2902271"/>
                <a:gd name="connsiteX0" fmla="*/ 0 w 3606800"/>
                <a:gd name="connsiteY0" fmla="*/ 1244600 h 2857500"/>
                <a:gd name="connsiteX1" fmla="*/ 3606800 w 3606800"/>
                <a:gd name="connsiteY1" fmla="*/ 0 h 2857500"/>
                <a:gd name="connsiteX2" fmla="*/ 1727200 w 3606800"/>
                <a:gd name="connsiteY2" fmla="*/ 2857500 h 2857500"/>
                <a:gd name="connsiteX3" fmla="*/ 12700 w 3606800"/>
                <a:gd name="connsiteY3" fmla="*/ 2819400 h 2857500"/>
                <a:gd name="connsiteX4" fmla="*/ 0 w 3606800"/>
                <a:gd name="connsiteY4" fmla="*/ 1244600 h 2857500"/>
                <a:gd name="connsiteX0" fmla="*/ 0 w 3606800"/>
                <a:gd name="connsiteY0" fmla="*/ 1244600 h 2866612"/>
                <a:gd name="connsiteX1" fmla="*/ 3606800 w 3606800"/>
                <a:gd name="connsiteY1" fmla="*/ 0 h 2866612"/>
                <a:gd name="connsiteX2" fmla="*/ 1727200 w 3606800"/>
                <a:gd name="connsiteY2" fmla="*/ 2857500 h 2866612"/>
                <a:gd name="connsiteX3" fmla="*/ 12700 w 3606800"/>
                <a:gd name="connsiteY3" fmla="*/ 2819400 h 2866612"/>
                <a:gd name="connsiteX4" fmla="*/ 0 w 3606800"/>
                <a:gd name="connsiteY4" fmla="*/ 1244600 h 2866612"/>
                <a:gd name="connsiteX0" fmla="*/ 0 w 3606800"/>
                <a:gd name="connsiteY0" fmla="*/ 1244600 h 2857500"/>
                <a:gd name="connsiteX1" fmla="*/ 3606800 w 3606800"/>
                <a:gd name="connsiteY1" fmla="*/ 0 h 2857500"/>
                <a:gd name="connsiteX2" fmla="*/ 1727200 w 3606800"/>
                <a:gd name="connsiteY2" fmla="*/ 2857500 h 2857500"/>
                <a:gd name="connsiteX3" fmla="*/ 12700 w 3606800"/>
                <a:gd name="connsiteY3" fmla="*/ 2819400 h 2857500"/>
                <a:gd name="connsiteX4" fmla="*/ 0 w 3606800"/>
                <a:gd name="connsiteY4" fmla="*/ 1244600 h 2857500"/>
                <a:gd name="connsiteX0" fmla="*/ 0 w 3606800"/>
                <a:gd name="connsiteY0" fmla="*/ 1244600 h 2857500"/>
                <a:gd name="connsiteX1" fmla="*/ 3606800 w 3606800"/>
                <a:gd name="connsiteY1" fmla="*/ 0 h 2857500"/>
                <a:gd name="connsiteX2" fmla="*/ 1727200 w 3606800"/>
                <a:gd name="connsiteY2" fmla="*/ 2857500 h 2857500"/>
                <a:gd name="connsiteX3" fmla="*/ 12700 w 3606800"/>
                <a:gd name="connsiteY3" fmla="*/ 2819400 h 2857500"/>
                <a:gd name="connsiteX4" fmla="*/ 0 w 3606800"/>
                <a:gd name="connsiteY4" fmla="*/ 1244600 h 2857500"/>
                <a:gd name="connsiteX0" fmla="*/ 0 w 3606800"/>
                <a:gd name="connsiteY0" fmla="*/ 1244600 h 2881832"/>
                <a:gd name="connsiteX1" fmla="*/ 3606800 w 3606800"/>
                <a:gd name="connsiteY1" fmla="*/ 0 h 2881832"/>
                <a:gd name="connsiteX2" fmla="*/ 1727200 w 3606800"/>
                <a:gd name="connsiteY2" fmla="*/ 2857500 h 2881832"/>
                <a:gd name="connsiteX3" fmla="*/ 5080 w 3606800"/>
                <a:gd name="connsiteY3" fmla="*/ 2865120 h 2881832"/>
                <a:gd name="connsiteX4" fmla="*/ 0 w 3606800"/>
                <a:gd name="connsiteY4" fmla="*/ 1244600 h 2881832"/>
                <a:gd name="connsiteX0" fmla="*/ 0 w 3606800"/>
                <a:gd name="connsiteY0" fmla="*/ 1244600 h 2865120"/>
                <a:gd name="connsiteX1" fmla="*/ 3606800 w 3606800"/>
                <a:gd name="connsiteY1" fmla="*/ 0 h 2865120"/>
                <a:gd name="connsiteX2" fmla="*/ 1727200 w 3606800"/>
                <a:gd name="connsiteY2" fmla="*/ 2857500 h 2865120"/>
                <a:gd name="connsiteX3" fmla="*/ 5080 w 3606800"/>
                <a:gd name="connsiteY3" fmla="*/ 2865120 h 2865120"/>
                <a:gd name="connsiteX4" fmla="*/ 0 w 3606800"/>
                <a:gd name="connsiteY4" fmla="*/ 1244600 h 2865120"/>
                <a:gd name="connsiteX0" fmla="*/ 0 w 3606800"/>
                <a:gd name="connsiteY0" fmla="*/ 1244600 h 2865120"/>
                <a:gd name="connsiteX1" fmla="*/ 3606800 w 3606800"/>
                <a:gd name="connsiteY1" fmla="*/ 0 h 2865120"/>
                <a:gd name="connsiteX2" fmla="*/ 1727200 w 3606800"/>
                <a:gd name="connsiteY2" fmla="*/ 2857500 h 2865120"/>
                <a:gd name="connsiteX3" fmla="*/ 5080 w 3606800"/>
                <a:gd name="connsiteY3" fmla="*/ 2865120 h 2865120"/>
                <a:gd name="connsiteX4" fmla="*/ 0 w 3606800"/>
                <a:gd name="connsiteY4" fmla="*/ 1244600 h 28651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06800" h="2865120">
                  <a:moveTo>
                    <a:pt x="0" y="1244600"/>
                  </a:moveTo>
                  <a:lnTo>
                    <a:pt x="3606800" y="0"/>
                  </a:lnTo>
                  <a:lnTo>
                    <a:pt x="1727200" y="2857500"/>
                  </a:lnTo>
                  <a:lnTo>
                    <a:pt x="5080" y="2865120"/>
                  </a:lnTo>
                  <a:cubicBezTo>
                    <a:pt x="3387" y="2324947"/>
                    <a:pt x="1693" y="1784773"/>
                    <a:pt x="0" y="1244600"/>
                  </a:cubicBezTo>
                  <a:close/>
                </a:path>
              </a:pathLst>
            </a:custGeom>
            <a:gradFill>
              <a:gsLst>
                <a:gs pos="45000">
                  <a:schemeClr val="accent1"/>
                </a:gs>
                <a:gs pos="100000">
                  <a:schemeClr val="accent1">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6" name="Rectangle 1">
              <a:extLst>
                <a:ext uri="{FF2B5EF4-FFF2-40B4-BE49-F238E27FC236}">
                  <a16:creationId xmlns:a16="http://schemas.microsoft.com/office/drawing/2014/main" id="{E99D011B-5611-947A-E8D5-4848F44EE861}"/>
                </a:ext>
              </a:extLst>
            </p:cNvPr>
            <p:cNvSpPr/>
            <p:nvPr userDrawn="1"/>
          </p:nvSpPr>
          <p:spPr>
            <a:xfrm rot="16200000">
              <a:off x="1383972" y="4338949"/>
              <a:ext cx="2948633" cy="2127185"/>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2835504"/>
                <a:gd name="connsiteY0" fmla="*/ 0 h 1750636"/>
                <a:gd name="connsiteX1" fmla="*/ 2835504 w 2835504"/>
                <a:gd name="connsiteY1" fmla="*/ 1750636 h 1750636"/>
                <a:gd name="connsiteX2" fmla="*/ 0 w 2835504"/>
                <a:gd name="connsiteY2" fmla="*/ 901700 h 1750636"/>
                <a:gd name="connsiteX3" fmla="*/ 0 w 2835504"/>
                <a:gd name="connsiteY3" fmla="*/ 0 h 1750636"/>
                <a:gd name="connsiteX0" fmla="*/ 0 w 2835504"/>
                <a:gd name="connsiteY0" fmla="*/ 0 h 1750636"/>
                <a:gd name="connsiteX1" fmla="*/ 2835504 w 2835504"/>
                <a:gd name="connsiteY1" fmla="*/ 1750636 h 1750636"/>
                <a:gd name="connsiteX2" fmla="*/ 0 w 2835504"/>
                <a:gd name="connsiteY2" fmla="*/ 1684125 h 1750636"/>
                <a:gd name="connsiteX3" fmla="*/ 0 w 2835504"/>
                <a:gd name="connsiteY3" fmla="*/ 0 h 1750636"/>
                <a:gd name="connsiteX0" fmla="*/ 0 w 2835504"/>
                <a:gd name="connsiteY0" fmla="*/ 0 h 1873184"/>
                <a:gd name="connsiteX1" fmla="*/ 2835504 w 2835504"/>
                <a:gd name="connsiteY1" fmla="*/ 1873184 h 1873184"/>
                <a:gd name="connsiteX2" fmla="*/ 0 w 2835504"/>
                <a:gd name="connsiteY2" fmla="*/ 1806673 h 1873184"/>
                <a:gd name="connsiteX3" fmla="*/ 0 w 2835504"/>
                <a:gd name="connsiteY3" fmla="*/ 0 h 1873184"/>
                <a:gd name="connsiteX0" fmla="*/ 0 w 2863785"/>
                <a:gd name="connsiteY0" fmla="*/ 0 h 1863758"/>
                <a:gd name="connsiteX1" fmla="*/ 2863785 w 2863785"/>
                <a:gd name="connsiteY1" fmla="*/ 1863758 h 1863758"/>
                <a:gd name="connsiteX2" fmla="*/ 0 w 2863785"/>
                <a:gd name="connsiteY2" fmla="*/ 1806673 h 1863758"/>
                <a:gd name="connsiteX3" fmla="*/ 0 w 2863785"/>
                <a:gd name="connsiteY3" fmla="*/ 0 h 1863758"/>
                <a:gd name="connsiteX0" fmla="*/ 0 w 2863787"/>
                <a:gd name="connsiteY0" fmla="*/ 0 h 1835480"/>
                <a:gd name="connsiteX1" fmla="*/ 2863787 w 2863787"/>
                <a:gd name="connsiteY1" fmla="*/ 1835480 h 1835480"/>
                <a:gd name="connsiteX2" fmla="*/ 0 w 2863787"/>
                <a:gd name="connsiteY2" fmla="*/ 1806673 h 1835480"/>
                <a:gd name="connsiteX3" fmla="*/ 0 w 2863787"/>
                <a:gd name="connsiteY3" fmla="*/ 0 h 1835480"/>
                <a:gd name="connsiteX0" fmla="*/ 18857 w 2882644"/>
                <a:gd name="connsiteY0" fmla="*/ 0 h 2051772"/>
                <a:gd name="connsiteX1" fmla="*/ 2882644 w 2882644"/>
                <a:gd name="connsiteY1" fmla="*/ 1835480 h 2051772"/>
                <a:gd name="connsiteX2" fmla="*/ 0 w 2882644"/>
                <a:gd name="connsiteY2" fmla="*/ 2051772 h 2051772"/>
                <a:gd name="connsiteX3" fmla="*/ 18857 w 2882644"/>
                <a:gd name="connsiteY3" fmla="*/ 0 h 2051772"/>
                <a:gd name="connsiteX0" fmla="*/ 18857 w 2882644"/>
                <a:gd name="connsiteY0" fmla="*/ 0 h 2127185"/>
                <a:gd name="connsiteX1" fmla="*/ 2882644 w 2882644"/>
                <a:gd name="connsiteY1" fmla="*/ 1910893 h 2127185"/>
                <a:gd name="connsiteX2" fmla="*/ 0 w 2882644"/>
                <a:gd name="connsiteY2" fmla="*/ 2127185 h 2127185"/>
                <a:gd name="connsiteX3" fmla="*/ 18857 w 2882644"/>
                <a:gd name="connsiteY3" fmla="*/ 0 h 2127185"/>
              </a:gdLst>
              <a:ahLst/>
              <a:cxnLst>
                <a:cxn ang="0">
                  <a:pos x="connsiteX0" y="connsiteY0"/>
                </a:cxn>
                <a:cxn ang="0">
                  <a:pos x="connsiteX1" y="connsiteY1"/>
                </a:cxn>
                <a:cxn ang="0">
                  <a:pos x="connsiteX2" y="connsiteY2"/>
                </a:cxn>
                <a:cxn ang="0">
                  <a:pos x="connsiteX3" y="connsiteY3"/>
                </a:cxn>
              </a:cxnLst>
              <a:rect l="l" t="t" r="r" b="b"/>
              <a:pathLst>
                <a:path w="2882644" h="2127185">
                  <a:moveTo>
                    <a:pt x="18857" y="0"/>
                  </a:moveTo>
                  <a:lnTo>
                    <a:pt x="2882644" y="1910893"/>
                  </a:lnTo>
                  <a:lnTo>
                    <a:pt x="0" y="2127185"/>
                  </a:lnTo>
                  <a:lnTo>
                    <a:pt x="18857" y="0"/>
                  </a:lnTo>
                  <a:close/>
                </a:path>
              </a:pathLst>
            </a:custGeom>
            <a:gradFill>
              <a:gsLst>
                <a:gs pos="45000">
                  <a:schemeClr val="accent1"/>
                </a:gs>
                <a:gs pos="0">
                  <a:schemeClr val="accent1">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 name="Rectangle 1">
              <a:extLst>
                <a:ext uri="{FF2B5EF4-FFF2-40B4-BE49-F238E27FC236}">
                  <a16:creationId xmlns:a16="http://schemas.microsoft.com/office/drawing/2014/main" id="{8BB1E48D-99B4-C3F1-96B8-3CFA4CE4F494}"/>
                </a:ext>
              </a:extLst>
            </p:cNvPr>
            <p:cNvSpPr/>
            <p:nvPr userDrawn="1"/>
          </p:nvSpPr>
          <p:spPr>
            <a:xfrm rot="16200000">
              <a:off x="4075788" y="3616875"/>
              <a:ext cx="2930683" cy="3572238"/>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2835504"/>
                <a:gd name="connsiteY0" fmla="*/ 0 h 1750636"/>
                <a:gd name="connsiteX1" fmla="*/ 2835504 w 2835504"/>
                <a:gd name="connsiteY1" fmla="*/ 1750636 h 1750636"/>
                <a:gd name="connsiteX2" fmla="*/ 0 w 2835504"/>
                <a:gd name="connsiteY2" fmla="*/ 901700 h 1750636"/>
                <a:gd name="connsiteX3" fmla="*/ 0 w 2835504"/>
                <a:gd name="connsiteY3" fmla="*/ 0 h 1750636"/>
                <a:gd name="connsiteX0" fmla="*/ 0 w 2835504"/>
                <a:gd name="connsiteY0" fmla="*/ 0 h 1750636"/>
                <a:gd name="connsiteX1" fmla="*/ 2835504 w 2835504"/>
                <a:gd name="connsiteY1" fmla="*/ 1750636 h 1750636"/>
                <a:gd name="connsiteX2" fmla="*/ 0 w 2835504"/>
                <a:gd name="connsiteY2" fmla="*/ 1684125 h 1750636"/>
                <a:gd name="connsiteX3" fmla="*/ 0 w 2835504"/>
                <a:gd name="connsiteY3" fmla="*/ 0 h 1750636"/>
                <a:gd name="connsiteX0" fmla="*/ 0 w 2835504"/>
                <a:gd name="connsiteY0" fmla="*/ 0 h 1873184"/>
                <a:gd name="connsiteX1" fmla="*/ 2835504 w 2835504"/>
                <a:gd name="connsiteY1" fmla="*/ 1873184 h 1873184"/>
                <a:gd name="connsiteX2" fmla="*/ 0 w 2835504"/>
                <a:gd name="connsiteY2" fmla="*/ 1806673 h 1873184"/>
                <a:gd name="connsiteX3" fmla="*/ 0 w 2835504"/>
                <a:gd name="connsiteY3" fmla="*/ 0 h 1873184"/>
                <a:gd name="connsiteX0" fmla="*/ 0 w 2863785"/>
                <a:gd name="connsiteY0" fmla="*/ 0 h 1863758"/>
                <a:gd name="connsiteX1" fmla="*/ 2863785 w 2863785"/>
                <a:gd name="connsiteY1" fmla="*/ 1863758 h 1863758"/>
                <a:gd name="connsiteX2" fmla="*/ 0 w 2863785"/>
                <a:gd name="connsiteY2" fmla="*/ 1806673 h 1863758"/>
                <a:gd name="connsiteX3" fmla="*/ 0 w 2863785"/>
                <a:gd name="connsiteY3" fmla="*/ 0 h 1863758"/>
                <a:gd name="connsiteX0" fmla="*/ 0 w 2863787"/>
                <a:gd name="connsiteY0" fmla="*/ 0 h 1835480"/>
                <a:gd name="connsiteX1" fmla="*/ 2863787 w 2863787"/>
                <a:gd name="connsiteY1" fmla="*/ 1835480 h 1835480"/>
                <a:gd name="connsiteX2" fmla="*/ 0 w 2863787"/>
                <a:gd name="connsiteY2" fmla="*/ 1806673 h 1835480"/>
                <a:gd name="connsiteX3" fmla="*/ 0 w 2863787"/>
                <a:gd name="connsiteY3" fmla="*/ 0 h 1835480"/>
                <a:gd name="connsiteX0" fmla="*/ 18857 w 2882644"/>
                <a:gd name="connsiteY0" fmla="*/ 0 h 2051772"/>
                <a:gd name="connsiteX1" fmla="*/ 2882644 w 2882644"/>
                <a:gd name="connsiteY1" fmla="*/ 1835480 h 2051772"/>
                <a:gd name="connsiteX2" fmla="*/ 0 w 2882644"/>
                <a:gd name="connsiteY2" fmla="*/ 2051772 h 2051772"/>
                <a:gd name="connsiteX3" fmla="*/ 18857 w 2882644"/>
                <a:gd name="connsiteY3" fmla="*/ 0 h 2051772"/>
                <a:gd name="connsiteX0" fmla="*/ 18857 w 2948632"/>
                <a:gd name="connsiteY0" fmla="*/ 210137 h 2261909"/>
                <a:gd name="connsiteX1" fmla="*/ 2948632 w 2948632"/>
                <a:gd name="connsiteY1" fmla="*/ 0 h 2261909"/>
                <a:gd name="connsiteX2" fmla="*/ 0 w 2948632"/>
                <a:gd name="connsiteY2" fmla="*/ 2261909 h 2261909"/>
                <a:gd name="connsiteX3" fmla="*/ 18857 w 2948632"/>
                <a:gd name="connsiteY3" fmla="*/ 210137 h 2261909"/>
                <a:gd name="connsiteX0" fmla="*/ 9427 w 2939202"/>
                <a:gd name="connsiteY0" fmla="*/ 210137 h 3543958"/>
                <a:gd name="connsiteX1" fmla="*/ 2939202 w 2939202"/>
                <a:gd name="connsiteY1" fmla="*/ 0 h 3543958"/>
                <a:gd name="connsiteX2" fmla="*/ 0 w 2939202"/>
                <a:gd name="connsiteY2" fmla="*/ 3543958 h 3543958"/>
                <a:gd name="connsiteX3" fmla="*/ 9427 w 2939202"/>
                <a:gd name="connsiteY3" fmla="*/ 210137 h 3543958"/>
                <a:gd name="connsiteX0" fmla="*/ 9427 w 2929776"/>
                <a:gd name="connsiteY0" fmla="*/ 238417 h 3572238"/>
                <a:gd name="connsiteX1" fmla="*/ 2929776 w 2929776"/>
                <a:gd name="connsiteY1" fmla="*/ 0 h 3572238"/>
                <a:gd name="connsiteX2" fmla="*/ 0 w 2929776"/>
                <a:gd name="connsiteY2" fmla="*/ 3572238 h 3572238"/>
                <a:gd name="connsiteX3" fmla="*/ 9427 w 2929776"/>
                <a:gd name="connsiteY3" fmla="*/ 238417 h 3572238"/>
                <a:gd name="connsiteX0" fmla="*/ 907 w 2930683"/>
                <a:gd name="connsiteY0" fmla="*/ 219563 h 3572238"/>
                <a:gd name="connsiteX1" fmla="*/ 2930683 w 2930683"/>
                <a:gd name="connsiteY1" fmla="*/ 0 h 3572238"/>
                <a:gd name="connsiteX2" fmla="*/ 907 w 2930683"/>
                <a:gd name="connsiteY2" fmla="*/ 3572238 h 3572238"/>
                <a:gd name="connsiteX3" fmla="*/ 907 w 2930683"/>
                <a:gd name="connsiteY3" fmla="*/ 219563 h 3572238"/>
              </a:gdLst>
              <a:ahLst/>
              <a:cxnLst>
                <a:cxn ang="0">
                  <a:pos x="connsiteX0" y="connsiteY0"/>
                </a:cxn>
                <a:cxn ang="0">
                  <a:pos x="connsiteX1" y="connsiteY1"/>
                </a:cxn>
                <a:cxn ang="0">
                  <a:pos x="connsiteX2" y="connsiteY2"/>
                </a:cxn>
                <a:cxn ang="0">
                  <a:pos x="connsiteX3" y="connsiteY3"/>
                </a:cxn>
              </a:cxnLst>
              <a:rect l="l" t="t" r="r" b="b"/>
              <a:pathLst>
                <a:path w="2930683" h="3572238">
                  <a:moveTo>
                    <a:pt x="907" y="219563"/>
                  </a:moveTo>
                  <a:lnTo>
                    <a:pt x="2930683" y="0"/>
                  </a:lnTo>
                  <a:lnTo>
                    <a:pt x="907" y="3572238"/>
                  </a:lnTo>
                  <a:cubicBezTo>
                    <a:pt x="4049" y="2460964"/>
                    <a:pt x="-2235" y="1330837"/>
                    <a:pt x="907" y="219563"/>
                  </a:cubicBezTo>
                  <a:close/>
                </a:path>
              </a:pathLst>
            </a:custGeom>
            <a:gradFill>
              <a:gsLst>
                <a:gs pos="45000">
                  <a:schemeClr val="accent1"/>
                </a:gs>
                <a:gs pos="100000">
                  <a:schemeClr val="accent1">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 name="Rectangle 1">
              <a:extLst>
                <a:ext uri="{FF2B5EF4-FFF2-40B4-BE49-F238E27FC236}">
                  <a16:creationId xmlns:a16="http://schemas.microsoft.com/office/drawing/2014/main" id="{1BB5BD68-F3EC-D698-4E47-D0C1874BB8CC}"/>
                </a:ext>
              </a:extLst>
            </p:cNvPr>
            <p:cNvSpPr/>
            <p:nvPr userDrawn="1"/>
          </p:nvSpPr>
          <p:spPr>
            <a:xfrm rot="16200000">
              <a:off x="7037377" y="3183243"/>
              <a:ext cx="1837173" cy="5533011"/>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2835504"/>
                <a:gd name="connsiteY0" fmla="*/ 0 h 1750636"/>
                <a:gd name="connsiteX1" fmla="*/ 2835504 w 2835504"/>
                <a:gd name="connsiteY1" fmla="*/ 1750636 h 1750636"/>
                <a:gd name="connsiteX2" fmla="*/ 0 w 2835504"/>
                <a:gd name="connsiteY2" fmla="*/ 901700 h 1750636"/>
                <a:gd name="connsiteX3" fmla="*/ 0 w 2835504"/>
                <a:gd name="connsiteY3" fmla="*/ 0 h 1750636"/>
                <a:gd name="connsiteX0" fmla="*/ 0 w 2835504"/>
                <a:gd name="connsiteY0" fmla="*/ 0 h 1750636"/>
                <a:gd name="connsiteX1" fmla="*/ 2835504 w 2835504"/>
                <a:gd name="connsiteY1" fmla="*/ 1750636 h 1750636"/>
                <a:gd name="connsiteX2" fmla="*/ 0 w 2835504"/>
                <a:gd name="connsiteY2" fmla="*/ 1684125 h 1750636"/>
                <a:gd name="connsiteX3" fmla="*/ 0 w 2835504"/>
                <a:gd name="connsiteY3" fmla="*/ 0 h 1750636"/>
                <a:gd name="connsiteX0" fmla="*/ 0 w 2835504"/>
                <a:gd name="connsiteY0" fmla="*/ 0 h 1873184"/>
                <a:gd name="connsiteX1" fmla="*/ 2835504 w 2835504"/>
                <a:gd name="connsiteY1" fmla="*/ 1873184 h 1873184"/>
                <a:gd name="connsiteX2" fmla="*/ 0 w 2835504"/>
                <a:gd name="connsiteY2" fmla="*/ 1806673 h 1873184"/>
                <a:gd name="connsiteX3" fmla="*/ 0 w 2835504"/>
                <a:gd name="connsiteY3" fmla="*/ 0 h 1873184"/>
                <a:gd name="connsiteX0" fmla="*/ 0 w 2863785"/>
                <a:gd name="connsiteY0" fmla="*/ 0 h 1863758"/>
                <a:gd name="connsiteX1" fmla="*/ 2863785 w 2863785"/>
                <a:gd name="connsiteY1" fmla="*/ 1863758 h 1863758"/>
                <a:gd name="connsiteX2" fmla="*/ 0 w 2863785"/>
                <a:gd name="connsiteY2" fmla="*/ 1806673 h 1863758"/>
                <a:gd name="connsiteX3" fmla="*/ 0 w 2863785"/>
                <a:gd name="connsiteY3" fmla="*/ 0 h 1863758"/>
                <a:gd name="connsiteX0" fmla="*/ 0 w 2863787"/>
                <a:gd name="connsiteY0" fmla="*/ 0 h 1835480"/>
                <a:gd name="connsiteX1" fmla="*/ 2863787 w 2863787"/>
                <a:gd name="connsiteY1" fmla="*/ 1835480 h 1835480"/>
                <a:gd name="connsiteX2" fmla="*/ 0 w 2863787"/>
                <a:gd name="connsiteY2" fmla="*/ 1806673 h 1835480"/>
                <a:gd name="connsiteX3" fmla="*/ 0 w 2863787"/>
                <a:gd name="connsiteY3" fmla="*/ 0 h 1835480"/>
                <a:gd name="connsiteX0" fmla="*/ 18857 w 2882644"/>
                <a:gd name="connsiteY0" fmla="*/ 0 h 2051772"/>
                <a:gd name="connsiteX1" fmla="*/ 2882644 w 2882644"/>
                <a:gd name="connsiteY1" fmla="*/ 1835480 h 2051772"/>
                <a:gd name="connsiteX2" fmla="*/ 0 w 2882644"/>
                <a:gd name="connsiteY2" fmla="*/ 2051772 h 2051772"/>
                <a:gd name="connsiteX3" fmla="*/ 18857 w 2882644"/>
                <a:gd name="connsiteY3" fmla="*/ 0 h 2051772"/>
                <a:gd name="connsiteX0" fmla="*/ 18857 w 2948632"/>
                <a:gd name="connsiteY0" fmla="*/ 210137 h 2261909"/>
                <a:gd name="connsiteX1" fmla="*/ 2948632 w 2948632"/>
                <a:gd name="connsiteY1" fmla="*/ 0 h 2261909"/>
                <a:gd name="connsiteX2" fmla="*/ 0 w 2948632"/>
                <a:gd name="connsiteY2" fmla="*/ 2261909 h 2261909"/>
                <a:gd name="connsiteX3" fmla="*/ 18857 w 2948632"/>
                <a:gd name="connsiteY3" fmla="*/ 210137 h 2261909"/>
                <a:gd name="connsiteX0" fmla="*/ 9427 w 2939202"/>
                <a:gd name="connsiteY0" fmla="*/ 210137 h 3543958"/>
                <a:gd name="connsiteX1" fmla="*/ 2939202 w 2939202"/>
                <a:gd name="connsiteY1" fmla="*/ 0 h 3543958"/>
                <a:gd name="connsiteX2" fmla="*/ 0 w 2939202"/>
                <a:gd name="connsiteY2" fmla="*/ 3543958 h 3543958"/>
                <a:gd name="connsiteX3" fmla="*/ 9427 w 2939202"/>
                <a:gd name="connsiteY3" fmla="*/ 210137 h 3543958"/>
                <a:gd name="connsiteX0" fmla="*/ 9427 w 2929776"/>
                <a:gd name="connsiteY0" fmla="*/ 238417 h 3572238"/>
                <a:gd name="connsiteX1" fmla="*/ 2929776 w 2929776"/>
                <a:gd name="connsiteY1" fmla="*/ 0 h 3572238"/>
                <a:gd name="connsiteX2" fmla="*/ 0 w 2929776"/>
                <a:gd name="connsiteY2" fmla="*/ 3572238 h 3572238"/>
                <a:gd name="connsiteX3" fmla="*/ 9427 w 2929776"/>
                <a:gd name="connsiteY3" fmla="*/ 238417 h 3572238"/>
                <a:gd name="connsiteX0" fmla="*/ 907 w 2930683"/>
                <a:gd name="connsiteY0" fmla="*/ 219563 h 3572238"/>
                <a:gd name="connsiteX1" fmla="*/ 2930683 w 2930683"/>
                <a:gd name="connsiteY1" fmla="*/ 0 h 3572238"/>
                <a:gd name="connsiteX2" fmla="*/ 907 w 2930683"/>
                <a:gd name="connsiteY2" fmla="*/ 3572238 h 3572238"/>
                <a:gd name="connsiteX3" fmla="*/ 907 w 2930683"/>
                <a:gd name="connsiteY3" fmla="*/ 219563 h 3572238"/>
                <a:gd name="connsiteX0" fmla="*/ 907 w 1837173"/>
                <a:gd name="connsiteY0" fmla="*/ 2180336 h 5533011"/>
                <a:gd name="connsiteX1" fmla="*/ 1837173 w 1837173"/>
                <a:gd name="connsiteY1" fmla="*/ 0 h 5533011"/>
                <a:gd name="connsiteX2" fmla="*/ 907 w 1837173"/>
                <a:gd name="connsiteY2" fmla="*/ 5533011 h 5533011"/>
                <a:gd name="connsiteX3" fmla="*/ 907 w 1837173"/>
                <a:gd name="connsiteY3" fmla="*/ 2180336 h 5533011"/>
                <a:gd name="connsiteX0" fmla="*/ 907 w 1837173"/>
                <a:gd name="connsiteY0" fmla="*/ 2218043 h 5533011"/>
                <a:gd name="connsiteX1" fmla="*/ 1837173 w 1837173"/>
                <a:gd name="connsiteY1" fmla="*/ 0 h 5533011"/>
                <a:gd name="connsiteX2" fmla="*/ 907 w 1837173"/>
                <a:gd name="connsiteY2" fmla="*/ 5533011 h 5533011"/>
                <a:gd name="connsiteX3" fmla="*/ 907 w 1837173"/>
                <a:gd name="connsiteY3" fmla="*/ 2218043 h 5533011"/>
              </a:gdLst>
              <a:ahLst/>
              <a:cxnLst>
                <a:cxn ang="0">
                  <a:pos x="connsiteX0" y="connsiteY0"/>
                </a:cxn>
                <a:cxn ang="0">
                  <a:pos x="connsiteX1" y="connsiteY1"/>
                </a:cxn>
                <a:cxn ang="0">
                  <a:pos x="connsiteX2" y="connsiteY2"/>
                </a:cxn>
                <a:cxn ang="0">
                  <a:pos x="connsiteX3" y="connsiteY3"/>
                </a:cxn>
              </a:cxnLst>
              <a:rect l="l" t="t" r="r" b="b"/>
              <a:pathLst>
                <a:path w="1837173" h="5533011">
                  <a:moveTo>
                    <a:pt x="907" y="2218043"/>
                  </a:moveTo>
                  <a:lnTo>
                    <a:pt x="1837173" y="0"/>
                  </a:lnTo>
                  <a:lnTo>
                    <a:pt x="907" y="5533011"/>
                  </a:lnTo>
                  <a:cubicBezTo>
                    <a:pt x="4049" y="4421737"/>
                    <a:pt x="-2235" y="3329317"/>
                    <a:pt x="907" y="2218043"/>
                  </a:cubicBezTo>
                  <a:close/>
                </a:path>
              </a:pathLst>
            </a:custGeom>
            <a:gradFill>
              <a:gsLst>
                <a:gs pos="45000">
                  <a:schemeClr val="accent1"/>
                </a:gs>
                <a:gs pos="100000">
                  <a:schemeClr val="accent1">
                    <a:lumMod val="75000"/>
                  </a:scheme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10" name="Title 1">
            <a:extLst>
              <a:ext uri="{FF2B5EF4-FFF2-40B4-BE49-F238E27FC236}">
                <a16:creationId xmlns:a16="http://schemas.microsoft.com/office/drawing/2014/main" id="{26B861B8-6461-3BD8-C6E6-DA70B2B2E13F}"/>
              </a:ext>
            </a:extLst>
          </p:cNvPr>
          <p:cNvSpPr>
            <a:spLocks noGrp="1"/>
          </p:cNvSpPr>
          <p:nvPr>
            <p:ph type="title"/>
          </p:nvPr>
        </p:nvSpPr>
        <p:spPr>
          <a:xfrm>
            <a:off x="515938" y="368300"/>
            <a:ext cx="11160125" cy="900114"/>
          </a:xfrm>
        </p:spPr>
        <p:txBody>
          <a:bodyPr>
            <a:normAutofit/>
          </a:bodyPr>
          <a:lstStyle>
            <a:lvl1pPr>
              <a:defRPr sz="2800">
                <a:solidFill>
                  <a:schemeClr val="accent1"/>
                </a:solidFill>
              </a:defRPr>
            </a:lvl1pPr>
          </a:lstStyle>
          <a:p>
            <a:r>
              <a:rPr lang="en-US"/>
              <a:t>Click to edit Master title style</a:t>
            </a:r>
          </a:p>
        </p:txBody>
      </p:sp>
      <p:sp>
        <p:nvSpPr>
          <p:cNvPr id="11" name="Content Placeholder 2">
            <a:extLst>
              <a:ext uri="{FF2B5EF4-FFF2-40B4-BE49-F238E27FC236}">
                <a16:creationId xmlns:a16="http://schemas.microsoft.com/office/drawing/2014/main" id="{36EF2579-4395-43A2-13FC-857B670C3583}"/>
              </a:ext>
            </a:extLst>
          </p:cNvPr>
          <p:cNvSpPr>
            <a:spLocks noGrp="1"/>
          </p:cNvSpPr>
          <p:nvPr>
            <p:ph idx="1"/>
          </p:nvPr>
        </p:nvSpPr>
        <p:spPr>
          <a:xfrm>
            <a:off x="515938" y="1449388"/>
            <a:ext cx="11160113" cy="4239447"/>
          </a:xfrm>
        </p:spPr>
        <p:txBody>
          <a:bodyPr/>
          <a:lstStyle>
            <a:lvl1pPr>
              <a:defRPr sz="1800">
                <a:solidFill>
                  <a:schemeClr val="accent1">
                    <a:lumMod val="20000"/>
                    <a:lumOff val="80000"/>
                  </a:schemeClr>
                </a:solidFill>
                <a:latin typeface="Poppins Light" panose="00000400000000000000" pitchFamily="2" charset="0"/>
                <a:cs typeface="Poppins Light" panose="00000400000000000000" pitchFamily="2" charset="0"/>
              </a:defRPr>
            </a:lvl1pPr>
            <a:lvl2pPr>
              <a:defRPr sz="1600">
                <a:solidFill>
                  <a:schemeClr val="bg1"/>
                </a:solidFill>
              </a:defRPr>
            </a:lvl2pPr>
            <a:lvl3pPr>
              <a:defRPr sz="1400">
                <a:solidFill>
                  <a:schemeClr val="bg1"/>
                </a:solidFill>
              </a:defRPr>
            </a:lvl3pPr>
            <a:lvl4pPr>
              <a:defRPr sz="1200">
                <a:solidFill>
                  <a:schemeClr val="bg1"/>
                </a:solidFill>
              </a:defRPr>
            </a:lvl4pPr>
            <a:lvl5pPr>
              <a:defRPr sz="11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36408593"/>
      </p:ext>
    </p:extLst>
  </p:cSld>
  <p:clrMapOvr>
    <a:overrideClrMapping bg1="lt1" tx1="dk1" bg2="lt2" tx2="dk2" accent1="accent1" accent2="accent2" accent3="accent3" accent4="accent4" accent5="accent5" accent6="accent6" hlink="hlink" folHlink="folHlink"/>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9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A69FE0A4-E4BF-0B4D-9AAC-30724C2FC845}"/>
              </a:ext>
            </a:extLst>
          </p:cNvPr>
          <p:cNvSpPr/>
          <p:nvPr userDrawn="1"/>
        </p:nvSpPr>
        <p:spPr>
          <a:xfrm>
            <a:off x="0" y="0"/>
            <a:ext cx="12192000" cy="6858000"/>
          </a:xfrm>
          <a:prstGeom prst="rect">
            <a:avLst/>
          </a:prstGeom>
          <a:gradFill>
            <a:gsLst>
              <a:gs pos="0">
                <a:srgbClr val="00AEEF"/>
              </a:gs>
              <a:gs pos="100000">
                <a:srgbClr val="1B75BC"/>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Graphic 12">
            <a:extLst>
              <a:ext uri="{FF2B5EF4-FFF2-40B4-BE49-F238E27FC236}">
                <a16:creationId xmlns:a16="http://schemas.microsoft.com/office/drawing/2014/main" id="{5A6D41D4-8055-A24D-80E7-090637EBB6CA}"/>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11481" t="-1" r="30512" b="20969"/>
          <a:stretch/>
        </p:blipFill>
        <p:spPr>
          <a:xfrm>
            <a:off x="6393461" y="-1718316"/>
            <a:ext cx="5798540" cy="7900197"/>
          </a:xfrm>
          <a:prstGeom prst="rect">
            <a:avLst/>
          </a:prstGeom>
        </p:spPr>
      </p:pic>
    </p:spTree>
    <p:extLst>
      <p:ext uri="{BB962C8B-B14F-4D97-AF65-F5344CB8AC3E}">
        <p14:creationId xmlns:p14="http://schemas.microsoft.com/office/powerpoint/2010/main" val="942874928"/>
      </p:ext>
    </p:extLst>
  </p:cSld>
  <p:clrMapOvr>
    <a:overrideClrMapping bg1="lt1" tx1="dk1" bg2="lt2" tx2="dk2" accent1="accent1" accent2="accent2" accent3="accent3" accent4="accent4" accent5="accent5" accent6="accent6" hlink="hlink" folHlink="folHlink"/>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10_Title Slide">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5C3839F8-3364-3C4E-810A-2FC99C244E37}"/>
              </a:ext>
            </a:extLst>
          </p:cNvPr>
          <p:cNvSpPr/>
          <p:nvPr userDrawn="1"/>
        </p:nvSpPr>
        <p:spPr>
          <a:xfrm>
            <a:off x="0" y="0"/>
            <a:ext cx="12192000" cy="6858000"/>
          </a:xfrm>
          <a:prstGeom prst="rect">
            <a:avLst/>
          </a:prstGeom>
          <a:gradFill>
            <a:gsLst>
              <a:gs pos="9000">
                <a:srgbClr val="F8952F"/>
              </a:gs>
              <a:gs pos="100000">
                <a:srgbClr val="EF4136"/>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pic>
        <p:nvPicPr>
          <p:cNvPr id="15" name="Graphic 14">
            <a:extLst>
              <a:ext uri="{FF2B5EF4-FFF2-40B4-BE49-F238E27FC236}">
                <a16:creationId xmlns:a16="http://schemas.microsoft.com/office/drawing/2014/main" id="{DDDEA3E2-E5AD-D14C-B1EB-E632CA3CDBB3}"/>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42" r="35284" b="18720"/>
          <a:stretch/>
        </p:blipFill>
        <p:spPr>
          <a:xfrm>
            <a:off x="5545394" y="-1638142"/>
            <a:ext cx="6646606" cy="8342359"/>
          </a:xfrm>
          <a:prstGeom prst="rect">
            <a:avLst/>
          </a:prstGeom>
        </p:spPr>
      </p:pic>
    </p:spTree>
    <p:extLst>
      <p:ext uri="{BB962C8B-B14F-4D97-AF65-F5344CB8AC3E}">
        <p14:creationId xmlns:p14="http://schemas.microsoft.com/office/powerpoint/2010/main" val="3693151770"/>
      </p:ext>
    </p:extLst>
  </p:cSld>
  <p:clrMapOvr>
    <a:overrideClrMapping bg1="lt1" tx1="dk1" bg2="lt2" tx2="dk2" accent1="accent1" accent2="accent2" accent3="accent3" accent4="accent4" accent5="accent5" accent6="accent6" hlink="hlink" folHlink="folHlink"/>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11_Title Slide">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81E03BB5-73A0-9740-A5A5-D1CE3064E40F}"/>
              </a:ext>
            </a:extLst>
          </p:cNvPr>
          <p:cNvSpPr/>
          <p:nvPr userDrawn="1"/>
        </p:nvSpPr>
        <p:spPr>
          <a:xfrm>
            <a:off x="0" y="0"/>
            <a:ext cx="12192000" cy="6858000"/>
          </a:xfrm>
          <a:prstGeom prst="rect">
            <a:avLst/>
          </a:prstGeom>
          <a:gradFill>
            <a:gsLst>
              <a:gs pos="0">
                <a:srgbClr val="EE2B7B"/>
              </a:gs>
              <a:gs pos="100000">
                <a:srgbClr val="9E1F63"/>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Graphic 12">
            <a:extLst>
              <a:ext uri="{FF2B5EF4-FFF2-40B4-BE49-F238E27FC236}">
                <a16:creationId xmlns:a16="http://schemas.microsoft.com/office/drawing/2014/main" id="{4DCF62D6-5D07-004E-99E2-0014E921AD21}"/>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36134" t="10221" r="1" b="18731"/>
          <a:stretch/>
        </p:blipFill>
        <p:spPr>
          <a:xfrm rot="10800000">
            <a:off x="5607255" y="0"/>
            <a:ext cx="6584745" cy="7325222"/>
          </a:xfrm>
          <a:prstGeom prst="rect">
            <a:avLst/>
          </a:prstGeom>
        </p:spPr>
      </p:pic>
    </p:spTree>
    <p:extLst>
      <p:ext uri="{BB962C8B-B14F-4D97-AF65-F5344CB8AC3E}">
        <p14:creationId xmlns:p14="http://schemas.microsoft.com/office/powerpoint/2010/main" val="1214708061"/>
      </p:ext>
    </p:extLst>
  </p:cSld>
  <p:clrMapOvr>
    <a:overrideClrMapping bg1="lt1" tx1="dk1" bg2="lt2" tx2="dk2" accent1="accent1" accent2="accent2" accent3="accent3" accent4="accent4" accent5="accent5" accent6="accent6" hlink="hlink" folHlink="folHlink"/>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type="obj" preserve="1">
  <p:cSld name="27_Title and Content">
    <p:spTree>
      <p:nvGrpSpPr>
        <p:cNvPr id="1" name=""/>
        <p:cNvGrpSpPr/>
        <p:nvPr/>
      </p:nvGrpSpPr>
      <p:grpSpPr>
        <a:xfrm>
          <a:off x="0" y="0"/>
          <a:ext cx="0" cy="0"/>
          <a:chOff x="0" y="0"/>
          <a:chExt cx="0" cy="0"/>
        </a:xfrm>
      </p:grpSpPr>
      <p:sp>
        <p:nvSpPr>
          <p:cNvPr id="7" name="Arrow: Pentagon 6">
            <a:extLst>
              <a:ext uri="{FF2B5EF4-FFF2-40B4-BE49-F238E27FC236}">
                <a16:creationId xmlns:a16="http://schemas.microsoft.com/office/drawing/2014/main" id="{981B40DD-4CB3-499A-674B-EC5B3D14F8C2}"/>
              </a:ext>
            </a:extLst>
          </p:cNvPr>
          <p:cNvSpPr/>
          <p:nvPr userDrawn="1"/>
        </p:nvSpPr>
        <p:spPr>
          <a:xfrm>
            <a:off x="-2" y="-1"/>
            <a:ext cx="5112776" cy="6858000"/>
          </a:xfrm>
          <a:prstGeom prst="homePlate">
            <a:avLst>
              <a:gd name="adj" fmla="val 32151"/>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 name="Arrow: Pentagon 7">
            <a:extLst>
              <a:ext uri="{FF2B5EF4-FFF2-40B4-BE49-F238E27FC236}">
                <a16:creationId xmlns:a16="http://schemas.microsoft.com/office/drawing/2014/main" id="{B77F37F6-697C-4F0B-9B07-E50867F217DA}"/>
              </a:ext>
            </a:extLst>
          </p:cNvPr>
          <p:cNvSpPr/>
          <p:nvPr userDrawn="1"/>
        </p:nvSpPr>
        <p:spPr>
          <a:xfrm>
            <a:off x="0" y="0"/>
            <a:ext cx="5014452" cy="6858000"/>
          </a:xfrm>
          <a:prstGeom prst="homePlate">
            <a:avLst>
              <a:gd name="adj" fmla="val 32151"/>
            </a:avLst>
          </a:prstGeom>
          <a:gradFill>
            <a:gsLst>
              <a:gs pos="40000">
                <a:schemeClr val="accent1"/>
              </a:gs>
              <a:gs pos="100000">
                <a:srgbClr val="E85A3C"/>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9" name="Graphic 8">
            <a:extLst>
              <a:ext uri="{FF2B5EF4-FFF2-40B4-BE49-F238E27FC236}">
                <a16:creationId xmlns:a16="http://schemas.microsoft.com/office/drawing/2014/main" id="{F8412388-ED79-C9E4-19F6-A88EF37F8AA4}"/>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18190" b="33857"/>
          <a:stretch/>
        </p:blipFill>
        <p:spPr>
          <a:xfrm rot="10800000" flipH="1">
            <a:off x="0" y="0"/>
            <a:ext cx="6959831" cy="5626984"/>
          </a:xfrm>
          <a:prstGeom prst="rect">
            <a:avLst/>
          </a:prstGeom>
        </p:spPr>
      </p:pic>
      <p:sp>
        <p:nvSpPr>
          <p:cNvPr id="4" name="Rectangle 3">
            <a:extLst>
              <a:ext uri="{FF2B5EF4-FFF2-40B4-BE49-F238E27FC236}">
                <a16:creationId xmlns:a16="http://schemas.microsoft.com/office/drawing/2014/main" id="{D983BA3F-B8C5-8046-A4E4-565E3761D642}"/>
              </a:ext>
            </a:extLst>
          </p:cNvPr>
          <p:cNvSpPr/>
          <p:nvPr userDrawn="1"/>
        </p:nvSpPr>
        <p:spPr>
          <a:xfrm>
            <a:off x="8412480" y="6126480"/>
            <a:ext cx="3127248" cy="5120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1291179-6902-E446-8B91-02FCFB894D9F}"/>
              </a:ext>
            </a:extLst>
          </p:cNvPr>
          <p:cNvSpPr>
            <a:spLocks noGrp="1"/>
          </p:cNvSpPr>
          <p:nvPr>
            <p:ph type="title"/>
          </p:nvPr>
        </p:nvSpPr>
        <p:spPr>
          <a:xfrm>
            <a:off x="5719665" y="368300"/>
            <a:ext cx="5956398" cy="900114"/>
          </a:xfrm>
        </p:spPr>
        <p:txBody>
          <a:bodyPr>
            <a:normAutofit/>
          </a:bodyPr>
          <a:lstStyle>
            <a:lvl1pPr>
              <a:defRPr sz="2800"/>
            </a:lvl1pPr>
          </a:lstStyle>
          <a:p>
            <a:r>
              <a:rPr lang="en-US"/>
              <a:t>Click to edit Master title style</a:t>
            </a:r>
          </a:p>
        </p:txBody>
      </p:sp>
      <p:sp>
        <p:nvSpPr>
          <p:cNvPr id="3" name="Content Placeholder 2">
            <a:extLst>
              <a:ext uri="{FF2B5EF4-FFF2-40B4-BE49-F238E27FC236}">
                <a16:creationId xmlns:a16="http://schemas.microsoft.com/office/drawing/2014/main" id="{539103F3-BB36-094B-8F56-34F5177C7F92}"/>
              </a:ext>
            </a:extLst>
          </p:cNvPr>
          <p:cNvSpPr>
            <a:spLocks noGrp="1"/>
          </p:cNvSpPr>
          <p:nvPr>
            <p:ph idx="1"/>
          </p:nvPr>
        </p:nvSpPr>
        <p:spPr>
          <a:xfrm>
            <a:off x="5719653" y="1449388"/>
            <a:ext cx="5956398" cy="5040311"/>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100"/>
            </a:lvl4pPr>
            <a:lvl5pP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916359240"/>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type="obj" preserve="1">
  <p:cSld name="33_Title and Content">
    <p:spTree>
      <p:nvGrpSpPr>
        <p:cNvPr id="1" name=""/>
        <p:cNvGrpSpPr/>
        <p:nvPr/>
      </p:nvGrpSpPr>
      <p:grpSpPr>
        <a:xfrm>
          <a:off x="0" y="0"/>
          <a:ext cx="0" cy="0"/>
          <a:chOff x="0" y="0"/>
          <a:chExt cx="0" cy="0"/>
        </a:xfrm>
      </p:grpSpPr>
      <p:sp>
        <p:nvSpPr>
          <p:cNvPr id="7" name="Arrow: Pentagon 6">
            <a:extLst>
              <a:ext uri="{FF2B5EF4-FFF2-40B4-BE49-F238E27FC236}">
                <a16:creationId xmlns:a16="http://schemas.microsoft.com/office/drawing/2014/main" id="{981B40DD-4CB3-499A-674B-EC5B3D14F8C2}"/>
              </a:ext>
            </a:extLst>
          </p:cNvPr>
          <p:cNvSpPr/>
          <p:nvPr userDrawn="1"/>
        </p:nvSpPr>
        <p:spPr>
          <a:xfrm>
            <a:off x="-2" y="-1"/>
            <a:ext cx="5112776" cy="6858000"/>
          </a:xfrm>
          <a:prstGeom prst="homePlate">
            <a:avLst>
              <a:gd name="adj" fmla="val 32151"/>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 name="Arrow: Pentagon 7">
            <a:extLst>
              <a:ext uri="{FF2B5EF4-FFF2-40B4-BE49-F238E27FC236}">
                <a16:creationId xmlns:a16="http://schemas.microsoft.com/office/drawing/2014/main" id="{B77F37F6-697C-4F0B-9B07-E50867F217DA}"/>
              </a:ext>
            </a:extLst>
          </p:cNvPr>
          <p:cNvSpPr/>
          <p:nvPr userDrawn="1"/>
        </p:nvSpPr>
        <p:spPr>
          <a:xfrm>
            <a:off x="0" y="0"/>
            <a:ext cx="5014452" cy="6858000"/>
          </a:xfrm>
          <a:prstGeom prst="homePlate">
            <a:avLst>
              <a:gd name="adj" fmla="val 32151"/>
            </a:avLst>
          </a:prstGeom>
          <a:gradFill>
            <a:gsLst>
              <a:gs pos="40000">
                <a:schemeClr val="accent3"/>
              </a:gs>
              <a:gs pos="100000">
                <a:srgbClr val="1B75BC"/>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9" name="Graphic 8">
            <a:extLst>
              <a:ext uri="{FF2B5EF4-FFF2-40B4-BE49-F238E27FC236}">
                <a16:creationId xmlns:a16="http://schemas.microsoft.com/office/drawing/2014/main" id="{F8412388-ED79-C9E4-19F6-A88EF37F8AA4}"/>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18190" b="33857"/>
          <a:stretch/>
        </p:blipFill>
        <p:spPr>
          <a:xfrm rot="10800000" flipH="1">
            <a:off x="0" y="0"/>
            <a:ext cx="6959831" cy="5626984"/>
          </a:xfrm>
          <a:prstGeom prst="rect">
            <a:avLst/>
          </a:prstGeom>
        </p:spPr>
      </p:pic>
      <p:sp>
        <p:nvSpPr>
          <p:cNvPr id="4" name="Rectangle 3">
            <a:extLst>
              <a:ext uri="{FF2B5EF4-FFF2-40B4-BE49-F238E27FC236}">
                <a16:creationId xmlns:a16="http://schemas.microsoft.com/office/drawing/2014/main" id="{D983BA3F-B8C5-8046-A4E4-565E3761D642}"/>
              </a:ext>
            </a:extLst>
          </p:cNvPr>
          <p:cNvSpPr/>
          <p:nvPr userDrawn="1"/>
        </p:nvSpPr>
        <p:spPr>
          <a:xfrm>
            <a:off x="8412480" y="6126480"/>
            <a:ext cx="3127248" cy="5120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1291179-6902-E446-8B91-02FCFB894D9F}"/>
              </a:ext>
            </a:extLst>
          </p:cNvPr>
          <p:cNvSpPr>
            <a:spLocks noGrp="1"/>
          </p:cNvSpPr>
          <p:nvPr>
            <p:ph type="title"/>
          </p:nvPr>
        </p:nvSpPr>
        <p:spPr>
          <a:xfrm>
            <a:off x="5719665" y="368300"/>
            <a:ext cx="5956398" cy="900114"/>
          </a:xfrm>
        </p:spPr>
        <p:txBody>
          <a:bodyPr>
            <a:normAutofit/>
          </a:bodyPr>
          <a:lstStyle>
            <a:lvl1pPr>
              <a:defRPr sz="2800"/>
            </a:lvl1pPr>
          </a:lstStyle>
          <a:p>
            <a:r>
              <a:rPr lang="en-US"/>
              <a:t>Click to edit Master title style</a:t>
            </a:r>
          </a:p>
        </p:txBody>
      </p:sp>
      <p:sp>
        <p:nvSpPr>
          <p:cNvPr id="3" name="Content Placeholder 2">
            <a:extLst>
              <a:ext uri="{FF2B5EF4-FFF2-40B4-BE49-F238E27FC236}">
                <a16:creationId xmlns:a16="http://schemas.microsoft.com/office/drawing/2014/main" id="{539103F3-BB36-094B-8F56-34F5177C7F92}"/>
              </a:ext>
            </a:extLst>
          </p:cNvPr>
          <p:cNvSpPr>
            <a:spLocks noGrp="1"/>
          </p:cNvSpPr>
          <p:nvPr>
            <p:ph idx="1"/>
          </p:nvPr>
        </p:nvSpPr>
        <p:spPr>
          <a:xfrm>
            <a:off x="5719653" y="1449388"/>
            <a:ext cx="5956398" cy="5040311"/>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100"/>
            </a:lvl4pPr>
            <a:lvl5pP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59794509"/>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type="obj" preserve="1">
  <p:cSld name="34_Title and Content">
    <p:spTree>
      <p:nvGrpSpPr>
        <p:cNvPr id="1" name=""/>
        <p:cNvGrpSpPr/>
        <p:nvPr/>
      </p:nvGrpSpPr>
      <p:grpSpPr>
        <a:xfrm>
          <a:off x="0" y="0"/>
          <a:ext cx="0" cy="0"/>
          <a:chOff x="0" y="0"/>
          <a:chExt cx="0" cy="0"/>
        </a:xfrm>
      </p:grpSpPr>
      <p:sp>
        <p:nvSpPr>
          <p:cNvPr id="7" name="Arrow: Pentagon 6">
            <a:extLst>
              <a:ext uri="{FF2B5EF4-FFF2-40B4-BE49-F238E27FC236}">
                <a16:creationId xmlns:a16="http://schemas.microsoft.com/office/drawing/2014/main" id="{981B40DD-4CB3-499A-674B-EC5B3D14F8C2}"/>
              </a:ext>
            </a:extLst>
          </p:cNvPr>
          <p:cNvSpPr/>
          <p:nvPr userDrawn="1"/>
        </p:nvSpPr>
        <p:spPr>
          <a:xfrm>
            <a:off x="-2" y="-1"/>
            <a:ext cx="5112776" cy="6858000"/>
          </a:xfrm>
          <a:prstGeom prst="homePlate">
            <a:avLst>
              <a:gd name="adj" fmla="val 32151"/>
            </a:avLst>
          </a:prstGeom>
          <a:solidFill>
            <a:schemeClr val="accent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 name="Arrow: Pentagon 7">
            <a:extLst>
              <a:ext uri="{FF2B5EF4-FFF2-40B4-BE49-F238E27FC236}">
                <a16:creationId xmlns:a16="http://schemas.microsoft.com/office/drawing/2014/main" id="{B77F37F6-697C-4F0B-9B07-E50867F217DA}"/>
              </a:ext>
            </a:extLst>
          </p:cNvPr>
          <p:cNvSpPr/>
          <p:nvPr userDrawn="1"/>
        </p:nvSpPr>
        <p:spPr>
          <a:xfrm>
            <a:off x="0" y="0"/>
            <a:ext cx="5014452" cy="6858000"/>
          </a:xfrm>
          <a:prstGeom prst="homePlate">
            <a:avLst>
              <a:gd name="adj" fmla="val 32151"/>
            </a:avLst>
          </a:prstGeom>
          <a:gradFill>
            <a:gsLst>
              <a:gs pos="40000">
                <a:schemeClr val="accent2"/>
              </a:gs>
              <a:gs pos="100000">
                <a:schemeClr val="accent2">
                  <a:lumMod val="75000"/>
                </a:scheme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9" name="Graphic 8">
            <a:extLst>
              <a:ext uri="{FF2B5EF4-FFF2-40B4-BE49-F238E27FC236}">
                <a16:creationId xmlns:a16="http://schemas.microsoft.com/office/drawing/2014/main" id="{F8412388-ED79-C9E4-19F6-A88EF37F8AA4}"/>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18190" b="33857"/>
          <a:stretch/>
        </p:blipFill>
        <p:spPr>
          <a:xfrm rot="10800000" flipH="1">
            <a:off x="0" y="0"/>
            <a:ext cx="6959831" cy="5626984"/>
          </a:xfrm>
          <a:prstGeom prst="rect">
            <a:avLst/>
          </a:prstGeom>
        </p:spPr>
      </p:pic>
      <p:sp>
        <p:nvSpPr>
          <p:cNvPr id="4" name="Rectangle 3">
            <a:extLst>
              <a:ext uri="{FF2B5EF4-FFF2-40B4-BE49-F238E27FC236}">
                <a16:creationId xmlns:a16="http://schemas.microsoft.com/office/drawing/2014/main" id="{D983BA3F-B8C5-8046-A4E4-565E3761D642}"/>
              </a:ext>
            </a:extLst>
          </p:cNvPr>
          <p:cNvSpPr/>
          <p:nvPr userDrawn="1"/>
        </p:nvSpPr>
        <p:spPr>
          <a:xfrm>
            <a:off x="8412480" y="6126480"/>
            <a:ext cx="3127248" cy="5120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1291179-6902-E446-8B91-02FCFB894D9F}"/>
              </a:ext>
            </a:extLst>
          </p:cNvPr>
          <p:cNvSpPr>
            <a:spLocks noGrp="1"/>
          </p:cNvSpPr>
          <p:nvPr>
            <p:ph type="title"/>
          </p:nvPr>
        </p:nvSpPr>
        <p:spPr>
          <a:xfrm>
            <a:off x="5719665" y="368300"/>
            <a:ext cx="5956398" cy="900114"/>
          </a:xfrm>
        </p:spPr>
        <p:txBody>
          <a:bodyPr>
            <a:normAutofit/>
          </a:bodyPr>
          <a:lstStyle>
            <a:lvl1pPr>
              <a:defRPr sz="2800"/>
            </a:lvl1pPr>
          </a:lstStyle>
          <a:p>
            <a:r>
              <a:rPr lang="en-US"/>
              <a:t>Click to edit Master title style</a:t>
            </a:r>
          </a:p>
        </p:txBody>
      </p:sp>
      <p:sp>
        <p:nvSpPr>
          <p:cNvPr id="3" name="Content Placeholder 2">
            <a:extLst>
              <a:ext uri="{FF2B5EF4-FFF2-40B4-BE49-F238E27FC236}">
                <a16:creationId xmlns:a16="http://schemas.microsoft.com/office/drawing/2014/main" id="{539103F3-BB36-094B-8F56-34F5177C7F92}"/>
              </a:ext>
            </a:extLst>
          </p:cNvPr>
          <p:cNvSpPr>
            <a:spLocks noGrp="1"/>
          </p:cNvSpPr>
          <p:nvPr>
            <p:ph idx="1"/>
          </p:nvPr>
        </p:nvSpPr>
        <p:spPr>
          <a:xfrm>
            <a:off x="5719653" y="1449388"/>
            <a:ext cx="5956398" cy="5040311"/>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100"/>
            </a:lvl4pPr>
            <a:lvl5pP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16700901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type="obj" preserve="1">
  <p:cSld name="20_Title and Content">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193187DA-91A8-9543-9044-A3EDC175753C}"/>
              </a:ext>
            </a:extLst>
          </p:cNvPr>
          <p:cNvSpPr/>
          <p:nvPr userDrawn="1"/>
        </p:nvSpPr>
        <p:spPr>
          <a:xfrm>
            <a:off x="8241475" y="6000547"/>
            <a:ext cx="2648198" cy="51900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1291179-6902-E446-8B91-02FCFB894D9F}"/>
              </a:ext>
            </a:extLst>
          </p:cNvPr>
          <p:cNvSpPr>
            <a:spLocks noGrp="1"/>
          </p:cNvSpPr>
          <p:nvPr>
            <p:ph type="title"/>
          </p:nvPr>
        </p:nvSpPr>
        <p:spPr/>
        <p:txBody>
          <a:bodyPr>
            <a:normAutofit/>
          </a:bodyPr>
          <a:lstStyle>
            <a:lvl1pPr>
              <a:defRPr sz="2800"/>
            </a:lvl1pPr>
          </a:lstStyle>
          <a:p>
            <a:r>
              <a:rPr lang="en-US"/>
              <a:t>Click to edit Master title style</a:t>
            </a:r>
          </a:p>
        </p:txBody>
      </p:sp>
      <p:sp>
        <p:nvSpPr>
          <p:cNvPr id="3" name="Content Placeholder 2">
            <a:extLst>
              <a:ext uri="{FF2B5EF4-FFF2-40B4-BE49-F238E27FC236}">
                <a16:creationId xmlns:a16="http://schemas.microsoft.com/office/drawing/2014/main" id="{539103F3-BB36-094B-8F56-34F5177C7F92}"/>
              </a:ext>
            </a:extLst>
          </p:cNvPr>
          <p:cNvSpPr>
            <a:spLocks noGrp="1"/>
          </p:cNvSpPr>
          <p:nvPr>
            <p:ph idx="1"/>
          </p:nvPr>
        </p:nvSpPr>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Rectangle 29">
            <a:extLst>
              <a:ext uri="{FF2B5EF4-FFF2-40B4-BE49-F238E27FC236}">
                <a16:creationId xmlns:a16="http://schemas.microsoft.com/office/drawing/2014/main" id="{A31108C3-F34C-8C45-A897-FE6DA9684A4F}"/>
              </a:ext>
            </a:extLst>
          </p:cNvPr>
          <p:cNvSpPr/>
          <p:nvPr userDrawn="1"/>
        </p:nvSpPr>
        <p:spPr>
          <a:xfrm rot="16200000">
            <a:off x="7645400" y="2320583"/>
            <a:ext cx="6857999" cy="2235200"/>
          </a:xfrm>
          <a:custGeom>
            <a:avLst/>
            <a:gdLst>
              <a:gd name="connsiteX0" fmla="*/ 0 w 4411579"/>
              <a:gd name="connsiteY0" fmla="*/ 0 h 9601200"/>
              <a:gd name="connsiteX1" fmla="*/ 4411579 w 4411579"/>
              <a:gd name="connsiteY1" fmla="*/ 0 h 9601200"/>
              <a:gd name="connsiteX2" fmla="*/ 4411579 w 4411579"/>
              <a:gd name="connsiteY2" fmla="*/ 9601200 h 9601200"/>
              <a:gd name="connsiteX3" fmla="*/ 0 w 4411579"/>
              <a:gd name="connsiteY3" fmla="*/ 9601200 h 9601200"/>
              <a:gd name="connsiteX4" fmla="*/ 0 w 4411579"/>
              <a:gd name="connsiteY4" fmla="*/ 0 h 9601200"/>
              <a:gd name="connsiteX0" fmla="*/ 0 w 4411579"/>
              <a:gd name="connsiteY0" fmla="*/ 0 h 9601200"/>
              <a:gd name="connsiteX1" fmla="*/ 1909010 w 4411579"/>
              <a:gd name="connsiteY1" fmla="*/ 4475747 h 9601200"/>
              <a:gd name="connsiteX2" fmla="*/ 4411579 w 4411579"/>
              <a:gd name="connsiteY2" fmla="*/ 9601200 h 9601200"/>
              <a:gd name="connsiteX3" fmla="*/ 0 w 4411579"/>
              <a:gd name="connsiteY3" fmla="*/ 9601200 h 9601200"/>
              <a:gd name="connsiteX4" fmla="*/ 0 w 4411579"/>
              <a:gd name="connsiteY4" fmla="*/ 0 h 9601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1579" h="9601200">
                <a:moveTo>
                  <a:pt x="0" y="0"/>
                </a:moveTo>
                <a:lnTo>
                  <a:pt x="1909010" y="4475747"/>
                </a:lnTo>
                <a:lnTo>
                  <a:pt x="4411579" y="9601200"/>
                </a:lnTo>
                <a:lnTo>
                  <a:pt x="0" y="9601200"/>
                </a:lnTo>
                <a:lnTo>
                  <a:pt x="0" y="0"/>
                </a:lnTo>
                <a:close/>
              </a:path>
            </a:pathLst>
          </a:cu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endParaRPr lang="en-US" sz="3200">
              <a:solidFill>
                <a:prstClr val="white"/>
              </a:solidFill>
              <a:latin typeface="Roboto"/>
            </a:endParaRPr>
          </a:p>
        </p:txBody>
      </p:sp>
      <p:sp>
        <p:nvSpPr>
          <p:cNvPr id="8" name="Rectangle 29">
            <a:extLst>
              <a:ext uri="{FF2B5EF4-FFF2-40B4-BE49-F238E27FC236}">
                <a16:creationId xmlns:a16="http://schemas.microsoft.com/office/drawing/2014/main" id="{5ABDBB91-4825-3149-B88C-7BEECA042FB7}"/>
              </a:ext>
            </a:extLst>
          </p:cNvPr>
          <p:cNvSpPr/>
          <p:nvPr userDrawn="1"/>
        </p:nvSpPr>
        <p:spPr>
          <a:xfrm rot="16200000">
            <a:off x="7731228" y="2397225"/>
            <a:ext cx="6858001" cy="2063551"/>
          </a:xfrm>
          <a:custGeom>
            <a:avLst/>
            <a:gdLst>
              <a:gd name="connsiteX0" fmla="*/ 0 w 4411579"/>
              <a:gd name="connsiteY0" fmla="*/ 0 h 9601200"/>
              <a:gd name="connsiteX1" fmla="*/ 4411579 w 4411579"/>
              <a:gd name="connsiteY1" fmla="*/ 0 h 9601200"/>
              <a:gd name="connsiteX2" fmla="*/ 4411579 w 4411579"/>
              <a:gd name="connsiteY2" fmla="*/ 9601200 h 9601200"/>
              <a:gd name="connsiteX3" fmla="*/ 0 w 4411579"/>
              <a:gd name="connsiteY3" fmla="*/ 9601200 h 9601200"/>
              <a:gd name="connsiteX4" fmla="*/ 0 w 4411579"/>
              <a:gd name="connsiteY4" fmla="*/ 0 h 9601200"/>
              <a:gd name="connsiteX0" fmla="*/ 0 w 4411579"/>
              <a:gd name="connsiteY0" fmla="*/ 0 h 9601200"/>
              <a:gd name="connsiteX1" fmla="*/ 1909010 w 4411579"/>
              <a:gd name="connsiteY1" fmla="*/ 4475747 h 9601200"/>
              <a:gd name="connsiteX2" fmla="*/ 4411579 w 4411579"/>
              <a:gd name="connsiteY2" fmla="*/ 9601200 h 9601200"/>
              <a:gd name="connsiteX3" fmla="*/ 0 w 4411579"/>
              <a:gd name="connsiteY3" fmla="*/ 9601200 h 9601200"/>
              <a:gd name="connsiteX4" fmla="*/ 0 w 4411579"/>
              <a:gd name="connsiteY4" fmla="*/ 0 h 9601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1579" h="9601200">
                <a:moveTo>
                  <a:pt x="0" y="0"/>
                </a:moveTo>
                <a:lnTo>
                  <a:pt x="1909010" y="4475747"/>
                </a:lnTo>
                <a:lnTo>
                  <a:pt x="4411579" y="9601200"/>
                </a:lnTo>
                <a:lnTo>
                  <a:pt x="0" y="9601200"/>
                </a:lnTo>
                <a:lnTo>
                  <a:pt x="0" y="0"/>
                </a:lnTo>
                <a:close/>
              </a:path>
            </a:pathLst>
          </a:custGeom>
          <a:gradFill>
            <a:gsLst>
              <a:gs pos="0">
                <a:srgbClr val="00AEEF"/>
              </a:gs>
              <a:gs pos="100000">
                <a:srgbClr val="1B75BC"/>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endParaRPr lang="en-US" sz="3200">
              <a:solidFill>
                <a:prstClr val="white"/>
              </a:solidFill>
              <a:latin typeface="Roboto"/>
            </a:endParaRPr>
          </a:p>
        </p:txBody>
      </p:sp>
    </p:spTree>
    <p:extLst>
      <p:ext uri="{BB962C8B-B14F-4D97-AF65-F5344CB8AC3E}">
        <p14:creationId xmlns:p14="http://schemas.microsoft.com/office/powerpoint/2010/main" val="4232010247"/>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18_Title and Content">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193187DA-91A8-9543-9044-A3EDC175753C}"/>
              </a:ext>
            </a:extLst>
          </p:cNvPr>
          <p:cNvSpPr/>
          <p:nvPr userDrawn="1"/>
        </p:nvSpPr>
        <p:spPr>
          <a:xfrm>
            <a:off x="8241475" y="6000547"/>
            <a:ext cx="2648198" cy="51900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29">
            <a:extLst>
              <a:ext uri="{FF2B5EF4-FFF2-40B4-BE49-F238E27FC236}">
                <a16:creationId xmlns:a16="http://schemas.microsoft.com/office/drawing/2014/main" id="{01C706FE-8F3E-CE27-4809-462B78AE473B}"/>
              </a:ext>
            </a:extLst>
          </p:cNvPr>
          <p:cNvSpPr/>
          <p:nvPr userDrawn="1"/>
        </p:nvSpPr>
        <p:spPr>
          <a:xfrm rot="16200000">
            <a:off x="7645400" y="2320583"/>
            <a:ext cx="6857999" cy="2235200"/>
          </a:xfrm>
          <a:custGeom>
            <a:avLst/>
            <a:gdLst>
              <a:gd name="connsiteX0" fmla="*/ 0 w 4411579"/>
              <a:gd name="connsiteY0" fmla="*/ 0 h 9601200"/>
              <a:gd name="connsiteX1" fmla="*/ 4411579 w 4411579"/>
              <a:gd name="connsiteY1" fmla="*/ 0 h 9601200"/>
              <a:gd name="connsiteX2" fmla="*/ 4411579 w 4411579"/>
              <a:gd name="connsiteY2" fmla="*/ 9601200 h 9601200"/>
              <a:gd name="connsiteX3" fmla="*/ 0 w 4411579"/>
              <a:gd name="connsiteY3" fmla="*/ 9601200 h 9601200"/>
              <a:gd name="connsiteX4" fmla="*/ 0 w 4411579"/>
              <a:gd name="connsiteY4" fmla="*/ 0 h 9601200"/>
              <a:gd name="connsiteX0" fmla="*/ 0 w 4411579"/>
              <a:gd name="connsiteY0" fmla="*/ 0 h 9601200"/>
              <a:gd name="connsiteX1" fmla="*/ 1909010 w 4411579"/>
              <a:gd name="connsiteY1" fmla="*/ 4475747 h 9601200"/>
              <a:gd name="connsiteX2" fmla="*/ 4411579 w 4411579"/>
              <a:gd name="connsiteY2" fmla="*/ 9601200 h 9601200"/>
              <a:gd name="connsiteX3" fmla="*/ 0 w 4411579"/>
              <a:gd name="connsiteY3" fmla="*/ 9601200 h 9601200"/>
              <a:gd name="connsiteX4" fmla="*/ 0 w 4411579"/>
              <a:gd name="connsiteY4" fmla="*/ 0 h 9601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1579" h="9601200">
                <a:moveTo>
                  <a:pt x="0" y="0"/>
                </a:moveTo>
                <a:lnTo>
                  <a:pt x="1909010" y="4475747"/>
                </a:lnTo>
                <a:lnTo>
                  <a:pt x="4411579" y="9601200"/>
                </a:lnTo>
                <a:lnTo>
                  <a:pt x="0" y="9601200"/>
                </a:lnTo>
                <a:lnTo>
                  <a:pt x="0" y="0"/>
                </a:lnTo>
                <a:close/>
              </a:path>
            </a:pathLst>
          </a:custGeom>
          <a:solidFill>
            <a:schemeClr val="accent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endParaRPr lang="en-US" sz="3200">
              <a:solidFill>
                <a:prstClr val="white"/>
              </a:solidFill>
              <a:latin typeface="Roboto"/>
            </a:endParaRPr>
          </a:p>
        </p:txBody>
      </p:sp>
      <p:sp>
        <p:nvSpPr>
          <p:cNvPr id="8" name="Rectangle 29">
            <a:extLst>
              <a:ext uri="{FF2B5EF4-FFF2-40B4-BE49-F238E27FC236}">
                <a16:creationId xmlns:a16="http://schemas.microsoft.com/office/drawing/2014/main" id="{5ABDBB91-4825-3149-B88C-7BEECA042FB7}"/>
              </a:ext>
            </a:extLst>
          </p:cNvPr>
          <p:cNvSpPr/>
          <p:nvPr userDrawn="1"/>
        </p:nvSpPr>
        <p:spPr>
          <a:xfrm rot="16200000">
            <a:off x="7731228" y="2397225"/>
            <a:ext cx="6858001" cy="2063551"/>
          </a:xfrm>
          <a:custGeom>
            <a:avLst/>
            <a:gdLst>
              <a:gd name="connsiteX0" fmla="*/ 0 w 4411579"/>
              <a:gd name="connsiteY0" fmla="*/ 0 h 9601200"/>
              <a:gd name="connsiteX1" fmla="*/ 4411579 w 4411579"/>
              <a:gd name="connsiteY1" fmla="*/ 0 h 9601200"/>
              <a:gd name="connsiteX2" fmla="*/ 4411579 w 4411579"/>
              <a:gd name="connsiteY2" fmla="*/ 9601200 h 9601200"/>
              <a:gd name="connsiteX3" fmla="*/ 0 w 4411579"/>
              <a:gd name="connsiteY3" fmla="*/ 9601200 h 9601200"/>
              <a:gd name="connsiteX4" fmla="*/ 0 w 4411579"/>
              <a:gd name="connsiteY4" fmla="*/ 0 h 9601200"/>
              <a:gd name="connsiteX0" fmla="*/ 0 w 4411579"/>
              <a:gd name="connsiteY0" fmla="*/ 0 h 9601200"/>
              <a:gd name="connsiteX1" fmla="*/ 1909010 w 4411579"/>
              <a:gd name="connsiteY1" fmla="*/ 4475747 h 9601200"/>
              <a:gd name="connsiteX2" fmla="*/ 4411579 w 4411579"/>
              <a:gd name="connsiteY2" fmla="*/ 9601200 h 9601200"/>
              <a:gd name="connsiteX3" fmla="*/ 0 w 4411579"/>
              <a:gd name="connsiteY3" fmla="*/ 9601200 h 9601200"/>
              <a:gd name="connsiteX4" fmla="*/ 0 w 4411579"/>
              <a:gd name="connsiteY4" fmla="*/ 0 h 9601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1579" h="9601200">
                <a:moveTo>
                  <a:pt x="0" y="0"/>
                </a:moveTo>
                <a:lnTo>
                  <a:pt x="1909010" y="4475747"/>
                </a:lnTo>
                <a:lnTo>
                  <a:pt x="4411579" y="9601200"/>
                </a:lnTo>
                <a:lnTo>
                  <a:pt x="0" y="9601200"/>
                </a:lnTo>
                <a:lnTo>
                  <a:pt x="0" y="0"/>
                </a:lnTo>
                <a:close/>
              </a:path>
            </a:pathLst>
          </a:custGeom>
          <a:gradFill>
            <a:gsLst>
              <a:gs pos="0">
                <a:schemeClr val="accent2"/>
              </a:gs>
              <a:gs pos="100000">
                <a:schemeClr val="accent2">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endParaRPr lang="en-US" sz="3200">
              <a:solidFill>
                <a:prstClr val="white"/>
              </a:solidFill>
              <a:latin typeface="Roboto"/>
            </a:endParaRPr>
          </a:p>
        </p:txBody>
      </p:sp>
      <p:sp>
        <p:nvSpPr>
          <p:cNvPr id="9" name="Title 1">
            <a:extLst>
              <a:ext uri="{FF2B5EF4-FFF2-40B4-BE49-F238E27FC236}">
                <a16:creationId xmlns:a16="http://schemas.microsoft.com/office/drawing/2014/main" id="{6D41C234-8CDF-C44A-2B85-C29AF0F0E254}"/>
              </a:ext>
            </a:extLst>
          </p:cNvPr>
          <p:cNvSpPr>
            <a:spLocks noGrp="1"/>
          </p:cNvSpPr>
          <p:nvPr>
            <p:ph type="title"/>
          </p:nvPr>
        </p:nvSpPr>
        <p:spPr>
          <a:xfrm>
            <a:off x="525019" y="368300"/>
            <a:ext cx="11151044" cy="900114"/>
          </a:xfrm>
        </p:spPr>
        <p:txBody>
          <a:bodyPr>
            <a:normAutofit/>
          </a:bodyPr>
          <a:lstStyle>
            <a:lvl1pPr>
              <a:defRPr sz="2800"/>
            </a:lvl1pPr>
          </a:lstStyle>
          <a:p>
            <a:r>
              <a:rPr lang="en-US"/>
              <a:t>Click to edit Master title style</a:t>
            </a:r>
          </a:p>
        </p:txBody>
      </p:sp>
      <p:sp>
        <p:nvSpPr>
          <p:cNvPr id="10" name="Content Placeholder 2">
            <a:extLst>
              <a:ext uri="{FF2B5EF4-FFF2-40B4-BE49-F238E27FC236}">
                <a16:creationId xmlns:a16="http://schemas.microsoft.com/office/drawing/2014/main" id="{BF4F5225-44BA-2429-E778-C8E938E7E558}"/>
              </a:ext>
            </a:extLst>
          </p:cNvPr>
          <p:cNvSpPr>
            <a:spLocks noGrp="1"/>
          </p:cNvSpPr>
          <p:nvPr>
            <p:ph idx="1"/>
          </p:nvPr>
        </p:nvSpPr>
        <p:spPr>
          <a:xfrm>
            <a:off x="525018" y="1449389"/>
            <a:ext cx="11151033" cy="4500562"/>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61829685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preserve="1" userDrawn="1">
  <p:cSld name="28_Title and Content">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193187DA-91A8-9543-9044-A3EDC175753C}"/>
              </a:ext>
            </a:extLst>
          </p:cNvPr>
          <p:cNvSpPr/>
          <p:nvPr userDrawn="1"/>
        </p:nvSpPr>
        <p:spPr>
          <a:xfrm>
            <a:off x="8241475" y="6000547"/>
            <a:ext cx="2648198" cy="51900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29">
            <a:extLst>
              <a:ext uri="{FF2B5EF4-FFF2-40B4-BE49-F238E27FC236}">
                <a16:creationId xmlns:a16="http://schemas.microsoft.com/office/drawing/2014/main" id="{01C706FE-8F3E-CE27-4809-462B78AE473B}"/>
              </a:ext>
            </a:extLst>
          </p:cNvPr>
          <p:cNvSpPr/>
          <p:nvPr userDrawn="1"/>
        </p:nvSpPr>
        <p:spPr>
          <a:xfrm rot="16200000">
            <a:off x="7645400" y="2320583"/>
            <a:ext cx="6857999" cy="2235200"/>
          </a:xfrm>
          <a:custGeom>
            <a:avLst/>
            <a:gdLst>
              <a:gd name="connsiteX0" fmla="*/ 0 w 4411579"/>
              <a:gd name="connsiteY0" fmla="*/ 0 h 9601200"/>
              <a:gd name="connsiteX1" fmla="*/ 4411579 w 4411579"/>
              <a:gd name="connsiteY1" fmla="*/ 0 h 9601200"/>
              <a:gd name="connsiteX2" fmla="*/ 4411579 w 4411579"/>
              <a:gd name="connsiteY2" fmla="*/ 9601200 h 9601200"/>
              <a:gd name="connsiteX3" fmla="*/ 0 w 4411579"/>
              <a:gd name="connsiteY3" fmla="*/ 9601200 h 9601200"/>
              <a:gd name="connsiteX4" fmla="*/ 0 w 4411579"/>
              <a:gd name="connsiteY4" fmla="*/ 0 h 9601200"/>
              <a:gd name="connsiteX0" fmla="*/ 0 w 4411579"/>
              <a:gd name="connsiteY0" fmla="*/ 0 h 9601200"/>
              <a:gd name="connsiteX1" fmla="*/ 1909010 w 4411579"/>
              <a:gd name="connsiteY1" fmla="*/ 4475747 h 9601200"/>
              <a:gd name="connsiteX2" fmla="*/ 4411579 w 4411579"/>
              <a:gd name="connsiteY2" fmla="*/ 9601200 h 9601200"/>
              <a:gd name="connsiteX3" fmla="*/ 0 w 4411579"/>
              <a:gd name="connsiteY3" fmla="*/ 9601200 h 9601200"/>
              <a:gd name="connsiteX4" fmla="*/ 0 w 4411579"/>
              <a:gd name="connsiteY4" fmla="*/ 0 h 9601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1579" h="9601200">
                <a:moveTo>
                  <a:pt x="0" y="0"/>
                </a:moveTo>
                <a:lnTo>
                  <a:pt x="1909010" y="4475747"/>
                </a:lnTo>
                <a:lnTo>
                  <a:pt x="4411579" y="9601200"/>
                </a:lnTo>
                <a:lnTo>
                  <a:pt x="0" y="9601200"/>
                </a:lnTo>
                <a:lnTo>
                  <a:pt x="0" y="0"/>
                </a:lnTo>
                <a:close/>
              </a:path>
            </a:pathLst>
          </a:cu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endParaRPr lang="en-US" sz="3200">
              <a:solidFill>
                <a:prstClr val="white"/>
              </a:solidFill>
              <a:latin typeface="Roboto"/>
            </a:endParaRPr>
          </a:p>
        </p:txBody>
      </p:sp>
      <p:sp>
        <p:nvSpPr>
          <p:cNvPr id="8" name="Rectangle 29">
            <a:extLst>
              <a:ext uri="{FF2B5EF4-FFF2-40B4-BE49-F238E27FC236}">
                <a16:creationId xmlns:a16="http://schemas.microsoft.com/office/drawing/2014/main" id="{5ABDBB91-4825-3149-B88C-7BEECA042FB7}"/>
              </a:ext>
            </a:extLst>
          </p:cNvPr>
          <p:cNvSpPr/>
          <p:nvPr userDrawn="1"/>
        </p:nvSpPr>
        <p:spPr>
          <a:xfrm rot="16200000">
            <a:off x="7731228" y="2397225"/>
            <a:ext cx="6858001" cy="2063551"/>
          </a:xfrm>
          <a:custGeom>
            <a:avLst/>
            <a:gdLst>
              <a:gd name="connsiteX0" fmla="*/ 0 w 4411579"/>
              <a:gd name="connsiteY0" fmla="*/ 0 h 9601200"/>
              <a:gd name="connsiteX1" fmla="*/ 4411579 w 4411579"/>
              <a:gd name="connsiteY1" fmla="*/ 0 h 9601200"/>
              <a:gd name="connsiteX2" fmla="*/ 4411579 w 4411579"/>
              <a:gd name="connsiteY2" fmla="*/ 9601200 h 9601200"/>
              <a:gd name="connsiteX3" fmla="*/ 0 w 4411579"/>
              <a:gd name="connsiteY3" fmla="*/ 9601200 h 9601200"/>
              <a:gd name="connsiteX4" fmla="*/ 0 w 4411579"/>
              <a:gd name="connsiteY4" fmla="*/ 0 h 9601200"/>
              <a:gd name="connsiteX0" fmla="*/ 0 w 4411579"/>
              <a:gd name="connsiteY0" fmla="*/ 0 h 9601200"/>
              <a:gd name="connsiteX1" fmla="*/ 1909010 w 4411579"/>
              <a:gd name="connsiteY1" fmla="*/ 4475747 h 9601200"/>
              <a:gd name="connsiteX2" fmla="*/ 4411579 w 4411579"/>
              <a:gd name="connsiteY2" fmla="*/ 9601200 h 9601200"/>
              <a:gd name="connsiteX3" fmla="*/ 0 w 4411579"/>
              <a:gd name="connsiteY3" fmla="*/ 9601200 h 9601200"/>
              <a:gd name="connsiteX4" fmla="*/ 0 w 4411579"/>
              <a:gd name="connsiteY4" fmla="*/ 0 h 9601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1579" h="9601200">
                <a:moveTo>
                  <a:pt x="0" y="0"/>
                </a:moveTo>
                <a:lnTo>
                  <a:pt x="1909010" y="4475747"/>
                </a:lnTo>
                <a:lnTo>
                  <a:pt x="4411579" y="9601200"/>
                </a:lnTo>
                <a:lnTo>
                  <a:pt x="0" y="9601200"/>
                </a:lnTo>
                <a:lnTo>
                  <a:pt x="0" y="0"/>
                </a:lnTo>
                <a:close/>
              </a:path>
            </a:pathLst>
          </a:custGeom>
          <a:gradFill>
            <a:gsLst>
              <a:gs pos="0">
                <a:schemeClr val="accent1"/>
              </a:gs>
              <a:gs pos="100000">
                <a:srgbClr val="EF4136"/>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endParaRPr lang="en-US" sz="3200">
              <a:solidFill>
                <a:prstClr val="white"/>
              </a:solidFill>
              <a:latin typeface="Roboto"/>
            </a:endParaRPr>
          </a:p>
        </p:txBody>
      </p:sp>
      <p:sp>
        <p:nvSpPr>
          <p:cNvPr id="5" name="Title 1">
            <a:extLst>
              <a:ext uri="{FF2B5EF4-FFF2-40B4-BE49-F238E27FC236}">
                <a16:creationId xmlns:a16="http://schemas.microsoft.com/office/drawing/2014/main" id="{785E208D-C5D8-6524-F56F-4BD1174247AC}"/>
              </a:ext>
            </a:extLst>
          </p:cNvPr>
          <p:cNvSpPr>
            <a:spLocks noGrp="1"/>
          </p:cNvSpPr>
          <p:nvPr>
            <p:ph type="title"/>
          </p:nvPr>
        </p:nvSpPr>
        <p:spPr>
          <a:xfrm>
            <a:off x="525019" y="368300"/>
            <a:ext cx="11151044" cy="900114"/>
          </a:xfrm>
        </p:spPr>
        <p:txBody>
          <a:bodyPr>
            <a:normAutofit/>
          </a:bodyPr>
          <a:lstStyle>
            <a:lvl1pPr>
              <a:defRPr sz="2800"/>
            </a:lvl1pPr>
          </a:lstStyle>
          <a:p>
            <a:r>
              <a:rPr lang="en-US"/>
              <a:t>Click to edit Master title style</a:t>
            </a:r>
          </a:p>
        </p:txBody>
      </p:sp>
      <p:sp>
        <p:nvSpPr>
          <p:cNvPr id="6" name="Content Placeholder 2">
            <a:extLst>
              <a:ext uri="{FF2B5EF4-FFF2-40B4-BE49-F238E27FC236}">
                <a16:creationId xmlns:a16="http://schemas.microsoft.com/office/drawing/2014/main" id="{3D480F6A-BCEC-25F3-0016-FD136C85234B}"/>
              </a:ext>
            </a:extLst>
          </p:cNvPr>
          <p:cNvSpPr>
            <a:spLocks noGrp="1"/>
          </p:cNvSpPr>
          <p:nvPr>
            <p:ph idx="1"/>
          </p:nvPr>
        </p:nvSpPr>
        <p:spPr>
          <a:xfrm>
            <a:off x="525018" y="1449389"/>
            <a:ext cx="11151033" cy="4500562"/>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877649374"/>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preserve="1" userDrawn="1">
  <p:cSld name="19_Title and Content">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193187DA-91A8-9543-9044-A3EDC175753C}"/>
              </a:ext>
            </a:extLst>
          </p:cNvPr>
          <p:cNvSpPr/>
          <p:nvPr userDrawn="1"/>
        </p:nvSpPr>
        <p:spPr>
          <a:xfrm>
            <a:off x="8241475" y="6000547"/>
            <a:ext cx="2648198" cy="51900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29">
            <a:extLst>
              <a:ext uri="{FF2B5EF4-FFF2-40B4-BE49-F238E27FC236}">
                <a16:creationId xmlns:a16="http://schemas.microsoft.com/office/drawing/2014/main" id="{3483602A-2DCA-F446-B0E9-1DEB2FE3B53A}"/>
              </a:ext>
            </a:extLst>
          </p:cNvPr>
          <p:cNvSpPr/>
          <p:nvPr userDrawn="1"/>
        </p:nvSpPr>
        <p:spPr>
          <a:xfrm rot="16200000">
            <a:off x="7310433" y="1985612"/>
            <a:ext cx="6857999" cy="2905143"/>
          </a:xfrm>
          <a:custGeom>
            <a:avLst/>
            <a:gdLst>
              <a:gd name="connsiteX0" fmla="*/ 0 w 4411579"/>
              <a:gd name="connsiteY0" fmla="*/ 0 h 9601200"/>
              <a:gd name="connsiteX1" fmla="*/ 4411579 w 4411579"/>
              <a:gd name="connsiteY1" fmla="*/ 0 h 9601200"/>
              <a:gd name="connsiteX2" fmla="*/ 4411579 w 4411579"/>
              <a:gd name="connsiteY2" fmla="*/ 9601200 h 9601200"/>
              <a:gd name="connsiteX3" fmla="*/ 0 w 4411579"/>
              <a:gd name="connsiteY3" fmla="*/ 9601200 h 9601200"/>
              <a:gd name="connsiteX4" fmla="*/ 0 w 4411579"/>
              <a:gd name="connsiteY4" fmla="*/ 0 h 9601200"/>
              <a:gd name="connsiteX0" fmla="*/ 0 w 4411579"/>
              <a:gd name="connsiteY0" fmla="*/ 0 h 9601200"/>
              <a:gd name="connsiteX1" fmla="*/ 1909010 w 4411579"/>
              <a:gd name="connsiteY1" fmla="*/ 4475747 h 9601200"/>
              <a:gd name="connsiteX2" fmla="*/ 4411579 w 4411579"/>
              <a:gd name="connsiteY2" fmla="*/ 9601200 h 9601200"/>
              <a:gd name="connsiteX3" fmla="*/ 0 w 4411579"/>
              <a:gd name="connsiteY3" fmla="*/ 9601200 h 9601200"/>
              <a:gd name="connsiteX4" fmla="*/ 0 w 4411579"/>
              <a:gd name="connsiteY4" fmla="*/ 0 h 9601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1579" h="9601200">
                <a:moveTo>
                  <a:pt x="0" y="0"/>
                </a:moveTo>
                <a:lnTo>
                  <a:pt x="1909010" y="4475747"/>
                </a:lnTo>
                <a:lnTo>
                  <a:pt x="4411579" y="9601200"/>
                </a:lnTo>
                <a:lnTo>
                  <a:pt x="0" y="9601200"/>
                </a:lnTo>
                <a:lnTo>
                  <a:pt x="0" y="0"/>
                </a:lnTo>
                <a:close/>
              </a:path>
            </a:pathLst>
          </a:cu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endParaRPr lang="en-US" sz="3200">
              <a:solidFill>
                <a:prstClr val="white"/>
              </a:solidFill>
              <a:latin typeface="Roboto"/>
            </a:endParaRPr>
          </a:p>
        </p:txBody>
      </p:sp>
      <p:sp>
        <p:nvSpPr>
          <p:cNvPr id="6" name="Rectangle 29">
            <a:extLst>
              <a:ext uri="{FF2B5EF4-FFF2-40B4-BE49-F238E27FC236}">
                <a16:creationId xmlns:a16="http://schemas.microsoft.com/office/drawing/2014/main" id="{A31108C3-F34C-8C45-A897-FE6DA9684A4F}"/>
              </a:ext>
            </a:extLst>
          </p:cNvPr>
          <p:cNvSpPr/>
          <p:nvPr userDrawn="1"/>
        </p:nvSpPr>
        <p:spPr>
          <a:xfrm rot="16200000">
            <a:off x="7520913" y="2191499"/>
            <a:ext cx="6857999" cy="2484185"/>
          </a:xfrm>
          <a:custGeom>
            <a:avLst/>
            <a:gdLst>
              <a:gd name="connsiteX0" fmla="*/ 0 w 4411579"/>
              <a:gd name="connsiteY0" fmla="*/ 0 h 9601200"/>
              <a:gd name="connsiteX1" fmla="*/ 4411579 w 4411579"/>
              <a:gd name="connsiteY1" fmla="*/ 0 h 9601200"/>
              <a:gd name="connsiteX2" fmla="*/ 4411579 w 4411579"/>
              <a:gd name="connsiteY2" fmla="*/ 9601200 h 9601200"/>
              <a:gd name="connsiteX3" fmla="*/ 0 w 4411579"/>
              <a:gd name="connsiteY3" fmla="*/ 9601200 h 9601200"/>
              <a:gd name="connsiteX4" fmla="*/ 0 w 4411579"/>
              <a:gd name="connsiteY4" fmla="*/ 0 h 9601200"/>
              <a:gd name="connsiteX0" fmla="*/ 0 w 4411579"/>
              <a:gd name="connsiteY0" fmla="*/ 0 h 9601200"/>
              <a:gd name="connsiteX1" fmla="*/ 1909010 w 4411579"/>
              <a:gd name="connsiteY1" fmla="*/ 4475747 h 9601200"/>
              <a:gd name="connsiteX2" fmla="*/ 4411579 w 4411579"/>
              <a:gd name="connsiteY2" fmla="*/ 9601200 h 9601200"/>
              <a:gd name="connsiteX3" fmla="*/ 0 w 4411579"/>
              <a:gd name="connsiteY3" fmla="*/ 9601200 h 9601200"/>
              <a:gd name="connsiteX4" fmla="*/ 0 w 4411579"/>
              <a:gd name="connsiteY4" fmla="*/ 0 h 9601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1579" h="9601200">
                <a:moveTo>
                  <a:pt x="0" y="0"/>
                </a:moveTo>
                <a:lnTo>
                  <a:pt x="1909010" y="4475747"/>
                </a:lnTo>
                <a:lnTo>
                  <a:pt x="4411579" y="9601200"/>
                </a:lnTo>
                <a:lnTo>
                  <a:pt x="0" y="9601200"/>
                </a:lnTo>
                <a:lnTo>
                  <a:pt x="0" y="0"/>
                </a:lnTo>
                <a:close/>
              </a:path>
            </a:pathLst>
          </a:custGeom>
          <a:solidFill>
            <a:schemeClr val="accent3">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endParaRPr lang="en-US" sz="3200">
              <a:solidFill>
                <a:prstClr val="white"/>
              </a:solidFill>
              <a:latin typeface="Roboto"/>
            </a:endParaRPr>
          </a:p>
        </p:txBody>
      </p:sp>
      <p:sp>
        <p:nvSpPr>
          <p:cNvPr id="8" name="Rectangle 29">
            <a:extLst>
              <a:ext uri="{FF2B5EF4-FFF2-40B4-BE49-F238E27FC236}">
                <a16:creationId xmlns:a16="http://schemas.microsoft.com/office/drawing/2014/main" id="{5ABDBB91-4825-3149-B88C-7BEECA042FB7}"/>
              </a:ext>
            </a:extLst>
          </p:cNvPr>
          <p:cNvSpPr/>
          <p:nvPr userDrawn="1"/>
        </p:nvSpPr>
        <p:spPr>
          <a:xfrm rot="16200000">
            <a:off x="7731228" y="2397225"/>
            <a:ext cx="6858001" cy="2063551"/>
          </a:xfrm>
          <a:custGeom>
            <a:avLst/>
            <a:gdLst>
              <a:gd name="connsiteX0" fmla="*/ 0 w 4411579"/>
              <a:gd name="connsiteY0" fmla="*/ 0 h 9601200"/>
              <a:gd name="connsiteX1" fmla="*/ 4411579 w 4411579"/>
              <a:gd name="connsiteY1" fmla="*/ 0 h 9601200"/>
              <a:gd name="connsiteX2" fmla="*/ 4411579 w 4411579"/>
              <a:gd name="connsiteY2" fmla="*/ 9601200 h 9601200"/>
              <a:gd name="connsiteX3" fmla="*/ 0 w 4411579"/>
              <a:gd name="connsiteY3" fmla="*/ 9601200 h 9601200"/>
              <a:gd name="connsiteX4" fmla="*/ 0 w 4411579"/>
              <a:gd name="connsiteY4" fmla="*/ 0 h 9601200"/>
              <a:gd name="connsiteX0" fmla="*/ 0 w 4411579"/>
              <a:gd name="connsiteY0" fmla="*/ 0 h 9601200"/>
              <a:gd name="connsiteX1" fmla="*/ 1909010 w 4411579"/>
              <a:gd name="connsiteY1" fmla="*/ 4475747 h 9601200"/>
              <a:gd name="connsiteX2" fmla="*/ 4411579 w 4411579"/>
              <a:gd name="connsiteY2" fmla="*/ 9601200 h 9601200"/>
              <a:gd name="connsiteX3" fmla="*/ 0 w 4411579"/>
              <a:gd name="connsiteY3" fmla="*/ 9601200 h 9601200"/>
              <a:gd name="connsiteX4" fmla="*/ 0 w 4411579"/>
              <a:gd name="connsiteY4" fmla="*/ 0 h 9601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1579" h="9601200">
                <a:moveTo>
                  <a:pt x="0" y="0"/>
                </a:moveTo>
                <a:lnTo>
                  <a:pt x="1909010" y="4475747"/>
                </a:lnTo>
                <a:lnTo>
                  <a:pt x="4411579" y="9601200"/>
                </a:lnTo>
                <a:lnTo>
                  <a:pt x="0" y="9601200"/>
                </a:ln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endParaRPr lang="en-US" sz="3200">
              <a:solidFill>
                <a:prstClr val="white"/>
              </a:solidFill>
              <a:latin typeface="Roboto"/>
            </a:endParaRPr>
          </a:p>
        </p:txBody>
      </p:sp>
      <p:sp>
        <p:nvSpPr>
          <p:cNvPr id="7" name="Title 1">
            <a:extLst>
              <a:ext uri="{FF2B5EF4-FFF2-40B4-BE49-F238E27FC236}">
                <a16:creationId xmlns:a16="http://schemas.microsoft.com/office/drawing/2014/main" id="{140AC590-A1D0-F2A3-1F1F-FA23ADC0F42C}"/>
              </a:ext>
            </a:extLst>
          </p:cNvPr>
          <p:cNvSpPr>
            <a:spLocks noGrp="1"/>
          </p:cNvSpPr>
          <p:nvPr>
            <p:ph type="title"/>
          </p:nvPr>
        </p:nvSpPr>
        <p:spPr>
          <a:xfrm>
            <a:off x="525019" y="368300"/>
            <a:ext cx="11151044" cy="900114"/>
          </a:xfrm>
        </p:spPr>
        <p:txBody>
          <a:bodyPr>
            <a:normAutofit/>
          </a:bodyPr>
          <a:lstStyle>
            <a:lvl1pPr>
              <a:defRPr sz="2800"/>
            </a:lvl1pPr>
          </a:lstStyle>
          <a:p>
            <a:r>
              <a:rPr lang="en-US"/>
              <a:t>Click to edit Master title style</a:t>
            </a:r>
          </a:p>
        </p:txBody>
      </p:sp>
      <p:sp>
        <p:nvSpPr>
          <p:cNvPr id="9" name="Content Placeholder 2">
            <a:extLst>
              <a:ext uri="{FF2B5EF4-FFF2-40B4-BE49-F238E27FC236}">
                <a16:creationId xmlns:a16="http://schemas.microsoft.com/office/drawing/2014/main" id="{6DAFB4C4-7DC0-9548-E4FD-02E7BF7EA4DC}"/>
              </a:ext>
            </a:extLst>
          </p:cNvPr>
          <p:cNvSpPr>
            <a:spLocks noGrp="1"/>
          </p:cNvSpPr>
          <p:nvPr>
            <p:ph idx="1"/>
          </p:nvPr>
        </p:nvSpPr>
        <p:spPr>
          <a:xfrm>
            <a:off x="525018" y="1449389"/>
            <a:ext cx="11151033" cy="4500562"/>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131961900"/>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type="obj" preserve="1">
  <p:cSld name="24_Title and Content">
    <p:spTree>
      <p:nvGrpSpPr>
        <p:cNvPr id="1" name=""/>
        <p:cNvGrpSpPr/>
        <p:nvPr/>
      </p:nvGrpSpPr>
      <p:grpSpPr>
        <a:xfrm>
          <a:off x="0" y="0"/>
          <a:ext cx="0" cy="0"/>
          <a:chOff x="0" y="0"/>
          <a:chExt cx="0" cy="0"/>
        </a:xfrm>
      </p:grpSpPr>
      <p:sp>
        <p:nvSpPr>
          <p:cNvPr id="8" name="Rectangle 3">
            <a:extLst>
              <a:ext uri="{FF2B5EF4-FFF2-40B4-BE49-F238E27FC236}">
                <a16:creationId xmlns:a16="http://schemas.microsoft.com/office/drawing/2014/main" id="{6E2B82B2-7313-CACC-3F46-AF2D3AD1FAC3}"/>
              </a:ext>
            </a:extLst>
          </p:cNvPr>
          <p:cNvSpPr/>
          <p:nvPr userDrawn="1"/>
        </p:nvSpPr>
        <p:spPr>
          <a:xfrm>
            <a:off x="10261600" y="-1"/>
            <a:ext cx="1930400" cy="1984375"/>
          </a:xfrm>
          <a:custGeom>
            <a:avLst/>
            <a:gdLst>
              <a:gd name="connsiteX0" fmla="*/ 0 w 1803400"/>
              <a:gd name="connsiteY0" fmla="*/ 0 h 1803400"/>
              <a:gd name="connsiteX1" fmla="*/ 1803400 w 1803400"/>
              <a:gd name="connsiteY1" fmla="*/ 0 h 1803400"/>
              <a:gd name="connsiteX2" fmla="*/ 1803400 w 1803400"/>
              <a:gd name="connsiteY2" fmla="*/ 1803400 h 1803400"/>
              <a:gd name="connsiteX3" fmla="*/ 0 w 1803400"/>
              <a:gd name="connsiteY3" fmla="*/ 1803400 h 1803400"/>
              <a:gd name="connsiteX4" fmla="*/ 0 w 1803400"/>
              <a:gd name="connsiteY4" fmla="*/ 0 h 1803400"/>
              <a:gd name="connsiteX0" fmla="*/ 0 w 1803400"/>
              <a:gd name="connsiteY0" fmla="*/ 0 h 1803400"/>
              <a:gd name="connsiteX1" fmla="*/ 1803400 w 1803400"/>
              <a:gd name="connsiteY1" fmla="*/ 0 h 1803400"/>
              <a:gd name="connsiteX2" fmla="*/ 1803400 w 1803400"/>
              <a:gd name="connsiteY2" fmla="*/ 1803400 h 1803400"/>
              <a:gd name="connsiteX3" fmla="*/ 0 w 1803400"/>
              <a:gd name="connsiteY3" fmla="*/ 0 h 1803400"/>
            </a:gdLst>
            <a:ahLst/>
            <a:cxnLst>
              <a:cxn ang="0">
                <a:pos x="connsiteX0" y="connsiteY0"/>
              </a:cxn>
              <a:cxn ang="0">
                <a:pos x="connsiteX1" y="connsiteY1"/>
              </a:cxn>
              <a:cxn ang="0">
                <a:pos x="connsiteX2" y="connsiteY2"/>
              </a:cxn>
              <a:cxn ang="0">
                <a:pos x="connsiteX3" y="connsiteY3"/>
              </a:cxn>
            </a:cxnLst>
            <a:rect l="l" t="t" r="r" b="b"/>
            <a:pathLst>
              <a:path w="1803400" h="1803400">
                <a:moveTo>
                  <a:pt x="0" y="0"/>
                </a:moveTo>
                <a:lnTo>
                  <a:pt x="1803400" y="0"/>
                </a:lnTo>
                <a:lnTo>
                  <a:pt x="1803400" y="1803400"/>
                </a:lnTo>
                <a:lnTo>
                  <a:pt x="0" y="0"/>
                </a:lnTo>
                <a:close/>
              </a:path>
            </a:pathLst>
          </a:cu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 name="Title 1">
            <a:extLst>
              <a:ext uri="{FF2B5EF4-FFF2-40B4-BE49-F238E27FC236}">
                <a16:creationId xmlns:a16="http://schemas.microsoft.com/office/drawing/2014/main" id="{A1291179-6902-E446-8B91-02FCFB894D9F}"/>
              </a:ext>
            </a:extLst>
          </p:cNvPr>
          <p:cNvSpPr>
            <a:spLocks noGrp="1"/>
          </p:cNvSpPr>
          <p:nvPr>
            <p:ph type="title"/>
          </p:nvPr>
        </p:nvSpPr>
        <p:spPr>
          <a:xfrm>
            <a:off x="525019" y="368300"/>
            <a:ext cx="9863581" cy="900114"/>
          </a:xfrm>
        </p:spPr>
        <p:txBody>
          <a:bodyPr>
            <a:normAutofit/>
          </a:bodyPr>
          <a:lstStyle>
            <a:lvl1pPr>
              <a:defRPr sz="2800"/>
            </a:lvl1pPr>
          </a:lstStyle>
          <a:p>
            <a:r>
              <a:rPr lang="en-US"/>
              <a:t>Click to edit Master title style</a:t>
            </a:r>
          </a:p>
        </p:txBody>
      </p:sp>
      <p:sp>
        <p:nvSpPr>
          <p:cNvPr id="3" name="Content Placeholder 2">
            <a:extLst>
              <a:ext uri="{FF2B5EF4-FFF2-40B4-BE49-F238E27FC236}">
                <a16:creationId xmlns:a16="http://schemas.microsoft.com/office/drawing/2014/main" id="{539103F3-BB36-094B-8F56-34F5177C7F92}"/>
              </a:ext>
            </a:extLst>
          </p:cNvPr>
          <p:cNvSpPr>
            <a:spLocks noGrp="1"/>
          </p:cNvSpPr>
          <p:nvPr>
            <p:ph idx="1"/>
          </p:nvPr>
        </p:nvSpPr>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3">
            <a:extLst>
              <a:ext uri="{FF2B5EF4-FFF2-40B4-BE49-F238E27FC236}">
                <a16:creationId xmlns:a16="http://schemas.microsoft.com/office/drawing/2014/main" id="{6C1160CB-3EDC-5A4B-9028-588350DCACB1}"/>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
        <p:nvSpPr>
          <p:cNvPr id="4" name="Rectangle 3">
            <a:extLst>
              <a:ext uri="{FF2B5EF4-FFF2-40B4-BE49-F238E27FC236}">
                <a16:creationId xmlns:a16="http://schemas.microsoft.com/office/drawing/2014/main" id="{F8E380DB-5D7C-D077-1CD7-69080BB74ADA}"/>
              </a:ext>
            </a:extLst>
          </p:cNvPr>
          <p:cNvSpPr/>
          <p:nvPr userDrawn="1"/>
        </p:nvSpPr>
        <p:spPr>
          <a:xfrm>
            <a:off x="10388600" y="0"/>
            <a:ext cx="1803400" cy="1803400"/>
          </a:xfrm>
          <a:custGeom>
            <a:avLst/>
            <a:gdLst>
              <a:gd name="connsiteX0" fmla="*/ 0 w 1803400"/>
              <a:gd name="connsiteY0" fmla="*/ 0 h 1803400"/>
              <a:gd name="connsiteX1" fmla="*/ 1803400 w 1803400"/>
              <a:gd name="connsiteY1" fmla="*/ 0 h 1803400"/>
              <a:gd name="connsiteX2" fmla="*/ 1803400 w 1803400"/>
              <a:gd name="connsiteY2" fmla="*/ 1803400 h 1803400"/>
              <a:gd name="connsiteX3" fmla="*/ 0 w 1803400"/>
              <a:gd name="connsiteY3" fmla="*/ 1803400 h 1803400"/>
              <a:gd name="connsiteX4" fmla="*/ 0 w 1803400"/>
              <a:gd name="connsiteY4" fmla="*/ 0 h 1803400"/>
              <a:gd name="connsiteX0" fmla="*/ 0 w 1803400"/>
              <a:gd name="connsiteY0" fmla="*/ 0 h 1803400"/>
              <a:gd name="connsiteX1" fmla="*/ 1803400 w 1803400"/>
              <a:gd name="connsiteY1" fmla="*/ 0 h 1803400"/>
              <a:gd name="connsiteX2" fmla="*/ 1803400 w 1803400"/>
              <a:gd name="connsiteY2" fmla="*/ 1803400 h 1803400"/>
              <a:gd name="connsiteX3" fmla="*/ 0 w 1803400"/>
              <a:gd name="connsiteY3" fmla="*/ 0 h 1803400"/>
            </a:gdLst>
            <a:ahLst/>
            <a:cxnLst>
              <a:cxn ang="0">
                <a:pos x="connsiteX0" y="connsiteY0"/>
              </a:cxn>
              <a:cxn ang="0">
                <a:pos x="connsiteX1" y="connsiteY1"/>
              </a:cxn>
              <a:cxn ang="0">
                <a:pos x="connsiteX2" y="connsiteY2"/>
              </a:cxn>
              <a:cxn ang="0">
                <a:pos x="connsiteX3" y="connsiteY3"/>
              </a:cxn>
            </a:cxnLst>
            <a:rect l="l" t="t" r="r" b="b"/>
            <a:pathLst>
              <a:path w="1803400" h="1803400">
                <a:moveTo>
                  <a:pt x="0" y="0"/>
                </a:moveTo>
                <a:lnTo>
                  <a:pt x="1803400" y="0"/>
                </a:lnTo>
                <a:lnTo>
                  <a:pt x="1803400" y="1803400"/>
                </a:lnTo>
                <a:lnTo>
                  <a:pt x="0" y="0"/>
                </a:lnTo>
                <a:close/>
              </a:path>
            </a:pathLst>
          </a:custGeom>
          <a:gradFill>
            <a:gsLst>
              <a:gs pos="40000">
                <a:schemeClr val="accent1"/>
              </a:gs>
              <a:gs pos="100000">
                <a:srgbClr val="EF4136"/>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2474398475"/>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type="obj" preserve="1">
  <p:cSld name="15_Title and Content">
    <p:spTree>
      <p:nvGrpSpPr>
        <p:cNvPr id="1" name=""/>
        <p:cNvGrpSpPr/>
        <p:nvPr/>
      </p:nvGrpSpPr>
      <p:grpSpPr>
        <a:xfrm>
          <a:off x="0" y="0"/>
          <a:ext cx="0" cy="0"/>
          <a:chOff x="0" y="0"/>
          <a:chExt cx="0" cy="0"/>
        </a:xfrm>
      </p:grpSpPr>
      <p:sp>
        <p:nvSpPr>
          <p:cNvPr id="8" name="Rectangle 3">
            <a:extLst>
              <a:ext uri="{FF2B5EF4-FFF2-40B4-BE49-F238E27FC236}">
                <a16:creationId xmlns:a16="http://schemas.microsoft.com/office/drawing/2014/main" id="{6E2B82B2-7313-CACC-3F46-AF2D3AD1FAC3}"/>
              </a:ext>
            </a:extLst>
          </p:cNvPr>
          <p:cNvSpPr/>
          <p:nvPr userDrawn="1"/>
        </p:nvSpPr>
        <p:spPr>
          <a:xfrm>
            <a:off x="10261600" y="-1"/>
            <a:ext cx="1930400" cy="1984375"/>
          </a:xfrm>
          <a:custGeom>
            <a:avLst/>
            <a:gdLst>
              <a:gd name="connsiteX0" fmla="*/ 0 w 1803400"/>
              <a:gd name="connsiteY0" fmla="*/ 0 h 1803400"/>
              <a:gd name="connsiteX1" fmla="*/ 1803400 w 1803400"/>
              <a:gd name="connsiteY1" fmla="*/ 0 h 1803400"/>
              <a:gd name="connsiteX2" fmla="*/ 1803400 w 1803400"/>
              <a:gd name="connsiteY2" fmla="*/ 1803400 h 1803400"/>
              <a:gd name="connsiteX3" fmla="*/ 0 w 1803400"/>
              <a:gd name="connsiteY3" fmla="*/ 1803400 h 1803400"/>
              <a:gd name="connsiteX4" fmla="*/ 0 w 1803400"/>
              <a:gd name="connsiteY4" fmla="*/ 0 h 1803400"/>
              <a:gd name="connsiteX0" fmla="*/ 0 w 1803400"/>
              <a:gd name="connsiteY0" fmla="*/ 0 h 1803400"/>
              <a:gd name="connsiteX1" fmla="*/ 1803400 w 1803400"/>
              <a:gd name="connsiteY1" fmla="*/ 0 h 1803400"/>
              <a:gd name="connsiteX2" fmla="*/ 1803400 w 1803400"/>
              <a:gd name="connsiteY2" fmla="*/ 1803400 h 1803400"/>
              <a:gd name="connsiteX3" fmla="*/ 0 w 1803400"/>
              <a:gd name="connsiteY3" fmla="*/ 0 h 1803400"/>
            </a:gdLst>
            <a:ahLst/>
            <a:cxnLst>
              <a:cxn ang="0">
                <a:pos x="connsiteX0" y="connsiteY0"/>
              </a:cxn>
              <a:cxn ang="0">
                <a:pos x="connsiteX1" y="connsiteY1"/>
              </a:cxn>
              <a:cxn ang="0">
                <a:pos x="connsiteX2" y="connsiteY2"/>
              </a:cxn>
              <a:cxn ang="0">
                <a:pos x="connsiteX3" y="connsiteY3"/>
              </a:cxn>
            </a:cxnLst>
            <a:rect l="l" t="t" r="r" b="b"/>
            <a:pathLst>
              <a:path w="1803400" h="1803400">
                <a:moveTo>
                  <a:pt x="0" y="0"/>
                </a:moveTo>
                <a:lnTo>
                  <a:pt x="1803400" y="0"/>
                </a:lnTo>
                <a:lnTo>
                  <a:pt x="1803400" y="1803400"/>
                </a:lnTo>
                <a:lnTo>
                  <a:pt x="0" y="0"/>
                </a:lnTo>
                <a:close/>
              </a:path>
            </a:pathLst>
          </a:custGeom>
          <a:solidFill>
            <a:schemeClr val="accent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 name="Title 1">
            <a:extLst>
              <a:ext uri="{FF2B5EF4-FFF2-40B4-BE49-F238E27FC236}">
                <a16:creationId xmlns:a16="http://schemas.microsoft.com/office/drawing/2014/main" id="{A1291179-6902-E446-8B91-02FCFB894D9F}"/>
              </a:ext>
            </a:extLst>
          </p:cNvPr>
          <p:cNvSpPr>
            <a:spLocks noGrp="1"/>
          </p:cNvSpPr>
          <p:nvPr>
            <p:ph type="title"/>
          </p:nvPr>
        </p:nvSpPr>
        <p:spPr>
          <a:xfrm>
            <a:off x="525019" y="368300"/>
            <a:ext cx="9863581" cy="900114"/>
          </a:xfrm>
        </p:spPr>
        <p:txBody>
          <a:bodyPr>
            <a:normAutofit/>
          </a:bodyPr>
          <a:lstStyle>
            <a:lvl1pPr>
              <a:defRPr sz="2800"/>
            </a:lvl1pPr>
          </a:lstStyle>
          <a:p>
            <a:r>
              <a:rPr lang="en-US"/>
              <a:t>Click to edit Master title style</a:t>
            </a:r>
          </a:p>
        </p:txBody>
      </p:sp>
      <p:sp>
        <p:nvSpPr>
          <p:cNvPr id="3" name="Content Placeholder 2">
            <a:extLst>
              <a:ext uri="{FF2B5EF4-FFF2-40B4-BE49-F238E27FC236}">
                <a16:creationId xmlns:a16="http://schemas.microsoft.com/office/drawing/2014/main" id="{539103F3-BB36-094B-8F56-34F5177C7F92}"/>
              </a:ext>
            </a:extLst>
          </p:cNvPr>
          <p:cNvSpPr>
            <a:spLocks noGrp="1"/>
          </p:cNvSpPr>
          <p:nvPr>
            <p:ph idx="1"/>
          </p:nvPr>
        </p:nvSpPr>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3">
            <a:extLst>
              <a:ext uri="{FF2B5EF4-FFF2-40B4-BE49-F238E27FC236}">
                <a16:creationId xmlns:a16="http://schemas.microsoft.com/office/drawing/2014/main" id="{6C1160CB-3EDC-5A4B-9028-588350DCACB1}"/>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
        <p:nvSpPr>
          <p:cNvPr id="4" name="Rectangle 3">
            <a:extLst>
              <a:ext uri="{FF2B5EF4-FFF2-40B4-BE49-F238E27FC236}">
                <a16:creationId xmlns:a16="http://schemas.microsoft.com/office/drawing/2014/main" id="{F8E380DB-5D7C-D077-1CD7-69080BB74ADA}"/>
              </a:ext>
            </a:extLst>
          </p:cNvPr>
          <p:cNvSpPr/>
          <p:nvPr userDrawn="1"/>
        </p:nvSpPr>
        <p:spPr>
          <a:xfrm>
            <a:off x="10388600" y="0"/>
            <a:ext cx="1803400" cy="1803400"/>
          </a:xfrm>
          <a:custGeom>
            <a:avLst/>
            <a:gdLst>
              <a:gd name="connsiteX0" fmla="*/ 0 w 1803400"/>
              <a:gd name="connsiteY0" fmla="*/ 0 h 1803400"/>
              <a:gd name="connsiteX1" fmla="*/ 1803400 w 1803400"/>
              <a:gd name="connsiteY1" fmla="*/ 0 h 1803400"/>
              <a:gd name="connsiteX2" fmla="*/ 1803400 w 1803400"/>
              <a:gd name="connsiteY2" fmla="*/ 1803400 h 1803400"/>
              <a:gd name="connsiteX3" fmla="*/ 0 w 1803400"/>
              <a:gd name="connsiteY3" fmla="*/ 1803400 h 1803400"/>
              <a:gd name="connsiteX4" fmla="*/ 0 w 1803400"/>
              <a:gd name="connsiteY4" fmla="*/ 0 h 1803400"/>
              <a:gd name="connsiteX0" fmla="*/ 0 w 1803400"/>
              <a:gd name="connsiteY0" fmla="*/ 0 h 1803400"/>
              <a:gd name="connsiteX1" fmla="*/ 1803400 w 1803400"/>
              <a:gd name="connsiteY1" fmla="*/ 0 h 1803400"/>
              <a:gd name="connsiteX2" fmla="*/ 1803400 w 1803400"/>
              <a:gd name="connsiteY2" fmla="*/ 1803400 h 1803400"/>
              <a:gd name="connsiteX3" fmla="*/ 0 w 1803400"/>
              <a:gd name="connsiteY3" fmla="*/ 0 h 1803400"/>
            </a:gdLst>
            <a:ahLst/>
            <a:cxnLst>
              <a:cxn ang="0">
                <a:pos x="connsiteX0" y="connsiteY0"/>
              </a:cxn>
              <a:cxn ang="0">
                <a:pos x="connsiteX1" y="connsiteY1"/>
              </a:cxn>
              <a:cxn ang="0">
                <a:pos x="connsiteX2" y="connsiteY2"/>
              </a:cxn>
              <a:cxn ang="0">
                <a:pos x="connsiteX3" y="connsiteY3"/>
              </a:cxn>
            </a:cxnLst>
            <a:rect l="l" t="t" r="r" b="b"/>
            <a:pathLst>
              <a:path w="1803400" h="1803400">
                <a:moveTo>
                  <a:pt x="0" y="0"/>
                </a:moveTo>
                <a:lnTo>
                  <a:pt x="1803400" y="0"/>
                </a:lnTo>
                <a:lnTo>
                  <a:pt x="1803400" y="1803400"/>
                </a:lnTo>
                <a:lnTo>
                  <a:pt x="0" y="0"/>
                </a:lnTo>
                <a:close/>
              </a:path>
            </a:pathLst>
          </a:custGeom>
          <a:gradFill>
            <a:gsLst>
              <a:gs pos="40000">
                <a:schemeClr val="accent2"/>
              </a:gs>
              <a:gs pos="100000">
                <a:schemeClr val="accent2">
                  <a:lumMod val="75000"/>
                </a:scheme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3788931513"/>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type="obj" preserve="1">
  <p:cSld name="25_Title and Content">
    <p:spTree>
      <p:nvGrpSpPr>
        <p:cNvPr id="1" name=""/>
        <p:cNvGrpSpPr/>
        <p:nvPr/>
      </p:nvGrpSpPr>
      <p:grpSpPr>
        <a:xfrm>
          <a:off x="0" y="0"/>
          <a:ext cx="0" cy="0"/>
          <a:chOff x="0" y="0"/>
          <a:chExt cx="0" cy="0"/>
        </a:xfrm>
      </p:grpSpPr>
      <p:sp>
        <p:nvSpPr>
          <p:cNvPr id="8" name="Rectangle 3">
            <a:extLst>
              <a:ext uri="{FF2B5EF4-FFF2-40B4-BE49-F238E27FC236}">
                <a16:creationId xmlns:a16="http://schemas.microsoft.com/office/drawing/2014/main" id="{6E2B82B2-7313-CACC-3F46-AF2D3AD1FAC3}"/>
              </a:ext>
            </a:extLst>
          </p:cNvPr>
          <p:cNvSpPr/>
          <p:nvPr userDrawn="1"/>
        </p:nvSpPr>
        <p:spPr>
          <a:xfrm>
            <a:off x="10261600" y="-1"/>
            <a:ext cx="1930400" cy="1984375"/>
          </a:xfrm>
          <a:custGeom>
            <a:avLst/>
            <a:gdLst>
              <a:gd name="connsiteX0" fmla="*/ 0 w 1803400"/>
              <a:gd name="connsiteY0" fmla="*/ 0 h 1803400"/>
              <a:gd name="connsiteX1" fmla="*/ 1803400 w 1803400"/>
              <a:gd name="connsiteY1" fmla="*/ 0 h 1803400"/>
              <a:gd name="connsiteX2" fmla="*/ 1803400 w 1803400"/>
              <a:gd name="connsiteY2" fmla="*/ 1803400 h 1803400"/>
              <a:gd name="connsiteX3" fmla="*/ 0 w 1803400"/>
              <a:gd name="connsiteY3" fmla="*/ 1803400 h 1803400"/>
              <a:gd name="connsiteX4" fmla="*/ 0 w 1803400"/>
              <a:gd name="connsiteY4" fmla="*/ 0 h 1803400"/>
              <a:gd name="connsiteX0" fmla="*/ 0 w 1803400"/>
              <a:gd name="connsiteY0" fmla="*/ 0 h 1803400"/>
              <a:gd name="connsiteX1" fmla="*/ 1803400 w 1803400"/>
              <a:gd name="connsiteY1" fmla="*/ 0 h 1803400"/>
              <a:gd name="connsiteX2" fmla="*/ 1803400 w 1803400"/>
              <a:gd name="connsiteY2" fmla="*/ 1803400 h 1803400"/>
              <a:gd name="connsiteX3" fmla="*/ 0 w 1803400"/>
              <a:gd name="connsiteY3" fmla="*/ 0 h 1803400"/>
            </a:gdLst>
            <a:ahLst/>
            <a:cxnLst>
              <a:cxn ang="0">
                <a:pos x="connsiteX0" y="connsiteY0"/>
              </a:cxn>
              <a:cxn ang="0">
                <a:pos x="connsiteX1" y="connsiteY1"/>
              </a:cxn>
              <a:cxn ang="0">
                <a:pos x="connsiteX2" y="connsiteY2"/>
              </a:cxn>
              <a:cxn ang="0">
                <a:pos x="connsiteX3" y="connsiteY3"/>
              </a:cxn>
            </a:cxnLst>
            <a:rect l="l" t="t" r="r" b="b"/>
            <a:pathLst>
              <a:path w="1803400" h="1803400">
                <a:moveTo>
                  <a:pt x="0" y="0"/>
                </a:moveTo>
                <a:lnTo>
                  <a:pt x="1803400" y="0"/>
                </a:lnTo>
                <a:lnTo>
                  <a:pt x="1803400" y="1803400"/>
                </a:lnTo>
                <a:lnTo>
                  <a:pt x="0" y="0"/>
                </a:lnTo>
                <a:close/>
              </a:path>
            </a:pathLst>
          </a:cu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 name="Title 1">
            <a:extLst>
              <a:ext uri="{FF2B5EF4-FFF2-40B4-BE49-F238E27FC236}">
                <a16:creationId xmlns:a16="http://schemas.microsoft.com/office/drawing/2014/main" id="{A1291179-6902-E446-8B91-02FCFB894D9F}"/>
              </a:ext>
            </a:extLst>
          </p:cNvPr>
          <p:cNvSpPr>
            <a:spLocks noGrp="1"/>
          </p:cNvSpPr>
          <p:nvPr>
            <p:ph type="title"/>
          </p:nvPr>
        </p:nvSpPr>
        <p:spPr>
          <a:xfrm>
            <a:off x="525019" y="368300"/>
            <a:ext cx="9863581" cy="900114"/>
          </a:xfrm>
        </p:spPr>
        <p:txBody>
          <a:bodyPr>
            <a:normAutofit/>
          </a:bodyPr>
          <a:lstStyle>
            <a:lvl1pPr>
              <a:defRPr sz="2800"/>
            </a:lvl1pPr>
          </a:lstStyle>
          <a:p>
            <a:r>
              <a:rPr lang="en-US"/>
              <a:t>Click to edit Master title style</a:t>
            </a:r>
          </a:p>
        </p:txBody>
      </p:sp>
      <p:sp>
        <p:nvSpPr>
          <p:cNvPr id="3" name="Content Placeholder 2">
            <a:extLst>
              <a:ext uri="{FF2B5EF4-FFF2-40B4-BE49-F238E27FC236}">
                <a16:creationId xmlns:a16="http://schemas.microsoft.com/office/drawing/2014/main" id="{539103F3-BB36-094B-8F56-34F5177C7F92}"/>
              </a:ext>
            </a:extLst>
          </p:cNvPr>
          <p:cNvSpPr>
            <a:spLocks noGrp="1"/>
          </p:cNvSpPr>
          <p:nvPr>
            <p:ph idx="1"/>
          </p:nvPr>
        </p:nvSpPr>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3">
            <a:extLst>
              <a:ext uri="{FF2B5EF4-FFF2-40B4-BE49-F238E27FC236}">
                <a16:creationId xmlns:a16="http://schemas.microsoft.com/office/drawing/2014/main" id="{6C1160CB-3EDC-5A4B-9028-588350DCACB1}"/>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
        <p:nvSpPr>
          <p:cNvPr id="4" name="Rectangle 3">
            <a:extLst>
              <a:ext uri="{FF2B5EF4-FFF2-40B4-BE49-F238E27FC236}">
                <a16:creationId xmlns:a16="http://schemas.microsoft.com/office/drawing/2014/main" id="{F8E380DB-5D7C-D077-1CD7-69080BB74ADA}"/>
              </a:ext>
            </a:extLst>
          </p:cNvPr>
          <p:cNvSpPr/>
          <p:nvPr userDrawn="1"/>
        </p:nvSpPr>
        <p:spPr>
          <a:xfrm>
            <a:off x="10388600" y="0"/>
            <a:ext cx="1803400" cy="1803400"/>
          </a:xfrm>
          <a:custGeom>
            <a:avLst/>
            <a:gdLst>
              <a:gd name="connsiteX0" fmla="*/ 0 w 1803400"/>
              <a:gd name="connsiteY0" fmla="*/ 0 h 1803400"/>
              <a:gd name="connsiteX1" fmla="*/ 1803400 w 1803400"/>
              <a:gd name="connsiteY1" fmla="*/ 0 h 1803400"/>
              <a:gd name="connsiteX2" fmla="*/ 1803400 w 1803400"/>
              <a:gd name="connsiteY2" fmla="*/ 1803400 h 1803400"/>
              <a:gd name="connsiteX3" fmla="*/ 0 w 1803400"/>
              <a:gd name="connsiteY3" fmla="*/ 1803400 h 1803400"/>
              <a:gd name="connsiteX4" fmla="*/ 0 w 1803400"/>
              <a:gd name="connsiteY4" fmla="*/ 0 h 1803400"/>
              <a:gd name="connsiteX0" fmla="*/ 0 w 1803400"/>
              <a:gd name="connsiteY0" fmla="*/ 0 h 1803400"/>
              <a:gd name="connsiteX1" fmla="*/ 1803400 w 1803400"/>
              <a:gd name="connsiteY1" fmla="*/ 0 h 1803400"/>
              <a:gd name="connsiteX2" fmla="*/ 1803400 w 1803400"/>
              <a:gd name="connsiteY2" fmla="*/ 1803400 h 1803400"/>
              <a:gd name="connsiteX3" fmla="*/ 0 w 1803400"/>
              <a:gd name="connsiteY3" fmla="*/ 0 h 1803400"/>
            </a:gdLst>
            <a:ahLst/>
            <a:cxnLst>
              <a:cxn ang="0">
                <a:pos x="connsiteX0" y="connsiteY0"/>
              </a:cxn>
              <a:cxn ang="0">
                <a:pos x="connsiteX1" y="connsiteY1"/>
              </a:cxn>
              <a:cxn ang="0">
                <a:pos x="connsiteX2" y="connsiteY2"/>
              </a:cxn>
              <a:cxn ang="0">
                <a:pos x="connsiteX3" y="connsiteY3"/>
              </a:cxn>
            </a:cxnLst>
            <a:rect l="l" t="t" r="r" b="b"/>
            <a:pathLst>
              <a:path w="1803400" h="1803400">
                <a:moveTo>
                  <a:pt x="0" y="0"/>
                </a:moveTo>
                <a:lnTo>
                  <a:pt x="1803400" y="0"/>
                </a:lnTo>
                <a:lnTo>
                  <a:pt x="1803400" y="1803400"/>
                </a:lnTo>
                <a:lnTo>
                  <a:pt x="0" y="0"/>
                </a:lnTo>
                <a:close/>
              </a:path>
            </a:pathLst>
          </a:custGeom>
          <a:gradFill>
            <a:gsLst>
              <a:gs pos="40000">
                <a:schemeClr val="accent3"/>
              </a:gs>
              <a:gs pos="100000">
                <a:srgbClr val="1B75BC"/>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2608148754"/>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userDrawn="1">
  <p:cSld name="16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291179-6902-E446-8B91-02FCFB894D9F}"/>
              </a:ext>
            </a:extLst>
          </p:cNvPr>
          <p:cNvSpPr>
            <a:spLocks noGrp="1"/>
          </p:cNvSpPr>
          <p:nvPr>
            <p:ph type="title"/>
          </p:nvPr>
        </p:nvSpPr>
        <p:spPr/>
        <p:txBody>
          <a:bodyPr>
            <a:normAutofit/>
          </a:bodyPr>
          <a:lstStyle>
            <a:lvl1pPr>
              <a:defRPr sz="2800"/>
            </a:lvl1pPr>
          </a:lstStyle>
          <a:p>
            <a:r>
              <a:rPr lang="en-US"/>
              <a:t>Click to edit Master title style</a:t>
            </a:r>
          </a:p>
        </p:txBody>
      </p:sp>
      <p:grpSp>
        <p:nvGrpSpPr>
          <p:cNvPr id="15" name="Group 14">
            <a:extLst>
              <a:ext uri="{FF2B5EF4-FFF2-40B4-BE49-F238E27FC236}">
                <a16:creationId xmlns:a16="http://schemas.microsoft.com/office/drawing/2014/main" id="{83460EAF-4649-FF95-874E-A0109DF57C9B}"/>
              </a:ext>
            </a:extLst>
          </p:cNvPr>
          <p:cNvGrpSpPr/>
          <p:nvPr userDrawn="1"/>
        </p:nvGrpSpPr>
        <p:grpSpPr>
          <a:xfrm>
            <a:off x="-14763" y="4808928"/>
            <a:ext cx="7482363" cy="2067930"/>
            <a:chOff x="-14763" y="3909367"/>
            <a:chExt cx="10737232" cy="2967491"/>
          </a:xfrm>
        </p:grpSpPr>
        <p:sp>
          <p:nvSpPr>
            <p:cNvPr id="16" name="Rectangle 1">
              <a:extLst>
                <a:ext uri="{FF2B5EF4-FFF2-40B4-BE49-F238E27FC236}">
                  <a16:creationId xmlns:a16="http://schemas.microsoft.com/office/drawing/2014/main" id="{F10C9F18-66F6-E79A-6E06-65FA6FBC8669}"/>
                </a:ext>
              </a:extLst>
            </p:cNvPr>
            <p:cNvSpPr/>
            <p:nvPr userDrawn="1"/>
          </p:nvSpPr>
          <p:spPr>
            <a:xfrm>
              <a:off x="-14763" y="3909367"/>
              <a:ext cx="3570795" cy="1243814"/>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3570795"/>
                <a:gd name="connsiteY0" fmla="*/ 257273 h 1243814"/>
                <a:gd name="connsiteX1" fmla="*/ 3570795 w 3570795"/>
                <a:gd name="connsiteY1" fmla="*/ 0 h 1243814"/>
                <a:gd name="connsiteX2" fmla="*/ 0 w 3570795"/>
                <a:gd name="connsiteY2" fmla="*/ 1243814 h 1243814"/>
                <a:gd name="connsiteX3" fmla="*/ 0 w 3570795"/>
                <a:gd name="connsiteY3" fmla="*/ 257273 h 1243814"/>
              </a:gdLst>
              <a:ahLst/>
              <a:cxnLst>
                <a:cxn ang="0">
                  <a:pos x="connsiteX0" y="connsiteY0"/>
                </a:cxn>
                <a:cxn ang="0">
                  <a:pos x="connsiteX1" y="connsiteY1"/>
                </a:cxn>
                <a:cxn ang="0">
                  <a:pos x="connsiteX2" y="connsiteY2"/>
                </a:cxn>
                <a:cxn ang="0">
                  <a:pos x="connsiteX3" y="connsiteY3"/>
                </a:cxn>
              </a:cxnLst>
              <a:rect l="l" t="t" r="r" b="b"/>
              <a:pathLst>
                <a:path w="3570795" h="1243814">
                  <a:moveTo>
                    <a:pt x="0" y="257273"/>
                  </a:moveTo>
                  <a:lnTo>
                    <a:pt x="3570795" y="0"/>
                  </a:lnTo>
                  <a:lnTo>
                    <a:pt x="0" y="1243814"/>
                  </a:lnTo>
                  <a:lnTo>
                    <a:pt x="0" y="257273"/>
                  </a:lnTo>
                  <a:close/>
                </a:path>
              </a:pathLst>
            </a:custGeom>
            <a:gradFill>
              <a:gsLst>
                <a:gs pos="45000">
                  <a:schemeClr val="accent1"/>
                </a:gs>
                <a:gs pos="100000">
                  <a:srgbClr val="EF4136"/>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7" name="Rectangle 1">
              <a:extLst>
                <a:ext uri="{FF2B5EF4-FFF2-40B4-BE49-F238E27FC236}">
                  <a16:creationId xmlns:a16="http://schemas.microsoft.com/office/drawing/2014/main" id="{03C9B154-C639-CDB7-2E12-E66ED22D2081}"/>
                </a:ext>
              </a:extLst>
            </p:cNvPr>
            <p:cNvSpPr/>
            <p:nvPr userDrawn="1"/>
          </p:nvSpPr>
          <p:spPr>
            <a:xfrm>
              <a:off x="0" y="3928225"/>
              <a:ext cx="3638746" cy="2924695"/>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606800"/>
                <a:gd name="connsiteY0" fmla="*/ 1244600 h 2146300"/>
                <a:gd name="connsiteX1" fmla="*/ 3606800 w 3606800"/>
                <a:gd name="connsiteY1" fmla="*/ 0 h 2146300"/>
                <a:gd name="connsiteX2" fmla="*/ 0 w 3606800"/>
                <a:gd name="connsiteY2" fmla="*/ 2146300 h 2146300"/>
                <a:gd name="connsiteX3" fmla="*/ 0 w 3606800"/>
                <a:gd name="connsiteY3" fmla="*/ 1244600 h 2146300"/>
                <a:gd name="connsiteX0" fmla="*/ 0 w 3606800"/>
                <a:gd name="connsiteY0" fmla="*/ 1244600 h 2857500"/>
                <a:gd name="connsiteX1" fmla="*/ 3606800 w 3606800"/>
                <a:gd name="connsiteY1" fmla="*/ 0 h 2857500"/>
                <a:gd name="connsiteX2" fmla="*/ 1727200 w 3606800"/>
                <a:gd name="connsiteY2" fmla="*/ 2857500 h 2857500"/>
                <a:gd name="connsiteX3" fmla="*/ 0 w 3606800"/>
                <a:gd name="connsiteY3" fmla="*/ 1244600 h 2857500"/>
                <a:gd name="connsiteX0" fmla="*/ 0 w 3606800"/>
                <a:gd name="connsiteY0" fmla="*/ 1244600 h 2902271"/>
                <a:gd name="connsiteX1" fmla="*/ 3606800 w 3606800"/>
                <a:gd name="connsiteY1" fmla="*/ 0 h 2902271"/>
                <a:gd name="connsiteX2" fmla="*/ 1727200 w 3606800"/>
                <a:gd name="connsiteY2" fmla="*/ 2857500 h 2902271"/>
                <a:gd name="connsiteX3" fmla="*/ 12700 w 3606800"/>
                <a:gd name="connsiteY3" fmla="*/ 2819400 h 2902271"/>
                <a:gd name="connsiteX4" fmla="*/ 0 w 3606800"/>
                <a:gd name="connsiteY4" fmla="*/ 1244600 h 2902271"/>
                <a:gd name="connsiteX0" fmla="*/ 0 w 3606800"/>
                <a:gd name="connsiteY0" fmla="*/ 1244600 h 2857500"/>
                <a:gd name="connsiteX1" fmla="*/ 3606800 w 3606800"/>
                <a:gd name="connsiteY1" fmla="*/ 0 h 2857500"/>
                <a:gd name="connsiteX2" fmla="*/ 1727200 w 3606800"/>
                <a:gd name="connsiteY2" fmla="*/ 2857500 h 2857500"/>
                <a:gd name="connsiteX3" fmla="*/ 12700 w 3606800"/>
                <a:gd name="connsiteY3" fmla="*/ 2819400 h 2857500"/>
                <a:gd name="connsiteX4" fmla="*/ 0 w 3606800"/>
                <a:gd name="connsiteY4" fmla="*/ 1244600 h 2857500"/>
                <a:gd name="connsiteX0" fmla="*/ 0 w 3606800"/>
                <a:gd name="connsiteY0" fmla="*/ 1244600 h 2866612"/>
                <a:gd name="connsiteX1" fmla="*/ 3606800 w 3606800"/>
                <a:gd name="connsiteY1" fmla="*/ 0 h 2866612"/>
                <a:gd name="connsiteX2" fmla="*/ 1727200 w 3606800"/>
                <a:gd name="connsiteY2" fmla="*/ 2857500 h 2866612"/>
                <a:gd name="connsiteX3" fmla="*/ 12700 w 3606800"/>
                <a:gd name="connsiteY3" fmla="*/ 2819400 h 2866612"/>
                <a:gd name="connsiteX4" fmla="*/ 0 w 3606800"/>
                <a:gd name="connsiteY4" fmla="*/ 1244600 h 2866612"/>
                <a:gd name="connsiteX0" fmla="*/ 0 w 3606800"/>
                <a:gd name="connsiteY0" fmla="*/ 1244600 h 2857500"/>
                <a:gd name="connsiteX1" fmla="*/ 3606800 w 3606800"/>
                <a:gd name="connsiteY1" fmla="*/ 0 h 2857500"/>
                <a:gd name="connsiteX2" fmla="*/ 1727200 w 3606800"/>
                <a:gd name="connsiteY2" fmla="*/ 2857500 h 2857500"/>
                <a:gd name="connsiteX3" fmla="*/ 12700 w 3606800"/>
                <a:gd name="connsiteY3" fmla="*/ 2819400 h 2857500"/>
                <a:gd name="connsiteX4" fmla="*/ 0 w 3606800"/>
                <a:gd name="connsiteY4" fmla="*/ 1244600 h 2857500"/>
                <a:gd name="connsiteX0" fmla="*/ 0 w 3606800"/>
                <a:gd name="connsiteY0" fmla="*/ 1244600 h 2857500"/>
                <a:gd name="connsiteX1" fmla="*/ 3606800 w 3606800"/>
                <a:gd name="connsiteY1" fmla="*/ 0 h 2857500"/>
                <a:gd name="connsiteX2" fmla="*/ 1727200 w 3606800"/>
                <a:gd name="connsiteY2" fmla="*/ 2857500 h 2857500"/>
                <a:gd name="connsiteX3" fmla="*/ 12700 w 3606800"/>
                <a:gd name="connsiteY3" fmla="*/ 2819400 h 2857500"/>
                <a:gd name="connsiteX4" fmla="*/ 0 w 3606800"/>
                <a:gd name="connsiteY4" fmla="*/ 1244600 h 2857500"/>
                <a:gd name="connsiteX0" fmla="*/ 0 w 3606800"/>
                <a:gd name="connsiteY0" fmla="*/ 1244600 h 2881832"/>
                <a:gd name="connsiteX1" fmla="*/ 3606800 w 3606800"/>
                <a:gd name="connsiteY1" fmla="*/ 0 h 2881832"/>
                <a:gd name="connsiteX2" fmla="*/ 1727200 w 3606800"/>
                <a:gd name="connsiteY2" fmla="*/ 2857500 h 2881832"/>
                <a:gd name="connsiteX3" fmla="*/ 5080 w 3606800"/>
                <a:gd name="connsiteY3" fmla="*/ 2865120 h 2881832"/>
                <a:gd name="connsiteX4" fmla="*/ 0 w 3606800"/>
                <a:gd name="connsiteY4" fmla="*/ 1244600 h 2881832"/>
                <a:gd name="connsiteX0" fmla="*/ 0 w 3606800"/>
                <a:gd name="connsiteY0" fmla="*/ 1244600 h 2865120"/>
                <a:gd name="connsiteX1" fmla="*/ 3606800 w 3606800"/>
                <a:gd name="connsiteY1" fmla="*/ 0 h 2865120"/>
                <a:gd name="connsiteX2" fmla="*/ 1727200 w 3606800"/>
                <a:gd name="connsiteY2" fmla="*/ 2857500 h 2865120"/>
                <a:gd name="connsiteX3" fmla="*/ 5080 w 3606800"/>
                <a:gd name="connsiteY3" fmla="*/ 2865120 h 2865120"/>
                <a:gd name="connsiteX4" fmla="*/ 0 w 3606800"/>
                <a:gd name="connsiteY4" fmla="*/ 1244600 h 2865120"/>
                <a:gd name="connsiteX0" fmla="*/ 0 w 3606800"/>
                <a:gd name="connsiteY0" fmla="*/ 1244600 h 2865120"/>
                <a:gd name="connsiteX1" fmla="*/ 3606800 w 3606800"/>
                <a:gd name="connsiteY1" fmla="*/ 0 h 2865120"/>
                <a:gd name="connsiteX2" fmla="*/ 1727200 w 3606800"/>
                <a:gd name="connsiteY2" fmla="*/ 2857500 h 2865120"/>
                <a:gd name="connsiteX3" fmla="*/ 5080 w 3606800"/>
                <a:gd name="connsiteY3" fmla="*/ 2865120 h 2865120"/>
                <a:gd name="connsiteX4" fmla="*/ 0 w 3606800"/>
                <a:gd name="connsiteY4" fmla="*/ 1244600 h 28651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06800" h="2865120">
                  <a:moveTo>
                    <a:pt x="0" y="1244600"/>
                  </a:moveTo>
                  <a:lnTo>
                    <a:pt x="3606800" y="0"/>
                  </a:lnTo>
                  <a:lnTo>
                    <a:pt x="1727200" y="2857500"/>
                  </a:lnTo>
                  <a:lnTo>
                    <a:pt x="5080" y="2865120"/>
                  </a:lnTo>
                  <a:cubicBezTo>
                    <a:pt x="3387" y="2324947"/>
                    <a:pt x="1693" y="1784773"/>
                    <a:pt x="0" y="1244600"/>
                  </a:cubicBezTo>
                  <a:close/>
                </a:path>
              </a:pathLst>
            </a:custGeom>
            <a:gradFill>
              <a:gsLst>
                <a:gs pos="45000">
                  <a:schemeClr val="accent1"/>
                </a:gs>
                <a:gs pos="100000">
                  <a:schemeClr val="accent1">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8" name="Rectangle 1">
              <a:extLst>
                <a:ext uri="{FF2B5EF4-FFF2-40B4-BE49-F238E27FC236}">
                  <a16:creationId xmlns:a16="http://schemas.microsoft.com/office/drawing/2014/main" id="{000905DE-A103-D404-B98D-ABB24F02A543}"/>
                </a:ext>
              </a:extLst>
            </p:cNvPr>
            <p:cNvSpPr/>
            <p:nvPr userDrawn="1"/>
          </p:nvSpPr>
          <p:spPr>
            <a:xfrm rot="16200000">
              <a:off x="1383972" y="4338949"/>
              <a:ext cx="2948633" cy="2127185"/>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2835504"/>
                <a:gd name="connsiteY0" fmla="*/ 0 h 1750636"/>
                <a:gd name="connsiteX1" fmla="*/ 2835504 w 2835504"/>
                <a:gd name="connsiteY1" fmla="*/ 1750636 h 1750636"/>
                <a:gd name="connsiteX2" fmla="*/ 0 w 2835504"/>
                <a:gd name="connsiteY2" fmla="*/ 901700 h 1750636"/>
                <a:gd name="connsiteX3" fmla="*/ 0 w 2835504"/>
                <a:gd name="connsiteY3" fmla="*/ 0 h 1750636"/>
                <a:gd name="connsiteX0" fmla="*/ 0 w 2835504"/>
                <a:gd name="connsiteY0" fmla="*/ 0 h 1750636"/>
                <a:gd name="connsiteX1" fmla="*/ 2835504 w 2835504"/>
                <a:gd name="connsiteY1" fmla="*/ 1750636 h 1750636"/>
                <a:gd name="connsiteX2" fmla="*/ 0 w 2835504"/>
                <a:gd name="connsiteY2" fmla="*/ 1684125 h 1750636"/>
                <a:gd name="connsiteX3" fmla="*/ 0 w 2835504"/>
                <a:gd name="connsiteY3" fmla="*/ 0 h 1750636"/>
                <a:gd name="connsiteX0" fmla="*/ 0 w 2835504"/>
                <a:gd name="connsiteY0" fmla="*/ 0 h 1873184"/>
                <a:gd name="connsiteX1" fmla="*/ 2835504 w 2835504"/>
                <a:gd name="connsiteY1" fmla="*/ 1873184 h 1873184"/>
                <a:gd name="connsiteX2" fmla="*/ 0 w 2835504"/>
                <a:gd name="connsiteY2" fmla="*/ 1806673 h 1873184"/>
                <a:gd name="connsiteX3" fmla="*/ 0 w 2835504"/>
                <a:gd name="connsiteY3" fmla="*/ 0 h 1873184"/>
                <a:gd name="connsiteX0" fmla="*/ 0 w 2863785"/>
                <a:gd name="connsiteY0" fmla="*/ 0 h 1863758"/>
                <a:gd name="connsiteX1" fmla="*/ 2863785 w 2863785"/>
                <a:gd name="connsiteY1" fmla="*/ 1863758 h 1863758"/>
                <a:gd name="connsiteX2" fmla="*/ 0 w 2863785"/>
                <a:gd name="connsiteY2" fmla="*/ 1806673 h 1863758"/>
                <a:gd name="connsiteX3" fmla="*/ 0 w 2863785"/>
                <a:gd name="connsiteY3" fmla="*/ 0 h 1863758"/>
                <a:gd name="connsiteX0" fmla="*/ 0 w 2863787"/>
                <a:gd name="connsiteY0" fmla="*/ 0 h 1835480"/>
                <a:gd name="connsiteX1" fmla="*/ 2863787 w 2863787"/>
                <a:gd name="connsiteY1" fmla="*/ 1835480 h 1835480"/>
                <a:gd name="connsiteX2" fmla="*/ 0 w 2863787"/>
                <a:gd name="connsiteY2" fmla="*/ 1806673 h 1835480"/>
                <a:gd name="connsiteX3" fmla="*/ 0 w 2863787"/>
                <a:gd name="connsiteY3" fmla="*/ 0 h 1835480"/>
                <a:gd name="connsiteX0" fmla="*/ 18857 w 2882644"/>
                <a:gd name="connsiteY0" fmla="*/ 0 h 2051772"/>
                <a:gd name="connsiteX1" fmla="*/ 2882644 w 2882644"/>
                <a:gd name="connsiteY1" fmla="*/ 1835480 h 2051772"/>
                <a:gd name="connsiteX2" fmla="*/ 0 w 2882644"/>
                <a:gd name="connsiteY2" fmla="*/ 2051772 h 2051772"/>
                <a:gd name="connsiteX3" fmla="*/ 18857 w 2882644"/>
                <a:gd name="connsiteY3" fmla="*/ 0 h 2051772"/>
                <a:gd name="connsiteX0" fmla="*/ 18857 w 2882644"/>
                <a:gd name="connsiteY0" fmla="*/ 0 h 2127185"/>
                <a:gd name="connsiteX1" fmla="*/ 2882644 w 2882644"/>
                <a:gd name="connsiteY1" fmla="*/ 1910893 h 2127185"/>
                <a:gd name="connsiteX2" fmla="*/ 0 w 2882644"/>
                <a:gd name="connsiteY2" fmla="*/ 2127185 h 2127185"/>
                <a:gd name="connsiteX3" fmla="*/ 18857 w 2882644"/>
                <a:gd name="connsiteY3" fmla="*/ 0 h 2127185"/>
              </a:gdLst>
              <a:ahLst/>
              <a:cxnLst>
                <a:cxn ang="0">
                  <a:pos x="connsiteX0" y="connsiteY0"/>
                </a:cxn>
                <a:cxn ang="0">
                  <a:pos x="connsiteX1" y="connsiteY1"/>
                </a:cxn>
                <a:cxn ang="0">
                  <a:pos x="connsiteX2" y="connsiteY2"/>
                </a:cxn>
                <a:cxn ang="0">
                  <a:pos x="connsiteX3" y="connsiteY3"/>
                </a:cxn>
              </a:cxnLst>
              <a:rect l="l" t="t" r="r" b="b"/>
              <a:pathLst>
                <a:path w="2882644" h="2127185">
                  <a:moveTo>
                    <a:pt x="18857" y="0"/>
                  </a:moveTo>
                  <a:lnTo>
                    <a:pt x="2882644" y="1910893"/>
                  </a:lnTo>
                  <a:lnTo>
                    <a:pt x="0" y="2127185"/>
                  </a:lnTo>
                  <a:lnTo>
                    <a:pt x="18857" y="0"/>
                  </a:lnTo>
                  <a:close/>
                </a:path>
              </a:pathLst>
            </a:custGeom>
            <a:gradFill>
              <a:gsLst>
                <a:gs pos="45000">
                  <a:schemeClr val="accent1"/>
                </a:gs>
                <a:gs pos="0">
                  <a:schemeClr val="accent1">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9" name="Rectangle 1">
              <a:extLst>
                <a:ext uri="{FF2B5EF4-FFF2-40B4-BE49-F238E27FC236}">
                  <a16:creationId xmlns:a16="http://schemas.microsoft.com/office/drawing/2014/main" id="{04B3BAE2-1CF0-CD26-7ADD-CD6A1BB9F72B}"/>
                </a:ext>
              </a:extLst>
            </p:cNvPr>
            <p:cNvSpPr/>
            <p:nvPr userDrawn="1"/>
          </p:nvSpPr>
          <p:spPr>
            <a:xfrm rot="16200000">
              <a:off x="4075788" y="3616875"/>
              <a:ext cx="2930683" cy="3572238"/>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2835504"/>
                <a:gd name="connsiteY0" fmla="*/ 0 h 1750636"/>
                <a:gd name="connsiteX1" fmla="*/ 2835504 w 2835504"/>
                <a:gd name="connsiteY1" fmla="*/ 1750636 h 1750636"/>
                <a:gd name="connsiteX2" fmla="*/ 0 w 2835504"/>
                <a:gd name="connsiteY2" fmla="*/ 901700 h 1750636"/>
                <a:gd name="connsiteX3" fmla="*/ 0 w 2835504"/>
                <a:gd name="connsiteY3" fmla="*/ 0 h 1750636"/>
                <a:gd name="connsiteX0" fmla="*/ 0 w 2835504"/>
                <a:gd name="connsiteY0" fmla="*/ 0 h 1750636"/>
                <a:gd name="connsiteX1" fmla="*/ 2835504 w 2835504"/>
                <a:gd name="connsiteY1" fmla="*/ 1750636 h 1750636"/>
                <a:gd name="connsiteX2" fmla="*/ 0 w 2835504"/>
                <a:gd name="connsiteY2" fmla="*/ 1684125 h 1750636"/>
                <a:gd name="connsiteX3" fmla="*/ 0 w 2835504"/>
                <a:gd name="connsiteY3" fmla="*/ 0 h 1750636"/>
                <a:gd name="connsiteX0" fmla="*/ 0 w 2835504"/>
                <a:gd name="connsiteY0" fmla="*/ 0 h 1873184"/>
                <a:gd name="connsiteX1" fmla="*/ 2835504 w 2835504"/>
                <a:gd name="connsiteY1" fmla="*/ 1873184 h 1873184"/>
                <a:gd name="connsiteX2" fmla="*/ 0 w 2835504"/>
                <a:gd name="connsiteY2" fmla="*/ 1806673 h 1873184"/>
                <a:gd name="connsiteX3" fmla="*/ 0 w 2835504"/>
                <a:gd name="connsiteY3" fmla="*/ 0 h 1873184"/>
                <a:gd name="connsiteX0" fmla="*/ 0 w 2863785"/>
                <a:gd name="connsiteY0" fmla="*/ 0 h 1863758"/>
                <a:gd name="connsiteX1" fmla="*/ 2863785 w 2863785"/>
                <a:gd name="connsiteY1" fmla="*/ 1863758 h 1863758"/>
                <a:gd name="connsiteX2" fmla="*/ 0 w 2863785"/>
                <a:gd name="connsiteY2" fmla="*/ 1806673 h 1863758"/>
                <a:gd name="connsiteX3" fmla="*/ 0 w 2863785"/>
                <a:gd name="connsiteY3" fmla="*/ 0 h 1863758"/>
                <a:gd name="connsiteX0" fmla="*/ 0 w 2863787"/>
                <a:gd name="connsiteY0" fmla="*/ 0 h 1835480"/>
                <a:gd name="connsiteX1" fmla="*/ 2863787 w 2863787"/>
                <a:gd name="connsiteY1" fmla="*/ 1835480 h 1835480"/>
                <a:gd name="connsiteX2" fmla="*/ 0 w 2863787"/>
                <a:gd name="connsiteY2" fmla="*/ 1806673 h 1835480"/>
                <a:gd name="connsiteX3" fmla="*/ 0 w 2863787"/>
                <a:gd name="connsiteY3" fmla="*/ 0 h 1835480"/>
                <a:gd name="connsiteX0" fmla="*/ 18857 w 2882644"/>
                <a:gd name="connsiteY0" fmla="*/ 0 h 2051772"/>
                <a:gd name="connsiteX1" fmla="*/ 2882644 w 2882644"/>
                <a:gd name="connsiteY1" fmla="*/ 1835480 h 2051772"/>
                <a:gd name="connsiteX2" fmla="*/ 0 w 2882644"/>
                <a:gd name="connsiteY2" fmla="*/ 2051772 h 2051772"/>
                <a:gd name="connsiteX3" fmla="*/ 18857 w 2882644"/>
                <a:gd name="connsiteY3" fmla="*/ 0 h 2051772"/>
                <a:gd name="connsiteX0" fmla="*/ 18857 w 2948632"/>
                <a:gd name="connsiteY0" fmla="*/ 210137 h 2261909"/>
                <a:gd name="connsiteX1" fmla="*/ 2948632 w 2948632"/>
                <a:gd name="connsiteY1" fmla="*/ 0 h 2261909"/>
                <a:gd name="connsiteX2" fmla="*/ 0 w 2948632"/>
                <a:gd name="connsiteY2" fmla="*/ 2261909 h 2261909"/>
                <a:gd name="connsiteX3" fmla="*/ 18857 w 2948632"/>
                <a:gd name="connsiteY3" fmla="*/ 210137 h 2261909"/>
                <a:gd name="connsiteX0" fmla="*/ 9427 w 2939202"/>
                <a:gd name="connsiteY0" fmla="*/ 210137 h 3543958"/>
                <a:gd name="connsiteX1" fmla="*/ 2939202 w 2939202"/>
                <a:gd name="connsiteY1" fmla="*/ 0 h 3543958"/>
                <a:gd name="connsiteX2" fmla="*/ 0 w 2939202"/>
                <a:gd name="connsiteY2" fmla="*/ 3543958 h 3543958"/>
                <a:gd name="connsiteX3" fmla="*/ 9427 w 2939202"/>
                <a:gd name="connsiteY3" fmla="*/ 210137 h 3543958"/>
                <a:gd name="connsiteX0" fmla="*/ 9427 w 2929776"/>
                <a:gd name="connsiteY0" fmla="*/ 238417 h 3572238"/>
                <a:gd name="connsiteX1" fmla="*/ 2929776 w 2929776"/>
                <a:gd name="connsiteY1" fmla="*/ 0 h 3572238"/>
                <a:gd name="connsiteX2" fmla="*/ 0 w 2929776"/>
                <a:gd name="connsiteY2" fmla="*/ 3572238 h 3572238"/>
                <a:gd name="connsiteX3" fmla="*/ 9427 w 2929776"/>
                <a:gd name="connsiteY3" fmla="*/ 238417 h 3572238"/>
                <a:gd name="connsiteX0" fmla="*/ 907 w 2930683"/>
                <a:gd name="connsiteY0" fmla="*/ 219563 h 3572238"/>
                <a:gd name="connsiteX1" fmla="*/ 2930683 w 2930683"/>
                <a:gd name="connsiteY1" fmla="*/ 0 h 3572238"/>
                <a:gd name="connsiteX2" fmla="*/ 907 w 2930683"/>
                <a:gd name="connsiteY2" fmla="*/ 3572238 h 3572238"/>
                <a:gd name="connsiteX3" fmla="*/ 907 w 2930683"/>
                <a:gd name="connsiteY3" fmla="*/ 219563 h 3572238"/>
              </a:gdLst>
              <a:ahLst/>
              <a:cxnLst>
                <a:cxn ang="0">
                  <a:pos x="connsiteX0" y="connsiteY0"/>
                </a:cxn>
                <a:cxn ang="0">
                  <a:pos x="connsiteX1" y="connsiteY1"/>
                </a:cxn>
                <a:cxn ang="0">
                  <a:pos x="connsiteX2" y="connsiteY2"/>
                </a:cxn>
                <a:cxn ang="0">
                  <a:pos x="connsiteX3" y="connsiteY3"/>
                </a:cxn>
              </a:cxnLst>
              <a:rect l="l" t="t" r="r" b="b"/>
              <a:pathLst>
                <a:path w="2930683" h="3572238">
                  <a:moveTo>
                    <a:pt x="907" y="219563"/>
                  </a:moveTo>
                  <a:lnTo>
                    <a:pt x="2930683" y="0"/>
                  </a:lnTo>
                  <a:lnTo>
                    <a:pt x="907" y="3572238"/>
                  </a:lnTo>
                  <a:cubicBezTo>
                    <a:pt x="4049" y="2460964"/>
                    <a:pt x="-2235" y="1330837"/>
                    <a:pt x="907" y="219563"/>
                  </a:cubicBezTo>
                  <a:close/>
                </a:path>
              </a:pathLst>
            </a:custGeom>
            <a:gradFill>
              <a:gsLst>
                <a:gs pos="45000">
                  <a:schemeClr val="accent1"/>
                </a:gs>
                <a:gs pos="100000">
                  <a:schemeClr val="accent1">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0" name="Rectangle 1">
              <a:extLst>
                <a:ext uri="{FF2B5EF4-FFF2-40B4-BE49-F238E27FC236}">
                  <a16:creationId xmlns:a16="http://schemas.microsoft.com/office/drawing/2014/main" id="{686DEDC8-C71C-E1F8-0601-D93F92F46FB7}"/>
                </a:ext>
              </a:extLst>
            </p:cNvPr>
            <p:cNvSpPr/>
            <p:nvPr userDrawn="1"/>
          </p:nvSpPr>
          <p:spPr>
            <a:xfrm rot="16200000">
              <a:off x="7037377" y="3183243"/>
              <a:ext cx="1837173" cy="5533011"/>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2835504"/>
                <a:gd name="connsiteY0" fmla="*/ 0 h 1750636"/>
                <a:gd name="connsiteX1" fmla="*/ 2835504 w 2835504"/>
                <a:gd name="connsiteY1" fmla="*/ 1750636 h 1750636"/>
                <a:gd name="connsiteX2" fmla="*/ 0 w 2835504"/>
                <a:gd name="connsiteY2" fmla="*/ 901700 h 1750636"/>
                <a:gd name="connsiteX3" fmla="*/ 0 w 2835504"/>
                <a:gd name="connsiteY3" fmla="*/ 0 h 1750636"/>
                <a:gd name="connsiteX0" fmla="*/ 0 w 2835504"/>
                <a:gd name="connsiteY0" fmla="*/ 0 h 1750636"/>
                <a:gd name="connsiteX1" fmla="*/ 2835504 w 2835504"/>
                <a:gd name="connsiteY1" fmla="*/ 1750636 h 1750636"/>
                <a:gd name="connsiteX2" fmla="*/ 0 w 2835504"/>
                <a:gd name="connsiteY2" fmla="*/ 1684125 h 1750636"/>
                <a:gd name="connsiteX3" fmla="*/ 0 w 2835504"/>
                <a:gd name="connsiteY3" fmla="*/ 0 h 1750636"/>
                <a:gd name="connsiteX0" fmla="*/ 0 w 2835504"/>
                <a:gd name="connsiteY0" fmla="*/ 0 h 1873184"/>
                <a:gd name="connsiteX1" fmla="*/ 2835504 w 2835504"/>
                <a:gd name="connsiteY1" fmla="*/ 1873184 h 1873184"/>
                <a:gd name="connsiteX2" fmla="*/ 0 w 2835504"/>
                <a:gd name="connsiteY2" fmla="*/ 1806673 h 1873184"/>
                <a:gd name="connsiteX3" fmla="*/ 0 w 2835504"/>
                <a:gd name="connsiteY3" fmla="*/ 0 h 1873184"/>
                <a:gd name="connsiteX0" fmla="*/ 0 w 2863785"/>
                <a:gd name="connsiteY0" fmla="*/ 0 h 1863758"/>
                <a:gd name="connsiteX1" fmla="*/ 2863785 w 2863785"/>
                <a:gd name="connsiteY1" fmla="*/ 1863758 h 1863758"/>
                <a:gd name="connsiteX2" fmla="*/ 0 w 2863785"/>
                <a:gd name="connsiteY2" fmla="*/ 1806673 h 1863758"/>
                <a:gd name="connsiteX3" fmla="*/ 0 w 2863785"/>
                <a:gd name="connsiteY3" fmla="*/ 0 h 1863758"/>
                <a:gd name="connsiteX0" fmla="*/ 0 w 2863787"/>
                <a:gd name="connsiteY0" fmla="*/ 0 h 1835480"/>
                <a:gd name="connsiteX1" fmla="*/ 2863787 w 2863787"/>
                <a:gd name="connsiteY1" fmla="*/ 1835480 h 1835480"/>
                <a:gd name="connsiteX2" fmla="*/ 0 w 2863787"/>
                <a:gd name="connsiteY2" fmla="*/ 1806673 h 1835480"/>
                <a:gd name="connsiteX3" fmla="*/ 0 w 2863787"/>
                <a:gd name="connsiteY3" fmla="*/ 0 h 1835480"/>
                <a:gd name="connsiteX0" fmla="*/ 18857 w 2882644"/>
                <a:gd name="connsiteY0" fmla="*/ 0 h 2051772"/>
                <a:gd name="connsiteX1" fmla="*/ 2882644 w 2882644"/>
                <a:gd name="connsiteY1" fmla="*/ 1835480 h 2051772"/>
                <a:gd name="connsiteX2" fmla="*/ 0 w 2882644"/>
                <a:gd name="connsiteY2" fmla="*/ 2051772 h 2051772"/>
                <a:gd name="connsiteX3" fmla="*/ 18857 w 2882644"/>
                <a:gd name="connsiteY3" fmla="*/ 0 h 2051772"/>
                <a:gd name="connsiteX0" fmla="*/ 18857 w 2948632"/>
                <a:gd name="connsiteY0" fmla="*/ 210137 h 2261909"/>
                <a:gd name="connsiteX1" fmla="*/ 2948632 w 2948632"/>
                <a:gd name="connsiteY1" fmla="*/ 0 h 2261909"/>
                <a:gd name="connsiteX2" fmla="*/ 0 w 2948632"/>
                <a:gd name="connsiteY2" fmla="*/ 2261909 h 2261909"/>
                <a:gd name="connsiteX3" fmla="*/ 18857 w 2948632"/>
                <a:gd name="connsiteY3" fmla="*/ 210137 h 2261909"/>
                <a:gd name="connsiteX0" fmla="*/ 9427 w 2939202"/>
                <a:gd name="connsiteY0" fmla="*/ 210137 h 3543958"/>
                <a:gd name="connsiteX1" fmla="*/ 2939202 w 2939202"/>
                <a:gd name="connsiteY1" fmla="*/ 0 h 3543958"/>
                <a:gd name="connsiteX2" fmla="*/ 0 w 2939202"/>
                <a:gd name="connsiteY2" fmla="*/ 3543958 h 3543958"/>
                <a:gd name="connsiteX3" fmla="*/ 9427 w 2939202"/>
                <a:gd name="connsiteY3" fmla="*/ 210137 h 3543958"/>
                <a:gd name="connsiteX0" fmla="*/ 9427 w 2929776"/>
                <a:gd name="connsiteY0" fmla="*/ 238417 h 3572238"/>
                <a:gd name="connsiteX1" fmla="*/ 2929776 w 2929776"/>
                <a:gd name="connsiteY1" fmla="*/ 0 h 3572238"/>
                <a:gd name="connsiteX2" fmla="*/ 0 w 2929776"/>
                <a:gd name="connsiteY2" fmla="*/ 3572238 h 3572238"/>
                <a:gd name="connsiteX3" fmla="*/ 9427 w 2929776"/>
                <a:gd name="connsiteY3" fmla="*/ 238417 h 3572238"/>
                <a:gd name="connsiteX0" fmla="*/ 907 w 2930683"/>
                <a:gd name="connsiteY0" fmla="*/ 219563 h 3572238"/>
                <a:gd name="connsiteX1" fmla="*/ 2930683 w 2930683"/>
                <a:gd name="connsiteY1" fmla="*/ 0 h 3572238"/>
                <a:gd name="connsiteX2" fmla="*/ 907 w 2930683"/>
                <a:gd name="connsiteY2" fmla="*/ 3572238 h 3572238"/>
                <a:gd name="connsiteX3" fmla="*/ 907 w 2930683"/>
                <a:gd name="connsiteY3" fmla="*/ 219563 h 3572238"/>
                <a:gd name="connsiteX0" fmla="*/ 907 w 1837173"/>
                <a:gd name="connsiteY0" fmla="*/ 2180336 h 5533011"/>
                <a:gd name="connsiteX1" fmla="*/ 1837173 w 1837173"/>
                <a:gd name="connsiteY1" fmla="*/ 0 h 5533011"/>
                <a:gd name="connsiteX2" fmla="*/ 907 w 1837173"/>
                <a:gd name="connsiteY2" fmla="*/ 5533011 h 5533011"/>
                <a:gd name="connsiteX3" fmla="*/ 907 w 1837173"/>
                <a:gd name="connsiteY3" fmla="*/ 2180336 h 5533011"/>
                <a:gd name="connsiteX0" fmla="*/ 907 w 1837173"/>
                <a:gd name="connsiteY0" fmla="*/ 2218043 h 5533011"/>
                <a:gd name="connsiteX1" fmla="*/ 1837173 w 1837173"/>
                <a:gd name="connsiteY1" fmla="*/ 0 h 5533011"/>
                <a:gd name="connsiteX2" fmla="*/ 907 w 1837173"/>
                <a:gd name="connsiteY2" fmla="*/ 5533011 h 5533011"/>
                <a:gd name="connsiteX3" fmla="*/ 907 w 1837173"/>
                <a:gd name="connsiteY3" fmla="*/ 2218043 h 5533011"/>
              </a:gdLst>
              <a:ahLst/>
              <a:cxnLst>
                <a:cxn ang="0">
                  <a:pos x="connsiteX0" y="connsiteY0"/>
                </a:cxn>
                <a:cxn ang="0">
                  <a:pos x="connsiteX1" y="connsiteY1"/>
                </a:cxn>
                <a:cxn ang="0">
                  <a:pos x="connsiteX2" y="connsiteY2"/>
                </a:cxn>
                <a:cxn ang="0">
                  <a:pos x="connsiteX3" y="connsiteY3"/>
                </a:cxn>
              </a:cxnLst>
              <a:rect l="l" t="t" r="r" b="b"/>
              <a:pathLst>
                <a:path w="1837173" h="5533011">
                  <a:moveTo>
                    <a:pt x="907" y="2218043"/>
                  </a:moveTo>
                  <a:lnTo>
                    <a:pt x="1837173" y="0"/>
                  </a:lnTo>
                  <a:lnTo>
                    <a:pt x="907" y="5533011"/>
                  </a:lnTo>
                  <a:cubicBezTo>
                    <a:pt x="4049" y="4421737"/>
                    <a:pt x="-2235" y="3329317"/>
                    <a:pt x="907" y="2218043"/>
                  </a:cubicBezTo>
                  <a:close/>
                </a:path>
              </a:pathLst>
            </a:custGeom>
            <a:gradFill>
              <a:gsLst>
                <a:gs pos="45000">
                  <a:schemeClr val="accent1"/>
                </a:gs>
                <a:gs pos="100000">
                  <a:schemeClr val="accent1">
                    <a:lumMod val="75000"/>
                  </a:scheme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21" name="Content Placeholder 2">
            <a:extLst>
              <a:ext uri="{FF2B5EF4-FFF2-40B4-BE49-F238E27FC236}">
                <a16:creationId xmlns:a16="http://schemas.microsoft.com/office/drawing/2014/main" id="{564882EA-3D9E-4877-5961-B18BC092EF0A}"/>
              </a:ext>
            </a:extLst>
          </p:cNvPr>
          <p:cNvSpPr>
            <a:spLocks noGrp="1"/>
          </p:cNvSpPr>
          <p:nvPr>
            <p:ph idx="1"/>
          </p:nvPr>
        </p:nvSpPr>
        <p:spPr>
          <a:xfrm>
            <a:off x="525018" y="1449389"/>
            <a:ext cx="11151033" cy="4500562"/>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774577353"/>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showMasterSp="0" preserve="1" userDrawn="1">
  <p:cSld name="17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291179-6902-E446-8B91-02FCFB894D9F}"/>
              </a:ext>
            </a:extLst>
          </p:cNvPr>
          <p:cNvSpPr>
            <a:spLocks noGrp="1"/>
          </p:cNvSpPr>
          <p:nvPr>
            <p:ph type="title"/>
          </p:nvPr>
        </p:nvSpPr>
        <p:spPr/>
        <p:txBody>
          <a:bodyPr>
            <a:normAutofit/>
          </a:bodyPr>
          <a:lstStyle>
            <a:lvl1pPr>
              <a:defRPr sz="2800"/>
            </a:lvl1pPr>
          </a:lstStyle>
          <a:p>
            <a:r>
              <a:rPr lang="en-US"/>
              <a:t>Click to edit Master title style</a:t>
            </a:r>
          </a:p>
        </p:txBody>
      </p:sp>
      <p:grpSp>
        <p:nvGrpSpPr>
          <p:cNvPr id="15" name="Group 14">
            <a:extLst>
              <a:ext uri="{FF2B5EF4-FFF2-40B4-BE49-F238E27FC236}">
                <a16:creationId xmlns:a16="http://schemas.microsoft.com/office/drawing/2014/main" id="{83460EAF-4649-FF95-874E-A0109DF57C9B}"/>
              </a:ext>
            </a:extLst>
          </p:cNvPr>
          <p:cNvGrpSpPr/>
          <p:nvPr userDrawn="1"/>
        </p:nvGrpSpPr>
        <p:grpSpPr>
          <a:xfrm>
            <a:off x="-14763" y="4808928"/>
            <a:ext cx="7482363" cy="2067930"/>
            <a:chOff x="-14763" y="3909367"/>
            <a:chExt cx="10737232" cy="2967491"/>
          </a:xfrm>
        </p:grpSpPr>
        <p:sp>
          <p:nvSpPr>
            <p:cNvPr id="16" name="Rectangle 1">
              <a:extLst>
                <a:ext uri="{FF2B5EF4-FFF2-40B4-BE49-F238E27FC236}">
                  <a16:creationId xmlns:a16="http://schemas.microsoft.com/office/drawing/2014/main" id="{F10C9F18-66F6-E79A-6E06-65FA6FBC8669}"/>
                </a:ext>
              </a:extLst>
            </p:cNvPr>
            <p:cNvSpPr/>
            <p:nvPr userDrawn="1"/>
          </p:nvSpPr>
          <p:spPr>
            <a:xfrm>
              <a:off x="-14763" y="3909367"/>
              <a:ext cx="3570795" cy="1243814"/>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3570795"/>
                <a:gd name="connsiteY0" fmla="*/ 257273 h 1243814"/>
                <a:gd name="connsiteX1" fmla="*/ 3570795 w 3570795"/>
                <a:gd name="connsiteY1" fmla="*/ 0 h 1243814"/>
                <a:gd name="connsiteX2" fmla="*/ 0 w 3570795"/>
                <a:gd name="connsiteY2" fmla="*/ 1243814 h 1243814"/>
                <a:gd name="connsiteX3" fmla="*/ 0 w 3570795"/>
                <a:gd name="connsiteY3" fmla="*/ 257273 h 1243814"/>
              </a:gdLst>
              <a:ahLst/>
              <a:cxnLst>
                <a:cxn ang="0">
                  <a:pos x="connsiteX0" y="connsiteY0"/>
                </a:cxn>
                <a:cxn ang="0">
                  <a:pos x="connsiteX1" y="connsiteY1"/>
                </a:cxn>
                <a:cxn ang="0">
                  <a:pos x="connsiteX2" y="connsiteY2"/>
                </a:cxn>
                <a:cxn ang="0">
                  <a:pos x="connsiteX3" y="connsiteY3"/>
                </a:cxn>
              </a:cxnLst>
              <a:rect l="l" t="t" r="r" b="b"/>
              <a:pathLst>
                <a:path w="3570795" h="1243814">
                  <a:moveTo>
                    <a:pt x="0" y="257273"/>
                  </a:moveTo>
                  <a:lnTo>
                    <a:pt x="3570795" y="0"/>
                  </a:lnTo>
                  <a:lnTo>
                    <a:pt x="0" y="1243814"/>
                  </a:lnTo>
                  <a:lnTo>
                    <a:pt x="0" y="257273"/>
                  </a:lnTo>
                  <a:close/>
                </a:path>
              </a:pathLst>
            </a:custGeom>
            <a:gradFill>
              <a:gsLst>
                <a:gs pos="45000">
                  <a:schemeClr val="accent2"/>
                </a:gs>
                <a:gs pos="100000">
                  <a:schemeClr val="accent2">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7" name="Rectangle 1">
              <a:extLst>
                <a:ext uri="{FF2B5EF4-FFF2-40B4-BE49-F238E27FC236}">
                  <a16:creationId xmlns:a16="http://schemas.microsoft.com/office/drawing/2014/main" id="{03C9B154-C639-CDB7-2E12-E66ED22D2081}"/>
                </a:ext>
              </a:extLst>
            </p:cNvPr>
            <p:cNvSpPr/>
            <p:nvPr userDrawn="1"/>
          </p:nvSpPr>
          <p:spPr>
            <a:xfrm>
              <a:off x="0" y="3928225"/>
              <a:ext cx="3638746" cy="2924695"/>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606800"/>
                <a:gd name="connsiteY0" fmla="*/ 1244600 h 2146300"/>
                <a:gd name="connsiteX1" fmla="*/ 3606800 w 3606800"/>
                <a:gd name="connsiteY1" fmla="*/ 0 h 2146300"/>
                <a:gd name="connsiteX2" fmla="*/ 0 w 3606800"/>
                <a:gd name="connsiteY2" fmla="*/ 2146300 h 2146300"/>
                <a:gd name="connsiteX3" fmla="*/ 0 w 3606800"/>
                <a:gd name="connsiteY3" fmla="*/ 1244600 h 2146300"/>
                <a:gd name="connsiteX0" fmla="*/ 0 w 3606800"/>
                <a:gd name="connsiteY0" fmla="*/ 1244600 h 2857500"/>
                <a:gd name="connsiteX1" fmla="*/ 3606800 w 3606800"/>
                <a:gd name="connsiteY1" fmla="*/ 0 h 2857500"/>
                <a:gd name="connsiteX2" fmla="*/ 1727200 w 3606800"/>
                <a:gd name="connsiteY2" fmla="*/ 2857500 h 2857500"/>
                <a:gd name="connsiteX3" fmla="*/ 0 w 3606800"/>
                <a:gd name="connsiteY3" fmla="*/ 1244600 h 2857500"/>
                <a:gd name="connsiteX0" fmla="*/ 0 w 3606800"/>
                <a:gd name="connsiteY0" fmla="*/ 1244600 h 2902271"/>
                <a:gd name="connsiteX1" fmla="*/ 3606800 w 3606800"/>
                <a:gd name="connsiteY1" fmla="*/ 0 h 2902271"/>
                <a:gd name="connsiteX2" fmla="*/ 1727200 w 3606800"/>
                <a:gd name="connsiteY2" fmla="*/ 2857500 h 2902271"/>
                <a:gd name="connsiteX3" fmla="*/ 12700 w 3606800"/>
                <a:gd name="connsiteY3" fmla="*/ 2819400 h 2902271"/>
                <a:gd name="connsiteX4" fmla="*/ 0 w 3606800"/>
                <a:gd name="connsiteY4" fmla="*/ 1244600 h 2902271"/>
                <a:gd name="connsiteX0" fmla="*/ 0 w 3606800"/>
                <a:gd name="connsiteY0" fmla="*/ 1244600 h 2857500"/>
                <a:gd name="connsiteX1" fmla="*/ 3606800 w 3606800"/>
                <a:gd name="connsiteY1" fmla="*/ 0 h 2857500"/>
                <a:gd name="connsiteX2" fmla="*/ 1727200 w 3606800"/>
                <a:gd name="connsiteY2" fmla="*/ 2857500 h 2857500"/>
                <a:gd name="connsiteX3" fmla="*/ 12700 w 3606800"/>
                <a:gd name="connsiteY3" fmla="*/ 2819400 h 2857500"/>
                <a:gd name="connsiteX4" fmla="*/ 0 w 3606800"/>
                <a:gd name="connsiteY4" fmla="*/ 1244600 h 2857500"/>
                <a:gd name="connsiteX0" fmla="*/ 0 w 3606800"/>
                <a:gd name="connsiteY0" fmla="*/ 1244600 h 2866612"/>
                <a:gd name="connsiteX1" fmla="*/ 3606800 w 3606800"/>
                <a:gd name="connsiteY1" fmla="*/ 0 h 2866612"/>
                <a:gd name="connsiteX2" fmla="*/ 1727200 w 3606800"/>
                <a:gd name="connsiteY2" fmla="*/ 2857500 h 2866612"/>
                <a:gd name="connsiteX3" fmla="*/ 12700 w 3606800"/>
                <a:gd name="connsiteY3" fmla="*/ 2819400 h 2866612"/>
                <a:gd name="connsiteX4" fmla="*/ 0 w 3606800"/>
                <a:gd name="connsiteY4" fmla="*/ 1244600 h 2866612"/>
                <a:gd name="connsiteX0" fmla="*/ 0 w 3606800"/>
                <a:gd name="connsiteY0" fmla="*/ 1244600 h 2857500"/>
                <a:gd name="connsiteX1" fmla="*/ 3606800 w 3606800"/>
                <a:gd name="connsiteY1" fmla="*/ 0 h 2857500"/>
                <a:gd name="connsiteX2" fmla="*/ 1727200 w 3606800"/>
                <a:gd name="connsiteY2" fmla="*/ 2857500 h 2857500"/>
                <a:gd name="connsiteX3" fmla="*/ 12700 w 3606800"/>
                <a:gd name="connsiteY3" fmla="*/ 2819400 h 2857500"/>
                <a:gd name="connsiteX4" fmla="*/ 0 w 3606800"/>
                <a:gd name="connsiteY4" fmla="*/ 1244600 h 2857500"/>
                <a:gd name="connsiteX0" fmla="*/ 0 w 3606800"/>
                <a:gd name="connsiteY0" fmla="*/ 1244600 h 2857500"/>
                <a:gd name="connsiteX1" fmla="*/ 3606800 w 3606800"/>
                <a:gd name="connsiteY1" fmla="*/ 0 h 2857500"/>
                <a:gd name="connsiteX2" fmla="*/ 1727200 w 3606800"/>
                <a:gd name="connsiteY2" fmla="*/ 2857500 h 2857500"/>
                <a:gd name="connsiteX3" fmla="*/ 12700 w 3606800"/>
                <a:gd name="connsiteY3" fmla="*/ 2819400 h 2857500"/>
                <a:gd name="connsiteX4" fmla="*/ 0 w 3606800"/>
                <a:gd name="connsiteY4" fmla="*/ 1244600 h 2857500"/>
                <a:gd name="connsiteX0" fmla="*/ 0 w 3606800"/>
                <a:gd name="connsiteY0" fmla="*/ 1244600 h 2881832"/>
                <a:gd name="connsiteX1" fmla="*/ 3606800 w 3606800"/>
                <a:gd name="connsiteY1" fmla="*/ 0 h 2881832"/>
                <a:gd name="connsiteX2" fmla="*/ 1727200 w 3606800"/>
                <a:gd name="connsiteY2" fmla="*/ 2857500 h 2881832"/>
                <a:gd name="connsiteX3" fmla="*/ 5080 w 3606800"/>
                <a:gd name="connsiteY3" fmla="*/ 2865120 h 2881832"/>
                <a:gd name="connsiteX4" fmla="*/ 0 w 3606800"/>
                <a:gd name="connsiteY4" fmla="*/ 1244600 h 2881832"/>
                <a:gd name="connsiteX0" fmla="*/ 0 w 3606800"/>
                <a:gd name="connsiteY0" fmla="*/ 1244600 h 2865120"/>
                <a:gd name="connsiteX1" fmla="*/ 3606800 w 3606800"/>
                <a:gd name="connsiteY1" fmla="*/ 0 h 2865120"/>
                <a:gd name="connsiteX2" fmla="*/ 1727200 w 3606800"/>
                <a:gd name="connsiteY2" fmla="*/ 2857500 h 2865120"/>
                <a:gd name="connsiteX3" fmla="*/ 5080 w 3606800"/>
                <a:gd name="connsiteY3" fmla="*/ 2865120 h 2865120"/>
                <a:gd name="connsiteX4" fmla="*/ 0 w 3606800"/>
                <a:gd name="connsiteY4" fmla="*/ 1244600 h 2865120"/>
                <a:gd name="connsiteX0" fmla="*/ 0 w 3606800"/>
                <a:gd name="connsiteY0" fmla="*/ 1244600 h 2865120"/>
                <a:gd name="connsiteX1" fmla="*/ 3606800 w 3606800"/>
                <a:gd name="connsiteY1" fmla="*/ 0 h 2865120"/>
                <a:gd name="connsiteX2" fmla="*/ 1727200 w 3606800"/>
                <a:gd name="connsiteY2" fmla="*/ 2857500 h 2865120"/>
                <a:gd name="connsiteX3" fmla="*/ 5080 w 3606800"/>
                <a:gd name="connsiteY3" fmla="*/ 2865120 h 2865120"/>
                <a:gd name="connsiteX4" fmla="*/ 0 w 3606800"/>
                <a:gd name="connsiteY4" fmla="*/ 1244600 h 28651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06800" h="2865120">
                  <a:moveTo>
                    <a:pt x="0" y="1244600"/>
                  </a:moveTo>
                  <a:lnTo>
                    <a:pt x="3606800" y="0"/>
                  </a:lnTo>
                  <a:lnTo>
                    <a:pt x="1727200" y="2857500"/>
                  </a:lnTo>
                  <a:lnTo>
                    <a:pt x="5080" y="2865120"/>
                  </a:lnTo>
                  <a:cubicBezTo>
                    <a:pt x="3387" y="2324947"/>
                    <a:pt x="1693" y="1784773"/>
                    <a:pt x="0" y="1244600"/>
                  </a:cubicBezTo>
                  <a:close/>
                </a:path>
              </a:pathLst>
            </a:custGeom>
            <a:gradFill>
              <a:gsLst>
                <a:gs pos="45000">
                  <a:schemeClr val="accent2"/>
                </a:gs>
                <a:gs pos="100000">
                  <a:schemeClr val="accent2">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8" name="Rectangle 1">
              <a:extLst>
                <a:ext uri="{FF2B5EF4-FFF2-40B4-BE49-F238E27FC236}">
                  <a16:creationId xmlns:a16="http://schemas.microsoft.com/office/drawing/2014/main" id="{000905DE-A103-D404-B98D-ABB24F02A543}"/>
                </a:ext>
              </a:extLst>
            </p:cNvPr>
            <p:cNvSpPr/>
            <p:nvPr userDrawn="1"/>
          </p:nvSpPr>
          <p:spPr>
            <a:xfrm rot="16200000">
              <a:off x="1383972" y="4338949"/>
              <a:ext cx="2948633" cy="2127185"/>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2835504"/>
                <a:gd name="connsiteY0" fmla="*/ 0 h 1750636"/>
                <a:gd name="connsiteX1" fmla="*/ 2835504 w 2835504"/>
                <a:gd name="connsiteY1" fmla="*/ 1750636 h 1750636"/>
                <a:gd name="connsiteX2" fmla="*/ 0 w 2835504"/>
                <a:gd name="connsiteY2" fmla="*/ 901700 h 1750636"/>
                <a:gd name="connsiteX3" fmla="*/ 0 w 2835504"/>
                <a:gd name="connsiteY3" fmla="*/ 0 h 1750636"/>
                <a:gd name="connsiteX0" fmla="*/ 0 w 2835504"/>
                <a:gd name="connsiteY0" fmla="*/ 0 h 1750636"/>
                <a:gd name="connsiteX1" fmla="*/ 2835504 w 2835504"/>
                <a:gd name="connsiteY1" fmla="*/ 1750636 h 1750636"/>
                <a:gd name="connsiteX2" fmla="*/ 0 w 2835504"/>
                <a:gd name="connsiteY2" fmla="*/ 1684125 h 1750636"/>
                <a:gd name="connsiteX3" fmla="*/ 0 w 2835504"/>
                <a:gd name="connsiteY3" fmla="*/ 0 h 1750636"/>
                <a:gd name="connsiteX0" fmla="*/ 0 w 2835504"/>
                <a:gd name="connsiteY0" fmla="*/ 0 h 1873184"/>
                <a:gd name="connsiteX1" fmla="*/ 2835504 w 2835504"/>
                <a:gd name="connsiteY1" fmla="*/ 1873184 h 1873184"/>
                <a:gd name="connsiteX2" fmla="*/ 0 w 2835504"/>
                <a:gd name="connsiteY2" fmla="*/ 1806673 h 1873184"/>
                <a:gd name="connsiteX3" fmla="*/ 0 w 2835504"/>
                <a:gd name="connsiteY3" fmla="*/ 0 h 1873184"/>
                <a:gd name="connsiteX0" fmla="*/ 0 w 2863785"/>
                <a:gd name="connsiteY0" fmla="*/ 0 h 1863758"/>
                <a:gd name="connsiteX1" fmla="*/ 2863785 w 2863785"/>
                <a:gd name="connsiteY1" fmla="*/ 1863758 h 1863758"/>
                <a:gd name="connsiteX2" fmla="*/ 0 w 2863785"/>
                <a:gd name="connsiteY2" fmla="*/ 1806673 h 1863758"/>
                <a:gd name="connsiteX3" fmla="*/ 0 w 2863785"/>
                <a:gd name="connsiteY3" fmla="*/ 0 h 1863758"/>
                <a:gd name="connsiteX0" fmla="*/ 0 w 2863787"/>
                <a:gd name="connsiteY0" fmla="*/ 0 h 1835480"/>
                <a:gd name="connsiteX1" fmla="*/ 2863787 w 2863787"/>
                <a:gd name="connsiteY1" fmla="*/ 1835480 h 1835480"/>
                <a:gd name="connsiteX2" fmla="*/ 0 w 2863787"/>
                <a:gd name="connsiteY2" fmla="*/ 1806673 h 1835480"/>
                <a:gd name="connsiteX3" fmla="*/ 0 w 2863787"/>
                <a:gd name="connsiteY3" fmla="*/ 0 h 1835480"/>
                <a:gd name="connsiteX0" fmla="*/ 18857 w 2882644"/>
                <a:gd name="connsiteY0" fmla="*/ 0 h 2051772"/>
                <a:gd name="connsiteX1" fmla="*/ 2882644 w 2882644"/>
                <a:gd name="connsiteY1" fmla="*/ 1835480 h 2051772"/>
                <a:gd name="connsiteX2" fmla="*/ 0 w 2882644"/>
                <a:gd name="connsiteY2" fmla="*/ 2051772 h 2051772"/>
                <a:gd name="connsiteX3" fmla="*/ 18857 w 2882644"/>
                <a:gd name="connsiteY3" fmla="*/ 0 h 2051772"/>
                <a:gd name="connsiteX0" fmla="*/ 18857 w 2882644"/>
                <a:gd name="connsiteY0" fmla="*/ 0 h 2127185"/>
                <a:gd name="connsiteX1" fmla="*/ 2882644 w 2882644"/>
                <a:gd name="connsiteY1" fmla="*/ 1910893 h 2127185"/>
                <a:gd name="connsiteX2" fmla="*/ 0 w 2882644"/>
                <a:gd name="connsiteY2" fmla="*/ 2127185 h 2127185"/>
                <a:gd name="connsiteX3" fmla="*/ 18857 w 2882644"/>
                <a:gd name="connsiteY3" fmla="*/ 0 h 2127185"/>
              </a:gdLst>
              <a:ahLst/>
              <a:cxnLst>
                <a:cxn ang="0">
                  <a:pos x="connsiteX0" y="connsiteY0"/>
                </a:cxn>
                <a:cxn ang="0">
                  <a:pos x="connsiteX1" y="connsiteY1"/>
                </a:cxn>
                <a:cxn ang="0">
                  <a:pos x="connsiteX2" y="connsiteY2"/>
                </a:cxn>
                <a:cxn ang="0">
                  <a:pos x="connsiteX3" y="connsiteY3"/>
                </a:cxn>
              </a:cxnLst>
              <a:rect l="l" t="t" r="r" b="b"/>
              <a:pathLst>
                <a:path w="2882644" h="2127185">
                  <a:moveTo>
                    <a:pt x="18857" y="0"/>
                  </a:moveTo>
                  <a:lnTo>
                    <a:pt x="2882644" y="1910893"/>
                  </a:lnTo>
                  <a:lnTo>
                    <a:pt x="0" y="2127185"/>
                  </a:lnTo>
                  <a:lnTo>
                    <a:pt x="18857" y="0"/>
                  </a:lnTo>
                  <a:close/>
                </a:path>
              </a:pathLst>
            </a:custGeom>
            <a:gradFill>
              <a:gsLst>
                <a:gs pos="45000">
                  <a:schemeClr val="accent2"/>
                </a:gs>
                <a:gs pos="0">
                  <a:schemeClr val="accent2">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9" name="Rectangle 1">
              <a:extLst>
                <a:ext uri="{FF2B5EF4-FFF2-40B4-BE49-F238E27FC236}">
                  <a16:creationId xmlns:a16="http://schemas.microsoft.com/office/drawing/2014/main" id="{04B3BAE2-1CF0-CD26-7ADD-CD6A1BB9F72B}"/>
                </a:ext>
              </a:extLst>
            </p:cNvPr>
            <p:cNvSpPr/>
            <p:nvPr userDrawn="1"/>
          </p:nvSpPr>
          <p:spPr>
            <a:xfrm rot="16200000">
              <a:off x="4075788" y="3616875"/>
              <a:ext cx="2930683" cy="3572238"/>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2835504"/>
                <a:gd name="connsiteY0" fmla="*/ 0 h 1750636"/>
                <a:gd name="connsiteX1" fmla="*/ 2835504 w 2835504"/>
                <a:gd name="connsiteY1" fmla="*/ 1750636 h 1750636"/>
                <a:gd name="connsiteX2" fmla="*/ 0 w 2835504"/>
                <a:gd name="connsiteY2" fmla="*/ 901700 h 1750636"/>
                <a:gd name="connsiteX3" fmla="*/ 0 w 2835504"/>
                <a:gd name="connsiteY3" fmla="*/ 0 h 1750636"/>
                <a:gd name="connsiteX0" fmla="*/ 0 w 2835504"/>
                <a:gd name="connsiteY0" fmla="*/ 0 h 1750636"/>
                <a:gd name="connsiteX1" fmla="*/ 2835504 w 2835504"/>
                <a:gd name="connsiteY1" fmla="*/ 1750636 h 1750636"/>
                <a:gd name="connsiteX2" fmla="*/ 0 w 2835504"/>
                <a:gd name="connsiteY2" fmla="*/ 1684125 h 1750636"/>
                <a:gd name="connsiteX3" fmla="*/ 0 w 2835504"/>
                <a:gd name="connsiteY3" fmla="*/ 0 h 1750636"/>
                <a:gd name="connsiteX0" fmla="*/ 0 w 2835504"/>
                <a:gd name="connsiteY0" fmla="*/ 0 h 1873184"/>
                <a:gd name="connsiteX1" fmla="*/ 2835504 w 2835504"/>
                <a:gd name="connsiteY1" fmla="*/ 1873184 h 1873184"/>
                <a:gd name="connsiteX2" fmla="*/ 0 w 2835504"/>
                <a:gd name="connsiteY2" fmla="*/ 1806673 h 1873184"/>
                <a:gd name="connsiteX3" fmla="*/ 0 w 2835504"/>
                <a:gd name="connsiteY3" fmla="*/ 0 h 1873184"/>
                <a:gd name="connsiteX0" fmla="*/ 0 w 2863785"/>
                <a:gd name="connsiteY0" fmla="*/ 0 h 1863758"/>
                <a:gd name="connsiteX1" fmla="*/ 2863785 w 2863785"/>
                <a:gd name="connsiteY1" fmla="*/ 1863758 h 1863758"/>
                <a:gd name="connsiteX2" fmla="*/ 0 w 2863785"/>
                <a:gd name="connsiteY2" fmla="*/ 1806673 h 1863758"/>
                <a:gd name="connsiteX3" fmla="*/ 0 w 2863785"/>
                <a:gd name="connsiteY3" fmla="*/ 0 h 1863758"/>
                <a:gd name="connsiteX0" fmla="*/ 0 w 2863787"/>
                <a:gd name="connsiteY0" fmla="*/ 0 h 1835480"/>
                <a:gd name="connsiteX1" fmla="*/ 2863787 w 2863787"/>
                <a:gd name="connsiteY1" fmla="*/ 1835480 h 1835480"/>
                <a:gd name="connsiteX2" fmla="*/ 0 w 2863787"/>
                <a:gd name="connsiteY2" fmla="*/ 1806673 h 1835480"/>
                <a:gd name="connsiteX3" fmla="*/ 0 w 2863787"/>
                <a:gd name="connsiteY3" fmla="*/ 0 h 1835480"/>
                <a:gd name="connsiteX0" fmla="*/ 18857 w 2882644"/>
                <a:gd name="connsiteY0" fmla="*/ 0 h 2051772"/>
                <a:gd name="connsiteX1" fmla="*/ 2882644 w 2882644"/>
                <a:gd name="connsiteY1" fmla="*/ 1835480 h 2051772"/>
                <a:gd name="connsiteX2" fmla="*/ 0 w 2882644"/>
                <a:gd name="connsiteY2" fmla="*/ 2051772 h 2051772"/>
                <a:gd name="connsiteX3" fmla="*/ 18857 w 2882644"/>
                <a:gd name="connsiteY3" fmla="*/ 0 h 2051772"/>
                <a:gd name="connsiteX0" fmla="*/ 18857 w 2948632"/>
                <a:gd name="connsiteY0" fmla="*/ 210137 h 2261909"/>
                <a:gd name="connsiteX1" fmla="*/ 2948632 w 2948632"/>
                <a:gd name="connsiteY1" fmla="*/ 0 h 2261909"/>
                <a:gd name="connsiteX2" fmla="*/ 0 w 2948632"/>
                <a:gd name="connsiteY2" fmla="*/ 2261909 h 2261909"/>
                <a:gd name="connsiteX3" fmla="*/ 18857 w 2948632"/>
                <a:gd name="connsiteY3" fmla="*/ 210137 h 2261909"/>
                <a:gd name="connsiteX0" fmla="*/ 9427 w 2939202"/>
                <a:gd name="connsiteY0" fmla="*/ 210137 h 3543958"/>
                <a:gd name="connsiteX1" fmla="*/ 2939202 w 2939202"/>
                <a:gd name="connsiteY1" fmla="*/ 0 h 3543958"/>
                <a:gd name="connsiteX2" fmla="*/ 0 w 2939202"/>
                <a:gd name="connsiteY2" fmla="*/ 3543958 h 3543958"/>
                <a:gd name="connsiteX3" fmla="*/ 9427 w 2939202"/>
                <a:gd name="connsiteY3" fmla="*/ 210137 h 3543958"/>
                <a:gd name="connsiteX0" fmla="*/ 9427 w 2929776"/>
                <a:gd name="connsiteY0" fmla="*/ 238417 h 3572238"/>
                <a:gd name="connsiteX1" fmla="*/ 2929776 w 2929776"/>
                <a:gd name="connsiteY1" fmla="*/ 0 h 3572238"/>
                <a:gd name="connsiteX2" fmla="*/ 0 w 2929776"/>
                <a:gd name="connsiteY2" fmla="*/ 3572238 h 3572238"/>
                <a:gd name="connsiteX3" fmla="*/ 9427 w 2929776"/>
                <a:gd name="connsiteY3" fmla="*/ 238417 h 3572238"/>
                <a:gd name="connsiteX0" fmla="*/ 907 w 2930683"/>
                <a:gd name="connsiteY0" fmla="*/ 219563 h 3572238"/>
                <a:gd name="connsiteX1" fmla="*/ 2930683 w 2930683"/>
                <a:gd name="connsiteY1" fmla="*/ 0 h 3572238"/>
                <a:gd name="connsiteX2" fmla="*/ 907 w 2930683"/>
                <a:gd name="connsiteY2" fmla="*/ 3572238 h 3572238"/>
                <a:gd name="connsiteX3" fmla="*/ 907 w 2930683"/>
                <a:gd name="connsiteY3" fmla="*/ 219563 h 3572238"/>
              </a:gdLst>
              <a:ahLst/>
              <a:cxnLst>
                <a:cxn ang="0">
                  <a:pos x="connsiteX0" y="connsiteY0"/>
                </a:cxn>
                <a:cxn ang="0">
                  <a:pos x="connsiteX1" y="connsiteY1"/>
                </a:cxn>
                <a:cxn ang="0">
                  <a:pos x="connsiteX2" y="connsiteY2"/>
                </a:cxn>
                <a:cxn ang="0">
                  <a:pos x="connsiteX3" y="connsiteY3"/>
                </a:cxn>
              </a:cxnLst>
              <a:rect l="l" t="t" r="r" b="b"/>
              <a:pathLst>
                <a:path w="2930683" h="3572238">
                  <a:moveTo>
                    <a:pt x="907" y="219563"/>
                  </a:moveTo>
                  <a:lnTo>
                    <a:pt x="2930683" y="0"/>
                  </a:lnTo>
                  <a:lnTo>
                    <a:pt x="907" y="3572238"/>
                  </a:lnTo>
                  <a:cubicBezTo>
                    <a:pt x="4049" y="2460964"/>
                    <a:pt x="-2235" y="1330837"/>
                    <a:pt x="907" y="219563"/>
                  </a:cubicBezTo>
                  <a:close/>
                </a:path>
              </a:pathLst>
            </a:custGeom>
            <a:gradFill>
              <a:gsLst>
                <a:gs pos="45000">
                  <a:schemeClr val="accent2"/>
                </a:gs>
                <a:gs pos="100000">
                  <a:schemeClr val="accent2">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0" name="Rectangle 1">
              <a:extLst>
                <a:ext uri="{FF2B5EF4-FFF2-40B4-BE49-F238E27FC236}">
                  <a16:creationId xmlns:a16="http://schemas.microsoft.com/office/drawing/2014/main" id="{686DEDC8-C71C-E1F8-0601-D93F92F46FB7}"/>
                </a:ext>
              </a:extLst>
            </p:cNvPr>
            <p:cNvSpPr/>
            <p:nvPr userDrawn="1"/>
          </p:nvSpPr>
          <p:spPr>
            <a:xfrm rot="16200000">
              <a:off x="7037377" y="3183243"/>
              <a:ext cx="1837173" cy="5533011"/>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2835504"/>
                <a:gd name="connsiteY0" fmla="*/ 0 h 1750636"/>
                <a:gd name="connsiteX1" fmla="*/ 2835504 w 2835504"/>
                <a:gd name="connsiteY1" fmla="*/ 1750636 h 1750636"/>
                <a:gd name="connsiteX2" fmla="*/ 0 w 2835504"/>
                <a:gd name="connsiteY2" fmla="*/ 901700 h 1750636"/>
                <a:gd name="connsiteX3" fmla="*/ 0 w 2835504"/>
                <a:gd name="connsiteY3" fmla="*/ 0 h 1750636"/>
                <a:gd name="connsiteX0" fmla="*/ 0 w 2835504"/>
                <a:gd name="connsiteY0" fmla="*/ 0 h 1750636"/>
                <a:gd name="connsiteX1" fmla="*/ 2835504 w 2835504"/>
                <a:gd name="connsiteY1" fmla="*/ 1750636 h 1750636"/>
                <a:gd name="connsiteX2" fmla="*/ 0 w 2835504"/>
                <a:gd name="connsiteY2" fmla="*/ 1684125 h 1750636"/>
                <a:gd name="connsiteX3" fmla="*/ 0 w 2835504"/>
                <a:gd name="connsiteY3" fmla="*/ 0 h 1750636"/>
                <a:gd name="connsiteX0" fmla="*/ 0 w 2835504"/>
                <a:gd name="connsiteY0" fmla="*/ 0 h 1873184"/>
                <a:gd name="connsiteX1" fmla="*/ 2835504 w 2835504"/>
                <a:gd name="connsiteY1" fmla="*/ 1873184 h 1873184"/>
                <a:gd name="connsiteX2" fmla="*/ 0 w 2835504"/>
                <a:gd name="connsiteY2" fmla="*/ 1806673 h 1873184"/>
                <a:gd name="connsiteX3" fmla="*/ 0 w 2835504"/>
                <a:gd name="connsiteY3" fmla="*/ 0 h 1873184"/>
                <a:gd name="connsiteX0" fmla="*/ 0 w 2863785"/>
                <a:gd name="connsiteY0" fmla="*/ 0 h 1863758"/>
                <a:gd name="connsiteX1" fmla="*/ 2863785 w 2863785"/>
                <a:gd name="connsiteY1" fmla="*/ 1863758 h 1863758"/>
                <a:gd name="connsiteX2" fmla="*/ 0 w 2863785"/>
                <a:gd name="connsiteY2" fmla="*/ 1806673 h 1863758"/>
                <a:gd name="connsiteX3" fmla="*/ 0 w 2863785"/>
                <a:gd name="connsiteY3" fmla="*/ 0 h 1863758"/>
                <a:gd name="connsiteX0" fmla="*/ 0 w 2863787"/>
                <a:gd name="connsiteY0" fmla="*/ 0 h 1835480"/>
                <a:gd name="connsiteX1" fmla="*/ 2863787 w 2863787"/>
                <a:gd name="connsiteY1" fmla="*/ 1835480 h 1835480"/>
                <a:gd name="connsiteX2" fmla="*/ 0 w 2863787"/>
                <a:gd name="connsiteY2" fmla="*/ 1806673 h 1835480"/>
                <a:gd name="connsiteX3" fmla="*/ 0 w 2863787"/>
                <a:gd name="connsiteY3" fmla="*/ 0 h 1835480"/>
                <a:gd name="connsiteX0" fmla="*/ 18857 w 2882644"/>
                <a:gd name="connsiteY0" fmla="*/ 0 h 2051772"/>
                <a:gd name="connsiteX1" fmla="*/ 2882644 w 2882644"/>
                <a:gd name="connsiteY1" fmla="*/ 1835480 h 2051772"/>
                <a:gd name="connsiteX2" fmla="*/ 0 w 2882644"/>
                <a:gd name="connsiteY2" fmla="*/ 2051772 h 2051772"/>
                <a:gd name="connsiteX3" fmla="*/ 18857 w 2882644"/>
                <a:gd name="connsiteY3" fmla="*/ 0 h 2051772"/>
                <a:gd name="connsiteX0" fmla="*/ 18857 w 2948632"/>
                <a:gd name="connsiteY0" fmla="*/ 210137 h 2261909"/>
                <a:gd name="connsiteX1" fmla="*/ 2948632 w 2948632"/>
                <a:gd name="connsiteY1" fmla="*/ 0 h 2261909"/>
                <a:gd name="connsiteX2" fmla="*/ 0 w 2948632"/>
                <a:gd name="connsiteY2" fmla="*/ 2261909 h 2261909"/>
                <a:gd name="connsiteX3" fmla="*/ 18857 w 2948632"/>
                <a:gd name="connsiteY3" fmla="*/ 210137 h 2261909"/>
                <a:gd name="connsiteX0" fmla="*/ 9427 w 2939202"/>
                <a:gd name="connsiteY0" fmla="*/ 210137 h 3543958"/>
                <a:gd name="connsiteX1" fmla="*/ 2939202 w 2939202"/>
                <a:gd name="connsiteY1" fmla="*/ 0 h 3543958"/>
                <a:gd name="connsiteX2" fmla="*/ 0 w 2939202"/>
                <a:gd name="connsiteY2" fmla="*/ 3543958 h 3543958"/>
                <a:gd name="connsiteX3" fmla="*/ 9427 w 2939202"/>
                <a:gd name="connsiteY3" fmla="*/ 210137 h 3543958"/>
                <a:gd name="connsiteX0" fmla="*/ 9427 w 2929776"/>
                <a:gd name="connsiteY0" fmla="*/ 238417 h 3572238"/>
                <a:gd name="connsiteX1" fmla="*/ 2929776 w 2929776"/>
                <a:gd name="connsiteY1" fmla="*/ 0 h 3572238"/>
                <a:gd name="connsiteX2" fmla="*/ 0 w 2929776"/>
                <a:gd name="connsiteY2" fmla="*/ 3572238 h 3572238"/>
                <a:gd name="connsiteX3" fmla="*/ 9427 w 2929776"/>
                <a:gd name="connsiteY3" fmla="*/ 238417 h 3572238"/>
                <a:gd name="connsiteX0" fmla="*/ 907 w 2930683"/>
                <a:gd name="connsiteY0" fmla="*/ 219563 h 3572238"/>
                <a:gd name="connsiteX1" fmla="*/ 2930683 w 2930683"/>
                <a:gd name="connsiteY1" fmla="*/ 0 h 3572238"/>
                <a:gd name="connsiteX2" fmla="*/ 907 w 2930683"/>
                <a:gd name="connsiteY2" fmla="*/ 3572238 h 3572238"/>
                <a:gd name="connsiteX3" fmla="*/ 907 w 2930683"/>
                <a:gd name="connsiteY3" fmla="*/ 219563 h 3572238"/>
                <a:gd name="connsiteX0" fmla="*/ 907 w 1837173"/>
                <a:gd name="connsiteY0" fmla="*/ 2180336 h 5533011"/>
                <a:gd name="connsiteX1" fmla="*/ 1837173 w 1837173"/>
                <a:gd name="connsiteY1" fmla="*/ 0 h 5533011"/>
                <a:gd name="connsiteX2" fmla="*/ 907 w 1837173"/>
                <a:gd name="connsiteY2" fmla="*/ 5533011 h 5533011"/>
                <a:gd name="connsiteX3" fmla="*/ 907 w 1837173"/>
                <a:gd name="connsiteY3" fmla="*/ 2180336 h 5533011"/>
                <a:gd name="connsiteX0" fmla="*/ 907 w 1837173"/>
                <a:gd name="connsiteY0" fmla="*/ 2218043 h 5533011"/>
                <a:gd name="connsiteX1" fmla="*/ 1837173 w 1837173"/>
                <a:gd name="connsiteY1" fmla="*/ 0 h 5533011"/>
                <a:gd name="connsiteX2" fmla="*/ 907 w 1837173"/>
                <a:gd name="connsiteY2" fmla="*/ 5533011 h 5533011"/>
                <a:gd name="connsiteX3" fmla="*/ 907 w 1837173"/>
                <a:gd name="connsiteY3" fmla="*/ 2218043 h 5533011"/>
              </a:gdLst>
              <a:ahLst/>
              <a:cxnLst>
                <a:cxn ang="0">
                  <a:pos x="connsiteX0" y="connsiteY0"/>
                </a:cxn>
                <a:cxn ang="0">
                  <a:pos x="connsiteX1" y="connsiteY1"/>
                </a:cxn>
                <a:cxn ang="0">
                  <a:pos x="connsiteX2" y="connsiteY2"/>
                </a:cxn>
                <a:cxn ang="0">
                  <a:pos x="connsiteX3" y="connsiteY3"/>
                </a:cxn>
              </a:cxnLst>
              <a:rect l="l" t="t" r="r" b="b"/>
              <a:pathLst>
                <a:path w="1837173" h="5533011">
                  <a:moveTo>
                    <a:pt x="907" y="2218043"/>
                  </a:moveTo>
                  <a:lnTo>
                    <a:pt x="1837173" y="0"/>
                  </a:lnTo>
                  <a:lnTo>
                    <a:pt x="907" y="5533011"/>
                  </a:lnTo>
                  <a:cubicBezTo>
                    <a:pt x="4049" y="4421737"/>
                    <a:pt x="-2235" y="3329317"/>
                    <a:pt x="907" y="2218043"/>
                  </a:cubicBezTo>
                  <a:close/>
                </a:path>
              </a:pathLst>
            </a:custGeom>
            <a:gradFill>
              <a:gsLst>
                <a:gs pos="45000">
                  <a:schemeClr val="accent2"/>
                </a:gs>
                <a:gs pos="100000">
                  <a:schemeClr val="accent2">
                    <a:lumMod val="75000"/>
                  </a:scheme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21" name="Content Placeholder 2">
            <a:extLst>
              <a:ext uri="{FF2B5EF4-FFF2-40B4-BE49-F238E27FC236}">
                <a16:creationId xmlns:a16="http://schemas.microsoft.com/office/drawing/2014/main" id="{564882EA-3D9E-4877-5961-B18BC092EF0A}"/>
              </a:ext>
            </a:extLst>
          </p:cNvPr>
          <p:cNvSpPr>
            <a:spLocks noGrp="1"/>
          </p:cNvSpPr>
          <p:nvPr>
            <p:ph idx="1"/>
          </p:nvPr>
        </p:nvSpPr>
        <p:spPr>
          <a:xfrm>
            <a:off x="525018" y="1449389"/>
            <a:ext cx="11151033" cy="3224211"/>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20298065"/>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showMasterSp="0" preserve="1" userDrawn="1">
  <p:cSld name="26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291179-6902-E446-8B91-02FCFB894D9F}"/>
              </a:ext>
            </a:extLst>
          </p:cNvPr>
          <p:cNvSpPr>
            <a:spLocks noGrp="1"/>
          </p:cNvSpPr>
          <p:nvPr>
            <p:ph type="title"/>
          </p:nvPr>
        </p:nvSpPr>
        <p:spPr/>
        <p:txBody>
          <a:bodyPr>
            <a:normAutofit/>
          </a:bodyPr>
          <a:lstStyle>
            <a:lvl1pPr>
              <a:defRPr sz="2800"/>
            </a:lvl1pPr>
          </a:lstStyle>
          <a:p>
            <a:r>
              <a:rPr lang="en-US"/>
              <a:t>Click to edit Master title style</a:t>
            </a:r>
          </a:p>
        </p:txBody>
      </p:sp>
      <p:grpSp>
        <p:nvGrpSpPr>
          <p:cNvPr id="15" name="Group 14">
            <a:extLst>
              <a:ext uri="{FF2B5EF4-FFF2-40B4-BE49-F238E27FC236}">
                <a16:creationId xmlns:a16="http://schemas.microsoft.com/office/drawing/2014/main" id="{83460EAF-4649-FF95-874E-A0109DF57C9B}"/>
              </a:ext>
            </a:extLst>
          </p:cNvPr>
          <p:cNvGrpSpPr/>
          <p:nvPr userDrawn="1"/>
        </p:nvGrpSpPr>
        <p:grpSpPr>
          <a:xfrm>
            <a:off x="-14763" y="4808928"/>
            <a:ext cx="7482363" cy="2067930"/>
            <a:chOff x="-14763" y="3909367"/>
            <a:chExt cx="10737232" cy="2967491"/>
          </a:xfrm>
        </p:grpSpPr>
        <p:sp>
          <p:nvSpPr>
            <p:cNvPr id="16" name="Rectangle 1">
              <a:extLst>
                <a:ext uri="{FF2B5EF4-FFF2-40B4-BE49-F238E27FC236}">
                  <a16:creationId xmlns:a16="http://schemas.microsoft.com/office/drawing/2014/main" id="{F10C9F18-66F6-E79A-6E06-65FA6FBC8669}"/>
                </a:ext>
              </a:extLst>
            </p:cNvPr>
            <p:cNvSpPr/>
            <p:nvPr userDrawn="1"/>
          </p:nvSpPr>
          <p:spPr>
            <a:xfrm>
              <a:off x="-14763" y="3909367"/>
              <a:ext cx="3570795" cy="1243814"/>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3570795"/>
                <a:gd name="connsiteY0" fmla="*/ 257273 h 1243814"/>
                <a:gd name="connsiteX1" fmla="*/ 3570795 w 3570795"/>
                <a:gd name="connsiteY1" fmla="*/ 0 h 1243814"/>
                <a:gd name="connsiteX2" fmla="*/ 0 w 3570795"/>
                <a:gd name="connsiteY2" fmla="*/ 1243814 h 1243814"/>
                <a:gd name="connsiteX3" fmla="*/ 0 w 3570795"/>
                <a:gd name="connsiteY3" fmla="*/ 257273 h 1243814"/>
              </a:gdLst>
              <a:ahLst/>
              <a:cxnLst>
                <a:cxn ang="0">
                  <a:pos x="connsiteX0" y="connsiteY0"/>
                </a:cxn>
                <a:cxn ang="0">
                  <a:pos x="connsiteX1" y="connsiteY1"/>
                </a:cxn>
                <a:cxn ang="0">
                  <a:pos x="connsiteX2" y="connsiteY2"/>
                </a:cxn>
                <a:cxn ang="0">
                  <a:pos x="connsiteX3" y="connsiteY3"/>
                </a:cxn>
              </a:cxnLst>
              <a:rect l="l" t="t" r="r" b="b"/>
              <a:pathLst>
                <a:path w="3570795" h="1243814">
                  <a:moveTo>
                    <a:pt x="0" y="257273"/>
                  </a:moveTo>
                  <a:lnTo>
                    <a:pt x="3570795" y="0"/>
                  </a:lnTo>
                  <a:lnTo>
                    <a:pt x="0" y="1243814"/>
                  </a:lnTo>
                  <a:lnTo>
                    <a:pt x="0" y="257273"/>
                  </a:lnTo>
                  <a:close/>
                </a:path>
              </a:pathLst>
            </a:custGeom>
            <a:gradFill>
              <a:gsLst>
                <a:gs pos="45000">
                  <a:schemeClr val="accent3"/>
                </a:gs>
                <a:gs pos="100000">
                  <a:schemeClr val="accent3">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7" name="Rectangle 1">
              <a:extLst>
                <a:ext uri="{FF2B5EF4-FFF2-40B4-BE49-F238E27FC236}">
                  <a16:creationId xmlns:a16="http://schemas.microsoft.com/office/drawing/2014/main" id="{03C9B154-C639-CDB7-2E12-E66ED22D2081}"/>
                </a:ext>
              </a:extLst>
            </p:cNvPr>
            <p:cNvSpPr/>
            <p:nvPr userDrawn="1"/>
          </p:nvSpPr>
          <p:spPr>
            <a:xfrm>
              <a:off x="0" y="3928225"/>
              <a:ext cx="3638746" cy="2924695"/>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606800"/>
                <a:gd name="connsiteY0" fmla="*/ 1244600 h 2146300"/>
                <a:gd name="connsiteX1" fmla="*/ 3606800 w 3606800"/>
                <a:gd name="connsiteY1" fmla="*/ 0 h 2146300"/>
                <a:gd name="connsiteX2" fmla="*/ 0 w 3606800"/>
                <a:gd name="connsiteY2" fmla="*/ 2146300 h 2146300"/>
                <a:gd name="connsiteX3" fmla="*/ 0 w 3606800"/>
                <a:gd name="connsiteY3" fmla="*/ 1244600 h 2146300"/>
                <a:gd name="connsiteX0" fmla="*/ 0 w 3606800"/>
                <a:gd name="connsiteY0" fmla="*/ 1244600 h 2857500"/>
                <a:gd name="connsiteX1" fmla="*/ 3606800 w 3606800"/>
                <a:gd name="connsiteY1" fmla="*/ 0 h 2857500"/>
                <a:gd name="connsiteX2" fmla="*/ 1727200 w 3606800"/>
                <a:gd name="connsiteY2" fmla="*/ 2857500 h 2857500"/>
                <a:gd name="connsiteX3" fmla="*/ 0 w 3606800"/>
                <a:gd name="connsiteY3" fmla="*/ 1244600 h 2857500"/>
                <a:gd name="connsiteX0" fmla="*/ 0 w 3606800"/>
                <a:gd name="connsiteY0" fmla="*/ 1244600 h 2902271"/>
                <a:gd name="connsiteX1" fmla="*/ 3606800 w 3606800"/>
                <a:gd name="connsiteY1" fmla="*/ 0 h 2902271"/>
                <a:gd name="connsiteX2" fmla="*/ 1727200 w 3606800"/>
                <a:gd name="connsiteY2" fmla="*/ 2857500 h 2902271"/>
                <a:gd name="connsiteX3" fmla="*/ 12700 w 3606800"/>
                <a:gd name="connsiteY3" fmla="*/ 2819400 h 2902271"/>
                <a:gd name="connsiteX4" fmla="*/ 0 w 3606800"/>
                <a:gd name="connsiteY4" fmla="*/ 1244600 h 2902271"/>
                <a:gd name="connsiteX0" fmla="*/ 0 w 3606800"/>
                <a:gd name="connsiteY0" fmla="*/ 1244600 h 2857500"/>
                <a:gd name="connsiteX1" fmla="*/ 3606800 w 3606800"/>
                <a:gd name="connsiteY1" fmla="*/ 0 h 2857500"/>
                <a:gd name="connsiteX2" fmla="*/ 1727200 w 3606800"/>
                <a:gd name="connsiteY2" fmla="*/ 2857500 h 2857500"/>
                <a:gd name="connsiteX3" fmla="*/ 12700 w 3606800"/>
                <a:gd name="connsiteY3" fmla="*/ 2819400 h 2857500"/>
                <a:gd name="connsiteX4" fmla="*/ 0 w 3606800"/>
                <a:gd name="connsiteY4" fmla="*/ 1244600 h 2857500"/>
                <a:gd name="connsiteX0" fmla="*/ 0 w 3606800"/>
                <a:gd name="connsiteY0" fmla="*/ 1244600 h 2866612"/>
                <a:gd name="connsiteX1" fmla="*/ 3606800 w 3606800"/>
                <a:gd name="connsiteY1" fmla="*/ 0 h 2866612"/>
                <a:gd name="connsiteX2" fmla="*/ 1727200 w 3606800"/>
                <a:gd name="connsiteY2" fmla="*/ 2857500 h 2866612"/>
                <a:gd name="connsiteX3" fmla="*/ 12700 w 3606800"/>
                <a:gd name="connsiteY3" fmla="*/ 2819400 h 2866612"/>
                <a:gd name="connsiteX4" fmla="*/ 0 w 3606800"/>
                <a:gd name="connsiteY4" fmla="*/ 1244600 h 2866612"/>
                <a:gd name="connsiteX0" fmla="*/ 0 w 3606800"/>
                <a:gd name="connsiteY0" fmla="*/ 1244600 h 2857500"/>
                <a:gd name="connsiteX1" fmla="*/ 3606800 w 3606800"/>
                <a:gd name="connsiteY1" fmla="*/ 0 h 2857500"/>
                <a:gd name="connsiteX2" fmla="*/ 1727200 w 3606800"/>
                <a:gd name="connsiteY2" fmla="*/ 2857500 h 2857500"/>
                <a:gd name="connsiteX3" fmla="*/ 12700 w 3606800"/>
                <a:gd name="connsiteY3" fmla="*/ 2819400 h 2857500"/>
                <a:gd name="connsiteX4" fmla="*/ 0 w 3606800"/>
                <a:gd name="connsiteY4" fmla="*/ 1244600 h 2857500"/>
                <a:gd name="connsiteX0" fmla="*/ 0 w 3606800"/>
                <a:gd name="connsiteY0" fmla="*/ 1244600 h 2857500"/>
                <a:gd name="connsiteX1" fmla="*/ 3606800 w 3606800"/>
                <a:gd name="connsiteY1" fmla="*/ 0 h 2857500"/>
                <a:gd name="connsiteX2" fmla="*/ 1727200 w 3606800"/>
                <a:gd name="connsiteY2" fmla="*/ 2857500 h 2857500"/>
                <a:gd name="connsiteX3" fmla="*/ 12700 w 3606800"/>
                <a:gd name="connsiteY3" fmla="*/ 2819400 h 2857500"/>
                <a:gd name="connsiteX4" fmla="*/ 0 w 3606800"/>
                <a:gd name="connsiteY4" fmla="*/ 1244600 h 2857500"/>
                <a:gd name="connsiteX0" fmla="*/ 0 w 3606800"/>
                <a:gd name="connsiteY0" fmla="*/ 1244600 h 2881832"/>
                <a:gd name="connsiteX1" fmla="*/ 3606800 w 3606800"/>
                <a:gd name="connsiteY1" fmla="*/ 0 h 2881832"/>
                <a:gd name="connsiteX2" fmla="*/ 1727200 w 3606800"/>
                <a:gd name="connsiteY2" fmla="*/ 2857500 h 2881832"/>
                <a:gd name="connsiteX3" fmla="*/ 5080 w 3606800"/>
                <a:gd name="connsiteY3" fmla="*/ 2865120 h 2881832"/>
                <a:gd name="connsiteX4" fmla="*/ 0 w 3606800"/>
                <a:gd name="connsiteY4" fmla="*/ 1244600 h 2881832"/>
                <a:gd name="connsiteX0" fmla="*/ 0 w 3606800"/>
                <a:gd name="connsiteY0" fmla="*/ 1244600 h 2865120"/>
                <a:gd name="connsiteX1" fmla="*/ 3606800 w 3606800"/>
                <a:gd name="connsiteY1" fmla="*/ 0 h 2865120"/>
                <a:gd name="connsiteX2" fmla="*/ 1727200 w 3606800"/>
                <a:gd name="connsiteY2" fmla="*/ 2857500 h 2865120"/>
                <a:gd name="connsiteX3" fmla="*/ 5080 w 3606800"/>
                <a:gd name="connsiteY3" fmla="*/ 2865120 h 2865120"/>
                <a:gd name="connsiteX4" fmla="*/ 0 w 3606800"/>
                <a:gd name="connsiteY4" fmla="*/ 1244600 h 2865120"/>
                <a:gd name="connsiteX0" fmla="*/ 0 w 3606800"/>
                <a:gd name="connsiteY0" fmla="*/ 1244600 h 2865120"/>
                <a:gd name="connsiteX1" fmla="*/ 3606800 w 3606800"/>
                <a:gd name="connsiteY1" fmla="*/ 0 h 2865120"/>
                <a:gd name="connsiteX2" fmla="*/ 1727200 w 3606800"/>
                <a:gd name="connsiteY2" fmla="*/ 2857500 h 2865120"/>
                <a:gd name="connsiteX3" fmla="*/ 5080 w 3606800"/>
                <a:gd name="connsiteY3" fmla="*/ 2865120 h 2865120"/>
                <a:gd name="connsiteX4" fmla="*/ 0 w 3606800"/>
                <a:gd name="connsiteY4" fmla="*/ 1244600 h 28651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06800" h="2865120">
                  <a:moveTo>
                    <a:pt x="0" y="1244600"/>
                  </a:moveTo>
                  <a:lnTo>
                    <a:pt x="3606800" y="0"/>
                  </a:lnTo>
                  <a:lnTo>
                    <a:pt x="1727200" y="2857500"/>
                  </a:lnTo>
                  <a:lnTo>
                    <a:pt x="5080" y="2865120"/>
                  </a:lnTo>
                  <a:cubicBezTo>
                    <a:pt x="3387" y="2324947"/>
                    <a:pt x="1693" y="1784773"/>
                    <a:pt x="0" y="1244600"/>
                  </a:cubicBezTo>
                  <a:close/>
                </a:path>
              </a:pathLst>
            </a:custGeom>
            <a:gradFill>
              <a:gsLst>
                <a:gs pos="0">
                  <a:schemeClr val="accent3"/>
                </a:gs>
                <a:gs pos="100000">
                  <a:srgbClr val="1B75BC"/>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8" name="Rectangle 1">
              <a:extLst>
                <a:ext uri="{FF2B5EF4-FFF2-40B4-BE49-F238E27FC236}">
                  <a16:creationId xmlns:a16="http://schemas.microsoft.com/office/drawing/2014/main" id="{000905DE-A103-D404-B98D-ABB24F02A543}"/>
                </a:ext>
              </a:extLst>
            </p:cNvPr>
            <p:cNvSpPr/>
            <p:nvPr userDrawn="1"/>
          </p:nvSpPr>
          <p:spPr>
            <a:xfrm rot="16200000">
              <a:off x="1383972" y="4338949"/>
              <a:ext cx="2948633" cy="2127185"/>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2835504"/>
                <a:gd name="connsiteY0" fmla="*/ 0 h 1750636"/>
                <a:gd name="connsiteX1" fmla="*/ 2835504 w 2835504"/>
                <a:gd name="connsiteY1" fmla="*/ 1750636 h 1750636"/>
                <a:gd name="connsiteX2" fmla="*/ 0 w 2835504"/>
                <a:gd name="connsiteY2" fmla="*/ 901700 h 1750636"/>
                <a:gd name="connsiteX3" fmla="*/ 0 w 2835504"/>
                <a:gd name="connsiteY3" fmla="*/ 0 h 1750636"/>
                <a:gd name="connsiteX0" fmla="*/ 0 w 2835504"/>
                <a:gd name="connsiteY0" fmla="*/ 0 h 1750636"/>
                <a:gd name="connsiteX1" fmla="*/ 2835504 w 2835504"/>
                <a:gd name="connsiteY1" fmla="*/ 1750636 h 1750636"/>
                <a:gd name="connsiteX2" fmla="*/ 0 w 2835504"/>
                <a:gd name="connsiteY2" fmla="*/ 1684125 h 1750636"/>
                <a:gd name="connsiteX3" fmla="*/ 0 w 2835504"/>
                <a:gd name="connsiteY3" fmla="*/ 0 h 1750636"/>
                <a:gd name="connsiteX0" fmla="*/ 0 w 2835504"/>
                <a:gd name="connsiteY0" fmla="*/ 0 h 1873184"/>
                <a:gd name="connsiteX1" fmla="*/ 2835504 w 2835504"/>
                <a:gd name="connsiteY1" fmla="*/ 1873184 h 1873184"/>
                <a:gd name="connsiteX2" fmla="*/ 0 w 2835504"/>
                <a:gd name="connsiteY2" fmla="*/ 1806673 h 1873184"/>
                <a:gd name="connsiteX3" fmla="*/ 0 w 2835504"/>
                <a:gd name="connsiteY3" fmla="*/ 0 h 1873184"/>
                <a:gd name="connsiteX0" fmla="*/ 0 w 2863785"/>
                <a:gd name="connsiteY0" fmla="*/ 0 h 1863758"/>
                <a:gd name="connsiteX1" fmla="*/ 2863785 w 2863785"/>
                <a:gd name="connsiteY1" fmla="*/ 1863758 h 1863758"/>
                <a:gd name="connsiteX2" fmla="*/ 0 w 2863785"/>
                <a:gd name="connsiteY2" fmla="*/ 1806673 h 1863758"/>
                <a:gd name="connsiteX3" fmla="*/ 0 w 2863785"/>
                <a:gd name="connsiteY3" fmla="*/ 0 h 1863758"/>
                <a:gd name="connsiteX0" fmla="*/ 0 w 2863787"/>
                <a:gd name="connsiteY0" fmla="*/ 0 h 1835480"/>
                <a:gd name="connsiteX1" fmla="*/ 2863787 w 2863787"/>
                <a:gd name="connsiteY1" fmla="*/ 1835480 h 1835480"/>
                <a:gd name="connsiteX2" fmla="*/ 0 w 2863787"/>
                <a:gd name="connsiteY2" fmla="*/ 1806673 h 1835480"/>
                <a:gd name="connsiteX3" fmla="*/ 0 w 2863787"/>
                <a:gd name="connsiteY3" fmla="*/ 0 h 1835480"/>
                <a:gd name="connsiteX0" fmla="*/ 18857 w 2882644"/>
                <a:gd name="connsiteY0" fmla="*/ 0 h 2051772"/>
                <a:gd name="connsiteX1" fmla="*/ 2882644 w 2882644"/>
                <a:gd name="connsiteY1" fmla="*/ 1835480 h 2051772"/>
                <a:gd name="connsiteX2" fmla="*/ 0 w 2882644"/>
                <a:gd name="connsiteY2" fmla="*/ 2051772 h 2051772"/>
                <a:gd name="connsiteX3" fmla="*/ 18857 w 2882644"/>
                <a:gd name="connsiteY3" fmla="*/ 0 h 2051772"/>
                <a:gd name="connsiteX0" fmla="*/ 18857 w 2882644"/>
                <a:gd name="connsiteY0" fmla="*/ 0 h 2127185"/>
                <a:gd name="connsiteX1" fmla="*/ 2882644 w 2882644"/>
                <a:gd name="connsiteY1" fmla="*/ 1910893 h 2127185"/>
                <a:gd name="connsiteX2" fmla="*/ 0 w 2882644"/>
                <a:gd name="connsiteY2" fmla="*/ 2127185 h 2127185"/>
                <a:gd name="connsiteX3" fmla="*/ 18857 w 2882644"/>
                <a:gd name="connsiteY3" fmla="*/ 0 h 2127185"/>
              </a:gdLst>
              <a:ahLst/>
              <a:cxnLst>
                <a:cxn ang="0">
                  <a:pos x="connsiteX0" y="connsiteY0"/>
                </a:cxn>
                <a:cxn ang="0">
                  <a:pos x="connsiteX1" y="connsiteY1"/>
                </a:cxn>
                <a:cxn ang="0">
                  <a:pos x="connsiteX2" y="connsiteY2"/>
                </a:cxn>
                <a:cxn ang="0">
                  <a:pos x="connsiteX3" y="connsiteY3"/>
                </a:cxn>
              </a:cxnLst>
              <a:rect l="l" t="t" r="r" b="b"/>
              <a:pathLst>
                <a:path w="2882644" h="2127185">
                  <a:moveTo>
                    <a:pt x="18857" y="0"/>
                  </a:moveTo>
                  <a:lnTo>
                    <a:pt x="2882644" y="1910893"/>
                  </a:lnTo>
                  <a:lnTo>
                    <a:pt x="0" y="2127185"/>
                  </a:lnTo>
                  <a:lnTo>
                    <a:pt x="18857" y="0"/>
                  </a:lnTo>
                  <a:close/>
                </a:path>
              </a:pathLst>
            </a:custGeom>
            <a:gradFill>
              <a:gsLst>
                <a:gs pos="100000">
                  <a:schemeClr val="accent3"/>
                </a:gs>
                <a:gs pos="0">
                  <a:srgbClr val="1B75BC"/>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9" name="Rectangle 1">
              <a:extLst>
                <a:ext uri="{FF2B5EF4-FFF2-40B4-BE49-F238E27FC236}">
                  <a16:creationId xmlns:a16="http://schemas.microsoft.com/office/drawing/2014/main" id="{04B3BAE2-1CF0-CD26-7ADD-CD6A1BB9F72B}"/>
                </a:ext>
              </a:extLst>
            </p:cNvPr>
            <p:cNvSpPr/>
            <p:nvPr userDrawn="1"/>
          </p:nvSpPr>
          <p:spPr>
            <a:xfrm rot="16200000">
              <a:off x="4075788" y="3616875"/>
              <a:ext cx="2930683" cy="3572238"/>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2835504"/>
                <a:gd name="connsiteY0" fmla="*/ 0 h 1750636"/>
                <a:gd name="connsiteX1" fmla="*/ 2835504 w 2835504"/>
                <a:gd name="connsiteY1" fmla="*/ 1750636 h 1750636"/>
                <a:gd name="connsiteX2" fmla="*/ 0 w 2835504"/>
                <a:gd name="connsiteY2" fmla="*/ 901700 h 1750636"/>
                <a:gd name="connsiteX3" fmla="*/ 0 w 2835504"/>
                <a:gd name="connsiteY3" fmla="*/ 0 h 1750636"/>
                <a:gd name="connsiteX0" fmla="*/ 0 w 2835504"/>
                <a:gd name="connsiteY0" fmla="*/ 0 h 1750636"/>
                <a:gd name="connsiteX1" fmla="*/ 2835504 w 2835504"/>
                <a:gd name="connsiteY1" fmla="*/ 1750636 h 1750636"/>
                <a:gd name="connsiteX2" fmla="*/ 0 w 2835504"/>
                <a:gd name="connsiteY2" fmla="*/ 1684125 h 1750636"/>
                <a:gd name="connsiteX3" fmla="*/ 0 w 2835504"/>
                <a:gd name="connsiteY3" fmla="*/ 0 h 1750636"/>
                <a:gd name="connsiteX0" fmla="*/ 0 w 2835504"/>
                <a:gd name="connsiteY0" fmla="*/ 0 h 1873184"/>
                <a:gd name="connsiteX1" fmla="*/ 2835504 w 2835504"/>
                <a:gd name="connsiteY1" fmla="*/ 1873184 h 1873184"/>
                <a:gd name="connsiteX2" fmla="*/ 0 w 2835504"/>
                <a:gd name="connsiteY2" fmla="*/ 1806673 h 1873184"/>
                <a:gd name="connsiteX3" fmla="*/ 0 w 2835504"/>
                <a:gd name="connsiteY3" fmla="*/ 0 h 1873184"/>
                <a:gd name="connsiteX0" fmla="*/ 0 w 2863785"/>
                <a:gd name="connsiteY0" fmla="*/ 0 h 1863758"/>
                <a:gd name="connsiteX1" fmla="*/ 2863785 w 2863785"/>
                <a:gd name="connsiteY1" fmla="*/ 1863758 h 1863758"/>
                <a:gd name="connsiteX2" fmla="*/ 0 w 2863785"/>
                <a:gd name="connsiteY2" fmla="*/ 1806673 h 1863758"/>
                <a:gd name="connsiteX3" fmla="*/ 0 w 2863785"/>
                <a:gd name="connsiteY3" fmla="*/ 0 h 1863758"/>
                <a:gd name="connsiteX0" fmla="*/ 0 w 2863787"/>
                <a:gd name="connsiteY0" fmla="*/ 0 h 1835480"/>
                <a:gd name="connsiteX1" fmla="*/ 2863787 w 2863787"/>
                <a:gd name="connsiteY1" fmla="*/ 1835480 h 1835480"/>
                <a:gd name="connsiteX2" fmla="*/ 0 w 2863787"/>
                <a:gd name="connsiteY2" fmla="*/ 1806673 h 1835480"/>
                <a:gd name="connsiteX3" fmla="*/ 0 w 2863787"/>
                <a:gd name="connsiteY3" fmla="*/ 0 h 1835480"/>
                <a:gd name="connsiteX0" fmla="*/ 18857 w 2882644"/>
                <a:gd name="connsiteY0" fmla="*/ 0 h 2051772"/>
                <a:gd name="connsiteX1" fmla="*/ 2882644 w 2882644"/>
                <a:gd name="connsiteY1" fmla="*/ 1835480 h 2051772"/>
                <a:gd name="connsiteX2" fmla="*/ 0 w 2882644"/>
                <a:gd name="connsiteY2" fmla="*/ 2051772 h 2051772"/>
                <a:gd name="connsiteX3" fmla="*/ 18857 w 2882644"/>
                <a:gd name="connsiteY3" fmla="*/ 0 h 2051772"/>
                <a:gd name="connsiteX0" fmla="*/ 18857 w 2948632"/>
                <a:gd name="connsiteY0" fmla="*/ 210137 h 2261909"/>
                <a:gd name="connsiteX1" fmla="*/ 2948632 w 2948632"/>
                <a:gd name="connsiteY1" fmla="*/ 0 h 2261909"/>
                <a:gd name="connsiteX2" fmla="*/ 0 w 2948632"/>
                <a:gd name="connsiteY2" fmla="*/ 2261909 h 2261909"/>
                <a:gd name="connsiteX3" fmla="*/ 18857 w 2948632"/>
                <a:gd name="connsiteY3" fmla="*/ 210137 h 2261909"/>
                <a:gd name="connsiteX0" fmla="*/ 9427 w 2939202"/>
                <a:gd name="connsiteY0" fmla="*/ 210137 h 3543958"/>
                <a:gd name="connsiteX1" fmla="*/ 2939202 w 2939202"/>
                <a:gd name="connsiteY1" fmla="*/ 0 h 3543958"/>
                <a:gd name="connsiteX2" fmla="*/ 0 w 2939202"/>
                <a:gd name="connsiteY2" fmla="*/ 3543958 h 3543958"/>
                <a:gd name="connsiteX3" fmla="*/ 9427 w 2939202"/>
                <a:gd name="connsiteY3" fmla="*/ 210137 h 3543958"/>
                <a:gd name="connsiteX0" fmla="*/ 9427 w 2929776"/>
                <a:gd name="connsiteY0" fmla="*/ 238417 h 3572238"/>
                <a:gd name="connsiteX1" fmla="*/ 2929776 w 2929776"/>
                <a:gd name="connsiteY1" fmla="*/ 0 h 3572238"/>
                <a:gd name="connsiteX2" fmla="*/ 0 w 2929776"/>
                <a:gd name="connsiteY2" fmla="*/ 3572238 h 3572238"/>
                <a:gd name="connsiteX3" fmla="*/ 9427 w 2929776"/>
                <a:gd name="connsiteY3" fmla="*/ 238417 h 3572238"/>
                <a:gd name="connsiteX0" fmla="*/ 907 w 2930683"/>
                <a:gd name="connsiteY0" fmla="*/ 219563 h 3572238"/>
                <a:gd name="connsiteX1" fmla="*/ 2930683 w 2930683"/>
                <a:gd name="connsiteY1" fmla="*/ 0 h 3572238"/>
                <a:gd name="connsiteX2" fmla="*/ 907 w 2930683"/>
                <a:gd name="connsiteY2" fmla="*/ 3572238 h 3572238"/>
                <a:gd name="connsiteX3" fmla="*/ 907 w 2930683"/>
                <a:gd name="connsiteY3" fmla="*/ 219563 h 3572238"/>
              </a:gdLst>
              <a:ahLst/>
              <a:cxnLst>
                <a:cxn ang="0">
                  <a:pos x="connsiteX0" y="connsiteY0"/>
                </a:cxn>
                <a:cxn ang="0">
                  <a:pos x="connsiteX1" y="connsiteY1"/>
                </a:cxn>
                <a:cxn ang="0">
                  <a:pos x="connsiteX2" y="connsiteY2"/>
                </a:cxn>
                <a:cxn ang="0">
                  <a:pos x="connsiteX3" y="connsiteY3"/>
                </a:cxn>
              </a:cxnLst>
              <a:rect l="l" t="t" r="r" b="b"/>
              <a:pathLst>
                <a:path w="2930683" h="3572238">
                  <a:moveTo>
                    <a:pt x="907" y="219563"/>
                  </a:moveTo>
                  <a:lnTo>
                    <a:pt x="2930683" y="0"/>
                  </a:lnTo>
                  <a:lnTo>
                    <a:pt x="907" y="3572238"/>
                  </a:lnTo>
                  <a:cubicBezTo>
                    <a:pt x="4049" y="2460964"/>
                    <a:pt x="-2235" y="1330837"/>
                    <a:pt x="907" y="219563"/>
                  </a:cubicBezTo>
                  <a:close/>
                </a:path>
              </a:pathLst>
            </a:custGeom>
            <a:gradFill>
              <a:gsLst>
                <a:gs pos="0">
                  <a:schemeClr val="accent3"/>
                </a:gs>
                <a:gs pos="100000">
                  <a:schemeClr val="accent3">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0" name="Rectangle 1">
              <a:extLst>
                <a:ext uri="{FF2B5EF4-FFF2-40B4-BE49-F238E27FC236}">
                  <a16:creationId xmlns:a16="http://schemas.microsoft.com/office/drawing/2014/main" id="{686DEDC8-C71C-E1F8-0601-D93F92F46FB7}"/>
                </a:ext>
              </a:extLst>
            </p:cNvPr>
            <p:cNvSpPr/>
            <p:nvPr userDrawn="1"/>
          </p:nvSpPr>
          <p:spPr>
            <a:xfrm rot="16200000">
              <a:off x="7037377" y="3183243"/>
              <a:ext cx="1837173" cy="5533011"/>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2835504"/>
                <a:gd name="connsiteY0" fmla="*/ 0 h 1750636"/>
                <a:gd name="connsiteX1" fmla="*/ 2835504 w 2835504"/>
                <a:gd name="connsiteY1" fmla="*/ 1750636 h 1750636"/>
                <a:gd name="connsiteX2" fmla="*/ 0 w 2835504"/>
                <a:gd name="connsiteY2" fmla="*/ 901700 h 1750636"/>
                <a:gd name="connsiteX3" fmla="*/ 0 w 2835504"/>
                <a:gd name="connsiteY3" fmla="*/ 0 h 1750636"/>
                <a:gd name="connsiteX0" fmla="*/ 0 w 2835504"/>
                <a:gd name="connsiteY0" fmla="*/ 0 h 1750636"/>
                <a:gd name="connsiteX1" fmla="*/ 2835504 w 2835504"/>
                <a:gd name="connsiteY1" fmla="*/ 1750636 h 1750636"/>
                <a:gd name="connsiteX2" fmla="*/ 0 w 2835504"/>
                <a:gd name="connsiteY2" fmla="*/ 1684125 h 1750636"/>
                <a:gd name="connsiteX3" fmla="*/ 0 w 2835504"/>
                <a:gd name="connsiteY3" fmla="*/ 0 h 1750636"/>
                <a:gd name="connsiteX0" fmla="*/ 0 w 2835504"/>
                <a:gd name="connsiteY0" fmla="*/ 0 h 1873184"/>
                <a:gd name="connsiteX1" fmla="*/ 2835504 w 2835504"/>
                <a:gd name="connsiteY1" fmla="*/ 1873184 h 1873184"/>
                <a:gd name="connsiteX2" fmla="*/ 0 w 2835504"/>
                <a:gd name="connsiteY2" fmla="*/ 1806673 h 1873184"/>
                <a:gd name="connsiteX3" fmla="*/ 0 w 2835504"/>
                <a:gd name="connsiteY3" fmla="*/ 0 h 1873184"/>
                <a:gd name="connsiteX0" fmla="*/ 0 w 2863785"/>
                <a:gd name="connsiteY0" fmla="*/ 0 h 1863758"/>
                <a:gd name="connsiteX1" fmla="*/ 2863785 w 2863785"/>
                <a:gd name="connsiteY1" fmla="*/ 1863758 h 1863758"/>
                <a:gd name="connsiteX2" fmla="*/ 0 w 2863785"/>
                <a:gd name="connsiteY2" fmla="*/ 1806673 h 1863758"/>
                <a:gd name="connsiteX3" fmla="*/ 0 w 2863785"/>
                <a:gd name="connsiteY3" fmla="*/ 0 h 1863758"/>
                <a:gd name="connsiteX0" fmla="*/ 0 w 2863787"/>
                <a:gd name="connsiteY0" fmla="*/ 0 h 1835480"/>
                <a:gd name="connsiteX1" fmla="*/ 2863787 w 2863787"/>
                <a:gd name="connsiteY1" fmla="*/ 1835480 h 1835480"/>
                <a:gd name="connsiteX2" fmla="*/ 0 w 2863787"/>
                <a:gd name="connsiteY2" fmla="*/ 1806673 h 1835480"/>
                <a:gd name="connsiteX3" fmla="*/ 0 w 2863787"/>
                <a:gd name="connsiteY3" fmla="*/ 0 h 1835480"/>
                <a:gd name="connsiteX0" fmla="*/ 18857 w 2882644"/>
                <a:gd name="connsiteY0" fmla="*/ 0 h 2051772"/>
                <a:gd name="connsiteX1" fmla="*/ 2882644 w 2882644"/>
                <a:gd name="connsiteY1" fmla="*/ 1835480 h 2051772"/>
                <a:gd name="connsiteX2" fmla="*/ 0 w 2882644"/>
                <a:gd name="connsiteY2" fmla="*/ 2051772 h 2051772"/>
                <a:gd name="connsiteX3" fmla="*/ 18857 w 2882644"/>
                <a:gd name="connsiteY3" fmla="*/ 0 h 2051772"/>
                <a:gd name="connsiteX0" fmla="*/ 18857 w 2948632"/>
                <a:gd name="connsiteY0" fmla="*/ 210137 h 2261909"/>
                <a:gd name="connsiteX1" fmla="*/ 2948632 w 2948632"/>
                <a:gd name="connsiteY1" fmla="*/ 0 h 2261909"/>
                <a:gd name="connsiteX2" fmla="*/ 0 w 2948632"/>
                <a:gd name="connsiteY2" fmla="*/ 2261909 h 2261909"/>
                <a:gd name="connsiteX3" fmla="*/ 18857 w 2948632"/>
                <a:gd name="connsiteY3" fmla="*/ 210137 h 2261909"/>
                <a:gd name="connsiteX0" fmla="*/ 9427 w 2939202"/>
                <a:gd name="connsiteY0" fmla="*/ 210137 h 3543958"/>
                <a:gd name="connsiteX1" fmla="*/ 2939202 w 2939202"/>
                <a:gd name="connsiteY1" fmla="*/ 0 h 3543958"/>
                <a:gd name="connsiteX2" fmla="*/ 0 w 2939202"/>
                <a:gd name="connsiteY2" fmla="*/ 3543958 h 3543958"/>
                <a:gd name="connsiteX3" fmla="*/ 9427 w 2939202"/>
                <a:gd name="connsiteY3" fmla="*/ 210137 h 3543958"/>
                <a:gd name="connsiteX0" fmla="*/ 9427 w 2929776"/>
                <a:gd name="connsiteY0" fmla="*/ 238417 h 3572238"/>
                <a:gd name="connsiteX1" fmla="*/ 2929776 w 2929776"/>
                <a:gd name="connsiteY1" fmla="*/ 0 h 3572238"/>
                <a:gd name="connsiteX2" fmla="*/ 0 w 2929776"/>
                <a:gd name="connsiteY2" fmla="*/ 3572238 h 3572238"/>
                <a:gd name="connsiteX3" fmla="*/ 9427 w 2929776"/>
                <a:gd name="connsiteY3" fmla="*/ 238417 h 3572238"/>
                <a:gd name="connsiteX0" fmla="*/ 907 w 2930683"/>
                <a:gd name="connsiteY0" fmla="*/ 219563 h 3572238"/>
                <a:gd name="connsiteX1" fmla="*/ 2930683 w 2930683"/>
                <a:gd name="connsiteY1" fmla="*/ 0 h 3572238"/>
                <a:gd name="connsiteX2" fmla="*/ 907 w 2930683"/>
                <a:gd name="connsiteY2" fmla="*/ 3572238 h 3572238"/>
                <a:gd name="connsiteX3" fmla="*/ 907 w 2930683"/>
                <a:gd name="connsiteY3" fmla="*/ 219563 h 3572238"/>
                <a:gd name="connsiteX0" fmla="*/ 907 w 1837173"/>
                <a:gd name="connsiteY0" fmla="*/ 2180336 h 5533011"/>
                <a:gd name="connsiteX1" fmla="*/ 1837173 w 1837173"/>
                <a:gd name="connsiteY1" fmla="*/ 0 h 5533011"/>
                <a:gd name="connsiteX2" fmla="*/ 907 w 1837173"/>
                <a:gd name="connsiteY2" fmla="*/ 5533011 h 5533011"/>
                <a:gd name="connsiteX3" fmla="*/ 907 w 1837173"/>
                <a:gd name="connsiteY3" fmla="*/ 2180336 h 5533011"/>
                <a:gd name="connsiteX0" fmla="*/ 907 w 1837173"/>
                <a:gd name="connsiteY0" fmla="*/ 2218043 h 5533011"/>
                <a:gd name="connsiteX1" fmla="*/ 1837173 w 1837173"/>
                <a:gd name="connsiteY1" fmla="*/ 0 h 5533011"/>
                <a:gd name="connsiteX2" fmla="*/ 907 w 1837173"/>
                <a:gd name="connsiteY2" fmla="*/ 5533011 h 5533011"/>
                <a:gd name="connsiteX3" fmla="*/ 907 w 1837173"/>
                <a:gd name="connsiteY3" fmla="*/ 2218043 h 5533011"/>
              </a:gdLst>
              <a:ahLst/>
              <a:cxnLst>
                <a:cxn ang="0">
                  <a:pos x="connsiteX0" y="connsiteY0"/>
                </a:cxn>
                <a:cxn ang="0">
                  <a:pos x="connsiteX1" y="connsiteY1"/>
                </a:cxn>
                <a:cxn ang="0">
                  <a:pos x="connsiteX2" y="connsiteY2"/>
                </a:cxn>
                <a:cxn ang="0">
                  <a:pos x="connsiteX3" y="connsiteY3"/>
                </a:cxn>
              </a:cxnLst>
              <a:rect l="l" t="t" r="r" b="b"/>
              <a:pathLst>
                <a:path w="1837173" h="5533011">
                  <a:moveTo>
                    <a:pt x="907" y="2218043"/>
                  </a:moveTo>
                  <a:lnTo>
                    <a:pt x="1837173" y="0"/>
                  </a:lnTo>
                  <a:lnTo>
                    <a:pt x="907" y="5533011"/>
                  </a:lnTo>
                  <a:cubicBezTo>
                    <a:pt x="4049" y="4421737"/>
                    <a:pt x="-2235" y="3329317"/>
                    <a:pt x="907" y="2218043"/>
                  </a:cubicBezTo>
                  <a:close/>
                </a:path>
              </a:pathLst>
            </a:custGeom>
            <a:gradFill>
              <a:gsLst>
                <a:gs pos="45000">
                  <a:schemeClr val="accent3"/>
                </a:gs>
                <a:gs pos="100000">
                  <a:srgbClr val="1B75BC"/>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21" name="Content Placeholder 2">
            <a:extLst>
              <a:ext uri="{FF2B5EF4-FFF2-40B4-BE49-F238E27FC236}">
                <a16:creationId xmlns:a16="http://schemas.microsoft.com/office/drawing/2014/main" id="{564882EA-3D9E-4877-5961-B18BC092EF0A}"/>
              </a:ext>
            </a:extLst>
          </p:cNvPr>
          <p:cNvSpPr>
            <a:spLocks noGrp="1"/>
          </p:cNvSpPr>
          <p:nvPr>
            <p:ph idx="1"/>
          </p:nvPr>
        </p:nvSpPr>
        <p:spPr>
          <a:xfrm>
            <a:off x="525018" y="1449389"/>
            <a:ext cx="11151033" cy="3224211"/>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248422537"/>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showMasterSp="0"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A19B4F-E032-7842-81B5-F7DAEF0BD261}"/>
              </a:ext>
            </a:extLst>
          </p:cNvPr>
          <p:cNvSpPr>
            <a:spLocks noGrp="1"/>
          </p:cNvSpPr>
          <p:nvPr>
            <p:ph type="title"/>
          </p:nvPr>
        </p:nvSpPr>
        <p:spPr/>
        <p:txBody>
          <a:bodyPr>
            <a:normAutofit/>
          </a:bodyPr>
          <a:lstStyle>
            <a:lvl1pPr>
              <a:defRPr sz="2800"/>
            </a:lvl1pPr>
          </a:lstStyle>
          <a:p>
            <a:r>
              <a:rPr lang="en-US"/>
              <a:t>Click to edit Master title style</a:t>
            </a:r>
          </a:p>
        </p:txBody>
      </p:sp>
      <p:sp>
        <p:nvSpPr>
          <p:cNvPr id="6" name="Slide Number Placeholder 3">
            <a:extLst>
              <a:ext uri="{FF2B5EF4-FFF2-40B4-BE49-F238E27FC236}">
                <a16:creationId xmlns:a16="http://schemas.microsoft.com/office/drawing/2014/main" id="{B7A7A84D-8766-D045-8B74-31B5E18E5185}"/>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Tree>
    <p:extLst>
      <p:ext uri="{BB962C8B-B14F-4D97-AF65-F5344CB8AC3E}">
        <p14:creationId xmlns:p14="http://schemas.microsoft.com/office/powerpoint/2010/main" val="1778422019"/>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53F30FBA-829C-6D43-A610-2ACFFB45657D}"/>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Tree>
    <p:extLst>
      <p:ext uri="{BB962C8B-B14F-4D97-AF65-F5344CB8AC3E}">
        <p14:creationId xmlns:p14="http://schemas.microsoft.com/office/powerpoint/2010/main" val="2912747343"/>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showMasterSp="0" preserve="1" userDrawn="1">
  <p:cSld name="Title and Content">
    <p:spTree>
      <p:nvGrpSpPr>
        <p:cNvPr id="1" name=""/>
        <p:cNvGrpSpPr/>
        <p:nvPr/>
      </p:nvGrpSpPr>
      <p:grpSpPr>
        <a:xfrm>
          <a:off x="0" y="0"/>
          <a:ext cx="0" cy="0"/>
          <a:chOff x="0" y="0"/>
          <a:chExt cx="0" cy="0"/>
        </a:xfrm>
      </p:grpSpPr>
      <p:sp>
        <p:nvSpPr>
          <p:cNvPr id="6" name="Slide Number Placeholder 3">
            <a:extLst>
              <a:ext uri="{FF2B5EF4-FFF2-40B4-BE49-F238E27FC236}">
                <a16:creationId xmlns:a16="http://schemas.microsoft.com/office/drawing/2014/main" id="{8FE57028-D915-D943-99D7-8DF74265968B}"/>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
        <p:nvSpPr>
          <p:cNvPr id="4" name="Title 1">
            <a:extLst>
              <a:ext uri="{FF2B5EF4-FFF2-40B4-BE49-F238E27FC236}">
                <a16:creationId xmlns:a16="http://schemas.microsoft.com/office/drawing/2014/main" id="{872B019C-4E51-5CE7-5B1D-95225561FA84}"/>
              </a:ext>
            </a:extLst>
          </p:cNvPr>
          <p:cNvSpPr>
            <a:spLocks noGrp="1"/>
          </p:cNvSpPr>
          <p:nvPr>
            <p:ph type="title"/>
          </p:nvPr>
        </p:nvSpPr>
        <p:spPr>
          <a:xfrm>
            <a:off x="525019" y="368300"/>
            <a:ext cx="11151032" cy="900114"/>
          </a:xfrm>
        </p:spPr>
        <p:txBody>
          <a:bodyPr>
            <a:normAutofit/>
          </a:bodyPr>
          <a:lstStyle>
            <a:lvl1pPr>
              <a:defRPr sz="2800"/>
            </a:lvl1pPr>
          </a:lstStyle>
          <a:p>
            <a:r>
              <a:rPr lang="en-US"/>
              <a:t>Click to edit Master title style</a:t>
            </a:r>
          </a:p>
        </p:txBody>
      </p:sp>
      <p:sp>
        <p:nvSpPr>
          <p:cNvPr id="5" name="Content Placeholder 2">
            <a:extLst>
              <a:ext uri="{FF2B5EF4-FFF2-40B4-BE49-F238E27FC236}">
                <a16:creationId xmlns:a16="http://schemas.microsoft.com/office/drawing/2014/main" id="{FFB002A0-5D60-0A4B-429C-D6178E03B636}"/>
              </a:ext>
            </a:extLst>
          </p:cNvPr>
          <p:cNvSpPr>
            <a:spLocks noGrp="1"/>
          </p:cNvSpPr>
          <p:nvPr>
            <p:ph idx="1"/>
          </p:nvPr>
        </p:nvSpPr>
        <p:spPr>
          <a:xfrm>
            <a:off x="525018" y="1449389"/>
            <a:ext cx="11151033" cy="4500562"/>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395471182"/>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showMasterSp="0" preserve="1" userDrawn="1">
  <p:cSld name="3_Title and Content">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D183A61-EB54-06EF-DE47-F7E9A571DB61}"/>
              </a:ext>
            </a:extLst>
          </p:cNvPr>
          <p:cNvSpPr/>
          <p:nvPr userDrawn="1"/>
        </p:nvSpPr>
        <p:spPr>
          <a:xfrm>
            <a:off x="0" y="0"/>
            <a:ext cx="12192000" cy="1316019"/>
          </a:xfrm>
          <a:prstGeom prst="rect">
            <a:avLst/>
          </a:prstGeom>
          <a:gradFill>
            <a:gsLst>
              <a:gs pos="0">
                <a:schemeClr val="accent3"/>
              </a:gs>
              <a:gs pos="100000">
                <a:schemeClr val="accent3">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AU" sz="1800" b="0" i="0" u="none" strike="noStrike" kern="1200" cap="none" spc="0" normalizeH="0" baseline="0" noProof="0">
              <a:ln>
                <a:noFill/>
              </a:ln>
              <a:solidFill>
                <a:prstClr val="white"/>
              </a:solidFill>
              <a:effectLst/>
              <a:uLnTx/>
              <a:uFillTx/>
              <a:latin typeface="Roboto"/>
              <a:ea typeface="+mn-ea"/>
              <a:cs typeface="+mn-cs"/>
            </a:endParaRPr>
          </a:p>
        </p:txBody>
      </p:sp>
      <p:sp>
        <p:nvSpPr>
          <p:cNvPr id="6" name="Slide Number Placeholder 3">
            <a:extLst>
              <a:ext uri="{FF2B5EF4-FFF2-40B4-BE49-F238E27FC236}">
                <a16:creationId xmlns:a16="http://schemas.microsoft.com/office/drawing/2014/main" id="{8FE57028-D915-D943-99D7-8DF74265968B}"/>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
        <p:nvSpPr>
          <p:cNvPr id="4" name="Title 1">
            <a:extLst>
              <a:ext uri="{FF2B5EF4-FFF2-40B4-BE49-F238E27FC236}">
                <a16:creationId xmlns:a16="http://schemas.microsoft.com/office/drawing/2014/main" id="{872B019C-4E51-5CE7-5B1D-95225561FA84}"/>
              </a:ext>
            </a:extLst>
          </p:cNvPr>
          <p:cNvSpPr>
            <a:spLocks noGrp="1"/>
          </p:cNvSpPr>
          <p:nvPr>
            <p:ph type="title"/>
          </p:nvPr>
        </p:nvSpPr>
        <p:spPr>
          <a:xfrm>
            <a:off x="525019" y="368300"/>
            <a:ext cx="11151032" cy="900114"/>
          </a:xfrm>
        </p:spPr>
        <p:txBody>
          <a:bodyPr>
            <a:normAutofit/>
          </a:bodyPr>
          <a:lstStyle>
            <a:lvl1pPr>
              <a:defRPr sz="2800">
                <a:solidFill>
                  <a:schemeClr val="bg1"/>
                </a:solidFill>
              </a:defRPr>
            </a:lvl1pPr>
          </a:lstStyle>
          <a:p>
            <a:r>
              <a:rPr lang="en-US"/>
              <a:t>Click to edit Master title style</a:t>
            </a:r>
          </a:p>
        </p:txBody>
      </p:sp>
      <p:sp>
        <p:nvSpPr>
          <p:cNvPr id="5" name="Content Placeholder 2">
            <a:extLst>
              <a:ext uri="{FF2B5EF4-FFF2-40B4-BE49-F238E27FC236}">
                <a16:creationId xmlns:a16="http://schemas.microsoft.com/office/drawing/2014/main" id="{FFB002A0-5D60-0A4B-429C-D6178E03B636}"/>
              </a:ext>
            </a:extLst>
          </p:cNvPr>
          <p:cNvSpPr>
            <a:spLocks noGrp="1"/>
          </p:cNvSpPr>
          <p:nvPr>
            <p:ph idx="1"/>
          </p:nvPr>
        </p:nvSpPr>
        <p:spPr>
          <a:xfrm>
            <a:off x="525018" y="1449389"/>
            <a:ext cx="11151033" cy="4500562"/>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013873310"/>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showMasterSp="0" preserve="1" userDrawn="1">
  <p:cSld name="4_Title and Content">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D183A61-EB54-06EF-DE47-F7E9A571DB61}"/>
              </a:ext>
            </a:extLst>
          </p:cNvPr>
          <p:cNvSpPr/>
          <p:nvPr userDrawn="1"/>
        </p:nvSpPr>
        <p:spPr>
          <a:xfrm>
            <a:off x="0" y="0"/>
            <a:ext cx="12192000" cy="1316019"/>
          </a:xfrm>
          <a:prstGeom prst="rect">
            <a:avLst/>
          </a:prstGeom>
          <a:gradFill>
            <a:gsLst>
              <a:gs pos="0">
                <a:schemeClr val="accent1"/>
              </a:gs>
              <a:gs pos="100000">
                <a:schemeClr val="accent1">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AU" sz="1800" b="0" i="0" u="none" strike="noStrike" kern="1200" cap="none" spc="0" normalizeH="0" baseline="0" noProof="0">
              <a:ln>
                <a:noFill/>
              </a:ln>
              <a:solidFill>
                <a:prstClr val="white"/>
              </a:solidFill>
              <a:effectLst/>
              <a:uLnTx/>
              <a:uFillTx/>
              <a:latin typeface="Roboto"/>
              <a:ea typeface="+mn-ea"/>
              <a:cs typeface="+mn-cs"/>
            </a:endParaRPr>
          </a:p>
        </p:txBody>
      </p:sp>
      <p:sp>
        <p:nvSpPr>
          <p:cNvPr id="6" name="Slide Number Placeholder 3">
            <a:extLst>
              <a:ext uri="{FF2B5EF4-FFF2-40B4-BE49-F238E27FC236}">
                <a16:creationId xmlns:a16="http://schemas.microsoft.com/office/drawing/2014/main" id="{8FE57028-D915-D943-99D7-8DF74265968B}"/>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
        <p:nvSpPr>
          <p:cNvPr id="4" name="Title 1">
            <a:extLst>
              <a:ext uri="{FF2B5EF4-FFF2-40B4-BE49-F238E27FC236}">
                <a16:creationId xmlns:a16="http://schemas.microsoft.com/office/drawing/2014/main" id="{872B019C-4E51-5CE7-5B1D-95225561FA84}"/>
              </a:ext>
            </a:extLst>
          </p:cNvPr>
          <p:cNvSpPr>
            <a:spLocks noGrp="1"/>
          </p:cNvSpPr>
          <p:nvPr>
            <p:ph type="title"/>
          </p:nvPr>
        </p:nvSpPr>
        <p:spPr>
          <a:xfrm>
            <a:off x="525019" y="368300"/>
            <a:ext cx="11151032" cy="900114"/>
          </a:xfrm>
        </p:spPr>
        <p:txBody>
          <a:bodyPr>
            <a:normAutofit/>
          </a:bodyPr>
          <a:lstStyle>
            <a:lvl1pPr>
              <a:defRPr sz="2800">
                <a:solidFill>
                  <a:schemeClr val="bg1"/>
                </a:solidFill>
              </a:defRPr>
            </a:lvl1pPr>
          </a:lstStyle>
          <a:p>
            <a:r>
              <a:rPr lang="en-US"/>
              <a:t>Click to edit Master title style</a:t>
            </a:r>
          </a:p>
        </p:txBody>
      </p:sp>
      <p:sp>
        <p:nvSpPr>
          <p:cNvPr id="5" name="Content Placeholder 2">
            <a:extLst>
              <a:ext uri="{FF2B5EF4-FFF2-40B4-BE49-F238E27FC236}">
                <a16:creationId xmlns:a16="http://schemas.microsoft.com/office/drawing/2014/main" id="{FFB002A0-5D60-0A4B-429C-D6178E03B636}"/>
              </a:ext>
            </a:extLst>
          </p:cNvPr>
          <p:cNvSpPr>
            <a:spLocks noGrp="1"/>
          </p:cNvSpPr>
          <p:nvPr>
            <p:ph idx="1"/>
          </p:nvPr>
        </p:nvSpPr>
        <p:spPr>
          <a:xfrm>
            <a:off x="525018" y="1449389"/>
            <a:ext cx="11151033" cy="4500562"/>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186082045"/>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showMasterSp="0" preserve="1" userDrawn="1">
  <p:cSld name="5_Title and Content">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D183A61-EB54-06EF-DE47-F7E9A571DB61}"/>
              </a:ext>
            </a:extLst>
          </p:cNvPr>
          <p:cNvSpPr/>
          <p:nvPr userDrawn="1"/>
        </p:nvSpPr>
        <p:spPr>
          <a:xfrm>
            <a:off x="0" y="0"/>
            <a:ext cx="12192000" cy="1316019"/>
          </a:xfrm>
          <a:prstGeom prst="rect">
            <a:avLst/>
          </a:prstGeom>
          <a:gradFill>
            <a:gsLst>
              <a:gs pos="0">
                <a:schemeClr val="accent2"/>
              </a:gs>
              <a:gs pos="100000">
                <a:schemeClr val="accent2">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AU" sz="1800" b="0" i="0" u="none" strike="noStrike" kern="1200" cap="none" spc="0" normalizeH="0" baseline="0" noProof="0">
              <a:ln>
                <a:noFill/>
              </a:ln>
              <a:solidFill>
                <a:prstClr val="white"/>
              </a:solidFill>
              <a:effectLst/>
              <a:uLnTx/>
              <a:uFillTx/>
              <a:latin typeface="Roboto"/>
              <a:ea typeface="+mn-ea"/>
              <a:cs typeface="+mn-cs"/>
            </a:endParaRPr>
          </a:p>
        </p:txBody>
      </p:sp>
      <p:sp>
        <p:nvSpPr>
          <p:cNvPr id="6" name="Slide Number Placeholder 3">
            <a:extLst>
              <a:ext uri="{FF2B5EF4-FFF2-40B4-BE49-F238E27FC236}">
                <a16:creationId xmlns:a16="http://schemas.microsoft.com/office/drawing/2014/main" id="{8FE57028-D915-D943-99D7-8DF74265968B}"/>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
        <p:nvSpPr>
          <p:cNvPr id="4" name="Title 1">
            <a:extLst>
              <a:ext uri="{FF2B5EF4-FFF2-40B4-BE49-F238E27FC236}">
                <a16:creationId xmlns:a16="http://schemas.microsoft.com/office/drawing/2014/main" id="{872B019C-4E51-5CE7-5B1D-95225561FA84}"/>
              </a:ext>
            </a:extLst>
          </p:cNvPr>
          <p:cNvSpPr>
            <a:spLocks noGrp="1"/>
          </p:cNvSpPr>
          <p:nvPr>
            <p:ph type="title"/>
          </p:nvPr>
        </p:nvSpPr>
        <p:spPr>
          <a:xfrm>
            <a:off x="525019" y="368300"/>
            <a:ext cx="11151032" cy="900114"/>
          </a:xfrm>
        </p:spPr>
        <p:txBody>
          <a:bodyPr>
            <a:normAutofit/>
          </a:bodyPr>
          <a:lstStyle>
            <a:lvl1pPr>
              <a:defRPr sz="2800">
                <a:solidFill>
                  <a:schemeClr val="bg1"/>
                </a:solidFill>
              </a:defRPr>
            </a:lvl1pPr>
          </a:lstStyle>
          <a:p>
            <a:r>
              <a:rPr lang="en-US"/>
              <a:t>Click to edit Master title style</a:t>
            </a:r>
          </a:p>
        </p:txBody>
      </p:sp>
      <p:sp>
        <p:nvSpPr>
          <p:cNvPr id="5" name="Content Placeholder 2">
            <a:extLst>
              <a:ext uri="{FF2B5EF4-FFF2-40B4-BE49-F238E27FC236}">
                <a16:creationId xmlns:a16="http://schemas.microsoft.com/office/drawing/2014/main" id="{FFB002A0-5D60-0A4B-429C-D6178E03B636}"/>
              </a:ext>
            </a:extLst>
          </p:cNvPr>
          <p:cNvSpPr>
            <a:spLocks noGrp="1"/>
          </p:cNvSpPr>
          <p:nvPr>
            <p:ph idx="1"/>
          </p:nvPr>
        </p:nvSpPr>
        <p:spPr>
          <a:xfrm>
            <a:off x="525018" y="1449389"/>
            <a:ext cx="11151033" cy="4500562"/>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545940584"/>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reserve="1" userDrawn="1">
  <p:cSld name="15_Title Slide">
    <p:spTree>
      <p:nvGrpSpPr>
        <p:cNvPr id="1" name=""/>
        <p:cNvGrpSpPr/>
        <p:nvPr/>
      </p:nvGrpSpPr>
      <p:grpSpPr>
        <a:xfrm>
          <a:off x="0" y="0"/>
          <a:ext cx="0" cy="0"/>
          <a:chOff x="0" y="0"/>
          <a:chExt cx="0" cy="0"/>
        </a:xfrm>
      </p:grpSpPr>
      <p:sp>
        <p:nvSpPr>
          <p:cNvPr id="18" name="Subtitle 2">
            <a:extLst>
              <a:ext uri="{FF2B5EF4-FFF2-40B4-BE49-F238E27FC236}">
                <a16:creationId xmlns:a16="http://schemas.microsoft.com/office/drawing/2014/main" id="{8DF9EC0C-8D8A-394C-98CB-975B46260778}"/>
              </a:ext>
            </a:extLst>
          </p:cNvPr>
          <p:cNvSpPr>
            <a:spLocks noGrp="1"/>
          </p:cNvSpPr>
          <p:nvPr>
            <p:ph type="subTitle" idx="1"/>
          </p:nvPr>
        </p:nvSpPr>
        <p:spPr>
          <a:xfrm>
            <a:off x="499110" y="5177854"/>
            <a:ext cx="9144000" cy="1655762"/>
          </a:xfrm>
        </p:spPr>
        <p:txBody>
          <a:bodyPr>
            <a:normAutofit/>
          </a:bodyPr>
          <a:lstStyle>
            <a:lvl1pPr marL="0" indent="0" algn="l">
              <a:buNone/>
              <a:defRPr sz="2000">
                <a:solidFill>
                  <a:schemeClr val="bg2"/>
                </a:solidFill>
                <a:latin typeface="Open Sans Light" panose="020B0606030504020204" pitchFamily="34" charset="0"/>
                <a:ea typeface="Open Sans Light" panose="020B0606030504020204" pitchFamily="34" charset="0"/>
                <a:cs typeface="Open Sans Light" panose="020B0606030504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19" name="Title 1">
            <a:extLst>
              <a:ext uri="{FF2B5EF4-FFF2-40B4-BE49-F238E27FC236}">
                <a16:creationId xmlns:a16="http://schemas.microsoft.com/office/drawing/2014/main" id="{E6174DF3-85AD-3849-AA29-99B8B3E8F7CA}"/>
              </a:ext>
            </a:extLst>
          </p:cNvPr>
          <p:cNvSpPr>
            <a:spLocks noGrp="1"/>
          </p:cNvSpPr>
          <p:nvPr>
            <p:ph type="ctrTitle"/>
          </p:nvPr>
        </p:nvSpPr>
        <p:spPr>
          <a:xfrm>
            <a:off x="499110" y="4096613"/>
            <a:ext cx="9144000" cy="947129"/>
          </a:xfrm>
        </p:spPr>
        <p:txBody>
          <a:bodyPr anchor="b">
            <a:normAutofit/>
          </a:bodyPr>
          <a:lstStyle>
            <a:lvl1pPr algn="l">
              <a:defRPr sz="4400" b="0">
                <a:solidFill>
                  <a:schemeClr val="bg1"/>
                </a:solidFill>
              </a:defRPr>
            </a:lvl1pPr>
          </a:lstStyle>
          <a:p>
            <a:r>
              <a:rPr lang="en-US"/>
              <a:t>Click to edit Master title style</a:t>
            </a:r>
          </a:p>
        </p:txBody>
      </p:sp>
      <p:sp>
        <p:nvSpPr>
          <p:cNvPr id="7" name="Slide Number Placeholder 3">
            <a:extLst>
              <a:ext uri="{FF2B5EF4-FFF2-40B4-BE49-F238E27FC236}">
                <a16:creationId xmlns:a16="http://schemas.microsoft.com/office/drawing/2014/main" id="{E155D132-6578-874E-A1F5-777D8134DC9D}"/>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Tree>
    <p:extLst>
      <p:ext uri="{BB962C8B-B14F-4D97-AF65-F5344CB8AC3E}">
        <p14:creationId xmlns:p14="http://schemas.microsoft.com/office/powerpoint/2010/main" val="2763255101"/>
      </p:ext>
    </p:extLst>
  </p:cSld>
  <p:clrMapOvr>
    <a:overrideClrMapping bg1="lt1" tx1="dk1" bg2="lt2" tx2="dk2" accent1="accent1" accent2="accent2" accent3="accent3" accent4="accent4" accent5="accent5" accent6="accent6" hlink="hlink" folHlink="folHlink"/>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showMasterSp="0" preserve="1" userDrawn="1">
  <p:cSld name="1_Title and Content">
    <p:spTree>
      <p:nvGrpSpPr>
        <p:cNvPr id="1" name=""/>
        <p:cNvGrpSpPr/>
        <p:nvPr/>
      </p:nvGrpSpPr>
      <p:grpSpPr>
        <a:xfrm>
          <a:off x="0" y="0"/>
          <a:ext cx="0" cy="0"/>
          <a:chOff x="0" y="0"/>
          <a:chExt cx="0" cy="0"/>
        </a:xfrm>
      </p:grpSpPr>
      <p:sp>
        <p:nvSpPr>
          <p:cNvPr id="6" name="Slide Number Placeholder 3">
            <a:extLst>
              <a:ext uri="{FF2B5EF4-FFF2-40B4-BE49-F238E27FC236}">
                <a16:creationId xmlns:a16="http://schemas.microsoft.com/office/drawing/2014/main" id="{8FE57028-D915-D943-99D7-8DF74265968B}"/>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
        <p:nvSpPr>
          <p:cNvPr id="4" name="Title 1">
            <a:extLst>
              <a:ext uri="{FF2B5EF4-FFF2-40B4-BE49-F238E27FC236}">
                <a16:creationId xmlns:a16="http://schemas.microsoft.com/office/drawing/2014/main" id="{872B019C-4E51-5CE7-5B1D-95225561FA84}"/>
              </a:ext>
            </a:extLst>
          </p:cNvPr>
          <p:cNvSpPr>
            <a:spLocks noGrp="1"/>
          </p:cNvSpPr>
          <p:nvPr>
            <p:ph type="title"/>
          </p:nvPr>
        </p:nvSpPr>
        <p:spPr>
          <a:xfrm>
            <a:off x="525019" y="368300"/>
            <a:ext cx="7691881" cy="900114"/>
          </a:xfrm>
        </p:spPr>
        <p:txBody>
          <a:bodyPr>
            <a:normAutofit/>
          </a:bodyPr>
          <a:lstStyle>
            <a:lvl1pPr>
              <a:defRPr sz="2800"/>
            </a:lvl1pPr>
          </a:lstStyle>
          <a:p>
            <a:r>
              <a:rPr lang="en-US"/>
              <a:t>Click to edit Master title style</a:t>
            </a:r>
          </a:p>
        </p:txBody>
      </p:sp>
      <p:sp>
        <p:nvSpPr>
          <p:cNvPr id="5" name="Content Placeholder 2">
            <a:extLst>
              <a:ext uri="{FF2B5EF4-FFF2-40B4-BE49-F238E27FC236}">
                <a16:creationId xmlns:a16="http://schemas.microsoft.com/office/drawing/2014/main" id="{FFB002A0-5D60-0A4B-429C-D6178E03B636}"/>
              </a:ext>
            </a:extLst>
          </p:cNvPr>
          <p:cNvSpPr>
            <a:spLocks noGrp="1"/>
          </p:cNvSpPr>
          <p:nvPr>
            <p:ph idx="1"/>
          </p:nvPr>
        </p:nvSpPr>
        <p:spPr>
          <a:xfrm>
            <a:off x="525019" y="1449389"/>
            <a:ext cx="7691881" cy="4500562"/>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Rectangle 1">
            <a:extLst>
              <a:ext uri="{FF2B5EF4-FFF2-40B4-BE49-F238E27FC236}">
                <a16:creationId xmlns:a16="http://schemas.microsoft.com/office/drawing/2014/main" id="{85828BE1-28ED-B995-96F1-1F1FD2D7396A}"/>
              </a:ext>
            </a:extLst>
          </p:cNvPr>
          <p:cNvSpPr/>
          <p:nvPr userDrawn="1"/>
        </p:nvSpPr>
        <p:spPr>
          <a:xfrm>
            <a:off x="8411394" y="1"/>
            <a:ext cx="3770435" cy="6890156"/>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55"/>
              <a:t>INSERT IMAGE WITH BLACK OVERLAY</a:t>
            </a:r>
          </a:p>
        </p:txBody>
      </p:sp>
      <p:pic>
        <p:nvPicPr>
          <p:cNvPr id="3" name="Graphic 2">
            <a:extLst>
              <a:ext uri="{FF2B5EF4-FFF2-40B4-BE49-F238E27FC236}">
                <a16:creationId xmlns:a16="http://schemas.microsoft.com/office/drawing/2014/main" id="{74684993-AE64-49DC-81D8-A3F9EC93B954}"/>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28006" r="30707" b="41106"/>
          <a:stretch/>
        </p:blipFill>
        <p:spPr>
          <a:xfrm rot="10800000">
            <a:off x="8421564" y="-1"/>
            <a:ext cx="3770435" cy="5640552"/>
          </a:xfrm>
          <a:prstGeom prst="rect">
            <a:avLst/>
          </a:prstGeom>
        </p:spPr>
      </p:pic>
    </p:spTree>
    <p:extLst>
      <p:ext uri="{BB962C8B-B14F-4D97-AF65-F5344CB8AC3E}">
        <p14:creationId xmlns:p14="http://schemas.microsoft.com/office/powerpoint/2010/main" val="3432707032"/>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showMasterSp="0" preserve="1" userDrawn="1">
  <p:cSld name="2_Title and Content">
    <p:spTree>
      <p:nvGrpSpPr>
        <p:cNvPr id="1" name=""/>
        <p:cNvGrpSpPr/>
        <p:nvPr/>
      </p:nvGrpSpPr>
      <p:grpSpPr>
        <a:xfrm>
          <a:off x="0" y="0"/>
          <a:ext cx="0" cy="0"/>
          <a:chOff x="0" y="0"/>
          <a:chExt cx="0" cy="0"/>
        </a:xfrm>
      </p:grpSpPr>
      <p:sp>
        <p:nvSpPr>
          <p:cNvPr id="6" name="Slide Number Placeholder 3">
            <a:extLst>
              <a:ext uri="{FF2B5EF4-FFF2-40B4-BE49-F238E27FC236}">
                <a16:creationId xmlns:a16="http://schemas.microsoft.com/office/drawing/2014/main" id="{8FE57028-D915-D943-99D7-8DF74265968B}"/>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
        <p:nvSpPr>
          <p:cNvPr id="4" name="Title 1">
            <a:extLst>
              <a:ext uri="{FF2B5EF4-FFF2-40B4-BE49-F238E27FC236}">
                <a16:creationId xmlns:a16="http://schemas.microsoft.com/office/drawing/2014/main" id="{872B019C-4E51-5CE7-5B1D-95225561FA84}"/>
              </a:ext>
            </a:extLst>
          </p:cNvPr>
          <p:cNvSpPr>
            <a:spLocks noGrp="1"/>
          </p:cNvSpPr>
          <p:nvPr>
            <p:ph type="title"/>
          </p:nvPr>
        </p:nvSpPr>
        <p:spPr>
          <a:xfrm>
            <a:off x="4296919" y="368300"/>
            <a:ext cx="7046721" cy="900114"/>
          </a:xfrm>
        </p:spPr>
        <p:txBody>
          <a:bodyPr>
            <a:normAutofit/>
          </a:bodyPr>
          <a:lstStyle>
            <a:lvl1pPr>
              <a:defRPr sz="2800"/>
            </a:lvl1pPr>
          </a:lstStyle>
          <a:p>
            <a:r>
              <a:rPr lang="en-US"/>
              <a:t>Click to edit Master title style</a:t>
            </a:r>
          </a:p>
        </p:txBody>
      </p:sp>
      <p:sp>
        <p:nvSpPr>
          <p:cNvPr id="5" name="Content Placeholder 2">
            <a:extLst>
              <a:ext uri="{FF2B5EF4-FFF2-40B4-BE49-F238E27FC236}">
                <a16:creationId xmlns:a16="http://schemas.microsoft.com/office/drawing/2014/main" id="{FFB002A0-5D60-0A4B-429C-D6178E03B636}"/>
              </a:ext>
            </a:extLst>
          </p:cNvPr>
          <p:cNvSpPr>
            <a:spLocks noGrp="1"/>
          </p:cNvSpPr>
          <p:nvPr>
            <p:ph idx="1"/>
          </p:nvPr>
        </p:nvSpPr>
        <p:spPr>
          <a:xfrm>
            <a:off x="4296919" y="1449389"/>
            <a:ext cx="7046721" cy="4500562"/>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Rectangle 1">
            <a:extLst>
              <a:ext uri="{FF2B5EF4-FFF2-40B4-BE49-F238E27FC236}">
                <a16:creationId xmlns:a16="http://schemas.microsoft.com/office/drawing/2014/main" id="{85828BE1-28ED-B995-96F1-1F1FD2D7396A}"/>
              </a:ext>
            </a:extLst>
          </p:cNvPr>
          <p:cNvSpPr/>
          <p:nvPr userDrawn="1"/>
        </p:nvSpPr>
        <p:spPr>
          <a:xfrm>
            <a:off x="0" y="1"/>
            <a:ext cx="3770435" cy="6890156"/>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55"/>
              <a:t>INSERT IMAGE WITH BLACK OVERLAY</a:t>
            </a:r>
          </a:p>
        </p:txBody>
      </p:sp>
      <p:pic>
        <p:nvPicPr>
          <p:cNvPr id="3" name="Graphic 2">
            <a:extLst>
              <a:ext uri="{FF2B5EF4-FFF2-40B4-BE49-F238E27FC236}">
                <a16:creationId xmlns:a16="http://schemas.microsoft.com/office/drawing/2014/main" id="{74684993-AE64-49DC-81D8-A3F9EC93B954}"/>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28006" r="30707" b="41106"/>
          <a:stretch/>
        </p:blipFill>
        <p:spPr>
          <a:xfrm rot="10800000" flipH="1">
            <a:off x="10170" y="-1"/>
            <a:ext cx="3770435" cy="5640552"/>
          </a:xfrm>
          <a:prstGeom prst="rect">
            <a:avLst/>
          </a:prstGeom>
        </p:spPr>
      </p:pic>
    </p:spTree>
    <p:extLst>
      <p:ext uri="{BB962C8B-B14F-4D97-AF65-F5344CB8AC3E}">
        <p14:creationId xmlns:p14="http://schemas.microsoft.com/office/powerpoint/2010/main" val="4233485151"/>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showMasterSp="0" preserve="1" userDrawn="1">
  <p:cSld name="16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A69FE0A4-E4BF-0B4D-9AAC-30724C2FC845}"/>
              </a:ext>
            </a:extLst>
          </p:cNvPr>
          <p:cNvSpPr/>
          <p:nvPr userDrawn="1"/>
        </p:nvSpPr>
        <p:spPr>
          <a:xfrm>
            <a:off x="0" y="0"/>
            <a:ext cx="12192000" cy="6858000"/>
          </a:xfrm>
          <a:prstGeom prst="rect">
            <a:avLst/>
          </a:prstGeom>
          <a:gradFill>
            <a:gsLst>
              <a:gs pos="0">
                <a:schemeClr val="tx2"/>
              </a:gs>
              <a:gs pos="100000">
                <a:schemeClr val="tx2">
                  <a:lumMod val="75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itle 1">
            <a:extLst>
              <a:ext uri="{FF2B5EF4-FFF2-40B4-BE49-F238E27FC236}">
                <a16:creationId xmlns:a16="http://schemas.microsoft.com/office/drawing/2014/main" id="{583DD981-2F88-36B6-B48C-C1372B8C9A02}"/>
              </a:ext>
            </a:extLst>
          </p:cNvPr>
          <p:cNvSpPr>
            <a:spLocks noGrp="1"/>
          </p:cNvSpPr>
          <p:nvPr>
            <p:ph type="title"/>
          </p:nvPr>
        </p:nvSpPr>
        <p:spPr>
          <a:xfrm>
            <a:off x="5029200" y="368300"/>
            <a:ext cx="6646863" cy="900114"/>
          </a:xfrm>
        </p:spPr>
        <p:txBody>
          <a:bodyPr>
            <a:normAutofit/>
          </a:bodyPr>
          <a:lstStyle>
            <a:lvl1pPr>
              <a:defRPr sz="2800">
                <a:solidFill>
                  <a:schemeClr val="accent1"/>
                </a:solidFill>
              </a:defRPr>
            </a:lvl1pPr>
          </a:lstStyle>
          <a:p>
            <a:r>
              <a:rPr lang="en-US"/>
              <a:t>Click to edit Master title style</a:t>
            </a:r>
          </a:p>
        </p:txBody>
      </p:sp>
      <p:sp>
        <p:nvSpPr>
          <p:cNvPr id="10" name="Content Placeholder 2">
            <a:extLst>
              <a:ext uri="{FF2B5EF4-FFF2-40B4-BE49-F238E27FC236}">
                <a16:creationId xmlns:a16="http://schemas.microsoft.com/office/drawing/2014/main" id="{A2086BE6-D60A-9895-5FB7-271EEB74359B}"/>
              </a:ext>
            </a:extLst>
          </p:cNvPr>
          <p:cNvSpPr>
            <a:spLocks noGrp="1"/>
          </p:cNvSpPr>
          <p:nvPr>
            <p:ph idx="1"/>
          </p:nvPr>
        </p:nvSpPr>
        <p:spPr>
          <a:xfrm>
            <a:off x="5029188" y="1449388"/>
            <a:ext cx="6646863" cy="5040311"/>
          </a:xfrm>
        </p:spPr>
        <p:txBody>
          <a:bodyPr/>
          <a:lstStyle>
            <a:lvl1pPr>
              <a:defRPr sz="1800">
                <a:solidFill>
                  <a:schemeClr val="accent1">
                    <a:lumMod val="20000"/>
                    <a:lumOff val="80000"/>
                  </a:schemeClr>
                </a:solidFill>
                <a:latin typeface="Poppins Light" panose="00000400000000000000" pitchFamily="2" charset="0"/>
                <a:cs typeface="Poppins Light" panose="00000400000000000000" pitchFamily="2" charset="0"/>
              </a:defRPr>
            </a:lvl1pPr>
            <a:lvl2pPr>
              <a:defRPr sz="1600">
                <a:solidFill>
                  <a:schemeClr val="bg1"/>
                </a:solidFill>
              </a:defRPr>
            </a:lvl2pPr>
            <a:lvl3pPr>
              <a:defRPr sz="1400">
                <a:solidFill>
                  <a:schemeClr val="bg1"/>
                </a:solidFill>
              </a:defRPr>
            </a:lvl3pPr>
            <a:lvl4pPr>
              <a:defRPr sz="1200">
                <a:solidFill>
                  <a:schemeClr val="bg1"/>
                </a:solidFill>
              </a:defRPr>
            </a:lvl4pPr>
            <a:lvl5pPr>
              <a:defRPr sz="11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691894826"/>
      </p:ext>
    </p:extLst>
  </p:cSld>
  <p:clrMapOvr>
    <a:overrideClrMapping bg1="lt1" tx1="dk1" bg2="lt2" tx2="dk2" accent1="accent1" accent2="accent2" accent3="accent3" accent4="accent4" accent5="accent5" accent6="accent6" hlink="hlink" folHlink="folHlink"/>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showMasterSp="0" preserve="1" userDrawn="1">
  <p:cSld name="12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A69FE0A4-E4BF-0B4D-9AAC-30724C2FC845}"/>
              </a:ext>
            </a:extLst>
          </p:cNvPr>
          <p:cNvSpPr/>
          <p:nvPr userDrawn="1"/>
        </p:nvSpPr>
        <p:spPr>
          <a:xfrm>
            <a:off x="0" y="0"/>
            <a:ext cx="12192000" cy="6858000"/>
          </a:xfrm>
          <a:prstGeom prst="rect">
            <a:avLst/>
          </a:prstGeom>
          <a:gradFill>
            <a:gsLst>
              <a:gs pos="0">
                <a:schemeClr val="tx2"/>
              </a:gs>
              <a:gs pos="100000">
                <a:schemeClr val="tx2">
                  <a:lumMod val="75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Graphic 12">
            <a:extLst>
              <a:ext uri="{FF2B5EF4-FFF2-40B4-BE49-F238E27FC236}">
                <a16:creationId xmlns:a16="http://schemas.microsoft.com/office/drawing/2014/main" id="{5A6D41D4-8055-A24D-80E7-090637EBB6CA}"/>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31789" t="43946" r="16249" b="16538"/>
          <a:stretch/>
        </p:blipFill>
        <p:spPr>
          <a:xfrm rot="16200000">
            <a:off x="-836593" y="709593"/>
            <a:ext cx="6985000" cy="5311814"/>
          </a:xfrm>
          <a:prstGeom prst="rect">
            <a:avLst/>
          </a:prstGeom>
        </p:spPr>
      </p:pic>
      <p:sp>
        <p:nvSpPr>
          <p:cNvPr id="9" name="Title 1">
            <a:extLst>
              <a:ext uri="{FF2B5EF4-FFF2-40B4-BE49-F238E27FC236}">
                <a16:creationId xmlns:a16="http://schemas.microsoft.com/office/drawing/2014/main" id="{583DD981-2F88-36B6-B48C-C1372B8C9A02}"/>
              </a:ext>
            </a:extLst>
          </p:cNvPr>
          <p:cNvSpPr>
            <a:spLocks noGrp="1"/>
          </p:cNvSpPr>
          <p:nvPr>
            <p:ph type="title"/>
          </p:nvPr>
        </p:nvSpPr>
        <p:spPr>
          <a:xfrm>
            <a:off x="5029200" y="368300"/>
            <a:ext cx="6646863" cy="900114"/>
          </a:xfrm>
        </p:spPr>
        <p:txBody>
          <a:bodyPr>
            <a:normAutofit/>
          </a:bodyPr>
          <a:lstStyle>
            <a:lvl1pPr>
              <a:defRPr sz="2800">
                <a:solidFill>
                  <a:schemeClr val="accent1"/>
                </a:solidFill>
              </a:defRPr>
            </a:lvl1pPr>
          </a:lstStyle>
          <a:p>
            <a:r>
              <a:rPr lang="en-US"/>
              <a:t>Click to edit Master title style</a:t>
            </a:r>
          </a:p>
        </p:txBody>
      </p:sp>
      <p:sp>
        <p:nvSpPr>
          <p:cNvPr id="10" name="Content Placeholder 2">
            <a:extLst>
              <a:ext uri="{FF2B5EF4-FFF2-40B4-BE49-F238E27FC236}">
                <a16:creationId xmlns:a16="http://schemas.microsoft.com/office/drawing/2014/main" id="{A2086BE6-D60A-9895-5FB7-271EEB74359B}"/>
              </a:ext>
            </a:extLst>
          </p:cNvPr>
          <p:cNvSpPr>
            <a:spLocks noGrp="1"/>
          </p:cNvSpPr>
          <p:nvPr>
            <p:ph idx="1"/>
          </p:nvPr>
        </p:nvSpPr>
        <p:spPr>
          <a:xfrm>
            <a:off x="5029188" y="1449388"/>
            <a:ext cx="6646863" cy="5040311"/>
          </a:xfrm>
        </p:spPr>
        <p:txBody>
          <a:bodyPr/>
          <a:lstStyle>
            <a:lvl1pPr>
              <a:defRPr sz="1800">
                <a:solidFill>
                  <a:schemeClr val="accent1">
                    <a:lumMod val="20000"/>
                    <a:lumOff val="80000"/>
                  </a:schemeClr>
                </a:solidFill>
                <a:latin typeface="Poppins Light" panose="00000400000000000000" pitchFamily="2" charset="0"/>
                <a:cs typeface="Poppins Light" panose="00000400000000000000" pitchFamily="2" charset="0"/>
              </a:defRPr>
            </a:lvl1pPr>
            <a:lvl2pPr>
              <a:defRPr sz="1600">
                <a:solidFill>
                  <a:schemeClr val="bg1"/>
                </a:solidFill>
              </a:defRPr>
            </a:lvl2pPr>
            <a:lvl3pPr>
              <a:defRPr sz="1400">
                <a:solidFill>
                  <a:schemeClr val="bg1"/>
                </a:solidFill>
              </a:defRPr>
            </a:lvl3pPr>
            <a:lvl4pPr>
              <a:defRPr sz="1200">
                <a:solidFill>
                  <a:schemeClr val="bg1"/>
                </a:solidFill>
              </a:defRPr>
            </a:lvl4pPr>
            <a:lvl5pPr>
              <a:defRPr sz="11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819524634"/>
      </p:ext>
    </p:extLst>
  </p:cSld>
  <p:clrMapOvr>
    <a:overrideClrMapping bg1="lt1" tx1="dk1" bg2="lt2" tx2="dk2" accent1="accent1" accent2="accent2" accent3="accent3" accent4="accent4" accent5="accent5" accent6="accent6" hlink="hlink" folHlink="folHlink"/>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showMasterSp="0" preserve="1" userDrawn="1">
  <p:cSld name="17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A69FE0A4-E4BF-0B4D-9AAC-30724C2FC845}"/>
              </a:ext>
            </a:extLst>
          </p:cNvPr>
          <p:cNvSpPr/>
          <p:nvPr userDrawn="1"/>
        </p:nvSpPr>
        <p:spPr>
          <a:xfrm>
            <a:off x="0" y="0"/>
            <a:ext cx="12192000" cy="6858000"/>
          </a:xfrm>
          <a:prstGeom prst="rect">
            <a:avLst/>
          </a:prstGeom>
          <a:gradFill>
            <a:gsLst>
              <a:gs pos="0">
                <a:schemeClr val="tx2"/>
              </a:gs>
              <a:gs pos="100000">
                <a:schemeClr val="tx2">
                  <a:lumMod val="75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itle 1">
            <a:extLst>
              <a:ext uri="{FF2B5EF4-FFF2-40B4-BE49-F238E27FC236}">
                <a16:creationId xmlns:a16="http://schemas.microsoft.com/office/drawing/2014/main" id="{583DD981-2F88-36B6-B48C-C1372B8C9A02}"/>
              </a:ext>
            </a:extLst>
          </p:cNvPr>
          <p:cNvSpPr>
            <a:spLocks noGrp="1"/>
          </p:cNvSpPr>
          <p:nvPr>
            <p:ph type="title"/>
          </p:nvPr>
        </p:nvSpPr>
        <p:spPr>
          <a:xfrm>
            <a:off x="5029200" y="368300"/>
            <a:ext cx="6646863" cy="900114"/>
          </a:xfrm>
        </p:spPr>
        <p:txBody>
          <a:bodyPr>
            <a:normAutofit/>
          </a:bodyPr>
          <a:lstStyle>
            <a:lvl1pPr>
              <a:defRPr sz="2800">
                <a:solidFill>
                  <a:schemeClr val="accent1"/>
                </a:solidFill>
              </a:defRPr>
            </a:lvl1pPr>
          </a:lstStyle>
          <a:p>
            <a:r>
              <a:rPr lang="en-US"/>
              <a:t>Click to edit Master title style</a:t>
            </a:r>
          </a:p>
        </p:txBody>
      </p:sp>
      <p:sp>
        <p:nvSpPr>
          <p:cNvPr id="10" name="Content Placeholder 2">
            <a:extLst>
              <a:ext uri="{FF2B5EF4-FFF2-40B4-BE49-F238E27FC236}">
                <a16:creationId xmlns:a16="http://schemas.microsoft.com/office/drawing/2014/main" id="{A2086BE6-D60A-9895-5FB7-271EEB74359B}"/>
              </a:ext>
            </a:extLst>
          </p:cNvPr>
          <p:cNvSpPr>
            <a:spLocks noGrp="1"/>
          </p:cNvSpPr>
          <p:nvPr>
            <p:ph idx="1"/>
          </p:nvPr>
        </p:nvSpPr>
        <p:spPr>
          <a:xfrm>
            <a:off x="5029188" y="1449388"/>
            <a:ext cx="6646863" cy="5040311"/>
          </a:xfrm>
        </p:spPr>
        <p:txBody>
          <a:bodyPr/>
          <a:lstStyle>
            <a:lvl1pPr>
              <a:defRPr sz="1800">
                <a:solidFill>
                  <a:schemeClr val="accent1">
                    <a:lumMod val="20000"/>
                    <a:lumOff val="80000"/>
                  </a:schemeClr>
                </a:solidFill>
                <a:latin typeface="Poppins Light" panose="00000400000000000000" pitchFamily="2" charset="0"/>
                <a:cs typeface="Poppins Light" panose="00000400000000000000" pitchFamily="2" charset="0"/>
              </a:defRPr>
            </a:lvl1pPr>
            <a:lvl2pPr>
              <a:defRPr sz="1600">
                <a:solidFill>
                  <a:schemeClr val="bg1"/>
                </a:solidFill>
              </a:defRPr>
            </a:lvl2pPr>
            <a:lvl3pPr>
              <a:defRPr sz="1400">
                <a:solidFill>
                  <a:schemeClr val="bg1"/>
                </a:solidFill>
              </a:defRPr>
            </a:lvl3pPr>
            <a:lvl4pPr>
              <a:defRPr sz="1200">
                <a:solidFill>
                  <a:schemeClr val="bg1"/>
                </a:solidFill>
              </a:defRPr>
            </a:lvl4pPr>
            <a:lvl5pPr>
              <a:defRPr sz="11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6" name="Graphic 5">
            <a:extLst>
              <a:ext uri="{FF2B5EF4-FFF2-40B4-BE49-F238E27FC236}">
                <a16:creationId xmlns:a16="http://schemas.microsoft.com/office/drawing/2014/main" id="{CBC5C1FE-9433-3323-B1CF-97B605AB107E}"/>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22768" b="42291"/>
          <a:stretch/>
        </p:blipFill>
        <p:spPr>
          <a:xfrm rot="5400000">
            <a:off x="-1031083" y="1031083"/>
            <a:ext cx="8158166" cy="6096000"/>
          </a:xfrm>
          <a:prstGeom prst="rect">
            <a:avLst/>
          </a:prstGeom>
        </p:spPr>
      </p:pic>
    </p:spTree>
    <p:extLst>
      <p:ext uri="{BB962C8B-B14F-4D97-AF65-F5344CB8AC3E}">
        <p14:creationId xmlns:p14="http://schemas.microsoft.com/office/powerpoint/2010/main" val="1180105894"/>
      </p:ext>
    </p:extLst>
  </p:cSld>
  <p:clrMapOvr>
    <a:overrideClrMapping bg1="lt1" tx1="dk1" bg2="lt2" tx2="dk2" accent1="accent1" accent2="accent2" accent3="accent3" accent4="accent4" accent5="accent5" accent6="accent6" hlink="hlink" folHlink="folHlink"/>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showMasterSp="0" preserve="1" userDrawn="1">
  <p:cSld name="18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A69FE0A4-E4BF-0B4D-9AAC-30724C2FC845}"/>
              </a:ext>
            </a:extLst>
          </p:cNvPr>
          <p:cNvSpPr/>
          <p:nvPr userDrawn="1"/>
        </p:nvSpPr>
        <p:spPr>
          <a:xfrm>
            <a:off x="0" y="0"/>
            <a:ext cx="12192000" cy="6858000"/>
          </a:xfrm>
          <a:prstGeom prst="rect">
            <a:avLst/>
          </a:prstGeom>
          <a:gradFill>
            <a:gsLst>
              <a:gs pos="0">
                <a:schemeClr val="tx2"/>
              </a:gs>
              <a:gs pos="100000">
                <a:schemeClr val="tx2">
                  <a:lumMod val="75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itle 1">
            <a:extLst>
              <a:ext uri="{FF2B5EF4-FFF2-40B4-BE49-F238E27FC236}">
                <a16:creationId xmlns:a16="http://schemas.microsoft.com/office/drawing/2014/main" id="{583DD981-2F88-36B6-B48C-C1372B8C9A02}"/>
              </a:ext>
            </a:extLst>
          </p:cNvPr>
          <p:cNvSpPr>
            <a:spLocks noGrp="1"/>
          </p:cNvSpPr>
          <p:nvPr>
            <p:ph type="title"/>
          </p:nvPr>
        </p:nvSpPr>
        <p:spPr>
          <a:xfrm>
            <a:off x="5029200" y="368300"/>
            <a:ext cx="6646863" cy="900114"/>
          </a:xfrm>
        </p:spPr>
        <p:txBody>
          <a:bodyPr>
            <a:normAutofit/>
          </a:bodyPr>
          <a:lstStyle>
            <a:lvl1pPr>
              <a:defRPr sz="2800">
                <a:solidFill>
                  <a:schemeClr val="accent1"/>
                </a:solidFill>
              </a:defRPr>
            </a:lvl1pPr>
          </a:lstStyle>
          <a:p>
            <a:r>
              <a:rPr lang="en-US"/>
              <a:t>Click to edit Master title style</a:t>
            </a:r>
          </a:p>
        </p:txBody>
      </p:sp>
      <p:sp>
        <p:nvSpPr>
          <p:cNvPr id="10" name="Content Placeholder 2">
            <a:extLst>
              <a:ext uri="{FF2B5EF4-FFF2-40B4-BE49-F238E27FC236}">
                <a16:creationId xmlns:a16="http://schemas.microsoft.com/office/drawing/2014/main" id="{A2086BE6-D60A-9895-5FB7-271EEB74359B}"/>
              </a:ext>
            </a:extLst>
          </p:cNvPr>
          <p:cNvSpPr>
            <a:spLocks noGrp="1"/>
          </p:cNvSpPr>
          <p:nvPr>
            <p:ph idx="1"/>
          </p:nvPr>
        </p:nvSpPr>
        <p:spPr>
          <a:xfrm>
            <a:off x="5029188" y="1449388"/>
            <a:ext cx="6646863" cy="5040311"/>
          </a:xfrm>
        </p:spPr>
        <p:txBody>
          <a:bodyPr/>
          <a:lstStyle>
            <a:lvl1pPr>
              <a:defRPr sz="1800">
                <a:solidFill>
                  <a:schemeClr val="accent1">
                    <a:lumMod val="20000"/>
                    <a:lumOff val="80000"/>
                  </a:schemeClr>
                </a:solidFill>
                <a:latin typeface="Poppins Light" panose="00000400000000000000" pitchFamily="2" charset="0"/>
                <a:cs typeface="Poppins Light" panose="00000400000000000000" pitchFamily="2" charset="0"/>
              </a:defRPr>
            </a:lvl1pPr>
            <a:lvl2pPr>
              <a:defRPr sz="1600">
                <a:solidFill>
                  <a:schemeClr val="bg1"/>
                </a:solidFill>
              </a:defRPr>
            </a:lvl2pPr>
            <a:lvl3pPr>
              <a:defRPr sz="1400">
                <a:solidFill>
                  <a:schemeClr val="bg1"/>
                </a:solidFill>
              </a:defRPr>
            </a:lvl3pPr>
            <a:lvl4pPr>
              <a:defRPr sz="1200">
                <a:solidFill>
                  <a:schemeClr val="bg1"/>
                </a:solidFill>
              </a:defRPr>
            </a:lvl4pPr>
            <a:lvl5pPr>
              <a:defRPr sz="11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7" name="Graphic 6">
            <a:extLst>
              <a:ext uri="{FF2B5EF4-FFF2-40B4-BE49-F238E27FC236}">
                <a16:creationId xmlns:a16="http://schemas.microsoft.com/office/drawing/2014/main" id="{1D3B9BF0-1660-1AA0-06B5-6DFACF441A07}"/>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29486" b="40030"/>
          <a:stretch/>
        </p:blipFill>
        <p:spPr>
          <a:xfrm rot="5400000">
            <a:off x="-640895" y="640893"/>
            <a:ext cx="8572503" cy="7290717"/>
          </a:xfrm>
          <a:prstGeom prst="rect">
            <a:avLst/>
          </a:prstGeom>
        </p:spPr>
      </p:pic>
    </p:spTree>
    <p:extLst>
      <p:ext uri="{BB962C8B-B14F-4D97-AF65-F5344CB8AC3E}">
        <p14:creationId xmlns:p14="http://schemas.microsoft.com/office/powerpoint/2010/main" val="1438938162"/>
      </p:ext>
    </p:extLst>
  </p:cSld>
  <p:clrMapOvr>
    <a:overrideClrMapping bg1="lt1" tx1="dk1" bg2="lt2" tx2="dk2" accent1="accent1" accent2="accent2" accent3="accent3" accent4="accent4" accent5="accent5" accent6="accent6" hlink="hlink" folHlink="folHlink"/>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showMasterSp="0" preserve="1" userDrawn="1">
  <p:cSld name="14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A69FE0A4-E4BF-0B4D-9AAC-30724C2FC845}"/>
              </a:ext>
            </a:extLst>
          </p:cNvPr>
          <p:cNvSpPr/>
          <p:nvPr userDrawn="1"/>
        </p:nvSpPr>
        <p:spPr>
          <a:xfrm>
            <a:off x="0" y="0"/>
            <a:ext cx="12192000" cy="6858000"/>
          </a:xfrm>
          <a:prstGeom prst="rect">
            <a:avLst/>
          </a:prstGeom>
          <a:gradFill>
            <a:gsLst>
              <a:gs pos="0">
                <a:schemeClr val="tx2"/>
              </a:gs>
              <a:gs pos="100000">
                <a:schemeClr val="tx2">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1007EAB4-47B6-B94E-16B6-4925324A1E24}"/>
              </a:ext>
            </a:extLst>
          </p:cNvPr>
          <p:cNvGrpSpPr/>
          <p:nvPr userDrawn="1"/>
        </p:nvGrpSpPr>
        <p:grpSpPr>
          <a:xfrm>
            <a:off x="-14763" y="4808928"/>
            <a:ext cx="7482363" cy="2067930"/>
            <a:chOff x="-14763" y="3909367"/>
            <a:chExt cx="10737232" cy="2967491"/>
          </a:xfrm>
        </p:grpSpPr>
        <p:sp>
          <p:nvSpPr>
            <p:cNvPr id="2" name="Rectangle 1">
              <a:extLst>
                <a:ext uri="{FF2B5EF4-FFF2-40B4-BE49-F238E27FC236}">
                  <a16:creationId xmlns:a16="http://schemas.microsoft.com/office/drawing/2014/main" id="{3D2F8669-A071-F66A-0E1D-C0B73FB862C7}"/>
                </a:ext>
              </a:extLst>
            </p:cNvPr>
            <p:cNvSpPr/>
            <p:nvPr userDrawn="1"/>
          </p:nvSpPr>
          <p:spPr>
            <a:xfrm>
              <a:off x="-14763" y="3909367"/>
              <a:ext cx="3570795" cy="1243814"/>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3570795"/>
                <a:gd name="connsiteY0" fmla="*/ 257273 h 1243814"/>
                <a:gd name="connsiteX1" fmla="*/ 3570795 w 3570795"/>
                <a:gd name="connsiteY1" fmla="*/ 0 h 1243814"/>
                <a:gd name="connsiteX2" fmla="*/ 0 w 3570795"/>
                <a:gd name="connsiteY2" fmla="*/ 1243814 h 1243814"/>
                <a:gd name="connsiteX3" fmla="*/ 0 w 3570795"/>
                <a:gd name="connsiteY3" fmla="*/ 257273 h 1243814"/>
              </a:gdLst>
              <a:ahLst/>
              <a:cxnLst>
                <a:cxn ang="0">
                  <a:pos x="connsiteX0" y="connsiteY0"/>
                </a:cxn>
                <a:cxn ang="0">
                  <a:pos x="connsiteX1" y="connsiteY1"/>
                </a:cxn>
                <a:cxn ang="0">
                  <a:pos x="connsiteX2" y="connsiteY2"/>
                </a:cxn>
                <a:cxn ang="0">
                  <a:pos x="connsiteX3" y="connsiteY3"/>
                </a:cxn>
              </a:cxnLst>
              <a:rect l="l" t="t" r="r" b="b"/>
              <a:pathLst>
                <a:path w="3570795" h="1243814">
                  <a:moveTo>
                    <a:pt x="0" y="257273"/>
                  </a:moveTo>
                  <a:lnTo>
                    <a:pt x="3570795" y="0"/>
                  </a:lnTo>
                  <a:lnTo>
                    <a:pt x="0" y="1243814"/>
                  </a:lnTo>
                  <a:lnTo>
                    <a:pt x="0" y="257273"/>
                  </a:lnTo>
                  <a:close/>
                </a:path>
              </a:pathLst>
            </a:custGeom>
            <a:gradFill>
              <a:gsLst>
                <a:gs pos="45000">
                  <a:schemeClr val="accent1"/>
                </a:gs>
                <a:gs pos="100000">
                  <a:srgbClr val="EF4136"/>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 name="Rectangle 1">
              <a:extLst>
                <a:ext uri="{FF2B5EF4-FFF2-40B4-BE49-F238E27FC236}">
                  <a16:creationId xmlns:a16="http://schemas.microsoft.com/office/drawing/2014/main" id="{775D67DB-CBF3-181D-0F68-C94113FC190E}"/>
                </a:ext>
              </a:extLst>
            </p:cNvPr>
            <p:cNvSpPr/>
            <p:nvPr userDrawn="1"/>
          </p:nvSpPr>
          <p:spPr>
            <a:xfrm>
              <a:off x="0" y="3928225"/>
              <a:ext cx="3638746" cy="2924695"/>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606800"/>
                <a:gd name="connsiteY0" fmla="*/ 1244600 h 2146300"/>
                <a:gd name="connsiteX1" fmla="*/ 3606800 w 3606800"/>
                <a:gd name="connsiteY1" fmla="*/ 0 h 2146300"/>
                <a:gd name="connsiteX2" fmla="*/ 0 w 3606800"/>
                <a:gd name="connsiteY2" fmla="*/ 2146300 h 2146300"/>
                <a:gd name="connsiteX3" fmla="*/ 0 w 3606800"/>
                <a:gd name="connsiteY3" fmla="*/ 1244600 h 2146300"/>
                <a:gd name="connsiteX0" fmla="*/ 0 w 3606800"/>
                <a:gd name="connsiteY0" fmla="*/ 1244600 h 2857500"/>
                <a:gd name="connsiteX1" fmla="*/ 3606800 w 3606800"/>
                <a:gd name="connsiteY1" fmla="*/ 0 h 2857500"/>
                <a:gd name="connsiteX2" fmla="*/ 1727200 w 3606800"/>
                <a:gd name="connsiteY2" fmla="*/ 2857500 h 2857500"/>
                <a:gd name="connsiteX3" fmla="*/ 0 w 3606800"/>
                <a:gd name="connsiteY3" fmla="*/ 1244600 h 2857500"/>
                <a:gd name="connsiteX0" fmla="*/ 0 w 3606800"/>
                <a:gd name="connsiteY0" fmla="*/ 1244600 h 2902271"/>
                <a:gd name="connsiteX1" fmla="*/ 3606800 w 3606800"/>
                <a:gd name="connsiteY1" fmla="*/ 0 h 2902271"/>
                <a:gd name="connsiteX2" fmla="*/ 1727200 w 3606800"/>
                <a:gd name="connsiteY2" fmla="*/ 2857500 h 2902271"/>
                <a:gd name="connsiteX3" fmla="*/ 12700 w 3606800"/>
                <a:gd name="connsiteY3" fmla="*/ 2819400 h 2902271"/>
                <a:gd name="connsiteX4" fmla="*/ 0 w 3606800"/>
                <a:gd name="connsiteY4" fmla="*/ 1244600 h 2902271"/>
                <a:gd name="connsiteX0" fmla="*/ 0 w 3606800"/>
                <a:gd name="connsiteY0" fmla="*/ 1244600 h 2857500"/>
                <a:gd name="connsiteX1" fmla="*/ 3606800 w 3606800"/>
                <a:gd name="connsiteY1" fmla="*/ 0 h 2857500"/>
                <a:gd name="connsiteX2" fmla="*/ 1727200 w 3606800"/>
                <a:gd name="connsiteY2" fmla="*/ 2857500 h 2857500"/>
                <a:gd name="connsiteX3" fmla="*/ 12700 w 3606800"/>
                <a:gd name="connsiteY3" fmla="*/ 2819400 h 2857500"/>
                <a:gd name="connsiteX4" fmla="*/ 0 w 3606800"/>
                <a:gd name="connsiteY4" fmla="*/ 1244600 h 2857500"/>
                <a:gd name="connsiteX0" fmla="*/ 0 w 3606800"/>
                <a:gd name="connsiteY0" fmla="*/ 1244600 h 2866612"/>
                <a:gd name="connsiteX1" fmla="*/ 3606800 w 3606800"/>
                <a:gd name="connsiteY1" fmla="*/ 0 h 2866612"/>
                <a:gd name="connsiteX2" fmla="*/ 1727200 w 3606800"/>
                <a:gd name="connsiteY2" fmla="*/ 2857500 h 2866612"/>
                <a:gd name="connsiteX3" fmla="*/ 12700 w 3606800"/>
                <a:gd name="connsiteY3" fmla="*/ 2819400 h 2866612"/>
                <a:gd name="connsiteX4" fmla="*/ 0 w 3606800"/>
                <a:gd name="connsiteY4" fmla="*/ 1244600 h 2866612"/>
                <a:gd name="connsiteX0" fmla="*/ 0 w 3606800"/>
                <a:gd name="connsiteY0" fmla="*/ 1244600 h 2857500"/>
                <a:gd name="connsiteX1" fmla="*/ 3606800 w 3606800"/>
                <a:gd name="connsiteY1" fmla="*/ 0 h 2857500"/>
                <a:gd name="connsiteX2" fmla="*/ 1727200 w 3606800"/>
                <a:gd name="connsiteY2" fmla="*/ 2857500 h 2857500"/>
                <a:gd name="connsiteX3" fmla="*/ 12700 w 3606800"/>
                <a:gd name="connsiteY3" fmla="*/ 2819400 h 2857500"/>
                <a:gd name="connsiteX4" fmla="*/ 0 w 3606800"/>
                <a:gd name="connsiteY4" fmla="*/ 1244600 h 2857500"/>
                <a:gd name="connsiteX0" fmla="*/ 0 w 3606800"/>
                <a:gd name="connsiteY0" fmla="*/ 1244600 h 2857500"/>
                <a:gd name="connsiteX1" fmla="*/ 3606800 w 3606800"/>
                <a:gd name="connsiteY1" fmla="*/ 0 h 2857500"/>
                <a:gd name="connsiteX2" fmla="*/ 1727200 w 3606800"/>
                <a:gd name="connsiteY2" fmla="*/ 2857500 h 2857500"/>
                <a:gd name="connsiteX3" fmla="*/ 12700 w 3606800"/>
                <a:gd name="connsiteY3" fmla="*/ 2819400 h 2857500"/>
                <a:gd name="connsiteX4" fmla="*/ 0 w 3606800"/>
                <a:gd name="connsiteY4" fmla="*/ 1244600 h 2857500"/>
                <a:gd name="connsiteX0" fmla="*/ 0 w 3606800"/>
                <a:gd name="connsiteY0" fmla="*/ 1244600 h 2881832"/>
                <a:gd name="connsiteX1" fmla="*/ 3606800 w 3606800"/>
                <a:gd name="connsiteY1" fmla="*/ 0 h 2881832"/>
                <a:gd name="connsiteX2" fmla="*/ 1727200 w 3606800"/>
                <a:gd name="connsiteY2" fmla="*/ 2857500 h 2881832"/>
                <a:gd name="connsiteX3" fmla="*/ 5080 w 3606800"/>
                <a:gd name="connsiteY3" fmla="*/ 2865120 h 2881832"/>
                <a:gd name="connsiteX4" fmla="*/ 0 w 3606800"/>
                <a:gd name="connsiteY4" fmla="*/ 1244600 h 2881832"/>
                <a:gd name="connsiteX0" fmla="*/ 0 w 3606800"/>
                <a:gd name="connsiteY0" fmla="*/ 1244600 h 2865120"/>
                <a:gd name="connsiteX1" fmla="*/ 3606800 w 3606800"/>
                <a:gd name="connsiteY1" fmla="*/ 0 h 2865120"/>
                <a:gd name="connsiteX2" fmla="*/ 1727200 w 3606800"/>
                <a:gd name="connsiteY2" fmla="*/ 2857500 h 2865120"/>
                <a:gd name="connsiteX3" fmla="*/ 5080 w 3606800"/>
                <a:gd name="connsiteY3" fmla="*/ 2865120 h 2865120"/>
                <a:gd name="connsiteX4" fmla="*/ 0 w 3606800"/>
                <a:gd name="connsiteY4" fmla="*/ 1244600 h 2865120"/>
                <a:gd name="connsiteX0" fmla="*/ 0 w 3606800"/>
                <a:gd name="connsiteY0" fmla="*/ 1244600 h 2865120"/>
                <a:gd name="connsiteX1" fmla="*/ 3606800 w 3606800"/>
                <a:gd name="connsiteY1" fmla="*/ 0 h 2865120"/>
                <a:gd name="connsiteX2" fmla="*/ 1727200 w 3606800"/>
                <a:gd name="connsiteY2" fmla="*/ 2857500 h 2865120"/>
                <a:gd name="connsiteX3" fmla="*/ 5080 w 3606800"/>
                <a:gd name="connsiteY3" fmla="*/ 2865120 h 2865120"/>
                <a:gd name="connsiteX4" fmla="*/ 0 w 3606800"/>
                <a:gd name="connsiteY4" fmla="*/ 1244600 h 28651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06800" h="2865120">
                  <a:moveTo>
                    <a:pt x="0" y="1244600"/>
                  </a:moveTo>
                  <a:lnTo>
                    <a:pt x="3606800" y="0"/>
                  </a:lnTo>
                  <a:lnTo>
                    <a:pt x="1727200" y="2857500"/>
                  </a:lnTo>
                  <a:lnTo>
                    <a:pt x="5080" y="2865120"/>
                  </a:lnTo>
                  <a:cubicBezTo>
                    <a:pt x="3387" y="2324947"/>
                    <a:pt x="1693" y="1784773"/>
                    <a:pt x="0" y="1244600"/>
                  </a:cubicBezTo>
                  <a:close/>
                </a:path>
              </a:pathLst>
            </a:custGeom>
            <a:gradFill>
              <a:gsLst>
                <a:gs pos="45000">
                  <a:schemeClr val="accent1"/>
                </a:gs>
                <a:gs pos="100000">
                  <a:schemeClr val="accent1">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6" name="Rectangle 1">
              <a:extLst>
                <a:ext uri="{FF2B5EF4-FFF2-40B4-BE49-F238E27FC236}">
                  <a16:creationId xmlns:a16="http://schemas.microsoft.com/office/drawing/2014/main" id="{E99D011B-5611-947A-E8D5-4848F44EE861}"/>
                </a:ext>
              </a:extLst>
            </p:cNvPr>
            <p:cNvSpPr/>
            <p:nvPr userDrawn="1"/>
          </p:nvSpPr>
          <p:spPr>
            <a:xfrm rot="16200000">
              <a:off x="1383972" y="4338949"/>
              <a:ext cx="2948633" cy="2127185"/>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2835504"/>
                <a:gd name="connsiteY0" fmla="*/ 0 h 1750636"/>
                <a:gd name="connsiteX1" fmla="*/ 2835504 w 2835504"/>
                <a:gd name="connsiteY1" fmla="*/ 1750636 h 1750636"/>
                <a:gd name="connsiteX2" fmla="*/ 0 w 2835504"/>
                <a:gd name="connsiteY2" fmla="*/ 901700 h 1750636"/>
                <a:gd name="connsiteX3" fmla="*/ 0 w 2835504"/>
                <a:gd name="connsiteY3" fmla="*/ 0 h 1750636"/>
                <a:gd name="connsiteX0" fmla="*/ 0 w 2835504"/>
                <a:gd name="connsiteY0" fmla="*/ 0 h 1750636"/>
                <a:gd name="connsiteX1" fmla="*/ 2835504 w 2835504"/>
                <a:gd name="connsiteY1" fmla="*/ 1750636 h 1750636"/>
                <a:gd name="connsiteX2" fmla="*/ 0 w 2835504"/>
                <a:gd name="connsiteY2" fmla="*/ 1684125 h 1750636"/>
                <a:gd name="connsiteX3" fmla="*/ 0 w 2835504"/>
                <a:gd name="connsiteY3" fmla="*/ 0 h 1750636"/>
                <a:gd name="connsiteX0" fmla="*/ 0 w 2835504"/>
                <a:gd name="connsiteY0" fmla="*/ 0 h 1873184"/>
                <a:gd name="connsiteX1" fmla="*/ 2835504 w 2835504"/>
                <a:gd name="connsiteY1" fmla="*/ 1873184 h 1873184"/>
                <a:gd name="connsiteX2" fmla="*/ 0 w 2835504"/>
                <a:gd name="connsiteY2" fmla="*/ 1806673 h 1873184"/>
                <a:gd name="connsiteX3" fmla="*/ 0 w 2835504"/>
                <a:gd name="connsiteY3" fmla="*/ 0 h 1873184"/>
                <a:gd name="connsiteX0" fmla="*/ 0 w 2863785"/>
                <a:gd name="connsiteY0" fmla="*/ 0 h 1863758"/>
                <a:gd name="connsiteX1" fmla="*/ 2863785 w 2863785"/>
                <a:gd name="connsiteY1" fmla="*/ 1863758 h 1863758"/>
                <a:gd name="connsiteX2" fmla="*/ 0 w 2863785"/>
                <a:gd name="connsiteY2" fmla="*/ 1806673 h 1863758"/>
                <a:gd name="connsiteX3" fmla="*/ 0 w 2863785"/>
                <a:gd name="connsiteY3" fmla="*/ 0 h 1863758"/>
                <a:gd name="connsiteX0" fmla="*/ 0 w 2863787"/>
                <a:gd name="connsiteY0" fmla="*/ 0 h 1835480"/>
                <a:gd name="connsiteX1" fmla="*/ 2863787 w 2863787"/>
                <a:gd name="connsiteY1" fmla="*/ 1835480 h 1835480"/>
                <a:gd name="connsiteX2" fmla="*/ 0 w 2863787"/>
                <a:gd name="connsiteY2" fmla="*/ 1806673 h 1835480"/>
                <a:gd name="connsiteX3" fmla="*/ 0 w 2863787"/>
                <a:gd name="connsiteY3" fmla="*/ 0 h 1835480"/>
                <a:gd name="connsiteX0" fmla="*/ 18857 w 2882644"/>
                <a:gd name="connsiteY0" fmla="*/ 0 h 2051772"/>
                <a:gd name="connsiteX1" fmla="*/ 2882644 w 2882644"/>
                <a:gd name="connsiteY1" fmla="*/ 1835480 h 2051772"/>
                <a:gd name="connsiteX2" fmla="*/ 0 w 2882644"/>
                <a:gd name="connsiteY2" fmla="*/ 2051772 h 2051772"/>
                <a:gd name="connsiteX3" fmla="*/ 18857 w 2882644"/>
                <a:gd name="connsiteY3" fmla="*/ 0 h 2051772"/>
                <a:gd name="connsiteX0" fmla="*/ 18857 w 2882644"/>
                <a:gd name="connsiteY0" fmla="*/ 0 h 2127185"/>
                <a:gd name="connsiteX1" fmla="*/ 2882644 w 2882644"/>
                <a:gd name="connsiteY1" fmla="*/ 1910893 h 2127185"/>
                <a:gd name="connsiteX2" fmla="*/ 0 w 2882644"/>
                <a:gd name="connsiteY2" fmla="*/ 2127185 h 2127185"/>
                <a:gd name="connsiteX3" fmla="*/ 18857 w 2882644"/>
                <a:gd name="connsiteY3" fmla="*/ 0 h 2127185"/>
              </a:gdLst>
              <a:ahLst/>
              <a:cxnLst>
                <a:cxn ang="0">
                  <a:pos x="connsiteX0" y="connsiteY0"/>
                </a:cxn>
                <a:cxn ang="0">
                  <a:pos x="connsiteX1" y="connsiteY1"/>
                </a:cxn>
                <a:cxn ang="0">
                  <a:pos x="connsiteX2" y="connsiteY2"/>
                </a:cxn>
                <a:cxn ang="0">
                  <a:pos x="connsiteX3" y="connsiteY3"/>
                </a:cxn>
              </a:cxnLst>
              <a:rect l="l" t="t" r="r" b="b"/>
              <a:pathLst>
                <a:path w="2882644" h="2127185">
                  <a:moveTo>
                    <a:pt x="18857" y="0"/>
                  </a:moveTo>
                  <a:lnTo>
                    <a:pt x="2882644" y="1910893"/>
                  </a:lnTo>
                  <a:lnTo>
                    <a:pt x="0" y="2127185"/>
                  </a:lnTo>
                  <a:lnTo>
                    <a:pt x="18857" y="0"/>
                  </a:lnTo>
                  <a:close/>
                </a:path>
              </a:pathLst>
            </a:custGeom>
            <a:gradFill>
              <a:gsLst>
                <a:gs pos="45000">
                  <a:schemeClr val="accent1"/>
                </a:gs>
                <a:gs pos="0">
                  <a:schemeClr val="accent1">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 name="Rectangle 1">
              <a:extLst>
                <a:ext uri="{FF2B5EF4-FFF2-40B4-BE49-F238E27FC236}">
                  <a16:creationId xmlns:a16="http://schemas.microsoft.com/office/drawing/2014/main" id="{8BB1E48D-99B4-C3F1-96B8-3CFA4CE4F494}"/>
                </a:ext>
              </a:extLst>
            </p:cNvPr>
            <p:cNvSpPr/>
            <p:nvPr userDrawn="1"/>
          </p:nvSpPr>
          <p:spPr>
            <a:xfrm rot="16200000">
              <a:off x="4075788" y="3616875"/>
              <a:ext cx="2930683" cy="3572238"/>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2835504"/>
                <a:gd name="connsiteY0" fmla="*/ 0 h 1750636"/>
                <a:gd name="connsiteX1" fmla="*/ 2835504 w 2835504"/>
                <a:gd name="connsiteY1" fmla="*/ 1750636 h 1750636"/>
                <a:gd name="connsiteX2" fmla="*/ 0 w 2835504"/>
                <a:gd name="connsiteY2" fmla="*/ 901700 h 1750636"/>
                <a:gd name="connsiteX3" fmla="*/ 0 w 2835504"/>
                <a:gd name="connsiteY3" fmla="*/ 0 h 1750636"/>
                <a:gd name="connsiteX0" fmla="*/ 0 w 2835504"/>
                <a:gd name="connsiteY0" fmla="*/ 0 h 1750636"/>
                <a:gd name="connsiteX1" fmla="*/ 2835504 w 2835504"/>
                <a:gd name="connsiteY1" fmla="*/ 1750636 h 1750636"/>
                <a:gd name="connsiteX2" fmla="*/ 0 w 2835504"/>
                <a:gd name="connsiteY2" fmla="*/ 1684125 h 1750636"/>
                <a:gd name="connsiteX3" fmla="*/ 0 w 2835504"/>
                <a:gd name="connsiteY3" fmla="*/ 0 h 1750636"/>
                <a:gd name="connsiteX0" fmla="*/ 0 w 2835504"/>
                <a:gd name="connsiteY0" fmla="*/ 0 h 1873184"/>
                <a:gd name="connsiteX1" fmla="*/ 2835504 w 2835504"/>
                <a:gd name="connsiteY1" fmla="*/ 1873184 h 1873184"/>
                <a:gd name="connsiteX2" fmla="*/ 0 w 2835504"/>
                <a:gd name="connsiteY2" fmla="*/ 1806673 h 1873184"/>
                <a:gd name="connsiteX3" fmla="*/ 0 w 2835504"/>
                <a:gd name="connsiteY3" fmla="*/ 0 h 1873184"/>
                <a:gd name="connsiteX0" fmla="*/ 0 w 2863785"/>
                <a:gd name="connsiteY0" fmla="*/ 0 h 1863758"/>
                <a:gd name="connsiteX1" fmla="*/ 2863785 w 2863785"/>
                <a:gd name="connsiteY1" fmla="*/ 1863758 h 1863758"/>
                <a:gd name="connsiteX2" fmla="*/ 0 w 2863785"/>
                <a:gd name="connsiteY2" fmla="*/ 1806673 h 1863758"/>
                <a:gd name="connsiteX3" fmla="*/ 0 w 2863785"/>
                <a:gd name="connsiteY3" fmla="*/ 0 h 1863758"/>
                <a:gd name="connsiteX0" fmla="*/ 0 w 2863787"/>
                <a:gd name="connsiteY0" fmla="*/ 0 h 1835480"/>
                <a:gd name="connsiteX1" fmla="*/ 2863787 w 2863787"/>
                <a:gd name="connsiteY1" fmla="*/ 1835480 h 1835480"/>
                <a:gd name="connsiteX2" fmla="*/ 0 w 2863787"/>
                <a:gd name="connsiteY2" fmla="*/ 1806673 h 1835480"/>
                <a:gd name="connsiteX3" fmla="*/ 0 w 2863787"/>
                <a:gd name="connsiteY3" fmla="*/ 0 h 1835480"/>
                <a:gd name="connsiteX0" fmla="*/ 18857 w 2882644"/>
                <a:gd name="connsiteY0" fmla="*/ 0 h 2051772"/>
                <a:gd name="connsiteX1" fmla="*/ 2882644 w 2882644"/>
                <a:gd name="connsiteY1" fmla="*/ 1835480 h 2051772"/>
                <a:gd name="connsiteX2" fmla="*/ 0 w 2882644"/>
                <a:gd name="connsiteY2" fmla="*/ 2051772 h 2051772"/>
                <a:gd name="connsiteX3" fmla="*/ 18857 w 2882644"/>
                <a:gd name="connsiteY3" fmla="*/ 0 h 2051772"/>
                <a:gd name="connsiteX0" fmla="*/ 18857 w 2948632"/>
                <a:gd name="connsiteY0" fmla="*/ 210137 h 2261909"/>
                <a:gd name="connsiteX1" fmla="*/ 2948632 w 2948632"/>
                <a:gd name="connsiteY1" fmla="*/ 0 h 2261909"/>
                <a:gd name="connsiteX2" fmla="*/ 0 w 2948632"/>
                <a:gd name="connsiteY2" fmla="*/ 2261909 h 2261909"/>
                <a:gd name="connsiteX3" fmla="*/ 18857 w 2948632"/>
                <a:gd name="connsiteY3" fmla="*/ 210137 h 2261909"/>
                <a:gd name="connsiteX0" fmla="*/ 9427 w 2939202"/>
                <a:gd name="connsiteY0" fmla="*/ 210137 h 3543958"/>
                <a:gd name="connsiteX1" fmla="*/ 2939202 w 2939202"/>
                <a:gd name="connsiteY1" fmla="*/ 0 h 3543958"/>
                <a:gd name="connsiteX2" fmla="*/ 0 w 2939202"/>
                <a:gd name="connsiteY2" fmla="*/ 3543958 h 3543958"/>
                <a:gd name="connsiteX3" fmla="*/ 9427 w 2939202"/>
                <a:gd name="connsiteY3" fmla="*/ 210137 h 3543958"/>
                <a:gd name="connsiteX0" fmla="*/ 9427 w 2929776"/>
                <a:gd name="connsiteY0" fmla="*/ 238417 h 3572238"/>
                <a:gd name="connsiteX1" fmla="*/ 2929776 w 2929776"/>
                <a:gd name="connsiteY1" fmla="*/ 0 h 3572238"/>
                <a:gd name="connsiteX2" fmla="*/ 0 w 2929776"/>
                <a:gd name="connsiteY2" fmla="*/ 3572238 h 3572238"/>
                <a:gd name="connsiteX3" fmla="*/ 9427 w 2929776"/>
                <a:gd name="connsiteY3" fmla="*/ 238417 h 3572238"/>
                <a:gd name="connsiteX0" fmla="*/ 907 w 2930683"/>
                <a:gd name="connsiteY0" fmla="*/ 219563 h 3572238"/>
                <a:gd name="connsiteX1" fmla="*/ 2930683 w 2930683"/>
                <a:gd name="connsiteY1" fmla="*/ 0 h 3572238"/>
                <a:gd name="connsiteX2" fmla="*/ 907 w 2930683"/>
                <a:gd name="connsiteY2" fmla="*/ 3572238 h 3572238"/>
                <a:gd name="connsiteX3" fmla="*/ 907 w 2930683"/>
                <a:gd name="connsiteY3" fmla="*/ 219563 h 3572238"/>
              </a:gdLst>
              <a:ahLst/>
              <a:cxnLst>
                <a:cxn ang="0">
                  <a:pos x="connsiteX0" y="connsiteY0"/>
                </a:cxn>
                <a:cxn ang="0">
                  <a:pos x="connsiteX1" y="connsiteY1"/>
                </a:cxn>
                <a:cxn ang="0">
                  <a:pos x="connsiteX2" y="connsiteY2"/>
                </a:cxn>
                <a:cxn ang="0">
                  <a:pos x="connsiteX3" y="connsiteY3"/>
                </a:cxn>
              </a:cxnLst>
              <a:rect l="l" t="t" r="r" b="b"/>
              <a:pathLst>
                <a:path w="2930683" h="3572238">
                  <a:moveTo>
                    <a:pt x="907" y="219563"/>
                  </a:moveTo>
                  <a:lnTo>
                    <a:pt x="2930683" y="0"/>
                  </a:lnTo>
                  <a:lnTo>
                    <a:pt x="907" y="3572238"/>
                  </a:lnTo>
                  <a:cubicBezTo>
                    <a:pt x="4049" y="2460964"/>
                    <a:pt x="-2235" y="1330837"/>
                    <a:pt x="907" y="219563"/>
                  </a:cubicBezTo>
                  <a:close/>
                </a:path>
              </a:pathLst>
            </a:custGeom>
            <a:gradFill>
              <a:gsLst>
                <a:gs pos="45000">
                  <a:schemeClr val="accent1"/>
                </a:gs>
                <a:gs pos="100000">
                  <a:schemeClr val="accent1">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 name="Rectangle 1">
              <a:extLst>
                <a:ext uri="{FF2B5EF4-FFF2-40B4-BE49-F238E27FC236}">
                  <a16:creationId xmlns:a16="http://schemas.microsoft.com/office/drawing/2014/main" id="{1BB5BD68-F3EC-D698-4E47-D0C1874BB8CC}"/>
                </a:ext>
              </a:extLst>
            </p:cNvPr>
            <p:cNvSpPr/>
            <p:nvPr userDrawn="1"/>
          </p:nvSpPr>
          <p:spPr>
            <a:xfrm rot="16200000">
              <a:off x="7037377" y="3183243"/>
              <a:ext cx="1837173" cy="5533011"/>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2835504"/>
                <a:gd name="connsiteY0" fmla="*/ 0 h 1750636"/>
                <a:gd name="connsiteX1" fmla="*/ 2835504 w 2835504"/>
                <a:gd name="connsiteY1" fmla="*/ 1750636 h 1750636"/>
                <a:gd name="connsiteX2" fmla="*/ 0 w 2835504"/>
                <a:gd name="connsiteY2" fmla="*/ 901700 h 1750636"/>
                <a:gd name="connsiteX3" fmla="*/ 0 w 2835504"/>
                <a:gd name="connsiteY3" fmla="*/ 0 h 1750636"/>
                <a:gd name="connsiteX0" fmla="*/ 0 w 2835504"/>
                <a:gd name="connsiteY0" fmla="*/ 0 h 1750636"/>
                <a:gd name="connsiteX1" fmla="*/ 2835504 w 2835504"/>
                <a:gd name="connsiteY1" fmla="*/ 1750636 h 1750636"/>
                <a:gd name="connsiteX2" fmla="*/ 0 w 2835504"/>
                <a:gd name="connsiteY2" fmla="*/ 1684125 h 1750636"/>
                <a:gd name="connsiteX3" fmla="*/ 0 w 2835504"/>
                <a:gd name="connsiteY3" fmla="*/ 0 h 1750636"/>
                <a:gd name="connsiteX0" fmla="*/ 0 w 2835504"/>
                <a:gd name="connsiteY0" fmla="*/ 0 h 1873184"/>
                <a:gd name="connsiteX1" fmla="*/ 2835504 w 2835504"/>
                <a:gd name="connsiteY1" fmla="*/ 1873184 h 1873184"/>
                <a:gd name="connsiteX2" fmla="*/ 0 w 2835504"/>
                <a:gd name="connsiteY2" fmla="*/ 1806673 h 1873184"/>
                <a:gd name="connsiteX3" fmla="*/ 0 w 2835504"/>
                <a:gd name="connsiteY3" fmla="*/ 0 h 1873184"/>
                <a:gd name="connsiteX0" fmla="*/ 0 w 2863785"/>
                <a:gd name="connsiteY0" fmla="*/ 0 h 1863758"/>
                <a:gd name="connsiteX1" fmla="*/ 2863785 w 2863785"/>
                <a:gd name="connsiteY1" fmla="*/ 1863758 h 1863758"/>
                <a:gd name="connsiteX2" fmla="*/ 0 w 2863785"/>
                <a:gd name="connsiteY2" fmla="*/ 1806673 h 1863758"/>
                <a:gd name="connsiteX3" fmla="*/ 0 w 2863785"/>
                <a:gd name="connsiteY3" fmla="*/ 0 h 1863758"/>
                <a:gd name="connsiteX0" fmla="*/ 0 w 2863787"/>
                <a:gd name="connsiteY0" fmla="*/ 0 h 1835480"/>
                <a:gd name="connsiteX1" fmla="*/ 2863787 w 2863787"/>
                <a:gd name="connsiteY1" fmla="*/ 1835480 h 1835480"/>
                <a:gd name="connsiteX2" fmla="*/ 0 w 2863787"/>
                <a:gd name="connsiteY2" fmla="*/ 1806673 h 1835480"/>
                <a:gd name="connsiteX3" fmla="*/ 0 w 2863787"/>
                <a:gd name="connsiteY3" fmla="*/ 0 h 1835480"/>
                <a:gd name="connsiteX0" fmla="*/ 18857 w 2882644"/>
                <a:gd name="connsiteY0" fmla="*/ 0 h 2051772"/>
                <a:gd name="connsiteX1" fmla="*/ 2882644 w 2882644"/>
                <a:gd name="connsiteY1" fmla="*/ 1835480 h 2051772"/>
                <a:gd name="connsiteX2" fmla="*/ 0 w 2882644"/>
                <a:gd name="connsiteY2" fmla="*/ 2051772 h 2051772"/>
                <a:gd name="connsiteX3" fmla="*/ 18857 w 2882644"/>
                <a:gd name="connsiteY3" fmla="*/ 0 h 2051772"/>
                <a:gd name="connsiteX0" fmla="*/ 18857 w 2948632"/>
                <a:gd name="connsiteY0" fmla="*/ 210137 h 2261909"/>
                <a:gd name="connsiteX1" fmla="*/ 2948632 w 2948632"/>
                <a:gd name="connsiteY1" fmla="*/ 0 h 2261909"/>
                <a:gd name="connsiteX2" fmla="*/ 0 w 2948632"/>
                <a:gd name="connsiteY2" fmla="*/ 2261909 h 2261909"/>
                <a:gd name="connsiteX3" fmla="*/ 18857 w 2948632"/>
                <a:gd name="connsiteY3" fmla="*/ 210137 h 2261909"/>
                <a:gd name="connsiteX0" fmla="*/ 9427 w 2939202"/>
                <a:gd name="connsiteY0" fmla="*/ 210137 h 3543958"/>
                <a:gd name="connsiteX1" fmla="*/ 2939202 w 2939202"/>
                <a:gd name="connsiteY1" fmla="*/ 0 h 3543958"/>
                <a:gd name="connsiteX2" fmla="*/ 0 w 2939202"/>
                <a:gd name="connsiteY2" fmla="*/ 3543958 h 3543958"/>
                <a:gd name="connsiteX3" fmla="*/ 9427 w 2939202"/>
                <a:gd name="connsiteY3" fmla="*/ 210137 h 3543958"/>
                <a:gd name="connsiteX0" fmla="*/ 9427 w 2929776"/>
                <a:gd name="connsiteY0" fmla="*/ 238417 h 3572238"/>
                <a:gd name="connsiteX1" fmla="*/ 2929776 w 2929776"/>
                <a:gd name="connsiteY1" fmla="*/ 0 h 3572238"/>
                <a:gd name="connsiteX2" fmla="*/ 0 w 2929776"/>
                <a:gd name="connsiteY2" fmla="*/ 3572238 h 3572238"/>
                <a:gd name="connsiteX3" fmla="*/ 9427 w 2929776"/>
                <a:gd name="connsiteY3" fmla="*/ 238417 h 3572238"/>
                <a:gd name="connsiteX0" fmla="*/ 907 w 2930683"/>
                <a:gd name="connsiteY0" fmla="*/ 219563 h 3572238"/>
                <a:gd name="connsiteX1" fmla="*/ 2930683 w 2930683"/>
                <a:gd name="connsiteY1" fmla="*/ 0 h 3572238"/>
                <a:gd name="connsiteX2" fmla="*/ 907 w 2930683"/>
                <a:gd name="connsiteY2" fmla="*/ 3572238 h 3572238"/>
                <a:gd name="connsiteX3" fmla="*/ 907 w 2930683"/>
                <a:gd name="connsiteY3" fmla="*/ 219563 h 3572238"/>
                <a:gd name="connsiteX0" fmla="*/ 907 w 1837173"/>
                <a:gd name="connsiteY0" fmla="*/ 2180336 h 5533011"/>
                <a:gd name="connsiteX1" fmla="*/ 1837173 w 1837173"/>
                <a:gd name="connsiteY1" fmla="*/ 0 h 5533011"/>
                <a:gd name="connsiteX2" fmla="*/ 907 w 1837173"/>
                <a:gd name="connsiteY2" fmla="*/ 5533011 h 5533011"/>
                <a:gd name="connsiteX3" fmla="*/ 907 w 1837173"/>
                <a:gd name="connsiteY3" fmla="*/ 2180336 h 5533011"/>
                <a:gd name="connsiteX0" fmla="*/ 907 w 1837173"/>
                <a:gd name="connsiteY0" fmla="*/ 2218043 h 5533011"/>
                <a:gd name="connsiteX1" fmla="*/ 1837173 w 1837173"/>
                <a:gd name="connsiteY1" fmla="*/ 0 h 5533011"/>
                <a:gd name="connsiteX2" fmla="*/ 907 w 1837173"/>
                <a:gd name="connsiteY2" fmla="*/ 5533011 h 5533011"/>
                <a:gd name="connsiteX3" fmla="*/ 907 w 1837173"/>
                <a:gd name="connsiteY3" fmla="*/ 2218043 h 5533011"/>
              </a:gdLst>
              <a:ahLst/>
              <a:cxnLst>
                <a:cxn ang="0">
                  <a:pos x="connsiteX0" y="connsiteY0"/>
                </a:cxn>
                <a:cxn ang="0">
                  <a:pos x="connsiteX1" y="connsiteY1"/>
                </a:cxn>
                <a:cxn ang="0">
                  <a:pos x="connsiteX2" y="connsiteY2"/>
                </a:cxn>
                <a:cxn ang="0">
                  <a:pos x="connsiteX3" y="connsiteY3"/>
                </a:cxn>
              </a:cxnLst>
              <a:rect l="l" t="t" r="r" b="b"/>
              <a:pathLst>
                <a:path w="1837173" h="5533011">
                  <a:moveTo>
                    <a:pt x="907" y="2218043"/>
                  </a:moveTo>
                  <a:lnTo>
                    <a:pt x="1837173" y="0"/>
                  </a:lnTo>
                  <a:lnTo>
                    <a:pt x="907" y="5533011"/>
                  </a:lnTo>
                  <a:cubicBezTo>
                    <a:pt x="4049" y="4421737"/>
                    <a:pt x="-2235" y="3329317"/>
                    <a:pt x="907" y="2218043"/>
                  </a:cubicBezTo>
                  <a:close/>
                </a:path>
              </a:pathLst>
            </a:custGeom>
            <a:gradFill>
              <a:gsLst>
                <a:gs pos="45000">
                  <a:schemeClr val="accent1"/>
                </a:gs>
                <a:gs pos="100000">
                  <a:schemeClr val="accent1">
                    <a:lumMod val="75000"/>
                  </a:scheme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5" name="Title 1">
            <a:extLst>
              <a:ext uri="{FF2B5EF4-FFF2-40B4-BE49-F238E27FC236}">
                <a16:creationId xmlns:a16="http://schemas.microsoft.com/office/drawing/2014/main" id="{AFB12B21-F03F-768B-78B3-E0856D6D2E36}"/>
              </a:ext>
            </a:extLst>
          </p:cNvPr>
          <p:cNvSpPr>
            <a:spLocks noGrp="1"/>
          </p:cNvSpPr>
          <p:nvPr>
            <p:ph type="title"/>
          </p:nvPr>
        </p:nvSpPr>
        <p:spPr>
          <a:xfrm>
            <a:off x="515938" y="368300"/>
            <a:ext cx="11160125" cy="900114"/>
          </a:xfrm>
        </p:spPr>
        <p:txBody>
          <a:bodyPr>
            <a:normAutofit/>
          </a:bodyPr>
          <a:lstStyle>
            <a:lvl1pPr>
              <a:defRPr sz="2800">
                <a:solidFill>
                  <a:schemeClr val="accent1"/>
                </a:solidFill>
              </a:defRPr>
            </a:lvl1pPr>
          </a:lstStyle>
          <a:p>
            <a:r>
              <a:rPr lang="en-US"/>
              <a:t>Click to edit Master title style</a:t>
            </a:r>
          </a:p>
        </p:txBody>
      </p:sp>
      <p:sp>
        <p:nvSpPr>
          <p:cNvPr id="10" name="Content Placeholder 2">
            <a:extLst>
              <a:ext uri="{FF2B5EF4-FFF2-40B4-BE49-F238E27FC236}">
                <a16:creationId xmlns:a16="http://schemas.microsoft.com/office/drawing/2014/main" id="{D9B1A806-7E4B-7D96-7208-91EBEB909B9A}"/>
              </a:ext>
            </a:extLst>
          </p:cNvPr>
          <p:cNvSpPr>
            <a:spLocks noGrp="1"/>
          </p:cNvSpPr>
          <p:nvPr>
            <p:ph idx="1"/>
          </p:nvPr>
        </p:nvSpPr>
        <p:spPr>
          <a:xfrm>
            <a:off x="515938" y="1449388"/>
            <a:ext cx="11160113" cy="4239447"/>
          </a:xfrm>
        </p:spPr>
        <p:txBody>
          <a:bodyPr/>
          <a:lstStyle>
            <a:lvl1pPr>
              <a:defRPr sz="1800">
                <a:solidFill>
                  <a:schemeClr val="accent1">
                    <a:lumMod val="20000"/>
                    <a:lumOff val="80000"/>
                  </a:schemeClr>
                </a:solidFill>
                <a:latin typeface="Poppins Light" panose="00000400000000000000" pitchFamily="2" charset="0"/>
                <a:cs typeface="Poppins Light" panose="00000400000000000000" pitchFamily="2" charset="0"/>
              </a:defRPr>
            </a:lvl1pPr>
            <a:lvl2pPr>
              <a:defRPr sz="1600">
                <a:solidFill>
                  <a:schemeClr val="bg1"/>
                </a:solidFill>
              </a:defRPr>
            </a:lvl2pPr>
            <a:lvl3pPr>
              <a:defRPr sz="1400">
                <a:solidFill>
                  <a:schemeClr val="bg1"/>
                </a:solidFill>
              </a:defRPr>
            </a:lvl3pPr>
            <a:lvl4pPr>
              <a:defRPr sz="1200">
                <a:solidFill>
                  <a:schemeClr val="bg1"/>
                </a:solidFill>
              </a:defRPr>
            </a:lvl4pPr>
            <a:lvl5pPr>
              <a:defRPr sz="11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111006476"/>
      </p:ext>
    </p:extLst>
  </p:cSld>
  <p:clrMapOvr>
    <a:overrideClrMapping bg1="lt1" tx1="dk1" bg2="lt2" tx2="dk2" accent1="accent1" accent2="accent2" accent3="accent3" accent4="accent4" accent5="accent5" accent6="accent6" hlink="hlink" folHlink="folHlink"/>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preserve="1" userDrawn="1">
  <p:cSld name="21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A69FE0A4-E4BF-0B4D-9AAC-30724C2FC845}"/>
              </a:ext>
            </a:extLst>
          </p:cNvPr>
          <p:cNvSpPr/>
          <p:nvPr userDrawn="1"/>
        </p:nvSpPr>
        <p:spPr>
          <a:xfrm>
            <a:off x="0" y="0"/>
            <a:ext cx="12192000" cy="6858000"/>
          </a:xfrm>
          <a:prstGeom prst="rect">
            <a:avLst/>
          </a:prstGeom>
          <a:gradFill>
            <a:gsLst>
              <a:gs pos="0">
                <a:schemeClr val="accent1">
                  <a:lumMod val="20000"/>
                  <a:lumOff val="80000"/>
                </a:schemeClr>
              </a:gs>
              <a:gs pos="100000">
                <a:schemeClr val="accent1">
                  <a:lumMod val="40000"/>
                  <a:lumOff val="60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1007EAB4-47B6-B94E-16B6-4925324A1E24}"/>
              </a:ext>
            </a:extLst>
          </p:cNvPr>
          <p:cNvGrpSpPr/>
          <p:nvPr userDrawn="1"/>
        </p:nvGrpSpPr>
        <p:grpSpPr>
          <a:xfrm>
            <a:off x="-14763" y="4808928"/>
            <a:ext cx="7482363" cy="2067930"/>
            <a:chOff x="-14763" y="3909367"/>
            <a:chExt cx="10737232" cy="2967491"/>
          </a:xfrm>
        </p:grpSpPr>
        <p:sp>
          <p:nvSpPr>
            <p:cNvPr id="2" name="Rectangle 1">
              <a:extLst>
                <a:ext uri="{FF2B5EF4-FFF2-40B4-BE49-F238E27FC236}">
                  <a16:creationId xmlns:a16="http://schemas.microsoft.com/office/drawing/2014/main" id="{3D2F8669-A071-F66A-0E1D-C0B73FB862C7}"/>
                </a:ext>
              </a:extLst>
            </p:cNvPr>
            <p:cNvSpPr/>
            <p:nvPr userDrawn="1"/>
          </p:nvSpPr>
          <p:spPr>
            <a:xfrm>
              <a:off x="-14763" y="3909367"/>
              <a:ext cx="3570795" cy="1243814"/>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3570795"/>
                <a:gd name="connsiteY0" fmla="*/ 257273 h 1243814"/>
                <a:gd name="connsiteX1" fmla="*/ 3570795 w 3570795"/>
                <a:gd name="connsiteY1" fmla="*/ 0 h 1243814"/>
                <a:gd name="connsiteX2" fmla="*/ 0 w 3570795"/>
                <a:gd name="connsiteY2" fmla="*/ 1243814 h 1243814"/>
                <a:gd name="connsiteX3" fmla="*/ 0 w 3570795"/>
                <a:gd name="connsiteY3" fmla="*/ 257273 h 1243814"/>
              </a:gdLst>
              <a:ahLst/>
              <a:cxnLst>
                <a:cxn ang="0">
                  <a:pos x="connsiteX0" y="connsiteY0"/>
                </a:cxn>
                <a:cxn ang="0">
                  <a:pos x="connsiteX1" y="connsiteY1"/>
                </a:cxn>
                <a:cxn ang="0">
                  <a:pos x="connsiteX2" y="connsiteY2"/>
                </a:cxn>
                <a:cxn ang="0">
                  <a:pos x="connsiteX3" y="connsiteY3"/>
                </a:cxn>
              </a:cxnLst>
              <a:rect l="l" t="t" r="r" b="b"/>
              <a:pathLst>
                <a:path w="3570795" h="1243814">
                  <a:moveTo>
                    <a:pt x="0" y="257273"/>
                  </a:moveTo>
                  <a:lnTo>
                    <a:pt x="3570795" y="0"/>
                  </a:lnTo>
                  <a:lnTo>
                    <a:pt x="0" y="1243814"/>
                  </a:lnTo>
                  <a:lnTo>
                    <a:pt x="0" y="257273"/>
                  </a:lnTo>
                  <a:close/>
                </a:path>
              </a:pathLst>
            </a:custGeom>
            <a:gradFill>
              <a:gsLst>
                <a:gs pos="45000">
                  <a:schemeClr val="accent1"/>
                </a:gs>
                <a:gs pos="100000">
                  <a:srgbClr val="EF4136"/>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 name="Rectangle 1">
              <a:extLst>
                <a:ext uri="{FF2B5EF4-FFF2-40B4-BE49-F238E27FC236}">
                  <a16:creationId xmlns:a16="http://schemas.microsoft.com/office/drawing/2014/main" id="{775D67DB-CBF3-181D-0F68-C94113FC190E}"/>
                </a:ext>
              </a:extLst>
            </p:cNvPr>
            <p:cNvSpPr/>
            <p:nvPr userDrawn="1"/>
          </p:nvSpPr>
          <p:spPr>
            <a:xfrm>
              <a:off x="0" y="3928225"/>
              <a:ext cx="3638746" cy="2924695"/>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606800"/>
                <a:gd name="connsiteY0" fmla="*/ 1244600 h 2146300"/>
                <a:gd name="connsiteX1" fmla="*/ 3606800 w 3606800"/>
                <a:gd name="connsiteY1" fmla="*/ 0 h 2146300"/>
                <a:gd name="connsiteX2" fmla="*/ 0 w 3606800"/>
                <a:gd name="connsiteY2" fmla="*/ 2146300 h 2146300"/>
                <a:gd name="connsiteX3" fmla="*/ 0 w 3606800"/>
                <a:gd name="connsiteY3" fmla="*/ 1244600 h 2146300"/>
                <a:gd name="connsiteX0" fmla="*/ 0 w 3606800"/>
                <a:gd name="connsiteY0" fmla="*/ 1244600 h 2857500"/>
                <a:gd name="connsiteX1" fmla="*/ 3606800 w 3606800"/>
                <a:gd name="connsiteY1" fmla="*/ 0 h 2857500"/>
                <a:gd name="connsiteX2" fmla="*/ 1727200 w 3606800"/>
                <a:gd name="connsiteY2" fmla="*/ 2857500 h 2857500"/>
                <a:gd name="connsiteX3" fmla="*/ 0 w 3606800"/>
                <a:gd name="connsiteY3" fmla="*/ 1244600 h 2857500"/>
                <a:gd name="connsiteX0" fmla="*/ 0 w 3606800"/>
                <a:gd name="connsiteY0" fmla="*/ 1244600 h 2902271"/>
                <a:gd name="connsiteX1" fmla="*/ 3606800 w 3606800"/>
                <a:gd name="connsiteY1" fmla="*/ 0 h 2902271"/>
                <a:gd name="connsiteX2" fmla="*/ 1727200 w 3606800"/>
                <a:gd name="connsiteY2" fmla="*/ 2857500 h 2902271"/>
                <a:gd name="connsiteX3" fmla="*/ 12700 w 3606800"/>
                <a:gd name="connsiteY3" fmla="*/ 2819400 h 2902271"/>
                <a:gd name="connsiteX4" fmla="*/ 0 w 3606800"/>
                <a:gd name="connsiteY4" fmla="*/ 1244600 h 2902271"/>
                <a:gd name="connsiteX0" fmla="*/ 0 w 3606800"/>
                <a:gd name="connsiteY0" fmla="*/ 1244600 h 2857500"/>
                <a:gd name="connsiteX1" fmla="*/ 3606800 w 3606800"/>
                <a:gd name="connsiteY1" fmla="*/ 0 h 2857500"/>
                <a:gd name="connsiteX2" fmla="*/ 1727200 w 3606800"/>
                <a:gd name="connsiteY2" fmla="*/ 2857500 h 2857500"/>
                <a:gd name="connsiteX3" fmla="*/ 12700 w 3606800"/>
                <a:gd name="connsiteY3" fmla="*/ 2819400 h 2857500"/>
                <a:gd name="connsiteX4" fmla="*/ 0 w 3606800"/>
                <a:gd name="connsiteY4" fmla="*/ 1244600 h 2857500"/>
                <a:gd name="connsiteX0" fmla="*/ 0 w 3606800"/>
                <a:gd name="connsiteY0" fmla="*/ 1244600 h 2866612"/>
                <a:gd name="connsiteX1" fmla="*/ 3606800 w 3606800"/>
                <a:gd name="connsiteY1" fmla="*/ 0 h 2866612"/>
                <a:gd name="connsiteX2" fmla="*/ 1727200 w 3606800"/>
                <a:gd name="connsiteY2" fmla="*/ 2857500 h 2866612"/>
                <a:gd name="connsiteX3" fmla="*/ 12700 w 3606800"/>
                <a:gd name="connsiteY3" fmla="*/ 2819400 h 2866612"/>
                <a:gd name="connsiteX4" fmla="*/ 0 w 3606800"/>
                <a:gd name="connsiteY4" fmla="*/ 1244600 h 2866612"/>
                <a:gd name="connsiteX0" fmla="*/ 0 w 3606800"/>
                <a:gd name="connsiteY0" fmla="*/ 1244600 h 2857500"/>
                <a:gd name="connsiteX1" fmla="*/ 3606800 w 3606800"/>
                <a:gd name="connsiteY1" fmla="*/ 0 h 2857500"/>
                <a:gd name="connsiteX2" fmla="*/ 1727200 w 3606800"/>
                <a:gd name="connsiteY2" fmla="*/ 2857500 h 2857500"/>
                <a:gd name="connsiteX3" fmla="*/ 12700 w 3606800"/>
                <a:gd name="connsiteY3" fmla="*/ 2819400 h 2857500"/>
                <a:gd name="connsiteX4" fmla="*/ 0 w 3606800"/>
                <a:gd name="connsiteY4" fmla="*/ 1244600 h 2857500"/>
                <a:gd name="connsiteX0" fmla="*/ 0 w 3606800"/>
                <a:gd name="connsiteY0" fmla="*/ 1244600 h 2857500"/>
                <a:gd name="connsiteX1" fmla="*/ 3606800 w 3606800"/>
                <a:gd name="connsiteY1" fmla="*/ 0 h 2857500"/>
                <a:gd name="connsiteX2" fmla="*/ 1727200 w 3606800"/>
                <a:gd name="connsiteY2" fmla="*/ 2857500 h 2857500"/>
                <a:gd name="connsiteX3" fmla="*/ 12700 w 3606800"/>
                <a:gd name="connsiteY3" fmla="*/ 2819400 h 2857500"/>
                <a:gd name="connsiteX4" fmla="*/ 0 w 3606800"/>
                <a:gd name="connsiteY4" fmla="*/ 1244600 h 2857500"/>
                <a:gd name="connsiteX0" fmla="*/ 0 w 3606800"/>
                <a:gd name="connsiteY0" fmla="*/ 1244600 h 2881832"/>
                <a:gd name="connsiteX1" fmla="*/ 3606800 w 3606800"/>
                <a:gd name="connsiteY1" fmla="*/ 0 h 2881832"/>
                <a:gd name="connsiteX2" fmla="*/ 1727200 w 3606800"/>
                <a:gd name="connsiteY2" fmla="*/ 2857500 h 2881832"/>
                <a:gd name="connsiteX3" fmla="*/ 5080 w 3606800"/>
                <a:gd name="connsiteY3" fmla="*/ 2865120 h 2881832"/>
                <a:gd name="connsiteX4" fmla="*/ 0 w 3606800"/>
                <a:gd name="connsiteY4" fmla="*/ 1244600 h 2881832"/>
                <a:gd name="connsiteX0" fmla="*/ 0 w 3606800"/>
                <a:gd name="connsiteY0" fmla="*/ 1244600 h 2865120"/>
                <a:gd name="connsiteX1" fmla="*/ 3606800 w 3606800"/>
                <a:gd name="connsiteY1" fmla="*/ 0 h 2865120"/>
                <a:gd name="connsiteX2" fmla="*/ 1727200 w 3606800"/>
                <a:gd name="connsiteY2" fmla="*/ 2857500 h 2865120"/>
                <a:gd name="connsiteX3" fmla="*/ 5080 w 3606800"/>
                <a:gd name="connsiteY3" fmla="*/ 2865120 h 2865120"/>
                <a:gd name="connsiteX4" fmla="*/ 0 w 3606800"/>
                <a:gd name="connsiteY4" fmla="*/ 1244600 h 2865120"/>
                <a:gd name="connsiteX0" fmla="*/ 0 w 3606800"/>
                <a:gd name="connsiteY0" fmla="*/ 1244600 h 2865120"/>
                <a:gd name="connsiteX1" fmla="*/ 3606800 w 3606800"/>
                <a:gd name="connsiteY1" fmla="*/ 0 h 2865120"/>
                <a:gd name="connsiteX2" fmla="*/ 1727200 w 3606800"/>
                <a:gd name="connsiteY2" fmla="*/ 2857500 h 2865120"/>
                <a:gd name="connsiteX3" fmla="*/ 5080 w 3606800"/>
                <a:gd name="connsiteY3" fmla="*/ 2865120 h 2865120"/>
                <a:gd name="connsiteX4" fmla="*/ 0 w 3606800"/>
                <a:gd name="connsiteY4" fmla="*/ 1244600 h 28651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06800" h="2865120">
                  <a:moveTo>
                    <a:pt x="0" y="1244600"/>
                  </a:moveTo>
                  <a:lnTo>
                    <a:pt x="3606800" y="0"/>
                  </a:lnTo>
                  <a:lnTo>
                    <a:pt x="1727200" y="2857500"/>
                  </a:lnTo>
                  <a:lnTo>
                    <a:pt x="5080" y="2865120"/>
                  </a:lnTo>
                  <a:cubicBezTo>
                    <a:pt x="3387" y="2324947"/>
                    <a:pt x="1693" y="1784773"/>
                    <a:pt x="0" y="1244600"/>
                  </a:cubicBezTo>
                  <a:close/>
                </a:path>
              </a:pathLst>
            </a:custGeom>
            <a:gradFill>
              <a:gsLst>
                <a:gs pos="45000">
                  <a:schemeClr val="accent1"/>
                </a:gs>
                <a:gs pos="100000">
                  <a:schemeClr val="accent1">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6" name="Rectangle 1">
              <a:extLst>
                <a:ext uri="{FF2B5EF4-FFF2-40B4-BE49-F238E27FC236}">
                  <a16:creationId xmlns:a16="http://schemas.microsoft.com/office/drawing/2014/main" id="{E99D011B-5611-947A-E8D5-4848F44EE861}"/>
                </a:ext>
              </a:extLst>
            </p:cNvPr>
            <p:cNvSpPr/>
            <p:nvPr userDrawn="1"/>
          </p:nvSpPr>
          <p:spPr>
            <a:xfrm rot="16200000">
              <a:off x="1383972" y="4338949"/>
              <a:ext cx="2948633" cy="2127185"/>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2835504"/>
                <a:gd name="connsiteY0" fmla="*/ 0 h 1750636"/>
                <a:gd name="connsiteX1" fmla="*/ 2835504 w 2835504"/>
                <a:gd name="connsiteY1" fmla="*/ 1750636 h 1750636"/>
                <a:gd name="connsiteX2" fmla="*/ 0 w 2835504"/>
                <a:gd name="connsiteY2" fmla="*/ 901700 h 1750636"/>
                <a:gd name="connsiteX3" fmla="*/ 0 w 2835504"/>
                <a:gd name="connsiteY3" fmla="*/ 0 h 1750636"/>
                <a:gd name="connsiteX0" fmla="*/ 0 w 2835504"/>
                <a:gd name="connsiteY0" fmla="*/ 0 h 1750636"/>
                <a:gd name="connsiteX1" fmla="*/ 2835504 w 2835504"/>
                <a:gd name="connsiteY1" fmla="*/ 1750636 h 1750636"/>
                <a:gd name="connsiteX2" fmla="*/ 0 w 2835504"/>
                <a:gd name="connsiteY2" fmla="*/ 1684125 h 1750636"/>
                <a:gd name="connsiteX3" fmla="*/ 0 w 2835504"/>
                <a:gd name="connsiteY3" fmla="*/ 0 h 1750636"/>
                <a:gd name="connsiteX0" fmla="*/ 0 w 2835504"/>
                <a:gd name="connsiteY0" fmla="*/ 0 h 1873184"/>
                <a:gd name="connsiteX1" fmla="*/ 2835504 w 2835504"/>
                <a:gd name="connsiteY1" fmla="*/ 1873184 h 1873184"/>
                <a:gd name="connsiteX2" fmla="*/ 0 w 2835504"/>
                <a:gd name="connsiteY2" fmla="*/ 1806673 h 1873184"/>
                <a:gd name="connsiteX3" fmla="*/ 0 w 2835504"/>
                <a:gd name="connsiteY3" fmla="*/ 0 h 1873184"/>
                <a:gd name="connsiteX0" fmla="*/ 0 w 2863785"/>
                <a:gd name="connsiteY0" fmla="*/ 0 h 1863758"/>
                <a:gd name="connsiteX1" fmla="*/ 2863785 w 2863785"/>
                <a:gd name="connsiteY1" fmla="*/ 1863758 h 1863758"/>
                <a:gd name="connsiteX2" fmla="*/ 0 w 2863785"/>
                <a:gd name="connsiteY2" fmla="*/ 1806673 h 1863758"/>
                <a:gd name="connsiteX3" fmla="*/ 0 w 2863785"/>
                <a:gd name="connsiteY3" fmla="*/ 0 h 1863758"/>
                <a:gd name="connsiteX0" fmla="*/ 0 w 2863787"/>
                <a:gd name="connsiteY0" fmla="*/ 0 h 1835480"/>
                <a:gd name="connsiteX1" fmla="*/ 2863787 w 2863787"/>
                <a:gd name="connsiteY1" fmla="*/ 1835480 h 1835480"/>
                <a:gd name="connsiteX2" fmla="*/ 0 w 2863787"/>
                <a:gd name="connsiteY2" fmla="*/ 1806673 h 1835480"/>
                <a:gd name="connsiteX3" fmla="*/ 0 w 2863787"/>
                <a:gd name="connsiteY3" fmla="*/ 0 h 1835480"/>
                <a:gd name="connsiteX0" fmla="*/ 18857 w 2882644"/>
                <a:gd name="connsiteY0" fmla="*/ 0 h 2051772"/>
                <a:gd name="connsiteX1" fmla="*/ 2882644 w 2882644"/>
                <a:gd name="connsiteY1" fmla="*/ 1835480 h 2051772"/>
                <a:gd name="connsiteX2" fmla="*/ 0 w 2882644"/>
                <a:gd name="connsiteY2" fmla="*/ 2051772 h 2051772"/>
                <a:gd name="connsiteX3" fmla="*/ 18857 w 2882644"/>
                <a:gd name="connsiteY3" fmla="*/ 0 h 2051772"/>
                <a:gd name="connsiteX0" fmla="*/ 18857 w 2882644"/>
                <a:gd name="connsiteY0" fmla="*/ 0 h 2127185"/>
                <a:gd name="connsiteX1" fmla="*/ 2882644 w 2882644"/>
                <a:gd name="connsiteY1" fmla="*/ 1910893 h 2127185"/>
                <a:gd name="connsiteX2" fmla="*/ 0 w 2882644"/>
                <a:gd name="connsiteY2" fmla="*/ 2127185 h 2127185"/>
                <a:gd name="connsiteX3" fmla="*/ 18857 w 2882644"/>
                <a:gd name="connsiteY3" fmla="*/ 0 h 2127185"/>
              </a:gdLst>
              <a:ahLst/>
              <a:cxnLst>
                <a:cxn ang="0">
                  <a:pos x="connsiteX0" y="connsiteY0"/>
                </a:cxn>
                <a:cxn ang="0">
                  <a:pos x="connsiteX1" y="connsiteY1"/>
                </a:cxn>
                <a:cxn ang="0">
                  <a:pos x="connsiteX2" y="connsiteY2"/>
                </a:cxn>
                <a:cxn ang="0">
                  <a:pos x="connsiteX3" y="connsiteY3"/>
                </a:cxn>
              </a:cxnLst>
              <a:rect l="l" t="t" r="r" b="b"/>
              <a:pathLst>
                <a:path w="2882644" h="2127185">
                  <a:moveTo>
                    <a:pt x="18857" y="0"/>
                  </a:moveTo>
                  <a:lnTo>
                    <a:pt x="2882644" y="1910893"/>
                  </a:lnTo>
                  <a:lnTo>
                    <a:pt x="0" y="2127185"/>
                  </a:lnTo>
                  <a:lnTo>
                    <a:pt x="18857" y="0"/>
                  </a:lnTo>
                  <a:close/>
                </a:path>
              </a:pathLst>
            </a:custGeom>
            <a:gradFill>
              <a:gsLst>
                <a:gs pos="45000">
                  <a:schemeClr val="accent1"/>
                </a:gs>
                <a:gs pos="0">
                  <a:schemeClr val="accent1">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 name="Rectangle 1">
              <a:extLst>
                <a:ext uri="{FF2B5EF4-FFF2-40B4-BE49-F238E27FC236}">
                  <a16:creationId xmlns:a16="http://schemas.microsoft.com/office/drawing/2014/main" id="{8BB1E48D-99B4-C3F1-96B8-3CFA4CE4F494}"/>
                </a:ext>
              </a:extLst>
            </p:cNvPr>
            <p:cNvSpPr/>
            <p:nvPr userDrawn="1"/>
          </p:nvSpPr>
          <p:spPr>
            <a:xfrm rot="16200000">
              <a:off x="4075788" y="3616875"/>
              <a:ext cx="2930683" cy="3572238"/>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2835504"/>
                <a:gd name="connsiteY0" fmla="*/ 0 h 1750636"/>
                <a:gd name="connsiteX1" fmla="*/ 2835504 w 2835504"/>
                <a:gd name="connsiteY1" fmla="*/ 1750636 h 1750636"/>
                <a:gd name="connsiteX2" fmla="*/ 0 w 2835504"/>
                <a:gd name="connsiteY2" fmla="*/ 901700 h 1750636"/>
                <a:gd name="connsiteX3" fmla="*/ 0 w 2835504"/>
                <a:gd name="connsiteY3" fmla="*/ 0 h 1750636"/>
                <a:gd name="connsiteX0" fmla="*/ 0 w 2835504"/>
                <a:gd name="connsiteY0" fmla="*/ 0 h 1750636"/>
                <a:gd name="connsiteX1" fmla="*/ 2835504 w 2835504"/>
                <a:gd name="connsiteY1" fmla="*/ 1750636 h 1750636"/>
                <a:gd name="connsiteX2" fmla="*/ 0 w 2835504"/>
                <a:gd name="connsiteY2" fmla="*/ 1684125 h 1750636"/>
                <a:gd name="connsiteX3" fmla="*/ 0 w 2835504"/>
                <a:gd name="connsiteY3" fmla="*/ 0 h 1750636"/>
                <a:gd name="connsiteX0" fmla="*/ 0 w 2835504"/>
                <a:gd name="connsiteY0" fmla="*/ 0 h 1873184"/>
                <a:gd name="connsiteX1" fmla="*/ 2835504 w 2835504"/>
                <a:gd name="connsiteY1" fmla="*/ 1873184 h 1873184"/>
                <a:gd name="connsiteX2" fmla="*/ 0 w 2835504"/>
                <a:gd name="connsiteY2" fmla="*/ 1806673 h 1873184"/>
                <a:gd name="connsiteX3" fmla="*/ 0 w 2835504"/>
                <a:gd name="connsiteY3" fmla="*/ 0 h 1873184"/>
                <a:gd name="connsiteX0" fmla="*/ 0 w 2863785"/>
                <a:gd name="connsiteY0" fmla="*/ 0 h 1863758"/>
                <a:gd name="connsiteX1" fmla="*/ 2863785 w 2863785"/>
                <a:gd name="connsiteY1" fmla="*/ 1863758 h 1863758"/>
                <a:gd name="connsiteX2" fmla="*/ 0 w 2863785"/>
                <a:gd name="connsiteY2" fmla="*/ 1806673 h 1863758"/>
                <a:gd name="connsiteX3" fmla="*/ 0 w 2863785"/>
                <a:gd name="connsiteY3" fmla="*/ 0 h 1863758"/>
                <a:gd name="connsiteX0" fmla="*/ 0 w 2863787"/>
                <a:gd name="connsiteY0" fmla="*/ 0 h 1835480"/>
                <a:gd name="connsiteX1" fmla="*/ 2863787 w 2863787"/>
                <a:gd name="connsiteY1" fmla="*/ 1835480 h 1835480"/>
                <a:gd name="connsiteX2" fmla="*/ 0 w 2863787"/>
                <a:gd name="connsiteY2" fmla="*/ 1806673 h 1835480"/>
                <a:gd name="connsiteX3" fmla="*/ 0 w 2863787"/>
                <a:gd name="connsiteY3" fmla="*/ 0 h 1835480"/>
                <a:gd name="connsiteX0" fmla="*/ 18857 w 2882644"/>
                <a:gd name="connsiteY0" fmla="*/ 0 h 2051772"/>
                <a:gd name="connsiteX1" fmla="*/ 2882644 w 2882644"/>
                <a:gd name="connsiteY1" fmla="*/ 1835480 h 2051772"/>
                <a:gd name="connsiteX2" fmla="*/ 0 w 2882644"/>
                <a:gd name="connsiteY2" fmla="*/ 2051772 h 2051772"/>
                <a:gd name="connsiteX3" fmla="*/ 18857 w 2882644"/>
                <a:gd name="connsiteY3" fmla="*/ 0 h 2051772"/>
                <a:gd name="connsiteX0" fmla="*/ 18857 w 2948632"/>
                <a:gd name="connsiteY0" fmla="*/ 210137 h 2261909"/>
                <a:gd name="connsiteX1" fmla="*/ 2948632 w 2948632"/>
                <a:gd name="connsiteY1" fmla="*/ 0 h 2261909"/>
                <a:gd name="connsiteX2" fmla="*/ 0 w 2948632"/>
                <a:gd name="connsiteY2" fmla="*/ 2261909 h 2261909"/>
                <a:gd name="connsiteX3" fmla="*/ 18857 w 2948632"/>
                <a:gd name="connsiteY3" fmla="*/ 210137 h 2261909"/>
                <a:gd name="connsiteX0" fmla="*/ 9427 w 2939202"/>
                <a:gd name="connsiteY0" fmla="*/ 210137 h 3543958"/>
                <a:gd name="connsiteX1" fmla="*/ 2939202 w 2939202"/>
                <a:gd name="connsiteY1" fmla="*/ 0 h 3543958"/>
                <a:gd name="connsiteX2" fmla="*/ 0 w 2939202"/>
                <a:gd name="connsiteY2" fmla="*/ 3543958 h 3543958"/>
                <a:gd name="connsiteX3" fmla="*/ 9427 w 2939202"/>
                <a:gd name="connsiteY3" fmla="*/ 210137 h 3543958"/>
                <a:gd name="connsiteX0" fmla="*/ 9427 w 2929776"/>
                <a:gd name="connsiteY0" fmla="*/ 238417 h 3572238"/>
                <a:gd name="connsiteX1" fmla="*/ 2929776 w 2929776"/>
                <a:gd name="connsiteY1" fmla="*/ 0 h 3572238"/>
                <a:gd name="connsiteX2" fmla="*/ 0 w 2929776"/>
                <a:gd name="connsiteY2" fmla="*/ 3572238 h 3572238"/>
                <a:gd name="connsiteX3" fmla="*/ 9427 w 2929776"/>
                <a:gd name="connsiteY3" fmla="*/ 238417 h 3572238"/>
                <a:gd name="connsiteX0" fmla="*/ 907 w 2930683"/>
                <a:gd name="connsiteY0" fmla="*/ 219563 h 3572238"/>
                <a:gd name="connsiteX1" fmla="*/ 2930683 w 2930683"/>
                <a:gd name="connsiteY1" fmla="*/ 0 h 3572238"/>
                <a:gd name="connsiteX2" fmla="*/ 907 w 2930683"/>
                <a:gd name="connsiteY2" fmla="*/ 3572238 h 3572238"/>
                <a:gd name="connsiteX3" fmla="*/ 907 w 2930683"/>
                <a:gd name="connsiteY3" fmla="*/ 219563 h 3572238"/>
              </a:gdLst>
              <a:ahLst/>
              <a:cxnLst>
                <a:cxn ang="0">
                  <a:pos x="connsiteX0" y="connsiteY0"/>
                </a:cxn>
                <a:cxn ang="0">
                  <a:pos x="connsiteX1" y="connsiteY1"/>
                </a:cxn>
                <a:cxn ang="0">
                  <a:pos x="connsiteX2" y="connsiteY2"/>
                </a:cxn>
                <a:cxn ang="0">
                  <a:pos x="connsiteX3" y="connsiteY3"/>
                </a:cxn>
              </a:cxnLst>
              <a:rect l="l" t="t" r="r" b="b"/>
              <a:pathLst>
                <a:path w="2930683" h="3572238">
                  <a:moveTo>
                    <a:pt x="907" y="219563"/>
                  </a:moveTo>
                  <a:lnTo>
                    <a:pt x="2930683" y="0"/>
                  </a:lnTo>
                  <a:lnTo>
                    <a:pt x="907" y="3572238"/>
                  </a:lnTo>
                  <a:cubicBezTo>
                    <a:pt x="4049" y="2460964"/>
                    <a:pt x="-2235" y="1330837"/>
                    <a:pt x="907" y="219563"/>
                  </a:cubicBezTo>
                  <a:close/>
                </a:path>
              </a:pathLst>
            </a:custGeom>
            <a:gradFill>
              <a:gsLst>
                <a:gs pos="45000">
                  <a:schemeClr val="accent1"/>
                </a:gs>
                <a:gs pos="100000">
                  <a:schemeClr val="accent1">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 name="Rectangle 1">
              <a:extLst>
                <a:ext uri="{FF2B5EF4-FFF2-40B4-BE49-F238E27FC236}">
                  <a16:creationId xmlns:a16="http://schemas.microsoft.com/office/drawing/2014/main" id="{1BB5BD68-F3EC-D698-4E47-D0C1874BB8CC}"/>
                </a:ext>
              </a:extLst>
            </p:cNvPr>
            <p:cNvSpPr/>
            <p:nvPr userDrawn="1"/>
          </p:nvSpPr>
          <p:spPr>
            <a:xfrm rot="16200000">
              <a:off x="7037377" y="3183243"/>
              <a:ext cx="1837173" cy="5533011"/>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2835504"/>
                <a:gd name="connsiteY0" fmla="*/ 0 h 1750636"/>
                <a:gd name="connsiteX1" fmla="*/ 2835504 w 2835504"/>
                <a:gd name="connsiteY1" fmla="*/ 1750636 h 1750636"/>
                <a:gd name="connsiteX2" fmla="*/ 0 w 2835504"/>
                <a:gd name="connsiteY2" fmla="*/ 901700 h 1750636"/>
                <a:gd name="connsiteX3" fmla="*/ 0 w 2835504"/>
                <a:gd name="connsiteY3" fmla="*/ 0 h 1750636"/>
                <a:gd name="connsiteX0" fmla="*/ 0 w 2835504"/>
                <a:gd name="connsiteY0" fmla="*/ 0 h 1750636"/>
                <a:gd name="connsiteX1" fmla="*/ 2835504 w 2835504"/>
                <a:gd name="connsiteY1" fmla="*/ 1750636 h 1750636"/>
                <a:gd name="connsiteX2" fmla="*/ 0 w 2835504"/>
                <a:gd name="connsiteY2" fmla="*/ 1684125 h 1750636"/>
                <a:gd name="connsiteX3" fmla="*/ 0 w 2835504"/>
                <a:gd name="connsiteY3" fmla="*/ 0 h 1750636"/>
                <a:gd name="connsiteX0" fmla="*/ 0 w 2835504"/>
                <a:gd name="connsiteY0" fmla="*/ 0 h 1873184"/>
                <a:gd name="connsiteX1" fmla="*/ 2835504 w 2835504"/>
                <a:gd name="connsiteY1" fmla="*/ 1873184 h 1873184"/>
                <a:gd name="connsiteX2" fmla="*/ 0 w 2835504"/>
                <a:gd name="connsiteY2" fmla="*/ 1806673 h 1873184"/>
                <a:gd name="connsiteX3" fmla="*/ 0 w 2835504"/>
                <a:gd name="connsiteY3" fmla="*/ 0 h 1873184"/>
                <a:gd name="connsiteX0" fmla="*/ 0 w 2863785"/>
                <a:gd name="connsiteY0" fmla="*/ 0 h 1863758"/>
                <a:gd name="connsiteX1" fmla="*/ 2863785 w 2863785"/>
                <a:gd name="connsiteY1" fmla="*/ 1863758 h 1863758"/>
                <a:gd name="connsiteX2" fmla="*/ 0 w 2863785"/>
                <a:gd name="connsiteY2" fmla="*/ 1806673 h 1863758"/>
                <a:gd name="connsiteX3" fmla="*/ 0 w 2863785"/>
                <a:gd name="connsiteY3" fmla="*/ 0 h 1863758"/>
                <a:gd name="connsiteX0" fmla="*/ 0 w 2863787"/>
                <a:gd name="connsiteY0" fmla="*/ 0 h 1835480"/>
                <a:gd name="connsiteX1" fmla="*/ 2863787 w 2863787"/>
                <a:gd name="connsiteY1" fmla="*/ 1835480 h 1835480"/>
                <a:gd name="connsiteX2" fmla="*/ 0 w 2863787"/>
                <a:gd name="connsiteY2" fmla="*/ 1806673 h 1835480"/>
                <a:gd name="connsiteX3" fmla="*/ 0 w 2863787"/>
                <a:gd name="connsiteY3" fmla="*/ 0 h 1835480"/>
                <a:gd name="connsiteX0" fmla="*/ 18857 w 2882644"/>
                <a:gd name="connsiteY0" fmla="*/ 0 h 2051772"/>
                <a:gd name="connsiteX1" fmla="*/ 2882644 w 2882644"/>
                <a:gd name="connsiteY1" fmla="*/ 1835480 h 2051772"/>
                <a:gd name="connsiteX2" fmla="*/ 0 w 2882644"/>
                <a:gd name="connsiteY2" fmla="*/ 2051772 h 2051772"/>
                <a:gd name="connsiteX3" fmla="*/ 18857 w 2882644"/>
                <a:gd name="connsiteY3" fmla="*/ 0 h 2051772"/>
                <a:gd name="connsiteX0" fmla="*/ 18857 w 2948632"/>
                <a:gd name="connsiteY0" fmla="*/ 210137 h 2261909"/>
                <a:gd name="connsiteX1" fmla="*/ 2948632 w 2948632"/>
                <a:gd name="connsiteY1" fmla="*/ 0 h 2261909"/>
                <a:gd name="connsiteX2" fmla="*/ 0 w 2948632"/>
                <a:gd name="connsiteY2" fmla="*/ 2261909 h 2261909"/>
                <a:gd name="connsiteX3" fmla="*/ 18857 w 2948632"/>
                <a:gd name="connsiteY3" fmla="*/ 210137 h 2261909"/>
                <a:gd name="connsiteX0" fmla="*/ 9427 w 2939202"/>
                <a:gd name="connsiteY0" fmla="*/ 210137 h 3543958"/>
                <a:gd name="connsiteX1" fmla="*/ 2939202 w 2939202"/>
                <a:gd name="connsiteY1" fmla="*/ 0 h 3543958"/>
                <a:gd name="connsiteX2" fmla="*/ 0 w 2939202"/>
                <a:gd name="connsiteY2" fmla="*/ 3543958 h 3543958"/>
                <a:gd name="connsiteX3" fmla="*/ 9427 w 2939202"/>
                <a:gd name="connsiteY3" fmla="*/ 210137 h 3543958"/>
                <a:gd name="connsiteX0" fmla="*/ 9427 w 2929776"/>
                <a:gd name="connsiteY0" fmla="*/ 238417 h 3572238"/>
                <a:gd name="connsiteX1" fmla="*/ 2929776 w 2929776"/>
                <a:gd name="connsiteY1" fmla="*/ 0 h 3572238"/>
                <a:gd name="connsiteX2" fmla="*/ 0 w 2929776"/>
                <a:gd name="connsiteY2" fmla="*/ 3572238 h 3572238"/>
                <a:gd name="connsiteX3" fmla="*/ 9427 w 2929776"/>
                <a:gd name="connsiteY3" fmla="*/ 238417 h 3572238"/>
                <a:gd name="connsiteX0" fmla="*/ 907 w 2930683"/>
                <a:gd name="connsiteY0" fmla="*/ 219563 h 3572238"/>
                <a:gd name="connsiteX1" fmla="*/ 2930683 w 2930683"/>
                <a:gd name="connsiteY1" fmla="*/ 0 h 3572238"/>
                <a:gd name="connsiteX2" fmla="*/ 907 w 2930683"/>
                <a:gd name="connsiteY2" fmla="*/ 3572238 h 3572238"/>
                <a:gd name="connsiteX3" fmla="*/ 907 w 2930683"/>
                <a:gd name="connsiteY3" fmla="*/ 219563 h 3572238"/>
                <a:gd name="connsiteX0" fmla="*/ 907 w 1837173"/>
                <a:gd name="connsiteY0" fmla="*/ 2180336 h 5533011"/>
                <a:gd name="connsiteX1" fmla="*/ 1837173 w 1837173"/>
                <a:gd name="connsiteY1" fmla="*/ 0 h 5533011"/>
                <a:gd name="connsiteX2" fmla="*/ 907 w 1837173"/>
                <a:gd name="connsiteY2" fmla="*/ 5533011 h 5533011"/>
                <a:gd name="connsiteX3" fmla="*/ 907 w 1837173"/>
                <a:gd name="connsiteY3" fmla="*/ 2180336 h 5533011"/>
                <a:gd name="connsiteX0" fmla="*/ 907 w 1837173"/>
                <a:gd name="connsiteY0" fmla="*/ 2218043 h 5533011"/>
                <a:gd name="connsiteX1" fmla="*/ 1837173 w 1837173"/>
                <a:gd name="connsiteY1" fmla="*/ 0 h 5533011"/>
                <a:gd name="connsiteX2" fmla="*/ 907 w 1837173"/>
                <a:gd name="connsiteY2" fmla="*/ 5533011 h 5533011"/>
                <a:gd name="connsiteX3" fmla="*/ 907 w 1837173"/>
                <a:gd name="connsiteY3" fmla="*/ 2218043 h 5533011"/>
              </a:gdLst>
              <a:ahLst/>
              <a:cxnLst>
                <a:cxn ang="0">
                  <a:pos x="connsiteX0" y="connsiteY0"/>
                </a:cxn>
                <a:cxn ang="0">
                  <a:pos x="connsiteX1" y="connsiteY1"/>
                </a:cxn>
                <a:cxn ang="0">
                  <a:pos x="connsiteX2" y="connsiteY2"/>
                </a:cxn>
                <a:cxn ang="0">
                  <a:pos x="connsiteX3" y="connsiteY3"/>
                </a:cxn>
              </a:cxnLst>
              <a:rect l="l" t="t" r="r" b="b"/>
              <a:pathLst>
                <a:path w="1837173" h="5533011">
                  <a:moveTo>
                    <a:pt x="907" y="2218043"/>
                  </a:moveTo>
                  <a:lnTo>
                    <a:pt x="1837173" y="0"/>
                  </a:lnTo>
                  <a:lnTo>
                    <a:pt x="907" y="5533011"/>
                  </a:lnTo>
                  <a:cubicBezTo>
                    <a:pt x="4049" y="4421737"/>
                    <a:pt x="-2235" y="3329317"/>
                    <a:pt x="907" y="2218043"/>
                  </a:cubicBezTo>
                  <a:close/>
                </a:path>
              </a:pathLst>
            </a:custGeom>
            <a:gradFill>
              <a:gsLst>
                <a:gs pos="45000">
                  <a:schemeClr val="accent1"/>
                </a:gs>
                <a:gs pos="100000">
                  <a:schemeClr val="accent1">
                    <a:lumMod val="75000"/>
                  </a:scheme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10" name="Title 1">
            <a:extLst>
              <a:ext uri="{FF2B5EF4-FFF2-40B4-BE49-F238E27FC236}">
                <a16:creationId xmlns:a16="http://schemas.microsoft.com/office/drawing/2014/main" id="{26B861B8-6461-3BD8-C6E6-DA70B2B2E13F}"/>
              </a:ext>
            </a:extLst>
          </p:cNvPr>
          <p:cNvSpPr>
            <a:spLocks noGrp="1"/>
          </p:cNvSpPr>
          <p:nvPr>
            <p:ph type="title"/>
          </p:nvPr>
        </p:nvSpPr>
        <p:spPr>
          <a:xfrm>
            <a:off x="515938" y="368300"/>
            <a:ext cx="11160125" cy="900114"/>
          </a:xfrm>
        </p:spPr>
        <p:txBody>
          <a:bodyPr>
            <a:normAutofit/>
          </a:bodyPr>
          <a:lstStyle>
            <a:lvl1pPr>
              <a:defRPr sz="2800">
                <a:solidFill>
                  <a:schemeClr val="accent1"/>
                </a:solidFill>
              </a:defRPr>
            </a:lvl1pPr>
          </a:lstStyle>
          <a:p>
            <a:r>
              <a:rPr lang="en-US"/>
              <a:t>Click to edit Master title style</a:t>
            </a:r>
          </a:p>
        </p:txBody>
      </p:sp>
      <p:sp>
        <p:nvSpPr>
          <p:cNvPr id="11" name="Content Placeholder 2">
            <a:extLst>
              <a:ext uri="{FF2B5EF4-FFF2-40B4-BE49-F238E27FC236}">
                <a16:creationId xmlns:a16="http://schemas.microsoft.com/office/drawing/2014/main" id="{36EF2579-4395-43A2-13FC-857B670C3583}"/>
              </a:ext>
            </a:extLst>
          </p:cNvPr>
          <p:cNvSpPr>
            <a:spLocks noGrp="1"/>
          </p:cNvSpPr>
          <p:nvPr>
            <p:ph idx="1"/>
          </p:nvPr>
        </p:nvSpPr>
        <p:spPr>
          <a:xfrm>
            <a:off x="515938" y="1449388"/>
            <a:ext cx="11160113" cy="4239447"/>
          </a:xfrm>
        </p:spPr>
        <p:txBody>
          <a:bodyPr/>
          <a:lstStyle>
            <a:lvl1pPr>
              <a:defRPr sz="1800">
                <a:solidFill>
                  <a:schemeClr val="accent1">
                    <a:lumMod val="20000"/>
                    <a:lumOff val="80000"/>
                  </a:schemeClr>
                </a:solidFill>
                <a:latin typeface="Poppins Light" panose="00000400000000000000" pitchFamily="2" charset="0"/>
                <a:cs typeface="Poppins Light" panose="00000400000000000000" pitchFamily="2" charset="0"/>
              </a:defRPr>
            </a:lvl1pPr>
            <a:lvl2pPr>
              <a:defRPr sz="1600">
                <a:solidFill>
                  <a:schemeClr val="bg1"/>
                </a:solidFill>
              </a:defRPr>
            </a:lvl2pPr>
            <a:lvl3pPr>
              <a:defRPr sz="1400">
                <a:solidFill>
                  <a:schemeClr val="bg1"/>
                </a:solidFill>
              </a:defRPr>
            </a:lvl3pPr>
            <a:lvl4pPr>
              <a:defRPr sz="1200">
                <a:solidFill>
                  <a:schemeClr val="bg1"/>
                </a:solidFill>
              </a:defRPr>
            </a:lvl4pPr>
            <a:lvl5pPr>
              <a:defRPr sz="11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419048128"/>
      </p:ext>
    </p:extLst>
  </p:cSld>
  <p:clrMapOvr>
    <a:overrideClrMapping bg1="lt1" tx1="dk1" bg2="lt2" tx2="dk2" accent1="accent1" accent2="accent2" accent3="accent3" accent4="accent4" accent5="accent5" accent6="accent6" hlink="hlink" folHlink="folHlink"/>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showMasterSp="0" preserve="1" userDrawn="1">
  <p:cSld name="9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A69FE0A4-E4BF-0B4D-9AAC-30724C2FC845}"/>
              </a:ext>
            </a:extLst>
          </p:cNvPr>
          <p:cNvSpPr/>
          <p:nvPr userDrawn="1"/>
        </p:nvSpPr>
        <p:spPr>
          <a:xfrm>
            <a:off x="0" y="0"/>
            <a:ext cx="12192000" cy="6858000"/>
          </a:xfrm>
          <a:prstGeom prst="rect">
            <a:avLst/>
          </a:prstGeom>
          <a:gradFill>
            <a:gsLst>
              <a:gs pos="0">
                <a:srgbClr val="00AEEF"/>
              </a:gs>
              <a:gs pos="100000">
                <a:srgbClr val="1B75BC"/>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Graphic 12">
            <a:extLst>
              <a:ext uri="{FF2B5EF4-FFF2-40B4-BE49-F238E27FC236}">
                <a16:creationId xmlns:a16="http://schemas.microsoft.com/office/drawing/2014/main" id="{5A6D41D4-8055-A24D-80E7-090637EBB6CA}"/>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11481" t="-1" r="30512" b="20969"/>
          <a:stretch/>
        </p:blipFill>
        <p:spPr>
          <a:xfrm>
            <a:off x="6393461" y="-1718316"/>
            <a:ext cx="5798540" cy="7900197"/>
          </a:xfrm>
          <a:prstGeom prst="rect">
            <a:avLst/>
          </a:prstGeom>
        </p:spPr>
      </p:pic>
    </p:spTree>
    <p:extLst>
      <p:ext uri="{BB962C8B-B14F-4D97-AF65-F5344CB8AC3E}">
        <p14:creationId xmlns:p14="http://schemas.microsoft.com/office/powerpoint/2010/main" val="587862144"/>
      </p:ext>
    </p:extLst>
  </p:cSld>
  <p:clrMapOvr>
    <a:overrideClrMapping bg1="lt1" tx1="dk1" bg2="lt2" tx2="dk2" accent1="accent1" accent2="accent2" accent3="accent3" accent4="accent4" accent5="accent5" accent6="accent6" hlink="hlink" folHlink="folHlink"/>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showMasterSp="0" preserve="1" userDrawn="1">
  <p:cSld name="10_Title Slide">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5C3839F8-3364-3C4E-810A-2FC99C244E37}"/>
              </a:ext>
            </a:extLst>
          </p:cNvPr>
          <p:cNvSpPr/>
          <p:nvPr userDrawn="1"/>
        </p:nvSpPr>
        <p:spPr>
          <a:xfrm>
            <a:off x="0" y="0"/>
            <a:ext cx="12192000" cy="6858000"/>
          </a:xfrm>
          <a:prstGeom prst="rect">
            <a:avLst/>
          </a:prstGeom>
          <a:gradFill>
            <a:gsLst>
              <a:gs pos="9000">
                <a:srgbClr val="F8952F"/>
              </a:gs>
              <a:gs pos="100000">
                <a:srgbClr val="EF4136"/>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pic>
        <p:nvPicPr>
          <p:cNvPr id="15" name="Graphic 14">
            <a:extLst>
              <a:ext uri="{FF2B5EF4-FFF2-40B4-BE49-F238E27FC236}">
                <a16:creationId xmlns:a16="http://schemas.microsoft.com/office/drawing/2014/main" id="{DDDEA3E2-E5AD-D14C-B1EB-E632CA3CDBB3}"/>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42" r="35284" b="18720"/>
          <a:stretch/>
        </p:blipFill>
        <p:spPr>
          <a:xfrm>
            <a:off x="5545394" y="-1638142"/>
            <a:ext cx="6646606" cy="8342359"/>
          </a:xfrm>
          <a:prstGeom prst="rect">
            <a:avLst/>
          </a:prstGeom>
        </p:spPr>
      </p:pic>
    </p:spTree>
    <p:extLst>
      <p:ext uri="{BB962C8B-B14F-4D97-AF65-F5344CB8AC3E}">
        <p14:creationId xmlns:p14="http://schemas.microsoft.com/office/powerpoint/2010/main" val="4146399104"/>
      </p:ext>
    </p:extLst>
  </p:cSld>
  <p:clrMapOvr>
    <a:overrideClrMapping bg1="lt1" tx1="dk1" bg2="lt2" tx2="dk2" accent1="accent1" accent2="accent2" accent3="accent3" accent4="accent4" accent5="accent5" accent6="accent6" hlink="hlink" folHlink="folHlink"/>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showMasterSp="0" preserve="1" userDrawn="1">
  <p:cSld name="11_Title Slide">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81E03BB5-73A0-9740-A5A5-D1CE3064E40F}"/>
              </a:ext>
            </a:extLst>
          </p:cNvPr>
          <p:cNvSpPr/>
          <p:nvPr userDrawn="1"/>
        </p:nvSpPr>
        <p:spPr>
          <a:xfrm>
            <a:off x="0" y="0"/>
            <a:ext cx="12192000" cy="6858000"/>
          </a:xfrm>
          <a:prstGeom prst="rect">
            <a:avLst/>
          </a:prstGeom>
          <a:gradFill>
            <a:gsLst>
              <a:gs pos="0">
                <a:srgbClr val="EE2B7B"/>
              </a:gs>
              <a:gs pos="100000">
                <a:srgbClr val="9E1F63"/>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Graphic 12">
            <a:extLst>
              <a:ext uri="{FF2B5EF4-FFF2-40B4-BE49-F238E27FC236}">
                <a16:creationId xmlns:a16="http://schemas.microsoft.com/office/drawing/2014/main" id="{4DCF62D6-5D07-004E-99E2-0014E921AD21}"/>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36134" t="10221" r="1" b="18731"/>
          <a:stretch/>
        </p:blipFill>
        <p:spPr>
          <a:xfrm rot="10800000">
            <a:off x="5607255" y="0"/>
            <a:ext cx="6584745" cy="7325222"/>
          </a:xfrm>
          <a:prstGeom prst="rect">
            <a:avLst/>
          </a:prstGeom>
        </p:spPr>
      </p:pic>
    </p:spTree>
    <p:extLst>
      <p:ext uri="{BB962C8B-B14F-4D97-AF65-F5344CB8AC3E}">
        <p14:creationId xmlns:p14="http://schemas.microsoft.com/office/powerpoint/2010/main" val="351233966"/>
      </p:ext>
    </p:extLst>
  </p:cSld>
  <p:clrMapOvr>
    <a:overrideClrMapping bg1="lt1" tx1="dk1" bg2="lt2" tx2="dk2" accent1="accent1" accent2="accent2" accent3="accent3" accent4="accent4" accent5="accent5" accent6="accent6" hlink="hlink" folHlink="folHlink"/>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showMasterSp="0" type="obj" preserve="1">
  <p:cSld name="27_Title and Content">
    <p:spTree>
      <p:nvGrpSpPr>
        <p:cNvPr id="1" name=""/>
        <p:cNvGrpSpPr/>
        <p:nvPr/>
      </p:nvGrpSpPr>
      <p:grpSpPr>
        <a:xfrm>
          <a:off x="0" y="0"/>
          <a:ext cx="0" cy="0"/>
          <a:chOff x="0" y="0"/>
          <a:chExt cx="0" cy="0"/>
        </a:xfrm>
      </p:grpSpPr>
      <p:sp>
        <p:nvSpPr>
          <p:cNvPr id="7" name="Arrow: Pentagon 6">
            <a:extLst>
              <a:ext uri="{FF2B5EF4-FFF2-40B4-BE49-F238E27FC236}">
                <a16:creationId xmlns:a16="http://schemas.microsoft.com/office/drawing/2014/main" id="{981B40DD-4CB3-499A-674B-EC5B3D14F8C2}"/>
              </a:ext>
            </a:extLst>
          </p:cNvPr>
          <p:cNvSpPr/>
          <p:nvPr userDrawn="1"/>
        </p:nvSpPr>
        <p:spPr>
          <a:xfrm>
            <a:off x="-2" y="-1"/>
            <a:ext cx="5112776" cy="6858000"/>
          </a:xfrm>
          <a:prstGeom prst="homePlate">
            <a:avLst>
              <a:gd name="adj" fmla="val 32151"/>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 name="Arrow: Pentagon 7">
            <a:extLst>
              <a:ext uri="{FF2B5EF4-FFF2-40B4-BE49-F238E27FC236}">
                <a16:creationId xmlns:a16="http://schemas.microsoft.com/office/drawing/2014/main" id="{B77F37F6-697C-4F0B-9B07-E50867F217DA}"/>
              </a:ext>
            </a:extLst>
          </p:cNvPr>
          <p:cNvSpPr/>
          <p:nvPr userDrawn="1"/>
        </p:nvSpPr>
        <p:spPr>
          <a:xfrm>
            <a:off x="0" y="0"/>
            <a:ext cx="5014452" cy="6858000"/>
          </a:xfrm>
          <a:prstGeom prst="homePlate">
            <a:avLst>
              <a:gd name="adj" fmla="val 32151"/>
            </a:avLst>
          </a:prstGeom>
          <a:gradFill>
            <a:gsLst>
              <a:gs pos="40000">
                <a:schemeClr val="accent1"/>
              </a:gs>
              <a:gs pos="100000">
                <a:srgbClr val="E85A3C"/>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9" name="Graphic 8">
            <a:extLst>
              <a:ext uri="{FF2B5EF4-FFF2-40B4-BE49-F238E27FC236}">
                <a16:creationId xmlns:a16="http://schemas.microsoft.com/office/drawing/2014/main" id="{F8412388-ED79-C9E4-19F6-A88EF37F8AA4}"/>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18190" b="33857"/>
          <a:stretch/>
        </p:blipFill>
        <p:spPr>
          <a:xfrm rot="10800000" flipH="1">
            <a:off x="0" y="0"/>
            <a:ext cx="6959831" cy="5626984"/>
          </a:xfrm>
          <a:prstGeom prst="rect">
            <a:avLst/>
          </a:prstGeom>
        </p:spPr>
      </p:pic>
      <p:sp>
        <p:nvSpPr>
          <p:cNvPr id="4" name="Rectangle 3">
            <a:extLst>
              <a:ext uri="{FF2B5EF4-FFF2-40B4-BE49-F238E27FC236}">
                <a16:creationId xmlns:a16="http://schemas.microsoft.com/office/drawing/2014/main" id="{D983BA3F-B8C5-8046-A4E4-565E3761D642}"/>
              </a:ext>
            </a:extLst>
          </p:cNvPr>
          <p:cNvSpPr/>
          <p:nvPr userDrawn="1"/>
        </p:nvSpPr>
        <p:spPr>
          <a:xfrm>
            <a:off x="8412480" y="6126480"/>
            <a:ext cx="3127248" cy="5120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1291179-6902-E446-8B91-02FCFB894D9F}"/>
              </a:ext>
            </a:extLst>
          </p:cNvPr>
          <p:cNvSpPr>
            <a:spLocks noGrp="1"/>
          </p:cNvSpPr>
          <p:nvPr>
            <p:ph type="title"/>
          </p:nvPr>
        </p:nvSpPr>
        <p:spPr>
          <a:xfrm>
            <a:off x="5719665" y="368300"/>
            <a:ext cx="5956398" cy="900114"/>
          </a:xfrm>
        </p:spPr>
        <p:txBody>
          <a:bodyPr>
            <a:normAutofit/>
          </a:bodyPr>
          <a:lstStyle>
            <a:lvl1pPr>
              <a:defRPr sz="2800"/>
            </a:lvl1pPr>
          </a:lstStyle>
          <a:p>
            <a:r>
              <a:rPr lang="en-US"/>
              <a:t>Click to edit Master title style</a:t>
            </a:r>
          </a:p>
        </p:txBody>
      </p:sp>
      <p:sp>
        <p:nvSpPr>
          <p:cNvPr id="3" name="Content Placeholder 2">
            <a:extLst>
              <a:ext uri="{FF2B5EF4-FFF2-40B4-BE49-F238E27FC236}">
                <a16:creationId xmlns:a16="http://schemas.microsoft.com/office/drawing/2014/main" id="{539103F3-BB36-094B-8F56-34F5177C7F92}"/>
              </a:ext>
            </a:extLst>
          </p:cNvPr>
          <p:cNvSpPr>
            <a:spLocks noGrp="1"/>
          </p:cNvSpPr>
          <p:nvPr>
            <p:ph idx="1"/>
          </p:nvPr>
        </p:nvSpPr>
        <p:spPr>
          <a:xfrm>
            <a:off x="5719653" y="1449388"/>
            <a:ext cx="5956398" cy="5040311"/>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100"/>
            </a:lvl4pPr>
            <a:lvl5pP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169600102"/>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showMasterSp="0" type="obj" preserve="1">
  <p:cSld name="33_Title and Content">
    <p:spTree>
      <p:nvGrpSpPr>
        <p:cNvPr id="1" name=""/>
        <p:cNvGrpSpPr/>
        <p:nvPr/>
      </p:nvGrpSpPr>
      <p:grpSpPr>
        <a:xfrm>
          <a:off x="0" y="0"/>
          <a:ext cx="0" cy="0"/>
          <a:chOff x="0" y="0"/>
          <a:chExt cx="0" cy="0"/>
        </a:xfrm>
      </p:grpSpPr>
      <p:sp>
        <p:nvSpPr>
          <p:cNvPr id="7" name="Arrow: Pentagon 6">
            <a:extLst>
              <a:ext uri="{FF2B5EF4-FFF2-40B4-BE49-F238E27FC236}">
                <a16:creationId xmlns:a16="http://schemas.microsoft.com/office/drawing/2014/main" id="{981B40DD-4CB3-499A-674B-EC5B3D14F8C2}"/>
              </a:ext>
            </a:extLst>
          </p:cNvPr>
          <p:cNvSpPr/>
          <p:nvPr userDrawn="1"/>
        </p:nvSpPr>
        <p:spPr>
          <a:xfrm>
            <a:off x="-2" y="-1"/>
            <a:ext cx="5112776" cy="6858000"/>
          </a:xfrm>
          <a:prstGeom prst="homePlate">
            <a:avLst>
              <a:gd name="adj" fmla="val 32151"/>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 name="Arrow: Pentagon 7">
            <a:extLst>
              <a:ext uri="{FF2B5EF4-FFF2-40B4-BE49-F238E27FC236}">
                <a16:creationId xmlns:a16="http://schemas.microsoft.com/office/drawing/2014/main" id="{B77F37F6-697C-4F0B-9B07-E50867F217DA}"/>
              </a:ext>
            </a:extLst>
          </p:cNvPr>
          <p:cNvSpPr/>
          <p:nvPr userDrawn="1"/>
        </p:nvSpPr>
        <p:spPr>
          <a:xfrm>
            <a:off x="0" y="0"/>
            <a:ext cx="5014452" cy="6858000"/>
          </a:xfrm>
          <a:prstGeom prst="homePlate">
            <a:avLst>
              <a:gd name="adj" fmla="val 32151"/>
            </a:avLst>
          </a:prstGeom>
          <a:gradFill>
            <a:gsLst>
              <a:gs pos="40000">
                <a:schemeClr val="accent3"/>
              </a:gs>
              <a:gs pos="100000">
                <a:srgbClr val="1B75BC"/>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9" name="Graphic 8">
            <a:extLst>
              <a:ext uri="{FF2B5EF4-FFF2-40B4-BE49-F238E27FC236}">
                <a16:creationId xmlns:a16="http://schemas.microsoft.com/office/drawing/2014/main" id="{F8412388-ED79-C9E4-19F6-A88EF37F8AA4}"/>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18190" b="33857"/>
          <a:stretch/>
        </p:blipFill>
        <p:spPr>
          <a:xfrm rot="10800000" flipH="1">
            <a:off x="0" y="0"/>
            <a:ext cx="6959831" cy="5626984"/>
          </a:xfrm>
          <a:prstGeom prst="rect">
            <a:avLst/>
          </a:prstGeom>
        </p:spPr>
      </p:pic>
      <p:sp>
        <p:nvSpPr>
          <p:cNvPr id="4" name="Rectangle 3">
            <a:extLst>
              <a:ext uri="{FF2B5EF4-FFF2-40B4-BE49-F238E27FC236}">
                <a16:creationId xmlns:a16="http://schemas.microsoft.com/office/drawing/2014/main" id="{D983BA3F-B8C5-8046-A4E4-565E3761D642}"/>
              </a:ext>
            </a:extLst>
          </p:cNvPr>
          <p:cNvSpPr/>
          <p:nvPr userDrawn="1"/>
        </p:nvSpPr>
        <p:spPr>
          <a:xfrm>
            <a:off x="8412480" y="6126480"/>
            <a:ext cx="3127248" cy="5120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1291179-6902-E446-8B91-02FCFB894D9F}"/>
              </a:ext>
            </a:extLst>
          </p:cNvPr>
          <p:cNvSpPr>
            <a:spLocks noGrp="1"/>
          </p:cNvSpPr>
          <p:nvPr>
            <p:ph type="title"/>
          </p:nvPr>
        </p:nvSpPr>
        <p:spPr>
          <a:xfrm>
            <a:off x="5719665" y="368300"/>
            <a:ext cx="5956398" cy="900114"/>
          </a:xfrm>
        </p:spPr>
        <p:txBody>
          <a:bodyPr>
            <a:normAutofit/>
          </a:bodyPr>
          <a:lstStyle>
            <a:lvl1pPr>
              <a:defRPr sz="2800"/>
            </a:lvl1pPr>
          </a:lstStyle>
          <a:p>
            <a:r>
              <a:rPr lang="en-US"/>
              <a:t>Click to edit Master title style</a:t>
            </a:r>
          </a:p>
        </p:txBody>
      </p:sp>
      <p:sp>
        <p:nvSpPr>
          <p:cNvPr id="3" name="Content Placeholder 2">
            <a:extLst>
              <a:ext uri="{FF2B5EF4-FFF2-40B4-BE49-F238E27FC236}">
                <a16:creationId xmlns:a16="http://schemas.microsoft.com/office/drawing/2014/main" id="{539103F3-BB36-094B-8F56-34F5177C7F92}"/>
              </a:ext>
            </a:extLst>
          </p:cNvPr>
          <p:cNvSpPr>
            <a:spLocks noGrp="1"/>
          </p:cNvSpPr>
          <p:nvPr>
            <p:ph idx="1"/>
          </p:nvPr>
        </p:nvSpPr>
        <p:spPr>
          <a:xfrm>
            <a:off x="5719653" y="1449388"/>
            <a:ext cx="5956398" cy="5040311"/>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100"/>
            </a:lvl4pPr>
            <a:lvl5pP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98008214"/>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showMasterSp="0" type="obj" preserve="1">
  <p:cSld name="34_Title and Content">
    <p:spTree>
      <p:nvGrpSpPr>
        <p:cNvPr id="1" name=""/>
        <p:cNvGrpSpPr/>
        <p:nvPr/>
      </p:nvGrpSpPr>
      <p:grpSpPr>
        <a:xfrm>
          <a:off x="0" y="0"/>
          <a:ext cx="0" cy="0"/>
          <a:chOff x="0" y="0"/>
          <a:chExt cx="0" cy="0"/>
        </a:xfrm>
      </p:grpSpPr>
      <p:sp>
        <p:nvSpPr>
          <p:cNvPr id="7" name="Arrow: Pentagon 6">
            <a:extLst>
              <a:ext uri="{FF2B5EF4-FFF2-40B4-BE49-F238E27FC236}">
                <a16:creationId xmlns:a16="http://schemas.microsoft.com/office/drawing/2014/main" id="{981B40DD-4CB3-499A-674B-EC5B3D14F8C2}"/>
              </a:ext>
            </a:extLst>
          </p:cNvPr>
          <p:cNvSpPr/>
          <p:nvPr userDrawn="1"/>
        </p:nvSpPr>
        <p:spPr>
          <a:xfrm>
            <a:off x="-2" y="-1"/>
            <a:ext cx="5112776" cy="6858000"/>
          </a:xfrm>
          <a:prstGeom prst="homePlate">
            <a:avLst>
              <a:gd name="adj" fmla="val 32151"/>
            </a:avLst>
          </a:prstGeom>
          <a:solidFill>
            <a:schemeClr val="accent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 name="Arrow: Pentagon 7">
            <a:extLst>
              <a:ext uri="{FF2B5EF4-FFF2-40B4-BE49-F238E27FC236}">
                <a16:creationId xmlns:a16="http://schemas.microsoft.com/office/drawing/2014/main" id="{B77F37F6-697C-4F0B-9B07-E50867F217DA}"/>
              </a:ext>
            </a:extLst>
          </p:cNvPr>
          <p:cNvSpPr/>
          <p:nvPr userDrawn="1"/>
        </p:nvSpPr>
        <p:spPr>
          <a:xfrm>
            <a:off x="0" y="0"/>
            <a:ext cx="5014452" cy="6858000"/>
          </a:xfrm>
          <a:prstGeom prst="homePlate">
            <a:avLst>
              <a:gd name="adj" fmla="val 32151"/>
            </a:avLst>
          </a:prstGeom>
          <a:gradFill>
            <a:gsLst>
              <a:gs pos="40000">
                <a:schemeClr val="accent2"/>
              </a:gs>
              <a:gs pos="100000">
                <a:schemeClr val="accent2">
                  <a:lumMod val="75000"/>
                </a:scheme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9" name="Graphic 8">
            <a:extLst>
              <a:ext uri="{FF2B5EF4-FFF2-40B4-BE49-F238E27FC236}">
                <a16:creationId xmlns:a16="http://schemas.microsoft.com/office/drawing/2014/main" id="{F8412388-ED79-C9E4-19F6-A88EF37F8AA4}"/>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18190" b="33857"/>
          <a:stretch/>
        </p:blipFill>
        <p:spPr>
          <a:xfrm rot="10800000" flipH="1">
            <a:off x="0" y="0"/>
            <a:ext cx="6959831" cy="5626984"/>
          </a:xfrm>
          <a:prstGeom prst="rect">
            <a:avLst/>
          </a:prstGeom>
        </p:spPr>
      </p:pic>
      <p:sp>
        <p:nvSpPr>
          <p:cNvPr id="4" name="Rectangle 3">
            <a:extLst>
              <a:ext uri="{FF2B5EF4-FFF2-40B4-BE49-F238E27FC236}">
                <a16:creationId xmlns:a16="http://schemas.microsoft.com/office/drawing/2014/main" id="{D983BA3F-B8C5-8046-A4E4-565E3761D642}"/>
              </a:ext>
            </a:extLst>
          </p:cNvPr>
          <p:cNvSpPr/>
          <p:nvPr userDrawn="1"/>
        </p:nvSpPr>
        <p:spPr>
          <a:xfrm>
            <a:off x="8412480" y="6126480"/>
            <a:ext cx="3127248" cy="5120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1291179-6902-E446-8B91-02FCFB894D9F}"/>
              </a:ext>
            </a:extLst>
          </p:cNvPr>
          <p:cNvSpPr>
            <a:spLocks noGrp="1"/>
          </p:cNvSpPr>
          <p:nvPr>
            <p:ph type="title"/>
          </p:nvPr>
        </p:nvSpPr>
        <p:spPr>
          <a:xfrm>
            <a:off x="5719665" y="368300"/>
            <a:ext cx="5956398" cy="900114"/>
          </a:xfrm>
        </p:spPr>
        <p:txBody>
          <a:bodyPr>
            <a:normAutofit/>
          </a:bodyPr>
          <a:lstStyle>
            <a:lvl1pPr>
              <a:defRPr sz="2800"/>
            </a:lvl1pPr>
          </a:lstStyle>
          <a:p>
            <a:r>
              <a:rPr lang="en-US"/>
              <a:t>Click to edit Master title style</a:t>
            </a:r>
          </a:p>
        </p:txBody>
      </p:sp>
      <p:sp>
        <p:nvSpPr>
          <p:cNvPr id="3" name="Content Placeholder 2">
            <a:extLst>
              <a:ext uri="{FF2B5EF4-FFF2-40B4-BE49-F238E27FC236}">
                <a16:creationId xmlns:a16="http://schemas.microsoft.com/office/drawing/2014/main" id="{539103F3-BB36-094B-8F56-34F5177C7F92}"/>
              </a:ext>
            </a:extLst>
          </p:cNvPr>
          <p:cNvSpPr>
            <a:spLocks noGrp="1"/>
          </p:cNvSpPr>
          <p:nvPr>
            <p:ph idx="1"/>
          </p:nvPr>
        </p:nvSpPr>
        <p:spPr>
          <a:xfrm>
            <a:off x="5719653" y="1449388"/>
            <a:ext cx="5956398" cy="5040311"/>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100"/>
            </a:lvl4pPr>
            <a:lvl5pP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43776475"/>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showMasterSp="0" type="obj" preserve="1">
  <p:cSld name="20_Title and Content">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193187DA-91A8-9543-9044-A3EDC175753C}"/>
              </a:ext>
            </a:extLst>
          </p:cNvPr>
          <p:cNvSpPr/>
          <p:nvPr userDrawn="1"/>
        </p:nvSpPr>
        <p:spPr>
          <a:xfrm>
            <a:off x="8241475" y="6000547"/>
            <a:ext cx="2648198" cy="51900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1291179-6902-E446-8B91-02FCFB894D9F}"/>
              </a:ext>
            </a:extLst>
          </p:cNvPr>
          <p:cNvSpPr>
            <a:spLocks noGrp="1"/>
          </p:cNvSpPr>
          <p:nvPr>
            <p:ph type="title"/>
          </p:nvPr>
        </p:nvSpPr>
        <p:spPr/>
        <p:txBody>
          <a:bodyPr>
            <a:normAutofit/>
          </a:bodyPr>
          <a:lstStyle>
            <a:lvl1pPr>
              <a:defRPr sz="2800"/>
            </a:lvl1pPr>
          </a:lstStyle>
          <a:p>
            <a:r>
              <a:rPr lang="en-US"/>
              <a:t>Click to edit Master title style</a:t>
            </a:r>
          </a:p>
        </p:txBody>
      </p:sp>
      <p:sp>
        <p:nvSpPr>
          <p:cNvPr id="3" name="Content Placeholder 2">
            <a:extLst>
              <a:ext uri="{FF2B5EF4-FFF2-40B4-BE49-F238E27FC236}">
                <a16:creationId xmlns:a16="http://schemas.microsoft.com/office/drawing/2014/main" id="{539103F3-BB36-094B-8F56-34F5177C7F92}"/>
              </a:ext>
            </a:extLst>
          </p:cNvPr>
          <p:cNvSpPr>
            <a:spLocks noGrp="1"/>
          </p:cNvSpPr>
          <p:nvPr>
            <p:ph idx="1"/>
          </p:nvPr>
        </p:nvSpPr>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Rectangle 29">
            <a:extLst>
              <a:ext uri="{FF2B5EF4-FFF2-40B4-BE49-F238E27FC236}">
                <a16:creationId xmlns:a16="http://schemas.microsoft.com/office/drawing/2014/main" id="{A31108C3-F34C-8C45-A897-FE6DA9684A4F}"/>
              </a:ext>
            </a:extLst>
          </p:cNvPr>
          <p:cNvSpPr/>
          <p:nvPr userDrawn="1"/>
        </p:nvSpPr>
        <p:spPr>
          <a:xfrm rot="16200000">
            <a:off x="7645400" y="2320583"/>
            <a:ext cx="6857999" cy="2235200"/>
          </a:xfrm>
          <a:custGeom>
            <a:avLst/>
            <a:gdLst>
              <a:gd name="connsiteX0" fmla="*/ 0 w 4411579"/>
              <a:gd name="connsiteY0" fmla="*/ 0 h 9601200"/>
              <a:gd name="connsiteX1" fmla="*/ 4411579 w 4411579"/>
              <a:gd name="connsiteY1" fmla="*/ 0 h 9601200"/>
              <a:gd name="connsiteX2" fmla="*/ 4411579 w 4411579"/>
              <a:gd name="connsiteY2" fmla="*/ 9601200 h 9601200"/>
              <a:gd name="connsiteX3" fmla="*/ 0 w 4411579"/>
              <a:gd name="connsiteY3" fmla="*/ 9601200 h 9601200"/>
              <a:gd name="connsiteX4" fmla="*/ 0 w 4411579"/>
              <a:gd name="connsiteY4" fmla="*/ 0 h 9601200"/>
              <a:gd name="connsiteX0" fmla="*/ 0 w 4411579"/>
              <a:gd name="connsiteY0" fmla="*/ 0 h 9601200"/>
              <a:gd name="connsiteX1" fmla="*/ 1909010 w 4411579"/>
              <a:gd name="connsiteY1" fmla="*/ 4475747 h 9601200"/>
              <a:gd name="connsiteX2" fmla="*/ 4411579 w 4411579"/>
              <a:gd name="connsiteY2" fmla="*/ 9601200 h 9601200"/>
              <a:gd name="connsiteX3" fmla="*/ 0 w 4411579"/>
              <a:gd name="connsiteY3" fmla="*/ 9601200 h 9601200"/>
              <a:gd name="connsiteX4" fmla="*/ 0 w 4411579"/>
              <a:gd name="connsiteY4" fmla="*/ 0 h 9601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1579" h="9601200">
                <a:moveTo>
                  <a:pt x="0" y="0"/>
                </a:moveTo>
                <a:lnTo>
                  <a:pt x="1909010" y="4475747"/>
                </a:lnTo>
                <a:lnTo>
                  <a:pt x="4411579" y="9601200"/>
                </a:lnTo>
                <a:lnTo>
                  <a:pt x="0" y="9601200"/>
                </a:lnTo>
                <a:lnTo>
                  <a:pt x="0" y="0"/>
                </a:lnTo>
                <a:close/>
              </a:path>
            </a:pathLst>
          </a:cu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endParaRPr lang="en-US" sz="3200">
              <a:solidFill>
                <a:prstClr val="white"/>
              </a:solidFill>
              <a:latin typeface="Roboto"/>
            </a:endParaRPr>
          </a:p>
        </p:txBody>
      </p:sp>
      <p:sp>
        <p:nvSpPr>
          <p:cNvPr id="8" name="Rectangle 29">
            <a:extLst>
              <a:ext uri="{FF2B5EF4-FFF2-40B4-BE49-F238E27FC236}">
                <a16:creationId xmlns:a16="http://schemas.microsoft.com/office/drawing/2014/main" id="{5ABDBB91-4825-3149-B88C-7BEECA042FB7}"/>
              </a:ext>
            </a:extLst>
          </p:cNvPr>
          <p:cNvSpPr/>
          <p:nvPr userDrawn="1"/>
        </p:nvSpPr>
        <p:spPr>
          <a:xfrm rot="16200000">
            <a:off x="7731228" y="2397225"/>
            <a:ext cx="6858001" cy="2063551"/>
          </a:xfrm>
          <a:custGeom>
            <a:avLst/>
            <a:gdLst>
              <a:gd name="connsiteX0" fmla="*/ 0 w 4411579"/>
              <a:gd name="connsiteY0" fmla="*/ 0 h 9601200"/>
              <a:gd name="connsiteX1" fmla="*/ 4411579 w 4411579"/>
              <a:gd name="connsiteY1" fmla="*/ 0 h 9601200"/>
              <a:gd name="connsiteX2" fmla="*/ 4411579 w 4411579"/>
              <a:gd name="connsiteY2" fmla="*/ 9601200 h 9601200"/>
              <a:gd name="connsiteX3" fmla="*/ 0 w 4411579"/>
              <a:gd name="connsiteY3" fmla="*/ 9601200 h 9601200"/>
              <a:gd name="connsiteX4" fmla="*/ 0 w 4411579"/>
              <a:gd name="connsiteY4" fmla="*/ 0 h 9601200"/>
              <a:gd name="connsiteX0" fmla="*/ 0 w 4411579"/>
              <a:gd name="connsiteY0" fmla="*/ 0 h 9601200"/>
              <a:gd name="connsiteX1" fmla="*/ 1909010 w 4411579"/>
              <a:gd name="connsiteY1" fmla="*/ 4475747 h 9601200"/>
              <a:gd name="connsiteX2" fmla="*/ 4411579 w 4411579"/>
              <a:gd name="connsiteY2" fmla="*/ 9601200 h 9601200"/>
              <a:gd name="connsiteX3" fmla="*/ 0 w 4411579"/>
              <a:gd name="connsiteY3" fmla="*/ 9601200 h 9601200"/>
              <a:gd name="connsiteX4" fmla="*/ 0 w 4411579"/>
              <a:gd name="connsiteY4" fmla="*/ 0 h 9601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1579" h="9601200">
                <a:moveTo>
                  <a:pt x="0" y="0"/>
                </a:moveTo>
                <a:lnTo>
                  <a:pt x="1909010" y="4475747"/>
                </a:lnTo>
                <a:lnTo>
                  <a:pt x="4411579" y="9601200"/>
                </a:lnTo>
                <a:lnTo>
                  <a:pt x="0" y="9601200"/>
                </a:lnTo>
                <a:lnTo>
                  <a:pt x="0" y="0"/>
                </a:lnTo>
                <a:close/>
              </a:path>
            </a:pathLst>
          </a:custGeom>
          <a:gradFill>
            <a:gsLst>
              <a:gs pos="0">
                <a:srgbClr val="00AEEF"/>
              </a:gs>
              <a:gs pos="100000">
                <a:srgbClr val="1B75BC"/>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endParaRPr lang="en-US" sz="3200">
              <a:solidFill>
                <a:prstClr val="white"/>
              </a:solidFill>
              <a:latin typeface="Roboto"/>
            </a:endParaRPr>
          </a:p>
        </p:txBody>
      </p:sp>
    </p:spTree>
    <p:extLst>
      <p:ext uri="{BB962C8B-B14F-4D97-AF65-F5344CB8AC3E}">
        <p14:creationId xmlns:p14="http://schemas.microsoft.com/office/powerpoint/2010/main" val="2431381544"/>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showMasterSp="0" preserve="1" userDrawn="1">
  <p:cSld name="18_Title and Content">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193187DA-91A8-9543-9044-A3EDC175753C}"/>
              </a:ext>
            </a:extLst>
          </p:cNvPr>
          <p:cNvSpPr/>
          <p:nvPr userDrawn="1"/>
        </p:nvSpPr>
        <p:spPr>
          <a:xfrm>
            <a:off x="8241475" y="6000547"/>
            <a:ext cx="2648198" cy="51900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29">
            <a:extLst>
              <a:ext uri="{FF2B5EF4-FFF2-40B4-BE49-F238E27FC236}">
                <a16:creationId xmlns:a16="http://schemas.microsoft.com/office/drawing/2014/main" id="{01C706FE-8F3E-CE27-4809-462B78AE473B}"/>
              </a:ext>
            </a:extLst>
          </p:cNvPr>
          <p:cNvSpPr/>
          <p:nvPr userDrawn="1"/>
        </p:nvSpPr>
        <p:spPr>
          <a:xfrm rot="16200000">
            <a:off x="7645400" y="2320583"/>
            <a:ext cx="6857999" cy="2235200"/>
          </a:xfrm>
          <a:custGeom>
            <a:avLst/>
            <a:gdLst>
              <a:gd name="connsiteX0" fmla="*/ 0 w 4411579"/>
              <a:gd name="connsiteY0" fmla="*/ 0 h 9601200"/>
              <a:gd name="connsiteX1" fmla="*/ 4411579 w 4411579"/>
              <a:gd name="connsiteY1" fmla="*/ 0 h 9601200"/>
              <a:gd name="connsiteX2" fmla="*/ 4411579 w 4411579"/>
              <a:gd name="connsiteY2" fmla="*/ 9601200 h 9601200"/>
              <a:gd name="connsiteX3" fmla="*/ 0 w 4411579"/>
              <a:gd name="connsiteY3" fmla="*/ 9601200 h 9601200"/>
              <a:gd name="connsiteX4" fmla="*/ 0 w 4411579"/>
              <a:gd name="connsiteY4" fmla="*/ 0 h 9601200"/>
              <a:gd name="connsiteX0" fmla="*/ 0 w 4411579"/>
              <a:gd name="connsiteY0" fmla="*/ 0 h 9601200"/>
              <a:gd name="connsiteX1" fmla="*/ 1909010 w 4411579"/>
              <a:gd name="connsiteY1" fmla="*/ 4475747 h 9601200"/>
              <a:gd name="connsiteX2" fmla="*/ 4411579 w 4411579"/>
              <a:gd name="connsiteY2" fmla="*/ 9601200 h 9601200"/>
              <a:gd name="connsiteX3" fmla="*/ 0 w 4411579"/>
              <a:gd name="connsiteY3" fmla="*/ 9601200 h 9601200"/>
              <a:gd name="connsiteX4" fmla="*/ 0 w 4411579"/>
              <a:gd name="connsiteY4" fmla="*/ 0 h 9601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1579" h="9601200">
                <a:moveTo>
                  <a:pt x="0" y="0"/>
                </a:moveTo>
                <a:lnTo>
                  <a:pt x="1909010" y="4475747"/>
                </a:lnTo>
                <a:lnTo>
                  <a:pt x="4411579" y="9601200"/>
                </a:lnTo>
                <a:lnTo>
                  <a:pt x="0" y="9601200"/>
                </a:lnTo>
                <a:lnTo>
                  <a:pt x="0" y="0"/>
                </a:lnTo>
                <a:close/>
              </a:path>
            </a:pathLst>
          </a:custGeom>
          <a:solidFill>
            <a:schemeClr val="accent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endParaRPr lang="en-US" sz="3200">
              <a:solidFill>
                <a:prstClr val="white"/>
              </a:solidFill>
              <a:latin typeface="Roboto"/>
            </a:endParaRPr>
          </a:p>
        </p:txBody>
      </p:sp>
      <p:sp>
        <p:nvSpPr>
          <p:cNvPr id="8" name="Rectangle 29">
            <a:extLst>
              <a:ext uri="{FF2B5EF4-FFF2-40B4-BE49-F238E27FC236}">
                <a16:creationId xmlns:a16="http://schemas.microsoft.com/office/drawing/2014/main" id="{5ABDBB91-4825-3149-B88C-7BEECA042FB7}"/>
              </a:ext>
            </a:extLst>
          </p:cNvPr>
          <p:cNvSpPr/>
          <p:nvPr userDrawn="1"/>
        </p:nvSpPr>
        <p:spPr>
          <a:xfrm rot="16200000">
            <a:off x="7731228" y="2397225"/>
            <a:ext cx="6858001" cy="2063551"/>
          </a:xfrm>
          <a:custGeom>
            <a:avLst/>
            <a:gdLst>
              <a:gd name="connsiteX0" fmla="*/ 0 w 4411579"/>
              <a:gd name="connsiteY0" fmla="*/ 0 h 9601200"/>
              <a:gd name="connsiteX1" fmla="*/ 4411579 w 4411579"/>
              <a:gd name="connsiteY1" fmla="*/ 0 h 9601200"/>
              <a:gd name="connsiteX2" fmla="*/ 4411579 w 4411579"/>
              <a:gd name="connsiteY2" fmla="*/ 9601200 h 9601200"/>
              <a:gd name="connsiteX3" fmla="*/ 0 w 4411579"/>
              <a:gd name="connsiteY3" fmla="*/ 9601200 h 9601200"/>
              <a:gd name="connsiteX4" fmla="*/ 0 w 4411579"/>
              <a:gd name="connsiteY4" fmla="*/ 0 h 9601200"/>
              <a:gd name="connsiteX0" fmla="*/ 0 w 4411579"/>
              <a:gd name="connsiteY0" fmla="*/ 0 h 9601200"/>
              <a:gd name="connsiteX1" fmla="*/ 1909010 w 4411579"/>
              <a:gd name="connsiteY1" fmla="*/ 4475747 h 9601200"/>
              <a:gd name="connsiteX2" fmla="*/ 4411579 w 4411579"/>
              <a:gd name="connsiteY2" fmla="*/ 9601200 h 9601200"/>
              <a:gd name="connsiteX3" fmla="*/ 0 w 4411579"/>
              <a:gd name="connsiteY3" fmla="*/ 9601200 h 9601200"/>
              <a:gd name="connsiteX4" fmla="*/ 0 w 4411579"/>
              <a:gd name="connsiteY4" fmla="*/ 0 h 9601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1579" h="9601200">
                <a:moveTo>
                  <a:pt x="0" y="0"/>
                </a:moveTo>
                <a:lnTo>
                  <a:pt x="1909010" y="4475747"/>
                </a:lnTo>
                <a:lnTo>
                  <a:pt x="4411579" y="9601200"/>
                </a:lnTo>
                <a:lnTo>
                  <a:pt x="0" y="9601200"/>
                </a:lnTo>
                <a:lnTo>
                  <a:pt x="0" y="0"/>
                </a:lnTo>
                <a:close/>
              </a:path>
            </a:pathLst>
          </a:custGeom>
          <a:gradFill>
            <a:gsLst>
              <a:gs pos="0">
                <a:schemeClr val="accent2"/>
              </a:gs>
              <a:gs pos="100000">
                <a:schemeClr val="accent2">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endParaRPr lang="en-US" sz="3200">
              <a:solidFill>
                <a:prstClr val="white"/>
              </a:solidFill>
              <a:latin typeface="Roboto"/>
            </a:endParaRPr>
          </a:p>
        </p:txBody>
      </p:sp>
      <p:sp>
        <p:nvSpPr>
          <p:cNvPr id="9" name="Title 1">
            <a:extLst>
              <a:ext uri="{FF2B5EF4-FFF2-40B4-BE49-F238E27FC236}">
                <a16:creationId xmlns:a16="http://schemas.microsoft.com/office/drawing/2014/main" id="{6D41C234-8CDF-C44A-2B85-C29AF0F0E254}"/>
              </a:ext>
            </a:extLst>
          </p:cNvPr>
          <p:cNvSpPr>
            <a:spLocks noGrp="1"/>
          </p:cNvSpPr>
          <p:nvPr>
            <p:ph type="title"/>
          </p:nvPr>
        </p:nvSpPr>
        <p:spPr>
          <a:xfrm>
            <a:off x="525019" y="368300"/>
            <a:ext cx="11151044" cy="900114"/>
          </a:xfrm>
        </p:spPr>
        <p:txBody>
          <a:bodyPr>
            <a:normAutofit/>
          </a:bodyPr>
          <a:lstStyle>
            <a:lvl1pPr>
              <a:defRPr sz="2800"/>
            </a:lvl1pPr>
          </a:lstStyle>
          <a:p>
            <a:r>
              <a:rPr lang="en-US"/>
              <a:t>Click to edit Master title style</a:t>
            </a:r>
          </a:p>
        </p:txBody>
      </p:sp>
      <p:sp>
        <p:nvSpPr>
          <p:cNvPr id="10" name="Content Placeholder 2">
            <a:extLst>
              <a:ext uri="{FF2B5EF4-FFF2-40B4-BE49-F238E27FC236}">
                <a16:creationId xmlns:a16="http://schemas.microsoft.com/office/drawing/2014/main" id="{BF4F5225-44BA-2429-E778-C8E938E7E558}"/>
              </a:ext>
            </a:extLst>
          </p:cNvPr>
          <p:cNvSpPr>
            <a:spLocks noGrp="1"/>
          </p:cNvSpPr>
          <p:nvPr>
            <p:ph idx="1"/>
          </p:nvPr>
        </p:nvSpPr>
        <p:spPr>
          <a:xfrm>
            <a:off x="525018" y="1449389"/>
            <a:ext cx="11151033" cy="4500562"/>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848813605"/>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showMasterSp="0" preserve="1" userDrawn="1">
  <p:cSld name="29_Title and Content">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193187DA-91A8-9543-9044-A3EDC175753C}"/>
              </a:ext>
            </a:extLst>
          </p:cNvPr>
          <p:cNvSpPr/>
          <p:nvPr userDrawn="1"/>
        </p:nvSpPr>
        <p:spPr>
          <a:xfrm>
            <a:off x="8241475" y="6000547"/>
            <a:ext cx="2648198" cy="51900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29">
            <a:extLst>
              <a:ext uri="{FF2B5EF4-FFF2-40B4-BE49-F238E27FC236}">
                <a16:creationId xmlns:a16="http://schemas.microsoft.com/office/drawing/2014/main" id="{01C706FE-8F3E-CE27-4809-462B78AE473B}"/>
              </a:ext>
            </a:extLst>
          </p:cNvPr>
          <p:cNvSpPr/>
          <p:nvPr userDrawn="1"/>
        </p:nvSpPr>
        <p:spPr>
          <a:xfrm rot="16200000">
            <a:off x="7645400" y="2320583"/>
            <a:ext cx="6857999" cy="2235200"/>
          </a:xfrm>
          <a:custGeom>
            <a:avLst/>
            <a:gdLst>
              <a:gd name="connsiteX0" fmla="*/ 0 w 4411579"/>
              <a:gd name="connsiteY0" fmla="*/ 0 h 9601200"/>
              <a:gd name="connsiteX1" fmla="*/ 4411579 w 4411579"/>
              <a:gd name="connsiteY1" fmla="*/ 0 h 9601200"/>
              <a:gd name="connsiteX2" fmla="*/ 4411579 w 4411579"/>
              <a:gd name="connsiteY2" fmla="*/ 9601200 h 9601200"/>
              <a:gd name="connsiteX3" fmla="*/ 0 w 4411579"/>
              <a:gd name="connsiteY3" fmla="*/ 9601200 h 9601200"/>
              <a:gd name="connsiteX4" fmla="*/ 0 w 4411579"/>
              <a:gd name="connsiteY4" fmla="*/ 0 h 9601200"/>
              <a:gd name="connsiteX0" fmla="*/ 0 w 4411579"/>
              <a:gd name="connsiteY0" fmla="*/ 0 h 9601200"/>
              <a:gd name="connsiteX1" fmla="*/ 1909010 w 4411579"/>
              <a:gd name="connsiteY1" fmla="*/ 4475747 h 9601200"/>
              <a:gd name="connsiteX2" fmla="*/ 4411579 w 4411579"/>
              <a:gd name="connsiteY2" fmla="*/ 9601200 h 9601200"/>
              <a:gd name="connsiteX3" fmla="*/ 0 w 4411579"/>
              <a:gd name="connsiteY3" fmla="*/ 9601200 h 9601200"/>
              <a:gd name="connsiteX4" fmla="*/ 0 w 4411579"/>
              <a:gd name="connsiteY4" fmla="*/ 0 h 9601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1579" h="9601200">
                <a:moveTo>
                  <a:pt x="0" y="0"/>
                </a:moveTo>
                <a:lnTo>
                  <a:pt x="1909010" y="4475747"/>
                </a:lnTo>
                <a:lnTo>
                  <a:pt x="4411579" y="9601200"/>
                </a:lnTo>
                <a:lnTo>
                  <a:pt x="0" y="9601200"/>
                </a:lnTo>
                <a:lnTo>
                  <a:pt x="0" y="0"/>
                </a:lnTo>
                <a:close/>
              </a:path>
            </a:pathLst>
          </a:cu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endParaRPr lang="en-US" sz="3200">
              <a:solidFill>
                <a:prstClr val="white"/>
              </a:solidFill>
              <a:latin typeface="Roboto"/>
            </a:endParaRPr>
          </a:p>
        </p:txBody>
      </p:sp>
      <p:sp>
        <p:nvSpPr>
          <p:cNvPr id="8" name="Rectangle 29">
            <a:extLst>
              <a:ext uri="{FF2B5EF4-FFF2-40B4-BE49-F238E27FC236}">
                <a16:creationId xmlns:a16="http://schemas.microsoft.com/office/drawing/2014/main" id="{5ABDBB91-4825-3149-B88C-7BEECA042FB7}"/>
              </a:ext>
            </a:extLst>
          </p:cNvPr>
          <p:cNvSpPr/>
          <p:nvPr userDrawn="1"/>
        </p:nvSpPr>
        <p:spPr>
          <a:xfrm rot="16200000">
            <a:off x="7731228" y="2397225"/>
            <a:ext cx="6858001" cy="2063551"/>
          </a:xfrm>
          <a:custGeom>
            <a:avLst/>
            <a:gdLst>
              <a:gd name="connsiteX0" fmla="*/ 0 w 4411579"/>
              <a:gd name="connsiteY0" fmla="*/ 0 h 9601200"/>
              <a:gd name="connsiteX1" fmla="*/ 4411579 w 4411579"/>
              <a:gd name="connsiteY1" fmla="*/ 0 h 9601200"/>
              <a:gd name="connsiteX2" fmla="*/ 4411579 w 4411579"/>
              <a:gd name="connsiteY2" fmla="*/ 9601200 h 9601200"/>
              <a:gd name="connsiteX3" fmla="*/ 0 w 4411579"/>
              <a:gd name="connsiteY3" fmla="*/ 9601200 h 9601200"/>
              <a:gd name="connsiteX4" fmla="*/ 0 w 4411579"/>
              <a:gd name="connsiteY4" fmla="*/ 0 h 9601200"/>
              <a:gd name="connsiteX0" fmla="*/ 0 w 4411579"/>
              <a:gd name="connsiteY0" fmla="*/ 0 h 9601200"/>
              <a:gd name="connsiteX1" fmla="*/ 1909010 w 4411579"/>
              <a:gd name="connsiteY1" fmla="*/ 4475747 h 9601200"/>
              <a:gd name="connsiteX2" fmla="*/ 4411579 w 4411579"/>
              <a:gd name="connsiteY2" fmla="*/ 9601200 h 9601200"/>
              <a:gd name="connsiteX3" fmla="*/ 0 w 4411579"/>
              <a:gd name="connsiteY3" fmla="*/ 9601200 h 9601200"/>
              <a:gd name="connsiteX4" fmla="*/ 0 w 4411579"/>
              <a:gd name="connsiteY4" fmla="*/ 0 h 9601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1579" h="9601200">
                <a:moveTo>
                  <a:pt x="0" y="0"/>
                </a:moveTo>
                <a:lnTo>
                  <a:pt x="1909010" y="4475747"/>
                </a:lnTo>
                <a:lnTo>
                  <a:pt x="4411579" y="9601200"/>
                </a:lnTo>
                <a:lnTo>
                  <a:pt x="0" y="9601200"/>
                </a:lnTo>
                <a:lnTo>
                  <a:pt x="0" y="0"/>
                </a:lnTo>
                <a:close/>
              </a:path>
            </a:pathLst>
          </a:custGeom>
          <a:gradFill>
            <a:gsLst>
              <a:gs pos="0">
                <a:schemeClr val="accent1"/>
              </a:gs>
              <a:gs pos="100000">
                <a:srgbClr val="EF4136"/>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endParaRPr lang="en-US" sz="3200">
              <a:solidFill>
                <a:prstClr val="white"/>
              </a:solidFill>
              <a:latin typeface="Roboto"/>
            </a:endParaRPr>
          </a:p>
        </p:txBody>
      </p:sp>
      <p:sp>
        <p:nvSpPr>
          <p:cNvPr id="5" name="Title 1">
            <a:extLst>
              <a:ext uri="{FF2B5EF4-FFF2-40B4-BE49-F238E27FC236}">
                <a16:creationId xmlns:a16="http://schemas.microsoft.com/office/drawing/2014/main" id="{785E208D-C5D8-6524-F56F-4BD1174247AC}"/>
              </a:ext>
            </a:extLst>
          </p:cNvPr>
          <p:cNvSpPr>
            <a:spLocks noGrp="1"/>
          </p:cNvSpPr>
          <p:nvPr>
            <p:ph type="title"/>
          </p:nvPr>
        </p:nvSpPr>
        <p:spPr>
          <a:xfrm>
            <a:off x="525019" y="368300"/>
            <a:ext cx="11151044" cy="900114"/>
          </a:xfrm>
        </p:spPr>
        <p:txBody>
          <a:bodyPr>
            <a:normAutofit/>
          </a:bodyPr>
          <a:lstStyle>
            <a:lvl1pPr>
              <a:defRPr sz="2800"/>
            </a:lvl1pPr>
          </a:lstStyle>
          <a:p>
            <a:r>
              <a:rPr lang="en-US"/>
              <a:t>Click to edit Master title style</a:t>
            </a:r>
          </a:p>
        </p:txBody>
      </p:sp>
      <p:sp>
        <p:nvSpPr>
          <p:cNvPr id="6" name="Content Placeholder 2">
            <a:extLst>
              <a:ext uri="{FF2B5EF4-FFF2-40B4-BE49-F238E27FC236}">
                <a16:creationId xmlns:a16="http://schemas.microsoft.com/office/drawing/2014/main" id="{3D480F6A-BCEC-25F3-0016-FD136C85234B}"/>
              </a:ext>
            </a:extLst>
          </p:cNvPr>
          <p:cNvSpPr>
            <a:spLocks noGrp="1"/>
          </p:cNvSpPr>
          <p:nvPr>
            <p:ph idx="1"/>
          </p:nvPr>
        </p:nvSpPr>
        <p:spPr>
          <a:xfrm>
            <a:off x="525018" y="1449389"/>
            <a:ext cx="11151033" cy="4500562"/>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225971363"/>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showMasterSp="0" preserve="1" userDrawn="1">
  <p:cSld name="19_Title and Content">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193187DA-91A8-9543-9044-A3EDC175753C}"/>
              </a:ext>
            </a:extLst>
          </p:cNvPr>
          <p:cNvSpPr/>
          <p:nvPr userDrawn="1"/>
        </p:nvSpPr>
        <p:spPr>
          <a:xfrm>
            <a:off x="8241475" y="6000547"/>
            <a:ext cx="2648198" cy="51900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29">
            <a:extLst>
              <a:ext uri="{FF2B5EF4-FFF2-40B4-BE49-F238E27FC236}">
                <a16:creationId xmlns:a16="http://schemas.microsoft.com/office/drawing/2014/main" id="{3483602A-2DCA-F446-B0E9-1DEB2FE3B53A}"/>
              </a:ext>
            </a:extLst>
          </p:cNvPr>
          <p:cNvSpPr/>
          <p:nvPr userDrawn="1"/>
        </p:nvSpPr>
        <p:spPr>
          <a:xfrm rot="16200000">
            <a:off x="7310433" y="1985612"/>
            <a:ext cx="6857999" cy="2905143"/>
          </a:xfrm>
          <a:custGeom>
            <a:avLst/>
            <a:gdLst>
              <a:gd name="connsiteX0" fmla="*/ 0 w 4411579"/>
              <a:gd name="connsiteY0" fmla="*/ 0 h 9601200"/>
              <a:gd name="connsiteX1" fmla="*/ 4411579 w 4411579"/>
              <a:gd name="connsiteY1" fmla="*/ 0 h 9601200"/>
              <a:gd name="connsiteX2" fmla="*/ 4411579 w 4411579"/>
              <a:gd name="connsiteY2" fmla="*/ 9601200 h 9601200"/>
              <a:gd name="connsiteX3" fmla="*/ 0 w 4411579"/>
              <a:gd name="connsiteY3" fmla="*/ 9601200 h 9601200"/>
              <a:gd name="connsiteX4" fmla="*/ 0 w 4411579"/>
              <a:gd name="connsiteY4" fmla="*/ 0 h 9601200"/>
              <a:gd name="connsiteX0" fmla="*/ 0 w 4411579"/>
              <a:gd name="connsiteY0" fmla="*/ 0 h 9601200"/>
              <a:gd name="connsiteX1" fmla="*/ 1909010 w 4411579"/>
              <a:gd name="connsiteY1" fmla="*/ 4475747 h 9601200"/>
              <a:gd name="connsiteX2" fmla="*/ 4411579 w 4411579"/>
              <a:gd name="connsiteY2" fmla="*/ 9601200 h 9601200"/>
              <a:gd name="connsiteX3" fmla="*/ 0 w 4411579"/>
              <a:gd name="connsiteY3" fmla="*/ 9601200 h 9601200"/>
              <a:gd name="connsiteX4" fmla="*/ 0 w 4411579"/>
              <a:gd name="connsiteY4" fmla="*/ 0 h 9601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1579" h="9601200">
                <a:moveTo>
                  <a:pt x="0" y="0"/>
                </a:moveTo>
                <a:lnTo>
                  <a:pt x="1909010" y="4475747"/>
                </a:lnTo>
                <a:lnTo>
                  <a:pt x="4411579" y="9601200"/>
                </a:lnTo>
                <a:lnTo>
                  <a:pt x="0" y="9601200"/>
                </a:lnTo>
                <a:lnTo>
                  <a:pt x="0" y="0"/>
                </a:lnTo>
                <a:close/>
              </a:path>
            </a:pathLst>
          </a:cu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endParaRPr lang="en-US" sz="3200">
              <a:solidFill>
                <a:prstClr val="white"/>
              </a:solidFill>
              <a:latin typeface="Roboto"/>
            </a:endParaRPr>
          </a:p>
        </p:txBody>
      </p:sp>
      <p:sp>
        <p:nvSpPr>
          <p:cNvPr id="6" name="Rectangle 29">
            <a:extLst>
              <a:ext uri="{FF2B5EF4-FFF2-40B4-BE49-F238E27FC236}">
                <a16:creationId xmlns:a16="http://schemas.microsoft.com/office/drawing/2014/main" id="{A31108C3-F34C-8C45-A897-FE6DA9684A4F}"/>
              </a:ext>
            </a:extLst>
          </p:cNvPr>
          <p:cNvSpPr/>
          <p:nvPr userDrawn="1"/>
        </p:nvSpPr>
        <p:spPr>
          <a:xfrm rot="16200000">
            <a:off x="7520913" y="2191499"/>
            <a:ext cx="6857999" cy="2484185"/>
          </a:xfrm>
          <a:custGeom>
            <a:avLst/>
            <a:gdLst>
              <a:gd name="connsiteX0" fmla="*/ 0 w 4411579"/>
              <a:gd name="connsiteY0" fmla="*/ 0 h 9601200"/>
              <a:gd name="connsiteX1" fmla="*/ 4411579 w 4411579"/>
              <a:gd name="connsiteY1" fmla="*/ 0 h 9601200"/>
              <a:gd name="connsiteX2" fmla="*/ 4411579 w 4411579"/>
              <a:gd name="connsiteY2" fmla="*/ 9601200 h 9601200"/>
              <a:gd name="connsiteX3" fmla="*/ 0 w 4411579"/>
              <a:gd name="connsiteY3" fmla="*/ 9601200 h 9601200"/>
              <a:gd name="connsiteX4" fmla="*/ 0 w 4411579"/>
              <a:gd name="connsiteY4" fmla="*/ 0 h 9601200"/>
              <a:gd name="connsiteX0" fmla="*/ 0 w 4411579"/>
              <a:gd name="connsiteY0" fmla="*/ 0 h 9601200"/>
              <a:gd name="connsiteX1" fmla="*/ 1909010 w 4411579"/>
              <a:gd name="connsiteY1" fmla="*/ 4475747 h 9601200"/>
              <a:gd name="connsiteX2" fmla="*/ 4411579 w 4411579"/>
              <a:gd name="connsiteY2" fmla="*/ 9601200 h 9601200"/>
              <a:gd name="connsiteX3" fmla="*/ 0 w 4411579"/>
              <a:gd name="connsiteY3" fmla="*/ 9601200 h 9601200"/>
              <a:gd name="connsiteX4" fmla="*/ 0 w 4411579"/>
              <a:gd name="connsiteY4" fmla="*/ 0 h 9601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1579" h="9601200">
                <a:moveTo>
                  <a:pt x="0" y="0"/>
                </a:moveTo>
                <a:lnTo>
                  <a:pt x="1909010" y="4475747"/>
                </a:lnTo>
                <a:lnTo>
                  <a:pt x="4411579" y="9601200"/>
                </a:lnTo>
                <a:lnTo>
                  <a:pt x="0" y="9601200"/>
                </a:lnTo>
                <a:lnTo>
                  <a:pt x="0" y="0"/>
                </a:lnTo>
                <a:close/>
              </a:path>
            </a:pathLst>
          </a:custGeom>
          <a:solidFill>
            <a:schemeClr val="accent3">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endParaRPr lang="en-US" sz="3200">
              <a:solidFill>
                <a:prstClr val="white"/>
              </a:solidFill>
              <a:latin typeface="Roboto"/>
            </a:endParaRPr>
          </a:p>
        </p:txBody>
      </p:sp>
      <p:sp>
        <p:nvSpPr>
          <p:cNvPr id="8" name="Rectangle 29">
            <a:extLst>
              <a:ext uri="{FF2B5EF4-FFF2-40B4-BE49-F238E27FC236}">
                <a16:creationId xmlns:a16="http://schemas.microsoft.com/office/drawing/2014/main" id="{5ABDBB91-4825-3149-B88C-7BEECA042FB7}"/>
              </a:ext>
            </a:extLst>
          </p:cNvPr>
          <p:cNvSpPr/>
          <p:nvPr userDrawn="1"/>
        </p:nvSpPr>
        <p:spPr>
          <a:xfrm rot="16200000">
            <a:off x="7731228" y="2397225"/>
            <a:ext cx="6858001" cy="2063551"/>
          </a:xfrm>
          <a:custGeom>
            <a:avLst/>
            <a:gdLst>
              <a:gd name="connsiteX0" fmla="*/ 0 w 4411579"/>
              <a:gd name="connsiteY0" fmla="*/ 0 h 9601200"/>
              <a:gd name="connsiteX1" fmla="*/ 4411579 w 4411579"/>
              <a:gd name="connsiteY1" fmla="*/ 0 h 9601200"/>
              <a:gd name="connsiteX2" fmla="*/ 4411579 w 4411579"/>
              <a:gd name="connsiteY2" fmla="*/ 9601200 h 9601200"/>
              <a:gd name="connsiteX3" fmla="*/ 0 w 4411579"/>
              <a:gd name="connsiteY3" fmla="*/ 9601200 h 9601200"/>
              <a:gd name="connsiteX4" fmla="*/ 0 w 4411579"/>
              <a:gd name="connsiteY4" fmla="*/ 0 h 9601200"/>
              <a:gd name="connsiteX0" fmla="*/ 0 w 4411579"/>
              <a:gd name="connsiteY0" fmla="*/ 0 h 9601200"/>
              <a:gd name="connsiteX1" fmla="*/ 1909010 w 4411579"/>
              <a:gd name="connsiteY1" fmla="*/ 4475747 h 9601200"/>
              <a:gd name="connsiteX2" fmla="*/ 4411579 w 4411579"/>
              <a:gd name="connsiteY2" fmla="*/ 9601200 h 9601200"/>
              <a:gd name="connsiteX3" fmla="*/ 0 w 4411579"/>
              <a:gd name="connsiteY3" fmla="*/ 9601200 h 9601200"/>
              <a:gd name="connsiteX4" fmla="*/ 0 w 4411579"/>
              <a:gd name="connsiteY4" fmla="*/ 0 h 9601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1579" h="9601200">
                <a:moveTo>
                  <a:pt x="0" y="0"/>
                </a:moveTo>
                <a:lnTo>
                  <a:pt x="1909010" y="4475747"/>
                </a:lnTo>
                <a:lnTo>
                  <a:pt x="4411579" y="9601200"/>
                </a:lnTo>
                <a:lnTo>
                  <a:pt x="0" y="9601200"/>
                </a:ln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endParaRPr lang="en-US" sz="3200">
              <a:solidFill>
                <a:prstClr val="white"/>
              </a:solidFill>
              <a:latin typeface="Roboto"/>
            </a:endParaRPr>
          </a:p>
        </p:txBody>
      </p:sp>
      <p:sp>
        <p:nvSpPr>
          <p:cNvPr id="7" name="Title 1">
            <a:extLst>
              <a:ext uri="{FF2B5EF4-FFF2-40B4-BE49-F238E27FC236}">
                <a16:creationId xmlns:a16="http://schemas.microsoft.com/office/drawing/2014/main" id="{140AC590-A1D0-F2A3-1F1F-FA23ADC0F42C}"/>
              </a:ext>
            </a:extLst>
          </p:cNvPr>
          <p:cNvSpPr>
            <a:spLocks noGrp="1"/>
          </p:cNvSpPr>
          <p:nvPr>
            <p:ph type="title"/>
          </p:nvPr>
        </p:nvSpPr>
        <p:spPr>
          <a:xfrm>
            <a:off x="525019" y="368300"/>
            <a:ext cx="11151044" cy="900114"/>
          </a:xfrm>
        </p:spPr>
        <p:txBody>
          <a:bodyPr>
            <a:normAutofit/>
          </a:bodyPr>
          <a:lstStyle>
            <a:lvl1pPr>
              <a:defRPr sz="2800"/>
            </a:lvl1pPr>
          </a:lstStyle>
          <a:p>
            <a:r>
              <a:rPr lang="en-US"/>
              <a:t>Click to edit Master title style</a:t>
            </a:r>
          </a:p>
        </p:txBody>
      </p:sp>
      <p:sp>
        <p:nvSpPr>
          <p:cNvPr id="9" name="Content Placeholder 2">
            <a:extLst>
              <a:ext uri="{FF2B5EF4-FFF2-40B4-BE49-F238E27FC236}">
                <a16:creationId xmlns:a16="http://schemas.microsoft.com/office/drawing/2014/main" id="{6DAFB4C4-7DC0-9548-E4FD-02E7BF7EA4DC}"/>
              </a:ext>
            </a:extLst>
          </p:cNvPr>
          <p:cNvSpPr>
            <a:spLocks noGrp="1"/>
          </p:cNvSpPr>
          <p:nvPr>
            <p:ph idx="1"/>
          </p:nvPr>
        </p:nvSpPr>
        <p:spPr>
          <a:xfrm>
            <a:off x="525018" y="1449389"/>
            <a:ext cx="11151033" cy="4500562"/>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69774165"/>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showMasterSp="0" type="obj" preserve="1">
  <p:cSld name="24_Title and Content">
    <p:spTree>
      <p:nvGrpSpPr>
        <p:cNvPr id="1" name=""/>
        <p:cNvGrpSpPr/>
        <p:nvPr/>
      </p:nvGrpSpPr>
      <p:grpSpPr>
        <a:xfrm>
          <a:off x="0" y="0"/>
          <a:ext cx="0" cy="0"/>
          <a:chOff x="0" y="0"/>
          <a:chExt cx="0" cy="0"/>
        </a:xfrm>
      </p:grpSpPr>
      <p:sp>
        <p:nvSpPr>
          <p:cNvPr id="8" name="Rectangle 3">
            <a:extLst>
              <a:ext uri="{FF2B5EF4-FFF2-40B4-BE49-F238E27FC236}">
                <a16:creationId xmlns:a16="http://schemas.microsoft.com/office/drawing/2014/main" id="{6E2B82B2-7313-CACC-3F46-AF2D3AD1FAC3}"/>
              </a:ext>
            </a:extLst>
          </p:cNvPr>
          <p:cNvSpPr/>
          <p:nvPr userDrawn="1"/>
        </p:nvSpPr>
        <p:spPr>
          <a:xfrm>
            <a:off x="10261600" y="-1"/>
            <a:ext cx="1930400" cy="1984375"/>
          </a:xfrm>
          <a:custGeom>
            <a:avLst/>
            <a:gdLst>
              <a:gd name="connsiteX0" fmla="*/ 0 w 1803400"/>
              <a:gd name="connsiteY0" fmla="*/ 0 h 1803400"/>
              <a:gd name="connsiteX1" fmla="*/ 1803400 w 1803400"/>
              <a:gd name="connsiteY1" fmla="*/ 0 h 1803400"/>
              <a:gd name="connsiteX2" fmla="*/ 1803400 w 1803400"/>
              <a:gd name="connsiteY2" fmla="*/ 1803400 h 1803400"/>
              <a:gd name="connsiteX3" fmla="*/ 0 w 1803400"/>
              <a:gd name="connsiteY3" fmla="*/ 1803400 h 1803400"/>
              <a:gd name="connsiteX4" fmla="*/ 0 w 1803400"/>
              <a:gd name="connsiteY4" fmla="*/ 0 h 1803400"/>
              <a:gd name="connsiteX0" fmla="*/ 0 w 1803400"/>
              <a:gd name="connsiteY0" fmla="*/ 0 h 1803400"/>
              <a:gd name="connsiteX1" fmla="*/ 1803400 w 1803400"/>
              <a:gd name="connsiteY1" fmla="*/ 0 h 1803400"/>
              <a:gd name="connsiteX2" fmla="*/ 1803400 w 1803400"/>
              <a:gd name="connsiteY2" fmla="*/ 1803400 h 1803400"/>
              <a:gd name="connsiteX3" fmla="*/ 0 w 1803400"/>
              <a:gd name="connsiteY3" fmla="*/ 0 h 1803400"/>
            </a:gdLst>
            <a:ahLst/>
            <a:cxnLst>
              <a:cxn ang="0">
                <a:pos x="connsiteX0" y="connsiteY0"/>
              </a:cxn>
              <a:cxn ang="0">
                <a:pos x="connsiteX1" y="connsiteY1"/>
              </a:cxn>
              <a:cxn ang="0">
                <a:pos x="connsiteX2" y="connsiteY2"/>
              </a:cxn>
              <a:cxn ang="0">
                <a:pos x="connsiteX3" y="connsiteY3"/>
              </a:cxn>
            </a:cxnLst>
            <a:rect l="l" t="t" r="r" b="b"/>
            <a:pathLst>
              <a:path w="1803400" h="1803400">
                <a:moveTo>
                  <a:pt x="0" y="0"/>
                </a:moveTo>
                <a:lnTo>
                  <a:pt x="1803400" y="0"/>
                </a:lnTo>
                <a:lnTo>
                  <a:pt x="1803400" y="1803400"/>
                </a:lnTo>
                <a:lnTo>
                  <a:pt x="0" y="0"/>
                </a:lnTo>
                <a:close/>
              </a:path>
            </a:pathLst>
          </a:cu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 name="Title 1">
            <a:extLst>
              <a:ext uri="{FF2B5EF4-FFF2-40B4-BE49-F238E27FC236}">
                <a16:creationId xmlns:a16="http://schemas.microsoft.com/office/drawing/2014/main" id="{A1291179-6902-E446-8B91-02FCFB894D9F}"/>
              </a:ext>
            </a:extLst>
          </p:cNvPr>
          <p:cNvSpPr>
            <a:spLocks noGrp="1"/>
          </p:cNvSpPr>
          <p:nvPr>
            <p:ph type="title"/>
          </p:nvPr>
        </p:nvSpPr>
        <p:spPr>
          <a:xfrm>
            <a:off x="525019" y="368300"/>
            <a:ext cx="9863581" cy="900114"/>
          </a:xfrm>
        </p:spPr>
        <p:txBody>
          <a:bodyPr>
            <a:normAutofit/>
          </a:bodyPr>
          <a:lstStyle>
            <a:lvl1pPr>
              <a:defRPr sz="2800"/>
            </a:lvl1pPr>
          </a:lstStyle>
          <a:p>
            <a:r>
              <a:rPr lang="en-US"/>
              <a:t>Click to edit Master title style</a:t>
            </a:r>
          </a:p>
        </p:txBody>
      </p:sp>
      <p:sp>
        <p:nvSpPr>
          <p:cNvPr id="3" name="Content Placeholder 2">
            <a:extLst>
              <a:ext uri="{FF2B5EF4-FFF2-40B4-BE49-F238E27FC236}">
                <a16:creationId xmlns:a16="http://schemas.microsoft.com/office/drawing/2014/main" id="{539103F3-BB36-094B-8F56-34F5177C7F92}"/>
              </a:ext>
            </a:extLst>
          </p:cNvPr>
          <p:cNvSpPr>
            <a:spLocks noGrp="1"/>
          </p:cNvSpPr>
          <p:nvPr>
            <p:ph idx="1"/>
          </p:nvPr>
        </p:nvSpPr>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3">
            <a:extLst>
              <a:ext uri="{FF2B5EF4-FFF2-40B4-BE49-F238E27FC236}">
                <a16:creationId xmlns:a16="http://schemas.microsoft.com/office/drawing/2014/main" id="{6C1160CB-3EDC-5A4B-9028-588350DCACB1}"/>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
        <p:nvSpPr>
          <p:cNvPr id="4" name="Rectangle 3">
            <a:extLst>
              <a:ext uri="{FF2B5EF4-FFF2-40B4-BE49-F238E27FC236}">
                <a16:creationId xmlns:a16="http://schemas.microsoft.com/office/drawing/2014/main" id="{F8E380DB-5D7C-D077-1CD7-69080BB74ADA}"/>
              </a:ext>
            </a:extLst>
          </p:cNvPr>
          <p:cNvSpPr/>
          <p:nvPr userDrawn="1"/>
        </p:nvSpPr>
        <p:spPr>
          <a:xfrm>
            <a:off x="10388600" y="0"/>
            <a:ext cx="1803400" cy="1803400"/>
          </a:xfrm>
          <a:custGeom>
            <a:avLst/>
            <a:gdLst>
              <a:gd name="connsiteX0" fmla="*/ 0 w 1803400"/>
              <a:gd name="connsiteY0" fmla="*/ 0 h 1803400"/>
              <a:gd name="connsiteX1" fmla="*/ 1803400 w 1803400"/>
              <a:gd name="connsiteY1" fmla="*/ 0 h 1803400"/>
              <a:gd name="connsiteX2" fmla="*/ 1803400 w 1803400"/>
              <a:gd name="connsiteY2" fmla="*/ 1803400 h 1803400"/>
              <a:gd name="connsiteX3" fmla="*/ 0 w 1803400"/>
              <a:gd name="connsiteY3" fmla="*/ 1803400 h 1803400"/>
              <a:gd name="connsiteX4" fmla="*/ 0 w 1803400"/>
              <a:gd name="connsiteY4" fmla="*/ 0 h 1803400"/>
              <a:gd name="connsiteX0" fmla="*/ 0 w 1803400"/>
              <a:gd name="connsiteY0" fmla="*/ 0 h 1803400"/>
              <a:gd name="connsiteX1" fmla="*/ 1803400 w 1803400"/>
              <a:gd name="connsiteY1" fmla="*/ 0 h 1803400"/>
              <a:gd name="connsiteX2" fmla="*/ 1803400 w 1803400"/>
              <a:gd name="connsiteY2" fmla="*/ 1803400 h 1803400"/>
              <a:gd name="connsiteX3" fmla="*/ 0 w 1803400"/>
              <a:gd name="connsiteY3" fmla="*/ 0 h 1803400"/>
            </a:gdLst>
            <a:ahLst/>
            <a:cxnLst>
              <a:cxn ang="0">
                <a:pos x="connsiteX0" y="connsiteY0"/>
              </a:cxn>
              <a:cxn ang="0">
                <a:pos x="connsiteX1" y="connsiteY1"/>
              </a:cxn>
              <a:cxn ang="0">
                <a:pos x="connsiteX2" y="connsiteY2"/>
              </a:cxn>
              <a:cxn ang="0">
                <a:pos x="connsiteX3" y="connsiteY3"/>
              </a:cxn>
            </a:cxnLst>
            <a:rect l="l" t="t" r="r" b="b"/>
            <a:pathLst>
              <a:path w="1803400" h="1803400">
                <a:moveTo>
                  <a:pt x="0" y="0"/>
                </a:moveTo>
                <a:lnTo>
                  <a:pt x="1803400" y="0"/>
                </a:lnTo>
                <a:lnTo>
                  <a:pt x="1803400" y="1803400"/>
                </a:lnTo>
                <a:lnTo>
                  <a:pt x="0" y="0"/>
                </a:lnTo>
                <a:close/>
              </a:path>
            </a:pathLst>
          </a:custGeom>
          <a:gradFill>
            <a:gsLst>
              <a:gs pos="40000">
                <a:schemeClr val="accent1"/>
              </a:gs>
              <a:gs pos="100000">
                <a:srgbClr val="EF4136"/>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3408436663"/>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showMasterSp="0" type="obj" preserve="1">
  <p:cSld name="15_Title and Content">
    <p:spTree>
      <p:nvGrpSpPr>
        <p:cNvPr id="1" name=""/>
        <p:cNvGrpSpPr/>
        <p:nvPr/>
      </p:nvGrpSpPr>
      <p:grpSpPr>
        <a:xfrm>
          <a:off x="0" y="0"/>
          <a:ext cx="0" cy="0"/>
          <a:chOff x="0" y="0"/>
          <a:chExt cx="0" cy="0"/>
        </a:xfrm>
      </p:grpSpPr>
      <p:sp>
        <p:nvSpPr>
          <p:cNvPr id="8" name="Rectangle 3">
            <a:extLst>
              <a:ext uri="{FF2B5EF4-FFF2-40B4-BE49-F238E27FC236}">
                <a16:creationId xmlns:a16="http://schemas.microsoft.com/office/drawing/2014/main" id="{6E2B82B2-7313-CACC-3F46-AF2D3AD1FAC3}"/>
              </a:ext>
            </a:extLst>
          </p:cNvPr>
          <p:cNvSpPr/>
          <p:nvPr userDrawn="1"/>
        </p:nvSpPr>
        <p:spPr>
          <a:xfrm>
            <a:off x="10261600" y="-1"/>
            <a:ext cx="1930400" cy="1984375"/>
          </a:xfrm>
          <a:custGeom>
            <a:avLst/>
            <a:gdLst>
              <a:gd name="connsiteX0" fmla="*/ 0 w 1803400"/>
              <a:gd name="connsiteY0" fmla="*/ 0 h 1803400"/>
              <a:gd name="connsiteX1" fmla="*/ 1803400 w 1803400"/>
              <a:gd name="connsiteY1" fmla="*/ 0 h 1803400"/>
              <a:gd name="connsiteX2" fmla="*/ 1803400 w 1803400"/>
              <a:gd name="connsiteY2" fmla="*/ 1803400 h 1803400"/>
              <a:gd name="connsiteX3" fmla="*/ 0 w 1803400"/>
              <a:gd name="connsiteY3" fmla="*/ 1803400 h 1803400"/>
              <a:gd name="connsiteX4" fmla="*/ 0 w 1803400"/>
              <a:gd name="connsiteY4" fmla="*/ 0 h 1803400"/>
              <a:gd name="connsiteX0" fmla="*/ 0 w 1803400"/>
              <a:gd name="connsiteY0" fmla="*/ 0 h 1803400"/>
              <a:gd name="connsiteX1" fmla="*/ 1803400 w 1803400"/>
              <a:gd name="connsiteY1" fmla="*/ 0 h 1803400"/>
              <a:gd name="connsiteX2" fmla="*/ 1803400 w 1803400"/>
              <a:gd name="connsiteY2" fmla="*/ 1803400 h 1803400"/>
              <a:gd name="connsiteX3" fmla="*/ 0 w 1803400"/>
              <a:gd name="connsiteY3" fmla="*/ 0 h 1803400"/>
            </a:gdLst>
            <a:ahLst/>
            <a:cxnLst>
              <a:cxn ang="0">
                <a:pos x="connsiteX0" y="connsiteY0"/>
              </a:cxn>
              <a:cxn ang="0">
                <a:pos x="connsiteX1" y="connsiteY1"/>
              </a:cxn>
              <a:cxn ang="0">
                <a:pos x="connsiteX2" y="connsiteY2"/>
              </a:cxn>
              <a:cxn ang="0">
                <a:pos x="connsiteX3" y="connsiteY3"/>
              </a:cxn>
            </a:cxnLst>
            <a:rect l="l" t="t" r="r" b="b"/>
            <a:pathLst>
              <a:path w="1803400" h="1803400">
                <a:moveTo>
                  <a:pt x="0" y="0"/>
                </a:moveTo>
                <a:lnTo>
                  <a:pt x="1803400" y="0"/>
                </a:lnTo>
                <a:lnTo>
                  <a:pt x="1803400" y="1803400"/>
                </a:lnTo>
                <a:lnTo>
                  <a:pt x="0" y="0"/>
                </a:lnTo>
                <a:close/>
              </a:path>
            </a:pathLst>
          </a:custGeom>
          <a:solidFill>
            <a:schemeClr val="accent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 name="Title 1">
            <a:extLst>
              <a:ext uri="{FF2B5EF4-FFF2-40B4-BE49-F238E27FC236}">
                <a16:creationId xmlns:a16="http://schemas.microsoft.com/office/drawing/2014/main" id="{A1291179-6902-E446-8B91-02FCFB894D9F}"/>
              </a:ext>
            </a:extLst>
          </p:cNvPr>
          <p:cNvSpPr>
            <a:spLocks noGrp="1"/>
          </p:cNvSpPr>
          <p:nvPr>
            <p:ph type="title"/>
          </p:nvPr>
        </p:nvSpPr>
        <p:spPr>
          <a:xfrm>
            <a:off x="525019" y="368300"/>
            <a:ext cx="9863581" cy="900114"/>
          </a:xfrm>
        </p:spPr>
        <p:txBody>
          <a:bodyPr>
            <a:normAutofit/>
          </a:bodyPr>
          <a:lstStyle>
            <a:lvl1pPr>
              <a:defRPr sz="2800"/>
            </a:lvl1pPr>
          </a:lstStyle>
          <a:p>
            <a:r>
              <a:rPr lang="en-US"/>
              <a:t>Click to edit Master title style</a:t>
            </a:r>
          </a:p>
        </p:txBody>
      </p:sp>
      <p:sp>
        <p:nvSpPr>
          <p:cNvPr id="3" name="Content Placeholder 2">
            <a:extLst>
              <a:ext uri="{FF2B5EF4-FFF2-40B4-BE49-F238E27FC236}">
                <a16:creationId xmlns:a16="http://schemas.microsoft.com/office/drawing/2014/main" id="{539103F3-BB36-094B-8F56-34F5177C7F92}"/>
              </a:ext>
            </a:extLst>
          </p:cNvPr>
          <p:cNvSpPr>
            <a:spLocks noGrp="1"/>
          </p:cNvSpPr>
          <p:nvPr>
            <p:ph idx="1"/>
          </p:nvPr>
        </p:nvSpPr>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3">
            <a:extLst>
              <a:ext uri="{FF2B5EF4-FFF2-40B4-BE49-F238E27FC236}">
                <a16:creationId xmlns:a16="http://schemas.microsoft.com/office/drawing/2014/main" id="{6C1160CB-3EDC-5A4B-9028-588350DCACB1}"/>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
        <p:nvSpPr>
          <p:cNvPr id="4" name="Rectangle 3">
            <a:extLst>
              <a:ext uri="{FF2B5EF4-FFF2-40B4-BE49-F238E27FC236}">
                <a16:creationId xmlns:a16="http://schemas.microsoft.com/office/drawing/2014/main" id="{F8E380DB-5D7C-D077-1CD7-69080BB74ADA}"/>
              </a:ext>
            </a:extLst>
          </p:cNvPr>
          <p:cNvSpPr/>
          <p:nvPr userDrawn="1"/>
        </p:nvSpPr>
        <p:spPr>
          <a:xfrm>
            <a:off x="10388600" y="0"/>
            <a:ext cx="1803400" cy="1803400"/>
          </a:xfrm>
          <a:custGeom>
            <a:avLst/>
            <a:gdLst>
              <a:gd name="connsiteX0" fmla="*/ 0 w 1803400"/>
              <a:gd name="connsiteY0" fmla="*/ 0 h 1803400"/>
              <a:gd name="connsiteX1" fmla="*/ 1803400 w 1803400"/>
              <a:gd name="connsiteY1" fmla="*/ 0 h 1803400"/>
              <a:gd name="connsiteX2" fmla="*/ 1803400 w 1803400"/>
              <a:gd name="connsiteY2" fmla="*/ 1803400 h 1803400"/>
              <a:gd name="connsiteX3" fmla="*/ 0 w 1803400"/>
              <a:gd name="connsiteY3" fmla="*/ 1803400 h 1803400"/>
              <a:gd name="connsiteX4" fmla="*/ 0 w 1803400"/>
              <a:gd name="connsiteY4" fmla="*/ 0 h 1803400"/>
              <a:gd name="connsiteX0" fmla="*/ 0 w 1803400"/>
              <a:gd name="connsiteY0" fmla="*/ 0 h 1803400"/>
              <a:gd name="connsiteX1" fmla="*/ 1803400 w 1803400"/>
              <a:gd name="connsiteY1" fmla="*/ 0 h 1803400"/>
              <a:gd name="connsiteX2" fmla="*/ 1803400 w 1803400"/>
              <a:gd name="connsiteY2" fmla="*/ 1803400 h 1803400"/>
              <a:gd name="connsiteX3" fmla="*/ 0 w 1803400"/>
              <a:gd name="connsiteY3" fmla="*/ 0 h 1803400"/>
            </a:gdLst>
            <a:ahLst/>
            <a:cxnLst>
              <a:cxn ang="0">
                <a:pos x="connsiteX0" y="connsiteY0"/>
              </a:cxn>
              <a:cxn ang="0">
                <a:pos x="connsiteX1" y="connsiteY1"/>
              </a:cxn>
              <a:cxn ang="0">
                <a:pos x="connsiteX2" y="connsiteY2"/>
              </a:cxn>
              <a:cxn ang="0">
                <a:pos x="connsiteX3" y="connsiteY3"/>
              </a:cxn>
            </a:cxnLst>
            <a:rect l="l" t="t" r="r" b="b"/>
            <a:pathLst>
              <a:path w="1803400" h="1803400">
                <a:moveTo>
                  <a:pt x="0" y="0"/>
                </a:moveTo>
                <a:lnTo>
                  <a:pt x="1803400" y="0"/>
                </a:lnTo>
                <a:lnTo>
                  <a:pt x="1803400" y="1803400"/>
                </a:lnTo>
                <a:lnTo>
                  <a:pt x="0" y="0"/>
                </a:lnTo>
                <a:close/>
              </a:path>
            </a:pathLst>
          </a:custGeom>
          <a:gradFill>
            <a:gsLst>
              <a:gs pos="40000">
                <a:schemeClr val="accent2"/>
              </a:gs>
              <a:gs pos="100000">
                <a:schemeClr val="accent2">
                  <a:lumMod val="75000"/>
                </a:scheme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1583277613"/>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showMasterSp="0" type="obj" preserve="1">
  <p:cSld name="25_Title and Content">
    <p:spTree>
      <p:nvGrpSpPr>
        <p:cNvPr id="1" name=""/>
        <p:cNvGrpSpPr/>
        <p:nvPr/>
      </p:nvGrpSpPr>
      <p:grpSpPr>
        <a:xfrm>
          <a:off x="0" y="0"/>
          <a:ext cx="0" cy="0"/>
          <a:chOff x="0" y="0"/>
          <a:chExt cx="0" cy="0"/>
        </a:xfrm>
      </p:grpSpPr>
      <p:sp>
        <p:nvSpPr>
          <p:cNvPr id="8" name="Rectangle 3">
            <a:extLst>
              <a:ext uri="{FF2B5EF4-FFF2-40B4-BE49-F238E27FC236}">
                <a16:creationId xmlns:a16="http://schemas.microsoft.com/office/drawing/2014/main" id="{6E2B82B2-7313-CACC-3F46-AF2D3AD1FAC3}"/>
              </a:ext>
            </a:extLst>
          </p:cNvPr>
          <p:cNvSpPr/>
          <p:nvPr userDrawn="1"/>
        </p:nvSpPr>
        <p:spPr>
          <a:xfrm>
            <a:off x="10261600" y="-1"/>
            <a:ext cx="1930400" cy="1984375"/>
          </a:xfrm>
          <a:custGeom>
            <a:avLst/>
            <a:gdLst>
              <a:gd name="connsiteX0" fmla="*/ 0 w 1803400"/>
              <a:gd name="connsiteY0" fmla="*/ 0 h 1803400"/>
              <a:gd name="connsiteX1" fmla="*/ 1803400 w 1803400"/>
              <a:gd name="connsiteY1" fmla="*/ 0 h 1803400"/>
              <a:gd name="connsiteX2" fmla="*/ 1803400 w 1803400"/>
              <a:gd name="connsiteY2" fmla="*/ 1803400 h 1803400"/>
              <a:gd name="connsiteX3" fmla="*/ 0 w 1803400"/>
              <a:gd name="connsiteY3" fmla="*/ 1803400 h 1803400"/>
              <a:gd name="connsiteX4" fmla="*/ 0 w 1803400"/>
              <a:gd name="connsiteY4" fmla="*/ 0 h 1803400"/>
              <a:gd name="connsiteX0" fmla="*/ 0 w 1803400"/>
              <a:gd name="connsiteY0" fmla="*/ 0 h 1803400"/>
              <a:gd name="connsiteX1" fmla="*/ 1803400 w 1803400"/>
              <a:gd name="connsiteY1" fmla="*/ 0 h 1803400"/>
              <a:gd name="connsiteX2" fmla="*/ 1803400 w 1803400"/>
              <a:gd name="connsiteY2" fmla="*/ 1803400 h 1803400"/>
              <a:gd name="connsiteX3" fmla="*/ 0 w 1803400"/>
              <a:gd name="connsiteY3" fmla="*/ 0 h 1803400"/>
            </a:gdLst>
            <a:ahLst/>
            <a:cxnLst>
              <a:cxn ang="0">
                <a:pos x="connsiteX0" y="connsiteY0"/>
              </a:cxn>
              <a:cxn ang="0">
                <a:pos x="connsiteX1" y="connsiteY1"/>
              </a:cxn>
              <a:cxn ang="0">
                <a:pos x="connsiteX2" y="connsiteY2"/>
              </a:cxn>
              <a:cxn ang="0">
                <a:pos x="connsiteX3" y="connsiteY3"/>
              </a:cxn>
            </a:cxnLst>
            <a:rect l="l" t="t" r="r" b="b"/>
            <a:pathLst>
              <a:path w="1803400" h="1803400">
                <a:moveTo>
                  <a:pt x="0" y="0"/>
                </a:moveTo>
                <a:lnTo>
                  <a:pt x="1803400" y="0"/>
                </a:lnTo>
                <a:lnTo>
                  <a:pt x="1803400" y="1803400"/>
                </a:lnTo>
                <a:lnTo>
                  <a:pt x="0" y="0"/>
                </a:lnTo>
                <a:close/>
              </a:path>
            </a:pathLst>
          </a:cu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 name="Title 1">
            <a:extLst>
              <a:ext uri="{FF2B5EF4-FFF2-40B4-BE49-F238E27FC236}">
                <a16:creationId xmlns:a16="http://schemas.microsoft.com/office/drawing/2014/main" id="{A1291179-6902-E446-8B91-02FCFB894D9F}"/>
              </a:ext>
            </a:extLst>
          </p:cNvPr>
          <p:cNvSpPr>
            <a:spLocks noGrp="1"/>
          </p:cNvSpPr>
          <p:nvPr>
            <p:ph type="title"/>
          </p:nvPr>
        </p:nvSpPr>
        <p:spPr>
          <a:xfrm>
            <a:off x="525019" y="368300"/>
            <a:ext cx="9863581" cy="900114"/>
          </a:xfrm>
        </p:spPr>
        <p:txBody>
          <a:bodyPr>
            <a:normAutofit/>
          </a:bodyPr>
          <a:lstStyle>
            <a:lvl1pPr>
              <a:defRPr sz="2800"/>
            </a:lvl1pPr>
          </a:lstStyle>
          <a:p>
            <a:r>
              <a:rPr lang="en-US"/>
              <a:t>Click to edit Master title style</a:t>
            </a:r>
          </a:p>
        </p:txBody>
      </p:sp>
      <p:sp>
        <p:nvSpPr>
          <p:cNvPr id="3" name="Content Placeholder 2">
            <a:extLst>
              <a:ext uri="{FF2B5EF4-FFF2-40B4-BE49-F238E27FC236}">
                <a16:creationId xmlns:a16="http://schemas.microsoft.com/office/drawing/2014/main" id="{539103F3-BB36-094B-8F56-34F5177C7F92}"/>
              </a:ext>
            </a:extLst>
          </p:cNvPr>
          <p:cNvSpPr>
            <a:spLocks noGrp="1"/>
          </p:cNvSpPr>
          <p:nvPr>
            <p:ph idx="1"/>
          </p:nvPr>
        </p:nvSpPr>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3">
            <a:extLst>
              <a:ext uri="{FF2B5EF4-FFF2-40B4-BE49-F238E27FC236}">
                <a16:creationId xmlns:a16="http://schemas.microsoft.com/office/drawing/2014/main" id="{6C1160CB-3EDC-5A4B-9028-588350DCACB1}"/>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
        <p:nvSpPr>
          <p:cNvPr id="4" name="Rectangle 3">
            <a:extLst>
              <a:ext uri="{FF2B5EF4-FFF2-40B4-BE49-F238E27FC236}">
                <a16:creationId xmlns:a16="http://schemas.microsoft.com/office/drawing/2014/main" id="{F8E380DB-5D7C-D077-1CD7-69080BB74ADA}"/>
              </a:ext>
            </a:extLst>
          </p:cNvPr>
          <p:cNvSpPr/>
          <p:nvPr userDrawn="1"/>
        </p:nvSpPr>
        <p:spPr>
          <a:xfrm>
            <a:off x="10388600" y="0"/>
            <a:ext cx="1803400" cy="1803400"/>
          </a:xfrm>
          <a:custGeom>
            <a:avLst/>
            <a:gdLst>
              <a:gd name="connsiteX0" fmla="*/ 0 w 1803400"/>
              <a:gd name="connsiteY0" fmla="*/ 0 h 1803400"/>
              <a:gd name="connsiteX1" fmla="*/ 1803400 w 1803400"/>
              <a:gd name="connsiteY1" fmla="*/ 0 h 1803400"/>
              <a:gd name="connsiteX2" fmla="*/ 1803400 w 1803400"/>
              <a:gd name="connsiteY2" fmla="*/ 1803400 h 1803400"/>
              <a:gd name="connsiteX3" fmla="*/ 0 w 1803400"/>
              <a:gd name="connsiteY3" fmla="*/ 1803400 h 1803400"/>
              <a:gd name="connsiteX4" fmla="*/ 0 w 1803400"/>
              <a:gd name="connsiteY4" fmla="*/ 0 h 1803400"/>
              <a:gd name="connsiteX0" fmla="*/ 0 w 1803400"/>
              <a:gd name="connsiteY0" fmla="*/ 0 h 1803400"/>
              <a:gd name="connsiteX1" fmla="*/ 1803400 w 1803400"/>
              <a:gd name="connsiteY1" fmla="*/ 0 h 1803400"/>
              <a:gd name="connsiteX2" fmla="*/ 1803400 w 1803400"/>
              <a:gd name="connsiteY2" fmla="*/ 1803400 h 1803400"/>
              <a:gd name="connsiteX3" fmla="*/ 0 w 1803400"/>
              <a:gd name="connsiteY3" fmla="*/ 0 h 1803400"/>
            </a:gdLst>
            <a:ahLst/>
            <a:cxnLst>
              <a:cxn ang="0">
                <a:pos x="connsiteX0" y="connsiteY0"/>
              </a:cxn>
              <a:cxn ang="0">
                <a:pos x="connsiteX1" y="connsiteY1"/>
              </a:cxn>
              <a:cxn ang="0">
                <a:pos x="connsiteX2" y="connsiteY2"/>
              </a:cxn>
              <a:cxn ang="0">
                <a:pos x="connsiteX3" y="connsiteY3"/>
              </a:cxn>
            </a:cxnLst>
            <a:rect l="l" t="t" r="r" b="b"/>
            <a:pathLst>
              <a:path w="1803400" h="1803400">
                <a:moveTo>
                  <a:pt x="0" y="0"/>
                </a:moveTo>
                <a:lnTo>
                  <a:pt x="1803400" y="0"/>
                </a:lnTo>
                <a:lnTo>
                  <a:pt x="1803400" y="1803400"/>
                </a:lnTo>
                <a:lnTo>
                  <a:pt x="0" y="0"/>
                </a:lnTo>
                <a:close/>
              </a:path>
            </a:pathLst>
          </a:custGeom>
          <a:gradFill>
            <a:gsLst>
              <a:gs pos="40000">
                <a:schemeClr val="accent3"/>
              </a:gs>
              <a:gs pos="100000">
                <a:srgbClr val="1B75BC"/>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2294407987"/>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showMasterSp="0" preserve="1" userDrawn="1">
  <p:cSld name="16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291179-6902-E446-8B91-02FCFB894D9F}"/>
              </a:ext>
            </a:extLst>
          </p:cNvPr>
          <p:cNvSpPr>
            <a:spLocks noGrp="1"/>
          </p:cNvSpPr>
          <p:nvPr>
            <p:ph type="title"/>
          </p:nvPr>
        </p:nvSpPr>
        <p:spPr/>
        <p:txBody>
          <a:bodyPr>
            <a:normAutofit/>
          </a:bodyPr>
          <a:lstStyle>
            <a:lvl1pPr>
              <a:defRPr sz="2800"/>
            </a:lvl1pPr>
          </a:lstStyle>
          <a:p>
            <a:r>
              <a:rPr lang="en-US"/>
              <a:t>Click to edit Master title style</a:t>
            </a:r>
          </a:p>
        </p:txBody>
      </p:sp>
      <p:grpSp>
        <p:nvGrpSpPr>
          <p:cNvPr id="15" name="Group 14">
            <a:extLst>
              <a:ext uri="{FF2B5EF4-FFF2-40B4-BE49-F238E27FC236}">
                <a16:creationId xmlns:a16="http://schemas.microsoft.com/office/drawing/2014/main" id="{83460EAF-4649-FF95-874E-A0109DF57C9B}"/>
              </a:ext>
            </a:extLst>
          </p:cNvPr>
          <p:cNvGrpSpPr/>
          <p:nvPr userDrawn="1"/>
        </p:nvGrpSpPr>
        <p:grpSpPr>
          <a:xfrm>
            <a:off x="-14763" y="4808928"/>
            <a:ext cx="7482363" cy="2067930"/>
            <a:chOff x="-14763" y="3909367"/>
            <a:chExt cx="10737232" cy="2967491"/>
          </a:xfrm>
        </p:grpSpPr>
        <p:sp>
          <p:nvSpPr>
            <p:cNvPr id="16" name="Rectangle 1">
              <a:extLst>
                <a:ext uri="{FF2B5EF4-FFF2-40B4-BE49-F238E27FC236}">
                  <a16:creationId xmlns:a16="http://schemas.microsoft.com/office/drawing/2014/main" id="{F10C9F18-66F6-E79A-6E06-65FA6FBC8669}"/>
                </a:ext>
              </a:extLst>
            </p:cNvPr>
            <p:cNvSpPr/>
            <p:nvPr userDrawn="1"/>
          </p:nvSpPr>
          <p:spPr>
            <a:xfrm>
              <a:off x="-14763" y="3909367"/>
              <a:ext cx="3570795" cy="1243814"/>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3570795"/>
                <a:gd name="connsiteY0" fmla="*/ 257273 h 1243814"/>
                <a:gd name="connsiteX1" fmla="*/ 3570795 w 3570795"/>
                <a:gd name="connsiteY1" fmla="*/ 0 h 1243814"/>
                <a:gd name="connsiteX2" fmla="*/ 0 w 3570795"/>
                <a:gd name="connsiteY2" fmla="*/ 1243814 h 1243814"/>
                <a:gd name="connsiteX3" fmla="*/ 0 w 3570795"/>
                <a:gd name="connsiteY3" fmla="*/ 257273 h 1243814"/>
              </a:gdLst>
              <a:ahLst/>
              <a:cxnLst>
                <a:cxn ang="0">
                  <a:pos x="connsiteX0" y="connsiteY0"/>
                </a:cxn>
                <a:cxn ang="0">
                  <a:pos x="connsiteX1" y="connsiteY1"/>
                </a:cxn>
                <a:cxn ang="0">
                  <a:pos x="connsiteX2" y="connsiteY2"/>
                </a:cxn>
                <a:cxn ang="0">
                  <a:pos x="connsiteX3" y="connsiteY3"/>
                </a:cxn>
              </a:cxnLst>
              <a:rect l="l" t="t" r="r" b="b"/>
              <a:pathLst>
                <a:path w="3570795" h="1243814">
                  <a:moveTo>
                    <a:pt x="0" y="257273"/>
                  </a:moveTo>
                  <a:lnTo>
                    <a:pt x="3570795" y="0"/>
                  </a:lnTo>
                  <a:lnTo>
                    <a:pt x="0" y="1243814"/>
                  </a:lnTo>
                  <a:lnTo>
                    <a:pt x="0" y="257273"/>
                  </a:lnTo>
                  <a:close/>
                </a:path>
              </a:pathLst>
            </a:custGeom>
            <a:gradFill>
              <a:gsLst>
                <a:gs pos="45000">
                  <a:schemeClr val="accent1"/>
                </a:gs>
                <a:gs pos="100000">
                  <a:srgbClr val="EF4136"/>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7" name="Rectangle 1">
              <a:extLst>
                <a:ext uri="{FF2B5EF4-FFF2-40B4-BE49-F238E27FC236}">
                  <a16:creationId xmlns:a16="http://schemas.microsoft.com/office/drawing/2014/main" id="{03C9B154-C639-CDB7-2E12-E66ED22D2081}"/>
                </a:ext>
              </a:extLst>
            </p:cNvPr>
            <p:cNvSpPr/>
            <p:nvPr userDrawn="1"/>
          </p:nvSpPr>
          <p:spPr>
            <a:xfrm>
              <a:off x="0" y="3928225"/>
              <a:ext cx="3638746" cy="2924695"/>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606800"/>
                <a:gd name="connsiteY0" fmla="*/ 1244600 h 2146300"/>
                <a:gd name="connsiteX1" fmla="*/ 3606800 w 3606800"/>
                <a:gd name="connsiteY1" fmla="*/ 0 h 2146300"/>
                <a:gd name="connsiteX2" fmla="*/ 0 w 3606800"/>
                <a:gd name="connsiteY2" fmla="*/ 2146300 h 2146300"/>
                <a:gd name="connsiteX3" fmla="*/ 0 w 3606800"/>
                <a:gd name="connsiteY3" fmla="*/ 1244600 h 2146300"/>
                <a:gd name="connsiteX0" fmla="*/ 0 w 3606800"/>
                <a:gd name="connsiteY0" fmla="*/ 1244600 h 2857500"/>
                <a:gd name="connsiteX1" fmla="*/ 3606800 w 3606800"/>
                <a:gd name="connsiteY1" fmla="*/ 0 h 2857500"/>
                <a:gd name="connsiteX2" fmla="*/ 1727200 w 3606800"/>
                <a:gd name="connsiteY2" fmla="*/ 2857500 h 2857500"/>
                <a:gd name="connsiteX3" fmla="*/ 0 w 3606800"/>
                <a:gd name="connsiteY3" fmla="*/ 1244600 h 2857500"/>
                <a:gd name="connsiteX0" fmla="*/ 0 w 3606800"/>
                <a:gd name="connsiteY0" fmla="*/ 1244600 h 2902271"/>
                <a:gd name="connsiteX1" fmla="*/ 3606800 w 3606800"/>
                <a:gd name="connsiteY1" fmla="*/ 0 h 2902271"/>
                <a:gd name="connsiteX2" fmla="*/ 1727200 w 3606800"/>
                <a:gd name="connsiteY2" fmla="*/ 2857500 h 2902271"/>
                <a:gd name="connsiteX3" fmla="*/ 12700 w 3606800"/>
                <a:gd name="connsiteY3" fmla="*/ 2819400 h 2902271"/>
                <a:gd name="connsiteX4" fmla="*/ 0 w 3606800"/>
                <a:gd name="connsiteY4" fmla="*/ 1244600 h 2902271"/>
                <a:gd name="connsiteX0" fmla="*/ 0 w 3606800"/>
                <a:gd name="connsiteY0" fmla="*/ 1244600 h 2857500"/>
                <a:gd name="connsiteX1" fmla="*/ 3606800 w 3606800"/>
                <a:gd name="connsiteY1" fmla="*/ 0 h 2857500"/>
                <a:gd name="connsiteX2" fmla="*/ 1727200 w 3606800"/>
                <a:gd name="connsiteY2" fmla="*/ 2857500 h 2857500"/>
                <a:gd name="connsiteX3" fmla="*/ 12700 w 3606800"/>
                <a:gd name="connsiteY3" fmla="*/ 2819400 h 2857500"/>
                <a:gd name="connsiteX4" fmla="*/ 0 w 3606800"/>
                <a:gd name="connsiteY4" fmla="*/ 1244600 h 2857500"/>
                <a:gd name="connsiteX0" fmla="*/ 0 w 3606800"/>
                <a:gd name="connsiteY0" fmla="*/ 1244600 h 2866612"/>
                <a:gd name="connsiteX1" fmla="*/ 3606800 w 3606800"/>
                <a:gd name="connsiteY1" fmla="*/ 0 h 2866612"/>
                <a:gd name="connsiteX2" fmla="*/ 1727200 w 3606800"/>
                <a:gd name="connsiteY2" fmla="*/ 2857500 h 2866612"/>
                <a:gd name="connsiteX3" fmla="*/ 12700 w 3606800"/>
                <a:gd name="connsiteY3" fmla="*/ 2819400 h 2866612"/>
                <a:gd name="connsiteX4" fmla="*/ 0 w 3606800"/>
                <a:gd name="connsiteY4" fmla="*/ 1244600 h 2866612"/>
                <a:gd name="connsiteX0" fmla="*/ 0 w 3606800"/>
                <a:gd name="connsiteY0" fmla="*/ 1244600 h 2857500"/>
                <a:gd name="connsiteX1" fmla="*/ 3606800 w 3606800"/>
                <a:gd name="connsiteY1" fmla="*/ 0 h 2857500"/>
                <a:gd name="connsiteX2" fmla="*/ 1727200 w 3606800"/>
                <a:gd name="connsiteY2" fmla="*/ 2857500 h 2857500"/>
                <a:gd name="connsiteX3" fmla="*/ 12700 w 3606800"/>
                <a:gd name="connsiteY3" fmla="*/ 2819400 h 2857500"/>
                <a:gd name="connsiteX4" fmla="*/ 0 w 3606800"/>
                <a:gd name="connsiteY4" fmla="*/ 1244600 h 2857500"/>
                <a:gd name="connsiteX0" fmla="*/ 0 w 3606800"/>
                <a:gd name="connsiteY0" fmla="*/ 1244600 h 2857500"/>
                <a:gd name="connsiteX1" fmla="*/ 3606800 w 3606800"/>
                <a:gd name="connsiteY1" fmla="*/ 0 h 2857500"/>
                <a:gd name="connsiteX2" fmla="*/ 1727200 w 3606800"/>
                <a:gd name="connsiteY2" fmla="*/ 2857500 h 2857500"/>
                <a:gd name="connsiteX3" fmla="*/ 12700 w 3606800"/>
                <a:gd name="connsiteY3" fmla="*/ 2819400 h 2857500"/>
                <a:gd name="connsiteX4" fmla="*/ 0 w 3606800"/>
                <a:gd name="connsiteY4" fmla="*/ 1244600 h 2857500"/>
                <a:gd name="connsiteX0" fmla="*/ 0 w 3606800"/>
                <a:gd name="connsiteY0" fmla="*/ 1244600 h 2881832"/>
                <a:gd name="connsiteX1" fmla="*/ 3606800 w 3606800"/>
                <a:gd name="connsiteY1" fmla="*/ 0 h 2881832"/>
                <a:gd name="connsiteX2" fmla="*/ 1727200 w 3606800"/>
                <a:gd name="connsiteY2" fmla="*/ 2857500 h 2881832"/>
                <a:gd name="connsiteX3" fmla="*/ 5080 w 3606800"/>
                <a:gd name="connsiteY3" fmla="*/ 2865120 h 2881832"/>
                <a:gd name="connsiteX4" fmla="*/ 0 w 3606800"/>
                <a:gd name="connsiteY4" fmla="*/ 1244600 h 2881832"/>
                <a:gd name="connsiteX0" fmla="*/ 0 w 3606800"/>
                <a:gd name="connsiteY0" fmla="*/ 1244600 h 2865120"/>
                <a:gd name="connsiteX1" fmla="*/ 3606800 w 3606800"/>
                <a:gd name="connsiteY1" fmla="*/ 0 h 2865120"/>
                <a:gd name="connsiteX2" fmla="*/ 1727200 w 3606800"/>
                <a:gd name="connsiteY2" fmla="*/ 2857500 h 2865120"/>
                <a:gd name="connsiteX3" fmla="*/ 5080 w 3606800"/>
                <a:gd name="connsiteY3" fmla="*/ 2865120 h 2865120"/>
                <a:gd name="connsiteX4" fmla="*/ 0 w 3606800"/>
                <a:gd name="connsiteY4" fmla="*/ 1244600 h 2865120"/>
                <a:gd name="connsiteX0" fmla="*/ 0 w 3606800"/>
                <a:gd name="connsiteY0" fmla="*/ 1244600 h 2865120"/>
                <a:gd name="connsiteX1" fmla="*/ 3606800 w 3606800"/>
                <a:gd name="connsiteY1" fmla="*/ 0 h 2865120"/>
                <a:gd name="connsiteX2" fmla="*/ 1727200 w 3606800"/>
                <a:gd name="connsiteY2" fmla="*/ 2857500 h 2865120"/>
                <a:gd name="connsiteX3" fmla="*/ 5080 w 3606800"/>
                <a:gd name="connsiteY3" fmla="*/ 2865120 h 2865120"/>
                <a:gd name="connsiteX4" fmla="*/ 0 w 3606800"/>
                <a:gd name="connsiteY4" fmla="*/ 1244600 h 28651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06800" h="2865120">
                  <a:moveTo>
                    <a:pt x="0" y="1244600"/>
                  </a:moveTo>
                  <a:lnTo>
                    <a:pt x="3606800" y="0"/>
                  </a:lnTo>
                  <a:lnTo>
                    <a:pt x="1727200" y="2857500"/>
                  </a:lnTo>
                  <a:lnTo>
                    <a:pt x="5080" y="2865120"/>
                  </a:lnTo>
                  <a:cubicBezTo>
                    <a:pt x="3387" y="2324947"/>
                    <a:pt x="1693" y="1784773"/>
                    <a:pt x="0" y="1244600"/>
                  </a:cubicBezTo>
                  <a:close/>
                </a:path>
              </a:pathLst>
            </a:custGeom>
            <a:gradFill>
              <a:gsLst>
                <a:gs pos="45000">
                  <a:schemeClr val="accent1"/>
                </a:gs>
                <a:gs pos="100000">
                  <a:schemeClr val="accent1">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8" name="Rectangle 1">
              <a:extLst>
                <a:ext uri="{FF2B5EF4-FFF2-40B4-BE49-F238E27FC236}">
                  <a16:creationId xmlns:a16="http://schemas.microsoft.com/office/drawing/2014/main" id="{000905DE-A103-D404-B98D-ABB24F02A543}"/>
                </a:ext>
              </a:extLst>
            </p:cNvPr>
            <p:cNvSpPr/>
            <p:nvPr userDrawn="1"/>
          </p:nvSpPr>
          <p:spPr>
            <a:xfrm rot="16200000">
              <a:off x="1383972" y="4338949"/>
              <a:ext cx="2948633" cy="2127185"/>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2835504"/>
                <a:gd name="connsiteY0" fmla="*/ 0 h 1750636"/>
                <a:gd name="connsiteX1" fmla="*/ 2835504 w 2835504"/>
                <a:gd name="connsiteY1" fmla="*/ 1750636 h 1750636"/>
                <a:gd name="connsiteX2" fmla="*/ 0 w 2835504"/>
                <a:gd name="connsiteY2" fmla="*/ 901700 h 1750636"/>
                <a:gd name="connsiteX3" fmla="*/ 0 w 2835504"/>
                <a:gd name="connsiteY3" fmla="*/ 0 h 1750636"/>
                <a:gd name="connsiteX0" fmla="*/ 0 w 2835504"/>
                <a:gd name="connsiteY0" fmla="*/ 0 h 1750636"/>
                <a:gd name="connsiteX1" fmla="*/ 2835504 w 2835504"/>
                <a:gd name="connsiteY1" fmla="*/ 1750636 h 1750636"/>
                <a:gd name="connsiteX2" fmla="*/ 0 w 2835504"/>
                <a:gd name="connsiteY2" fmla="*/ 1684125 h 1750636"/>
                <a:gd name="connsiteX3" fmla="*/ 0 w 2835504"/>
                <a:gd name="connsiteY3" fmla="*/ 0 h 1750636"/>
                <a:gd name="connsiteX0" fmla="*/ 0 w 2835504"/>
                <a:gd name="connsiteY0" fmla="*/ 0 h 1873184"/>
                <a:gd name="connsiteX1" fmla="*/ 2835504 w 2835504"/>
                <a:gd name="connsiteY1" fmla="*/ 1873184 h 1873184"/>
                <a:gd name="connsiteX2" fmla="*/ 0 w 2835504"/>
                <a:gd name="connsiteY2" fmla="*/ 1806673 h 1873184"/>
                <a:gd name="connsiteX3" fmla="*/ 0 w 2835504"/>
                <a:gd name="connsiteY3" fmla="*/ 0 h 1873184"/>
                <a:gd name="connsiteX0" fmla="*/ 0 w 2863785"/>
                <a:gd name="connsiteY0" fmla="*/ 0 h 1863758"/>
                <a:gd name="connsiteX1" fmla="*/ 2863785 w 2863785"/>
                <a:gd name="connsiteY1" fmla="*/ 1863758 h 1863758"/>
                <a:gd name="connsiteX2" fmla="*/ 0 w 2863785"/>
                <a:gd name="connsiteY2" fmla="*/ 1806673 h 1863758"/>
                <a:gd name="connsiteX3" fmla="*/ 0 w 2863785"/>
                <a:gd name="connsiteY3" fmla="*/ 0 h 1863758"/>
                <a:gd name="connsiteX0" fmla="*/ 0 w 2863787"/>
                <a:gd name="connsiteY0" fmla="*/ 0 h 1835480"/>
                <a:gd name="connsiteX1" fmla="*/ 2863787 w 2863787"/>
                <a:gd name="connsiteY1" fmla="*/ 1835480 h 1835480"/>
                <a:gd name="connsiteX2" fmla="*/ 0 w 2863787"/>
                <a:gd name="connsiteY2" fmla="*/ 1806673 h 1835480"/>
                <a:gd name="connsiteX3" fmla="*/ 0 w 2863787"/>
                <a:gd name="connsiteY3" fmla="*/ 0 h 1835480"/>
                <a:gd name="connsiteX0" fmla="*/ 18857 w 2882644"/>
                <a:gd name="connsiteY0" fmla="*/ 0 h 2051772"/>
                <a:gd name="connsiteX1" fmla="*/ 2882644 w 2882644"/>
                <a:gd name="connsiteY1" fmla="*/ 1835480 h 2051772"/>
                <a:gd name="connsiteX2" fmla="*/ 0 w 2882644"/>
                <a:gd name="connsiteY2" fmla="*/ 2051772 h 2051772"/>
                <a:gd name="connsiteX3" fmla="*/ 18857 w 2882644"/>
                <a:gd name="connsiteY3" fmla="*/ 0 h 2051772"/>
                <a:gd name="connsiteX0" fmla="*/ 18857 w 2882644"/>
                <a:gd name="connsiteY0" fmla="*/ 0 h 2127185"/>
                <a:gd name="connsiteX1" fmla="*/ 2882644 w 2882644"/>
                <a:gd name="connsiteY1" fmla="*/ 1910893 h 2127185"/>
                <a:gd name="connsiteX2" fmla="*/ 0 w 2882644"/>
                <a:gd name="connsiteY2" fmla="*/ 2127185 h 2127185"/>
                <a:gd name="connsiteX3" fmla="*/ 18857 w 2882644"/>
                <a:gd name="connsiteY3" fmla="*/ 0 h 2127185"/>
              </a:gdLst>
              <a:ahLst/>
              <a:cxnLst>
                <a:cxn ang="0">
                  <a:pos x="connsiteX0" y="connsiteY0"/>
                </a:cxn>
                <a:cxn ang="0">
                  <a:pos x="connsiteX1" y="connsiteY1"/>
                </a:cxn>
                <a:cxn ang="0">
                  <a:pos x="connsiteX2" y="connsiteY2"/>
                </a:cxn>
                <a:cxn ang="0">
                  <a:pos x="connsiteX3" y="connsiteY3"/>
                </a:cxn>
              </a:cxnLst>
              <a:rect l="l" t="t" r="r" b="b"/>
              <a:pathLst>
                <a:path w="2882644" h="2127185">
                  <a:moveTo>
                    <a:pt x="18857" y="0"/>
                  </a:moveTo>
                  <a:lnTo>
                    <a:pt x="2882644" y="1910893"/>
                  </a:lnTo>
                  <a:lnTo>
                    <a:pt x="0" y="2127185"/>
                  </a:lnTo>
                  <a:lnTo>
                    <a:pt x="18857" y="0"/>
                  </a:lnTo>
                  <a:close/>
                </a:path>
              </a:pathLst>
            </a:custGeom>
            <a:gradFill>
              <a:gsLst>
                <a:gs pos="45000">
                  <a:schemeClr val="accent1"/>
                </a:gs>
                <a:gs pos="0">
                  <a:schemeClr val="accent1">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9" name="Rectangle 1">
              <a:extLst>
                <a:ext uri="{FF2B5EF4-FFF2-40B4-BE49-F238E27FC236}">
                  <a16:creationId xmlns:a16="http://schemas.microsoft.com/office/drawing/2014/main" id="{04B3BAE2-1CF0-CD26-7ADD-CD6A1BB9F72B}"/>
                </a:ext>
              </a:extLst>
            </p:cNvPr>
            <p:cNvSpPr/>
            <p:nvPr userDrawn="1"/>
          </p:nvSpPr>
          <p:spPr>
            <a:xfrm rot="16200000">
              <a:off x="4075788" y="3616875"/>
              <a:ext cx="2930683" cy="3572238"/>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2835504"/>
                <a:gd name="connsiteY0" fmla="*/ 0 h 1750636"/>
                <a:gd name="connsiteX1" fmla="*/ 2835504 w 2835504"/>
                <a:gd name="connsiteY1" fmla="*/ 1750636 h 1750636"/>
                <a:gd name="connsiteX2" fmla="*/ 0 w 2835504"/>
                <a:gd name="connsiteY2" fmla="*/ 901700 h 1750636"/>
                <a:gd name="connsiteX3" fmla="*/ 0 w 2835504"/>
                <a:gd name="connsiteY3" fmla="*/ 0 h 1750636"/>
                <a:gd name="connsiteX0" fmla="*/ 0 w 2835504"/>
                <a:gd name="connsiteY0" fmla="*/ 0 h 1750636"/>
                <a:gd name="connsiteX1" fmla="*/ 2835504 w 2835504"/>
                <a:gd name="connsiteY1" fmla="*/ 1750636 h 1750636"/>
                <a:gd name="connsiteX2" fmla="*/ 0 w 2835504"/>
                <a:gd name="connsiteY2" fmla="*/ 1684125 h 1750636"/>
                <a:gd name="connsiteX3" fmla="*/ 0 w 2835504"/>
                <a:gd name="connsiteY3" fmla="*/ 0 h 1750636"/>
                <a:gd name="connsiteX0" fmla="*/ 0 w 2835504"/>
                <a:gd name="connsiteY0" fmla="*/ 0 h 1873184"/>
                <a:gd name="connsiteX1" fmla="*/ 2835504 w 2835504"/>
                <a:gd name="connsiteY1" fmla="*/ 1873184 h 1873184"/>
                <a:gd name="connsiteX2" fmla="*/ 0 w 2835504"/>
                <a:gd name="connsiteY2" fmla="*/ 1806673 h 1873184"/>
                <a:gd name="connsiteX3" fmla="*/ 0 w 2835504"/>
                <a:gd name="connsiteY3" fmla="*/ 0 h 1873184"/>
                <a:gd name="connsiteX0" fmla="*/ 0 w 2863785"/>
                <a:gd name="connsiteY0" fmla="*/ 0 h 1863758"/>
                <a:gd name="connsiteX1" fmla="*/ 2863785 w 2863785"/>
                <a:gd name="connsiteY1" fmla="*/ 1863758 h 1863758"/>
                <a:gd name="connsiteX2" fmla="*/ 0 w 2863785"/>
                <a:gd name="connsiteY2" fmla="*/ 1806673 h 1863758"/>
                <a:gd name="connsiteX3" fmla="*/ 0 w 2863785"/>
                <a:gd name="connsiteY3" fmla="*/ 0 h 1863758"/>
                <a:gd name="connsiteX0" fmla="*/ 0 w 2863787"/>
                <a:gd name="connsiteY0" fmla="*/ 0 h 1835480"/>
                <a:gd name="connsiteX1" fmla="*/ 2863787 w 2863787"/>
                <a:gd name="connsiteY1" fmla="*/ 1835480 h 1835480"/>
                <a:gd name="connsiteX2" fmla="*/ 0 w 2863787"/>
                <a:gd name="connsiteY2" fmla="*/ 1806673 h 1835480"/>
                <a:gd name="connsiteX3" fmla="*/ 0 w 2863787"/>
                <a:gd name="connsiteY3" fmla="*/ 0 h 1835480"/>
                <a:gd name="connsiteX0" fmla="*/ 18857 w 2882644"/>
                <a:gd name="connsiteY0" fmla="*/ 0 h 2051772"/>
                <a:gd name="connsiteX1" fmla="*/ 2882644 w 2882644"/>
                <a:gd name="connsiteY1" fmla="*/ 1835480 h 2051772"/>
                <a:gd name="connsiteX2" fmla="*/ 0 w 2882644"/>
                <a:gd name="connsiteY2" fmla="*/ 2051772 h 2051772"/>
                <a:gd name="connsiteX3" fmla="*/ 18857 w 2882644"/>
                <a:gd name="connsiteY3" fmla="*/ 0 h 2051772"/>
                <a:gd name="connsiteX0" fmla="*/ 18857 w 2948632"/>
                <a:gd name="connsiteY0" fmla="*/ 210137 h 2261909"/>
                <a:gd name="connsiteX1" fmla="*/ 2948632 w 2948632"/>
                <a:gd name="connsiteY1" fmla="*/ 0 h 2261909"/>
                <a:gd name="connsiteX2" fmla="*/ 0 w 2948632"/>
                <a:gd name="connsiteY2" fmla="*/ 2261909 h 2261909"/>
                <a:gd name="connsiteX3" fmla="*/ 18857 w 2948632"/>
                <a:gd name="connsiteY3" fmla="*/ 210137 h 2261909"/>
                <a:gd name="connsiteX0" fmla="*/ 9427 w 2939202"/>
                <a:gd name="connsiteY0" fmla="*/ 210137 h 3543958"/>
                <a:gd name="connsiteX1" fmla="*/ 2939202 w 2939202"/>
                <a:gd name="connsiteY1" fmla="*/ 0 h 3543958"/>
                <a:gd name="connsiteX2" fmla="*/ 0 w 2939202"/>
                <a:gd name="connsiteY2" fmla="*/ 3543958 h 3543958"/>
                <a:gd name="connsiteX3" fmla="*/ 9427 w 2939202"/>
                <a:gd name="connsiteY3" fmla="*/ 210137 h 3543958"/>
                <a:gd name="connsiteX0" fmla="*/ 9427 w 2929776"/>
                <a:gd name="connsiteY0" fmla="*/ 238417 h 3572238"/>
                <a:gd name="connsiteX1" fmla="*/ 2929776 w 2929776"/>
                <a:gd name="connsiteY1" fmla="*/ 0 h 3572238"/>
                <a:gd name="connsiteX2" fmla="*/ 0 w 2929776"/>
                <a:gd name="connsiteY2" fmla="*/ 3572238 h 3572238"/>
                <a:gd name="connsiteX3" fmla="*/ 9427 w 2929776"/>
                <a:gd name="connsiteY3" fmla="*/ 238417 h 3572238"/>
                <a:gd name="connsiteX0" fmla="*/ 907 w 2930683"/>
                <a:gd name="connsiteY0" fmla="*/ 219563 h 3572238"/>
                <a:gd name="connsiteX1" fmla="*/ 2930683 w 2930683"/>
                <a:gd name="connsiteY1" fmla="*/ 0 h 3572238"/>
                <a:gd name="connsiteX2" fmla="*/ 907 w 2930683"/>
                <a:gd name="connsiteY2" fmla="*/ 3572238 h 3572238"/>
                <a:gd name="connsiteX3" fmla="*/ 907 w 2930683"/>
                <a:gd name="connsiteY3" fmla="*/ 219563 h 3572238"/>
              </a:gdLst>
              <a:ahLst/>
              <a:cxnLst>
                <a:cxn ang="0">
                  <a:pos x="connsiteX0" y="connsiteY0"/>
                </a:cxn>
                <a:cxn ang="0">
                  <a:pos x="connsiteX1" y="connsiteY1"/>
                </a:cxn>
                <a:cxn ang="0">
                  <a:pos x="connsiteX2" y="connsiteY2"/>
                </a:cxn>
                <a:cxn ang="0">
                  <a:pos x="connsiteX3" y="connsiteY3"/>
                </a:cxn>
              </a:cxnLst>
              <a:rect l="l" t="t" r="r" b="b"/>
              <a:pathLst>
                <a:path w="2930683" h="3572238">
                  <a:moveTo>
                    <a:pt x="907" y="219563"/>
                  </a:moveTo>
                  <a:lnTo>
                    <a:pt x="2930683" y="0"/>
                  </a:lnTo>
                  <a:lnTo>
                    <a:pt x="907" y="3572238"/>
                  </a:lnTo>
                  <a:cubicBezTo>
                    <a:pt x="4049" y="2460964"/>
                    <a:pt x="-2235" y="1330837"/>
                    <a:pt x="907" y="219563"/>
                  </a:cubicBezTo>
                  <a:close/>
                </a:path>
              </a:pathLst>
            </a:custGeom>
            <a:gradFill>
              <a:gsLst>
                <a:gs pos="45000">
                  <a:schemeClr val="accent1"/>
                </a:gs>
                <a:gs pos="100000">
                  <a:schemeClr val="accent1">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0" name="Rectangle 1">
              <a:extLst>
                <a:ext uri="{FF2B5EF4-FFF2-40B4-BE49-F238E27FC236}">
                  <a16:creationId xmlns:a16="http://schemas.microsoft.com/office/drawing/2014/main" id="{686DEDC8-C71C-E1F8-0601-D93F92F46FB7}"/>
                </a:ext>
              </a:extLst>
            </p:cNvPr>
            <p:cNvSpPr/>
            <p:nvPr userDrawn="1"/>
          </p:nvSpPr>
          <p:spPr>
            <a:xfrm rot="16200000">
              <a:off x="7037377" y="3183243"/>
              <a:ext cx="1837173" cy="5533011"/>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2835504"/>
                <a:gd name="connsiteY0" fmla="*/ 0 h 1750636"/>
                <a:gd name="connsiteX1" fmla="*/ 2835504 w 2835504"/>
                <a:gd name="connsiteY1" fmla="*/ 1750636 h 1750636"/>
                <a:gd name="connsiteX2" fmla="*/ 0 w 2835504"/>
                <a:gd name="connsiteY2" fmla="*/ 901700 h 1750636"/>
                <a:gd name="connsiteX3" fmla="*/ 0 w 2835504"/>
                <a:gd name="connsiteY3" fmla="*/ 0 h 1750636"/>
                <a:gd name="connsiteX0" fmla="*/ 0 w 2835504"/>
                <a:gd name="connsiteY0" fmla="*/ 0 h 1750636"/>
                <a:gd name="connsiteX1" fmla="*/ 2835504 w 2835504"/>
                <a:gd name="connsiteY1" fmla="*/ 1750636 h 1750636"/>
                <a:gd name="connsiteX2" fmla="*/ 0 w 2835504"/>
                <a:gd name="connsiteY2" fmla="*/ 1684125 h 1750636"/>
                <a:gd name="connsiteX3" fmla="*/ 0 w 2835504"/>
                <a:gd name="connsiteY3" fmla="*/ 0 h 1750636"/>
                <a:gd name="connsiteX0" fmla="*/ 0 w 2835504"/>
                <a:gd name="connsiteY0" fmla="*/ 0 h 1873184"/>
                <a:gd name="connsiteX1" fmla="*/ 2835504 w 2835504"/>
                <a:gd name="connsiteY1" fmla="*/ 1873184 h 1873184"/>
                <a:gd name="connsiteX2" fmla="*/ 0 w 2835504"/>
                <a:gd name="connsiteY2" fmla="*/ 1806673 h 1873184"/>
                <a:gd name="connsiteX3" fmla="*/ 0 w 2835504"/>
                <a:gd name="connsiteY3" fmla="*/ 0 h 1873184"/>
                <a:gd name="connsiteX0" fmla="*/ 0 w 2863785"/>
                <a:gd name="connsiteY0" fmla="*/ 0 h 1863758"/>
                <a:gd name="connsiteX1" fmla="*/ 2863785 w 2863785"/>
                <a:gd name="connsiteY1" fmla="*/ 1863758 h 1863758"/>
                <a:gd name="connsiteX2" fmla="*/ 0 w 2863785"/>
                <a:gd name="connsiteY2" fmla="*/ 1806673 h 1863758"/>
                <a:gd name="connsiteX3" fmla="*/ 0 w 2863785"/>
                <a:gd name="connsiteY3" fmla="*/ 0 h 1863758"/>
                <a:gd name="connsiteX0" fmla="*/ 0 w 2863787"/>
                <a:gd name="connsiteY0" fmla="*/ 0 h 1835480"/>
                <a:gd name="connsiteX1" fmla="*/ 2863787 w 2863787"/>
                <a:gd name="connsiteY1" fmla="*/ 1835480 h 1835480"/>
                <a:gd name="connsiteX2" fmla="*/ 0 w 2863787"/>
                <a:gd name="connsiteY2" fmla="*/ 1806673 h 1835480"/>
                <a:gd name="connsiteX3" fmla="*/ 0 w 2863787"/>
                <a:gd name="connsiteY3" fmla="*/ 0 h 1835480"/>
                <a:gd name="connsiteX0" fmla="*/ 18857 w 2882644"/>
                <a:gd name="connsiteY0" fmla="*/ 0 h 2051772"/>
                <a:gd name="connsiteX1" fmla="*/ 2882644 w 2882644"/>
                <a:gd name="connsiteY1" fmla="*/ 1835480 h 2051772"/>
                <a:gd name="connsiteX2" fmla="*/ 0 w 2882644"/>
                <a:gd name="connsiteY2" fmla="*/ 2051772 h 2051772"/>
                <a:gd name="connsiteX3" fmla="*/ 18857 w 2882644"/>
                <a:gd name="connsiteY3" fmla="*/ 0 h 2051772"/>
                <a:gd name="connsiteX0" fmla="*/ 18857 w 2948632"/>
                <a:gd name="connsiteY0" fmla="*/ 210137 h 2261909"/>
                <a:gd name="connsiteX1" fmla="*/ 2948632 w 2948632"/>
                <a:gd name="connsiteY1" fmla="*/ 0 h 2261909"/>
                <a:gd name="connsiteX2" fmla="*/ 0 w 2948632"/>
                <a:gd name="connsiteY2" fmla="*/ 2261909 h 2261909"/>
                <a:gd name="connsiteX3" fmla="*/ 18857 w 2948632"/>
                <a:gd name="connsiteY3" fmla="*/ 210137 h 2261909"/>
                <a:gd name="connsiteX0" fmla="*/ 9427 w 2939202"/>
                <a:gd name="connsiteY0" fmla="*/ 210137 h 3543958"/>
                <a:gd name="connsiteX1" fmla="*/ 2939202 w 2939202"/>
                <a:gd name="connsiteY1" fmla="*/ 0 h 3543958"/>
                <a:gd name="connsiteX2" fmla="*/ 0 w 2939202"/>
                <a:gd name="connsiteY2" fmla="*/ 3543958 h 3543958"/>
                <a:gd name="connsiteX3" fmla="*/ 9427 w 2939202"/>
                <a:gd name="connsiteY3" fmla="*/ 210137 h 3543958"/>
                <a:gd name="connsiteX0" fmla="*/ 9427 w 2929776"/>
                <a:gd name="connsiteY0" fmla="*/ 238417 h 3572238"/>
                <a:gd name="connsiteX1" fmla="*/ 2929776 w 2929776"/>
                <a:gd name="connsiteY1" fmla="*/ 0 h 3572238"/>
                <a:gd name="connsiteX2" fmla="*/ 0 w 2929776"/>
                <a:gd name="connsiteY2" fmla="*/ 3572238 h 3572238"/>
                <a:gd name="connsiteX3" fmla="*/ 9427 w 2929776"/>
                <a:gd name="connsiteY3" fmla="*/ 238417 h 3572238"/>
                <a:gd name="connsiteX0" fmla="*/ 907 w 2930683"/>
                <a:gd name="connsiteY0" fmla="*/ 219563 h 3572238"/>
                <a:gd name="connsiteX1" fmla="*/ 2930683 w 2930683"/>
                <a:gd name="connsiteY1" fmla="*/ 0 h 3572238"/>
                <a:gd name="connsiteX2" fmla="*/ 907 w 2930683"/>
                <a:gd name="connsiteY2" fmla="*/ 3572238 h 3572238"/>
                <a:gd name="connsiteX3" fmla="*/ 907 w 2930683"/>
                <a:gd name="connsiteY3" fmla="*/ 219563 h 3572238"/>
                <a:gd name="connsiteX0" fmla="*/ 907 w 1837173"/>
                <a:gd name="connsiteY0" fmla="*/ 2180336 h 5533011"/>
                <a:gd name="connsiteX1" fmla="*/ 1837173 w 1837173"/>
                <a:gd name="connsiteY1" fmla="*/ 0 h 5533011"/>
                <a:gd name="connsiteX2" fmla="*/ 907 w 1837173"/>
                <a:gd name="connsiteY2" fmla="*/ 5533011 h 5533011"/>
                <a:gd name="connsiteX3" fmla="*/ 907 w 1837173"/>
                <a:gd name="connsiteY3" fmla="*/ 2180336 h 5533011"/>
                <a:gd name="connsiteX0" fmla="*/ 907 w 1837173"/>
                <a:gd name="connsiteY0" fmla="*/ 2218043 h 5533011"/>
                <a:gd name="connsiteX1" fmla="*/ 1837173 w 1837173"/>
                <a:gd name="connsiteY1" fmla="*/ 0 h 5533011"/>
                <a:gd name="connsiteX2" fmla="*/ 907 w 1837173"/>
                <a:gd name="connsiteY2" fmla="*/ 5533011 h 5533011"/>
                <a:gd name="connsiteX3" fmla="*/ 907 w 1837173"/>
                <a:gd name="connsiteY3" fmla="*/ 2218043 h 5533011"/>
              </a:gdLst>
              <a:ahLst/>
              <a:cxnLst>
                <a:cxn ang="0">
                  <a:pos x="connsiteX0" y="connsiteY0"/>
                </a:cxn>
                <a:cxn ang="0">
                  <a:pos x="connsiteX1" y="connsiteY1"/>
                </a:cxn>
                <a:cxn ang="0">
                  <a:pos x="connsiteX2" y="connsiteY2"/>
                </a:cxn>
                <a:cxn ang="0">
                  <a:pos x="connsiteX3" y="connsiteY3"/>
                </a:cxn>
              </a:cxnLst>
              <a:rect l="l" t="t" r="r" b="b"/>
              <a:pathLst>
                <a:path w="1837173" h="5533011">
                  <a:moveTo>
                    <a:pt x="907" y="2218043"/>
                  </a:moveTo>
                  <a:lnTo>
                    <a:pt x="1837173" y="0"/>
                  </a:lnTo>
                  <a:lnTo>
                    <a:pt x="907" y="5533011"/>
                  </a:lnTo>
                  <a:cubicBezTo>
                    <a:pt x="4049" y="4421737"/>
                    <a:pt x="-2235" y="3329317"/>
                    <a:pt x="907" y="2218043"/>
                  </a:cubicBezTo>
                  <a:close/>
                </a:path>
              </a:pathLst>
            </a:custGeom>
            <a:gradFill>
              <a:gsLst>
                <a:gs pos="45000">
                  <a:schemeClr val="accent1"/>
                </a:gs>
                <a:gs pos="100000">
                  <a:schemeClr val="accent1">
                    <a:lumMod val="75000"/>
                  </a:scheme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21" name="Content Placeholder 2">
            <a:extLst>
              <a:ext uri="{FF2B5EF4-FFF2-40B4-BE49-F238E27FC236}">
                <a16:creationId xmlns:a16="http://schemas.microsoft.com/office/drawing/2014/main" id="{564882EA-3D9E-4877-5961-B18BC092EF0A}"/>
              </a:ext>
            </a:extLst>
          </p:cNvPr>
          <p:cNvSpPr>
            <a:spLocks noGrp="1"/>
          </p:cNvSpPr>
          <p:nvPr>
            <p:ph idx="1"/>
          </p:nvPr>
        </p:nvSpPr>
        <p:spPr>
          <a:xfrm>
            <a:off x="525018" y="1449389"/>
            <a:ext cx="11151033" cy="4500562"/>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391545506"/>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showMasterSp="0" preserve="1" userDrawn="1">
  <p:cSld name="17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291179-6902-E446-8B91-02FCFB894D9F}"/>
              </a:ext>
            </a:extLst>
          </p:cNvPr>
          <p:cNvSpPr>
            <a:spLocks noGrp="1"/>
          </p:cNvSpPr>
          <p:nvPr>
            <p:ph type="title"/>
          </p:nvPr>
        </p:nvSpPr>
        <p:spPr/>
        <p:txBody>
          <a:bodyPr>
            <a:normAutofit/>
          </a:bodyPr>
          <a:lstStyle>
            <a:lvl1pPr>
              <a:defRPr sz="2800"/>
            </a:lvl1pPr>
          </a:lstStyle>
          <a:p>
            <a:r>
              <a:rPr lang="en-US"/>
              <a:t>Click to edit Master title style</a:t>
            </a:r>
          </a:p>
        </p:txBody>
      </p:sp>
      <p:grpSp>
        <p:nvGrpSpPr>
          <p:cNvPr id="15" name="Group 14">
            <a:extLst>
              <a:ext uri="{FF2B5EF4-FFF2-40B4-BE49-F238E27FC236}">
                <a16:creationId xmlns:a16="http://schemas.microsoft.com/office/drawing/2014/main" id="{83460EAF-4649-FF95-874E-A0109DF57C9B}"/>
              </a:ext>
            </a:extLst>
          </p:cNvPr>
          <p:cNvGrpSpPr/>
          <p:nvPr userDrawn="1"/>
        </p:nvGrpSpPr>
        <p:grpSpPr>
          <a:xfrm>
            <a:off x="-14763" y="4808928"/>
            <a:ext cx="7482363" cy="2067930"/>
            <a:chOff x="-14763" y="3909367"/>
            <a:chExt cx="10737232" cy="2967491"/>
          </a:xfrm>
        </p:grpSpPr>
        <p:sp>
          <p:nvSpPr>
            <p:cNvPr id="16" name="Rectangle 1">
              <a:extLst>
                <a:ext uri="{FF2B5EF4-FFF2-40B4-BE49-F238E27FC236}">
                  <a16:creationId xmlns:a16="http://schemas.microsoft.com/office/drawing/2014/main" id="{F10C9F18-66F6-E79A-6E06-65FA6FBC8669}"/>
                </a:ext>
              </a:extLst>
            </p:cNvPr>
            <p:cNvSpPr/>
            <p:nvPr userDrawn="1"/>
          </p:nvSpPr>
          <p:spPr>
            <a:xfrm>
              <a:off x="-14763" y="3909367"/>
              <a:ext cx="3570795" cy="1243814"/>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3570795"/>
                <a:gd name="connsiteY0" fmla="*/ 257273 h 1243814"/>
                <a:gd name="connsiteX1" fmla="*/ 3570795 w 3570795"/>
                <a:gd name="connsiteY1" fmla="*/ 0 h 1243814"/>
                <a:gd name="connsiteX2" fmla="*/ 0 w 3570795"/>
                <a:gd name="connsiteY2" fmla="*/ 1243814 h 1243814"/>
                <a:gd name="connsiteX3" fmla="*/ 0 w 3570795"/>
                <a:gd name="connsiteY3" fmla="*/ 257273 h 1243814"/>
              </a:gdLst>
              <a:ahLst/>
              <a:cxnLst>
                <a:cxn ang="0">
                  <a:pos x="connsiteX0" y="connsiteY0"/>
                </a:cxn>
                <a:cxn ang="0">
                  <a:pos x="connsiteX1" y="connsiteY1"/>
                </a:cxn>
                <a:cxn ang="0">
                  <a:pos x="connsiteX2" y="connsiteY2"/>
                </a:cxn>
                <a:cxn ang="0">
                  <a:pos x="connsiteX3" y="connsiteY3"/>
                </a:cxn>
              </a:cxnLst>
              <a:rect l="l" t="t" r="r" b="b"/>
              <a:pathLst>
                <a:path w="3570795" h="1243814">
                  <a:moveTo>
                    <a:pt x="0" y="257273"/>
                  </a:moveTo>
                  <a:lnTo>
                    <a:pt x="3570795" y="0"/>
                  </a:lnTo>
                  <a:lnTo>
                    <a:pt x="0" y="1243814"/>
                  </a:lnTo>
                  <a:lnTo>
                    <a:pt x="0" y="257273"/>
                  </a:lnTo>
                  <a:close/>
                </a:path>
              </a:pathLst>
            </a:custGeom>
            <a:gradFill>
              <a:gsLst>
                <a:gs pos="45000">
                  <a:schemeClr val="accent2"/>
                </a:gs>
                <a:gs pos="100000">
                  <a:schemeClr val="accent2">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7" name="Rectangle 1">
              <a:extLst>
                <a:ext uri="{FF2B5EF4-FFF2-40B4-BE49-F238E27FC236}">
                  <a16:creationId xmlns:a16="http://schemas.microsoft.com/office/drawing/2014/main" id="{03C9B154-C639-CDB7-2E12-E66ED22D2081}"/>
                </a:ext>
              </a:extLst>
            </p:cNvPr>
            <p:cNvSpPr/>
            <p:nvPr userDrawn="1"/>
          </p:nvSpPr>
          <p:spPr>
            <a:xfrm>
              <a:off x="0" y="3928225"/>
              <a:ext cx="3638746" cy="2924695"/>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606800"/>
                <a:gd name="connsiteY0" fmla="*/ 1244600 h 2146300"/>
                <a:gd name="connsiteX1" fmla="*/ 3606800 w 3606800"/>
                <a:gd name="connsiteY1" fmla="*/ 0 h 2146300"/>
                <a:gd name="connsiteX2" fmla="*/ 0 w 3606800"/>
                <a:gd name="connsiteY2" fmla="*/ 2146300 h 2146300"/>
                <a:gd name="connsiteX3" fmla="*/ 0 w 3606800"/>
                <a:gd name="connsiteY3" fmla="*/ 1244600 h 2146300"/>
                <a:gd name="connsiteX0" fmla="*/ 0 w 3606800"/>
                <a:gd name="connsiteY0" fmla="*/ 1244600 h 2857500"/>
                <a:gd name="connsiteX1" fmla="*/ 3606800 w 3606800"/>
                <a:gd name="connsiteY1" fmla="*/ 0 h 2857500"/>
                <a:gd name="connsiteX2" fmla="*/ 1727200 w 3606800"/>
                <a:gd name="connsiteY2" fmla="*/ 2857500 h 2857500"/>
                <a:gd name="connsiteX3" fmla="*/ 0 w 3606800"/>
                <a:gd name="connsiteY3" fmla="*/ 1244600 h 2857500"/>
                <a:gd name="connsiteX0" fmla="*/ 0 w 3606800"/>
                <a:gd name="connsiteY0" fmla="*/ 1244600 h 2902271"/>
                <a:gd name="connsiteX1" fmla="*/ 3606800 w 3606800"/>
                <a:gd name="connsiteY1" fmla="*/ 0 h 2902271"/>
                <a:gd name="connsiteX2" fmla="*/ 1727200 w 3606800"/>
                <a:gd name="connsiteY2" fmla="*/ 2857500 h 2902271"/>
                <a:gd name="connsiteX3" fmla="*/ 12700 w 3606800"/>
                <a:gd name="connsiteY3" fmla="*/ 2819400 h 2902271"/>
                <a:gd name="connsiteX4" fmla="*/ 0 w 3606800"/>
                <a:gd name="connsiteY4" fmla="*/ 1244600 h 2902271"/>
                <a:gd name="connsiteX0" fmla="*/ 0 w 3606800"/>
                <a:gd name="connsiteY0" fmla="*/ 1244600 h 2857500"/>
                <a:gd name="connsiteX1" fmla="*/ 3606800 w 3606800"/>
                <a:gd name="connsiteY1" fmla="*/ 0 h 2857500"/>
                <a:gd name="connsiteX2" fmla="*/ 1727200 w 3606800"/>
                <a:gd name="connsiteY2" fmla="*/ 2857500 h 2857500"/>
                <a:gd name="connsiteX3" fmla="*/ 12700 w 3606800"/>
                <a:gd name="connsiteY3" fmla="*/ 2819400 h 2857500"/>
                <a:gd name="connsiteX4" fmla="*/ 0 w 3606800"/>
                <a:gd name="connsiteY4" fmla="*/ 1244600 h 2857500"/>
                <a:gd name="connsiteX0" fmla="*/ 0 w 3606800"/>
                <a:gd name="connsiteY0" fmla="*/ 1244600 h 2866612"/>
                <a:gd name="connsiteX1" fmla="*/ 3606800 w 3606800"/>
                <a:gd name="connsiteY1" fmla="*/ 0 h 2866612"/>
                <a:gd name="connsiteX2" fmla="*/ 1727200 w 3606800"/>
                <a:gd name="connsiteY2" fmla="*/ 2857500 h 2866612"/>
                <a:gd name="connsiteX3" fmla="*/ 12700 w 3606800"/>
                <a:gd name="connsiteY3" fmla="*/ 2819400 h 2866612"/>
                <a:gd name="connsiteX4" fmla="*/ 0 w 3606800"/>
                <a:gd name="connsiteY4" fmla="*/ 1244600 h 2866612"/>
                <a:gd name="connsiteX0" fmla="*/ 0 w 3606800"/>
                <a:gd name="connsiteY0" fmla="*/ 1244600 h 2857500"/>
                <a:gd name="connsiteX1" fmla="*/ 3606800 w 3606800"/>
                <a:gd name="connsiteY1" fmla="*/ 0 h 2857500"/>
                <a:gd name="connsiteX2" fmla="*/ 1727200 w 3606800"/>
                <a:gd name="connsiteY2" fmla="*/ 2857500 h 2857500"/>
                <a:gd name="connsiteX3" fmla="*/ 12700 w 3606800"/>
                <a:gd name="connsiteY3" fmla="*/ 2819400 h 2857500"/>
                <a:gd name="connsiteX4" fmla="*/ 0 w 3606800"/>
                <a:gd name="connsiteY4" fmla="*/ 1244600 h 2857500"/>
                <a:gd name="connsiteX0" fmla="*/ 0 w 3606800"/>
                <a:gd name="connsiteY0" fmla="*/ 1244600 h 2857500"/>
                <a:gd name="connsiteX1" fmla="*/ 3606800 w 3606800"/>
                <a:gd name="connsiteY1" fmla="*/ 0 h 2857500"/>
                <a:gd name="connsiteX2" fmla="*/ 1727200 w 3606800"/>
                <a:gd name="connsiteY2" fmla="*/ 2857500 h 2857500"/>
                <a:gd name="connsiteX3" fmla="*/ 12700 w 3606800"/>
                <a:gd name="connsiteY3" fmla="*/ 2819400 h 2857500"/>
                <a:gd name="connsiteX4" fmla="*/ 0 w 3606800"/>
                <a:gd name="connsiteY4" fmla="*/ 1244600 h 2857500"/>
                <a:gd name="connsiteX0" fmla="*/ 0 w 3606800"/>
                <a:gd name="connsiteY0" fmla="*/ 1244600 h 2881832"/>
                <a:gd name="connsiteX1" fmla="*/ 3606800 w 3606800"/>
                <a:gd name="connsiteY1" fmla="*/ 0 h 2881832"/>
                <a:gd name="connsiteX2" fmla="*/ 1727200 w 3606800"/>
                <a:gd name="connsiteY2" fmla="*/ 2857500 h 2881832"/>
                <a:gd name="connsiteX3" fmla="*/ 5080 w 3606800"/>
                <a:gd name="connsiteY3" fmla="*/ 2865120 h 2881832"/>
                <a:gd name="connsiteX4" fmla="*/ 0 w 3606800"/>
                <a:gd name="connsiteY4" fmla="*/ 1244600 h 2881832"/>
                <a:gd name="connsiteX0" fmla="*/ 0 w 3606800"/>
                <a:gd name="connsiteY0" fmla="*/ 1244600 h 2865120"/>
                <a:gd name="connsiteX1" fmla="*/ 3606800 w 3606800"/>
                <a:gd name="connsiteY1" fmla="*/ 0 h 2865120"/>
                <a:gd name="connsiteX2" fmla="*/ 1727200 w 3606800"/>
                <a:gd name="connsiteY2" fmla="*/ 2857500 h 2865120"/>
                <a:gd name="connsiteX3" fmla="*/ 5080 w 3606800"/>
                <a:gd name="connsiteY3" fmla="*/ 2865120 h 2865120"/>
                <a:gd name="connsiteX4" fmla="*/ 0 w 3606800"/>
                <a:gd name="connsiteY4" fmla="*/ 1244600 h 2865120"/>
                <a:gd name="connsiteX0" fmla="*/ 0 w 3606800"/>
                <a:gd name="connsiteY0" fmla="*/ 1244600 h 2865120"/>
                <a:gd name="connsiteX1" fmla="*/ 3606800 w 3606800"/>
                <a:gd name="connsiteY1" fmla="*/ 0 h 2865120"/>
                <a:gd name="connsiteX2" fmla="*/ 1727200 w 3606800"/>
                <a:gd name="connsiteY2" fmla="*/ 2857500 h 2865120"/>
                <a:gd name="connsiteX3" fmla="*/ 5080 w 3606800"/>
                <a:gd name="connsiteY3" fmla="*/ 2865120 h 2865120"/>
                <a:gd name="connsiteX4" fmla="*/ 0 w 3606800"/>
                <a:gd name="connsiteY4" fmla="*/ 1244600 h 28651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06800" h="2865120">
                  <a:moveTo>
                    <a:pt x="0" y="1244600"/>
                  </a:moveTo>
                  <a:lnTo>
                    <a:pt x="3606800" y="0"/>
                  </a:lnTo>
                  <a:lnTo>
                    <a:pt x="1727200" y="2857500"/>
                  </a:lnTo>
                  <a:lnTo>
                    <a:pt x="5080" y="2865120"/>
                  </a:lnTo>
                  <a:cubicBezTo>
                    <a:pt x="3387" y="2324947"/>
                    <a:pt x="1693" y="1784773"/>
                    <a:pt x="0" y="1244600"/>
                  </a:cubicBezTo>
                  <a:close/>
                </a:path>
              </a:pathLst>
            </a:custGeom>
            <a:gradFill>
              <a:gsLst>
                <a:gs pos="45000">
                  <a:schemeClr val="accent2"/>
                </a:gs>
                <a:gs pos="100000">
                  <a:schemeClr val="accent2">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8" name="Rectangle 1">
              <a:extLst>
                <a:ext uri="{FF2B5EF4-FFF2-40B4-BE49-F238E27FC236}">
                  <a16:creationId xmlns:a16="http://schemas.microsoft.com/office/drawing/2014/main" id="{000905DE-A103-D404-B98D-ABB24F02A543}"/>
                </a:ext>
              </a:extLst>
            </p:cNvPr>
            <p:cNvSpPr/>
            <p:nvPr userDrawn="1"/>
          </p:nvSpPr>
          <p:spPr>
            <a:xfrm rot="16200000">
              <a:off x="1383972" y="4338949"/>
              <a:ext cx="2948633" cy="2127185"/>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2835504"/>
                <a:gd name="connsiteY0" fmla="*/ 0 h 1750636"/>
                <a:gd name="connsiteX1" fmla="*/ 2835504 w 2835504"/>
                <a:gd name="connsiteY1" fmla="*/ 1750636 h 1750636"/>
                <a:gd name="connsiteX2" fmla="*/ 0 w 2835504"/>
                <a:gd name="connsiteY2" fmla="*/ 901700 h 1750636"/>
                <a:gd name="connsiteX3" fmla="*/ 0 w 2835504"/>
                <a:gd name="connsiteY3" fmla="*/ 0 h 1750636"/>
                <a:gd name="connsiteX0" fmla="*/ 0 w 2835504"/>
                <a:gd name="connsiteY0" fmla="*/ 0 h 1750636"/>
                <a:gd name="connsiteX1" fmla="*/ 2835504 w 2835504"/>
                <a:gd name="connsiteY1" fmla="*/ 1750636 h 1750636"/>
                <a:gd name="connsiteX2" fmla="*/ 0 w 2835504"/>
                <a:gd name="connsiteY2" fmla="*/ 1684125 h 1750636"/>
                <a:gd name="connsiteX3" fmla="*/ 0 w 2835504"/>
                <a:gd name="connsiteY3" fmla="*/ 0 h 1750636"/>
                <a:gd name="connsiteX0" fmla="*/ 0 w 2835504"/>
                <a:gd name="connsiteY0" fmla="*/ 0 h 1873184"/>
                <a:gd name="connsiteX1" fmla="*/ 2835504 w 2835504"/>
                <a:gd name="connsiteY1" fmla="*/ 1873184 h 1873184"/>
                <a:gd name="connsiteX2" fmla="*/ 0 w 2835504"/>
                <a:gd name="connsiteY2" fmla="*/ 1806673 h 1873184"/>
                <a:gd name="connsiteX3" fmla="*/ 0 w 2835504"/>
                <a:gd name="connsiteY3" fmla="*/ 0 h 1873184"/>
                <a:gd name="connsiteX0" fmla="*/ 0 w 2863785"/>
                <a:gd name="connsiteY0" fmla="*/ 0 h 1863758"/>
                <a:gd name="connsiteX1" fmla="*/ 2863785 w 2863785"/>
                <a:gd name="connsiteY1" fmla="*/ 1863758 h 1863758"/>
                <a:gd name="connsiteX2" fmla="*/ 0 w 2863785"/>
                <a:gd name="connsiteY2" fmla="*/ 1806673 h 1863758"/>
                <a:gd name="connsiteX3" fmla="*/ 0 w 2863785"/>
                <a:gd name="connsiteY3" fmla="*/ 0 h 1863758"/>
                <a:gd name="connsiteX0" fmla="*/ 0 w 2863787"/>
                <a:gd name="connsiteY0" fmla="*/ 0 h 1835480"/>
                <a:gd name="connsiteX1" fmla="*/ 2863787 w 2863787"/>
                <a:gd name="connsiteY1" fmla="*/ 1835480 h 1835480"/>
                <a:gd name="connsiteX2" fmla="*/ 0 w 2863787"/>
                <a:gd name="connsiteY2" fmla="*/ 1806673 h 1835480"/>
                <a:gd name="connsiteX3" fmla="*/ 0 w 2863787"/>
                <a:gd name="connsiteY3" fmla="*/ 0 h 1835480"/>
                <a:gd name="connsiteX0" fmla="*/ 18857 w 2882644"/>
                <a:gd name="connsiteY0" fmla="*/ 0 h 2051772"/>
                <a:gd name="connsiteX1" fmla="*/ 2882644 w 2882644"/>
                <a:gd name="connsiteY1" fmla="*/ 1835480 h 2051772"/>
                <a:gd name="connsiteX2" fmla="*/ 0 w 2882644"/>
                <a:gd name="connsiteY2" fmla="*/ 2051772 h 2051772"/>
                <a:gd name="connsiteX3" fmla="*/ 18857 w 2882644"/>
                <a:gd name="connsiteY3" fmla="*/ 0 h 2051772"/>
                <a:gd name="connsiteX0" fmla="*/ 18857 w 2882644"/>
                <a:gd name="connsiteY0" fmla="*/ 0 h 2127185"/>
                <a:gd name="connsiteX1" fmla="*/ 2882644 w 2882644"/>
                <a:gd name="connsiteY1" fmla="*/ 1910893 h 2127185"/>
                <a:gd name="connsiteX2" fmla="*/ 0 w 2882644"/>
                <a:gd name="connsiteY2" fmla="*/ 2127185 h 2127185"/>
                <a:gd name="connsiteX3" fmla="*/ 18857 w 2882644"/>
                <a:gd name="connsiteY3" fmla="*/ 0 h 2127185"/>
              </a:gdLst>
              <a:ahLst/>
              <a:cxnLst>
                <a:cxn ang="0">
                  <a:pos x="connsiteX0" y="connsiteY0"/>
                </a:cxn>
                <a:cxn ang="0">
                  <a:pos x="connsiteX1" y="connsiteY1"/>
                </a:cxn>
                <a:cxn ang="0">
                  <a:pos x="connsiteX2" y="connsiteY2"/>
                </a:cxn>
                <a:cxn ang="0">
                  <a:pos x="connsiteX3" y="connsiteY3"/>
                </a:cxn>
              </a:cxnLst>
              <a:rect l="l" t="t" r="r" b="b"/>
              <a:pathLst>
                <a:path w="2882644" h="2127185">
                  <a:moveTo>
                    <a:pt x="18857" y="0"/>
                  </a:moveTo>
                  <a:lnTo>
                    <a:pt x="2882644" y="1910893"/>
                  </a:lnTo>
                  <a:lnTo>
                    <a:pt x="0" y="2127185"/>
                  </a:lnTo>
                  <a:lnTo>
                    <a:pt x="18857" y="0"/>
                  </a:lnTo>
                  <a:close/>
                </a:path>
              </a:pathLst>
            </a:custGeom>
            <a:gradFill>
              <a:gsLst>
                <a:gs pos="45000">
                  <a:schemeClr val="accent2"/>
                </a:gs>
                <a:gs pos="0">
                  <a:schemeClr val="accent2">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9" name="Rectangle 1">
              <a:extLst>
                <a:ext uri="{FF2B5EF4-FFF2-40B4-BE49-F238E27FC236}">
                  <a16:creationId xmlns:a16="http://schemas.microsoft.com/office/drawing/2014/main" id="{04B3BAE2-1CF0-CD26-7ADD-CD6A1BB9F72B}"/>
                </a:ext>
              </a:extLst>
            </p:cNvPr>
            <p:cNvSpPr/>
            <p:nvPr userDrawn="1"/>
          </p:nvSpPr>
          <p:spPr>
            <a:xfrm rot="16200000">
              <a:off x="4075788" y="3616875"/>
              <a:ext cx="2930683" cy="3572238"/>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2835504"/>
                <a:gd name="connsiteY0" fmla="*/ 0 h 1750636"/>
                <a:gd name="connsiteX1" fmla="*/ 2835504 w 2835504"/>
                <a:gd name="connsiteY1" fmla="*/ 1750636 h 1750636"/>
                <a:gd name="connsiteX2" fmla="*/ 0 w 2835504"/>
                <a:gd name="connsiteY2" fmla="*/ 901700 h 1750636"/>
                <a:gd name="connsiteX3" fmla="*/ 0 w 2835504"/>
                <a:gd name="connsiteY3" fmla="*/ 0 h 1750636"/>
                <a:gd name="connsiteX0" fmla="*/ 0 w 2835504"/>
                <a:gd name="connsiteY0" fmla="*/ 0 h 1750636"/>
                <a:gd name="connsiteX1" fmla="*/ 2835504 w 2835504"/>
                <a:gd name="connsiteY1" fmla="*/ 1750636 h 1750636"/>
                <a:gd name="connsiteX2" fmla="*/ 0 w 2835504"/>
                <a:gd name="connsiteY2" fmla="*/ 1684125 h 1750636"/>
                <a:gd name="connsiteX3" fmla="*/ 0 w 2835504"/>
                <a:gd name="connsiteY3" fmla="*/ 0 h 1750636"/>
                <a:gd name="connsiteX0" fmla="*/ 0 w 2835504"/>
                <a:gd name="connsiteY0" fmla="*/ 0 h 1873184"/>
                <a:gd name="connsiteX1" fmla="*/ 2835504 w 2835504"/>
                <a:gd name="connsiteY1" fmla="*/ 1873184 h 1873184"/>
                <a:gd name="connsiteX2" fmla="*/ 0 w 2835504"/>
                <a:gd name="connsiteY2" fmla="*/ 1806673 h 1873184"/>
                <a:gd name="connsiteX3" fmla="*/ 0 w 2835504"/>
                <a:gd name="connsiteY3" fmla="*/ 0 h 1873184"/>
                <a:gd name="connsiteX0" fmla="*/ 0 w 2863785"/>
                <a:gd name="connsiteY0" fmla="*/ 0 h 1863758"/>
                <a:gd name="connsiteX1" fmla="*/ 2863785 w 2863785"/>
                <a:gd name="connsiteY1" fmla="*/ 1863758 h 1863758"/>
                <a:gd name="connsiteX2" fmla="*/ 0 w 2863785"/>
                <a:gd name="connsiteY2" fmla="*/ 1806673 h 1863758"/>
                <a:gd name="connsiteX3" fmla="*/ 0 w 2863785"/>
                <a:gd name="connsiteY3" fmla="*/ 0 h 1863758"/>
                <a:gd name="connsiteX0" fmla="*/ 0 w 2863787"/>
                <a:gd name="connsiteY0" fmla="*/ 0 h 1835480"/>
                <a:gd name="connsiteX1" fmla="*/ 2863787 w 2863787"/>
                <a:gd name="connsiteY1" fmla="*/ 1835480 h 1835480"/>
                <a:gd name="connsiteX2" fmla="*/ 0 w 2863787"/>
                <a:gd name="connsiteY2" fmla="*/ 1806673 h 1835480"/>
                <a:gd name="connsiteX3" fmla="*/ 0 w 2863787"/>
                <a:gd name="connsiteY3" fmla="*/ 0 h 1835480"/>
                <a:gd name="connsiteX0" fmla="*/ 18857 w 2882644"/>
                <a:gd name="connsiteY0" fmla="*/ 0 h 2051772"/>
                <a:gd name="connsiteX1" fmla="*/ 2882644 w 2882644"/>
                <a:gd name="connsiteY1" fmla="*/ 1835480 h 2051772"/>
                <a:gd name="connsiteX2" fmla="*/ 0 w 2882644"/>
                <a:gd name="connsiteY2" fmla="*/ 2051772 h 2051772"/>
                <a:gd name="connsiteX3" fmla="*/ 18857 w 2882644"/>
                <a:gd name="connsiteY3" fmla="*/ 0 h 2051772"/>
                <a:gd name="connsiteX0" fmla="*/ 18857 w 2948632"/>
                <a:gd name="connsiteY0" fmla="*/ 210137 h 2261909"/>
                <a:gd name="connsiteX1" fmla="*/ 2948632 w 2948632"/>
                <a:gd name="connsiteY1" fmla="*/ 0 h 2261909"/>
                <a:gd name="connsiteX2" fmla="*/ 0 w 2948632"/>
                <a:gd name="connsiteY2" fmla="*/ 2261909 h 2261909"/>
                <a:gd name="connsiteX3" fmla="*/ 18857 w 2948632"/>
                <a:gd name="connsiteY3" fmla="*/ 210137 h 2261909"/>
                <a:gd name="connsiteX0" fmla="*/ 9427 w 2939202"/>
                <a:gd name="connsiteY0" fmla="*/ 210137 h 3543958"/>
                <a:gd name="connsiteX1" fmla="*/ 2939202 w 2939202"/>
                <a:gd name="connsiteY1" fmla="*/ 0 h 3543958"/>
                <a:gd name="connsiteX2" fmla="*/ 0 w 2939202"/>
                <a:gd name="connsiteY2" fmla="*/ 3543958 h 3543958"/>
                <a:gd name="connsiteX3" fmla="*/ 9427 w 2939202"/>
                <a:gd name="connsiteY3" fmla="*/ 210137 h 3543958"/>
                <a:gd name="connsiteX0" fmla="*/ 9427 w 2929776"/>
                <a:gd name="connsiteY0" fmla="*/ 238417 h 3572238"/>
                <a:gd name="connsiteX1" fmla="*/ 2929776 w 2929776"/>
                <a:gd name="connsiteY1" fmla="*/ 0 h 3572238"/>
                <a:gd name="connsiteX2" fmla="*/ 0 w 2929776"/>
                <a:gd name="connsiteY2" fmla="*/ 3572238 h 3572238"/>
                <a:gd name="connsiteX3" fmla="*/ 9427 w 2929776"/>
                <a:gd name="connsiteY3" fmla="*/ 238417 h 3572238"/>
                <a:gd name="connsiteX0" fmla="*/ 907 w 2930683"/>
                <a:gd name="connsiteY0" fmla="*/ 219563 h 3572238"/>
                <a:gd name="connsiteX1" fmla="*/ 2930683 w 2930683"/>
                <a:gd name="connsiteY1" fmla="*/ 0 h 3572238"/>
                <a:gd name="connsiteX2" fmla="*/ 907 w 2930683"/>
                <a:gd name="connsiteY2" fmla="*/ 3572238 h 3572238"/>
                <a:gd name="connsiteX3" fmla="*/ 907 w 2930683"/>
                <a:gd name="connsiteY3" fmla="*/ 219563 h 3572238"/>
              </a:gdLst>
              <a:ahLst/>
              <a:cxnLst>
                <a:cxn ang="0">
                  <a:pos x="connsiteX0" y="connsiteY0"/>
                </a:cxn>
                <a:cxn ang="0">
                  <a:pos x="connsiteX1" y="connsiteY1"/>
                </a:cxn>
                <a:cxn ang="0">
                  <a:pos x="connsiteX2" y="connsiteY2"/>
                </a:cxn>
                <a:cxn ang="0">
                  <a:pos x="connsiteX3" y="connsiteY3"/>
                </a:cxn>
              </a:cxnLst>
              <a:rect l="l" t="t" r="r" b="b"/>
              <a:pathLst>
                <a:path w="2930683" h="3572238">
                  <a:moveTo>
                    <a:pt x="907" y="219563"/>
                  </a:moveTo>
                  <a:lnTo>
                    <a:pt x="2930683" y="0"/>
                  </a:lnTo>
                  <a:lnTo>
                    <a:pt x="907" y="3572238"/>
                  </a:lnTo>
                  <a:cubicBezTo>
                    <a:pt x="4049" y="2460964"/>
                    <a:pt x="-2235" y="1330837"/>
                    <a:pt x="907" y="219563"/>
                  </a:cubicBezTo>
                  <a:close/>
                </a:path>
              </a:pathLst>
            </a:custGeom>
            <a:gradFill>
              <a:gsLst>
                <a:gs pos="45000">
                  <a:schemeClr val="accent2"/>
                </a:gs>
                <a:gs pos="100000">
                  <a:schemeClr val="accent2">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0" name="Rectangle 1">
              <a:extLst>
                <a:ext uri="{FF2B5EF4-FFF2-40B4-BE49-F238E27FC236}">
                  <a16:creationId xmlns:a16="http://schemas.microsoft.com/office/drawing/2014/main" id="{686DEDC8-C71C-E1F8-0601-D93F92F46FB7}"/>
                </a:ext>
              </a:extLst>
            </p:cNvPr>
            <p:cNvSpPr/>
            <p:nvPr userDrawn="1"/>
          </p:nvSpPr>
          <p:spPr>
            <a:xfrm rot="16200000">
              <a:off x="7037377" y="3183243"/>
              <a:ext cx="1837173" cy="5533011"/>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2835504"/>
                <a:gd name="connsiteY0" fmla="*/ 0 h 1750636"/>
                <a:gd name="connsiteX1" fmla="*/ 2835504 w 2835504"/>
                <a:gd name="connsiteY1" fmla="*/ 1750636 h 1750636"/>
                <a:gd name="connsiteX2" fmla="*/ 0 w 2835504"/>
                <a:gd name="connsiteY2" fmla="*/ 901700 h 1750636"/>
                <a:gd name="connsiteX3" fmla="*/ 0 w 2835504"/>
                <a:gd name="connsiteY3" fmla="*/ 0 h 1750636"/>
                <a:gd name="connsiteX0" fmla="*/ 0 w 2835504"/>
                <a:gd name="connsiteY0" fmla="*/ 0 h 1750636"/>
                <a:gd name="connsiteX1" fmla="*/ 2835504 w 2835504"/>
                <a:gd name="connsiteY1" fmla="*/ 1750636 h 1750636"/>
                <a:gd name="connsiteX2" fmla="*/ 0 w 2835504"/>
                <a:gd name="connsiteY2" fmla="*/ 1684125 h 1750636"/>
                <a:gd name="connsiteX3" fmla="*/ 0 w 2835504"/>
                <a:gd name="connsiteY3" fmla="*/ 0 h 1750636"/>
                <a:gd name="connsiteX0" fmla="*/ 0 w 2835504"/>
                <a:gd name="connsiteY0" fmla="*/ 0 h 1873184"/>
                <a:gd name="connsiteX1" fmla="*/ 2835504 w 2835504"/>
                <a:gd name="connsiteY1" fmla="*/ 1873184 h 1873184"/>
                <a:gd name="connsiteX2" fmla="*/ 0 w 2835504"/>
                <a:gd name="connsiteY2" fmla="*/ 1806673 h 1873184"/>
                <a:gd name="connsiteX3" fmla="*/ 0 w 2835504"/>
                <a:gd name="connsiteY3" fmla="*/ 0 h 1873184"/>
                <a:gd name="connsiteX0" fmla="*/ 0 w 2863785"/>
                <a:gd name="connsiteY0" fmla="*/ 0 h 1863758"/>
                <a:gd name="connsiteX1" fmla="*/ 2863785 w 2863785"/>
                <a:gd name="connsiteY1" fmla="*/ 1863758 h 1863758"/>
                <a:gd name="connsiteX2" fmla="*/ 0 w 2863785"/>
                <a:gd name="connsiteY2" fmla="*/ 1806673 h 1863758"/>
                <a:gd name="connsiteX3" fmla="*/ 0 w 2863785"/>
                <a:gd name="connsiteY3" fmla="*/ 0 h 1863758"/>
                <a:gd name="connsiteX0" fmla="*/ 0 w 2863787"/>
                <a:gd name="connsiteY0" fmla="*/ 0 h 1835480"/>
                <a:gd name="connsiteX1" fmla="*/ 2863787 w 2863787"/>
                <a:gd name="connsiteY1" fmla="*/ 1835480 h 1835480"/>
                <a:gd name="connsiteX2" fmla="*/ 0 w 2863787"/>
                <a:gd name="connsiteY2" fmla="*/ 1806673 h 1835480"/>
                <a:gd name="connsiteX3" fmla="*/ 0 w 2863787"/>
                <a:gd name="connsiteY3" fmla="*/ 0 h 1835480"/>
                <a:gd name="connsiteX0" fmla="*/ 18857 w 2882644"/>
                <a:gd name="connsiteY0" fmla="*/ 0 h 2051772"/>
                <a:gd name="connsiteX1" fmla="*/ 2882644 w 2882644"/>
                <a:gd name="connsiteY1" fmla="*/ 1835480 h 2051772"/>
                <a:gd name="connsiteX2" fmla="*/ 0 w 2882644"/>
                <a:gd name="connsiteY2" fmla="*/ 2051772 h 2051772"/>
                <a:gd name="connsiteX3" fmla="*/ 18857 w 2882644"/>
                <a:gd name="connsiteY3" fmla="*/ 0 h 2051772"/>
                <a:gd name="connsiteX0" fmla="*/ 18857 w 2948632"/>
                <a:gd name="connsiteY0" fmla="*/ 210137 h 2261909"/>
                <a:gd name="connsiteX1" fmla="*/ 2948632 w 2948632"/>
                <a:gd name="connsiteY1" fmla="*/ 0 h 2261909"/>
                <a:gd name="connsiteX2" fmla="*/ 0 w 2948632"/>
                <a:gd name="connsiteY2" fmla="*/ 2261909 h 2261909"/>
                <a:gd name="connsiteX3" fmla="*/ 18857 w 2948632"/>
                <a:gd name="connsiteY3" fmla="*/ 210137 h 2261909"/>
                <a:gd name="connsiteX0" fmla="*/ 9427 w 2939202"/>
                <a:gd name="connsiteY0" fmla="*/ 210137 h 3543958"/>
                <a:gd name="connsiteX1" fmla="*/ 2939202 w 2939202"/>
                <a:gd name="connsiteY1" fmla="*/ 0 h 3543958"/>
                <a:gd name="connsiteX2" fmla="*/ 0 w 2939202"/>
                <a:gd name="connsiteY2" fmla="*/ 3543958 h 3543958"/>
                <a:gd name="connsiteX3" fmla="*/ 9427 w 2939202"/>
                <a:gd name="connsiteY3" fmla="*/ 210137 h 3543958"/>
                <a:gd name="connsiteX0" fmla="*/ 9427 w 2929776"/>
                <a:gd name="connsiteY0" fmla="*/ 238417 h 3572238"/>
                <a:gd name="connsiteX1" fmla="*/ 2929776 w 2929776"/>
                <a:gd name="connsiteY1" fmla="*/ 0 h 3572238"/>
                <a:gd name="connsiteX2" fmla="*/ 0 w 2929776"/>
                <a:gd name="connsiteY2" fmla="*/ 3572238 h 3572238"/>
                <a:gd name="connsiteX3" fmla="*/ 9427 w 2929776"/>
                <a:gd name="connsiteY3" fmla="*/ 238417 h 3572238"/>
                <a:gd name="connsiteX0" fmla="*/ 907 w 2930683"/>
                <a:gd name="connsiteY0" fmla="*/ 219563 h 3572238"/>
                <a:gd name="connsiteX1" fmla="*/ 2930683 w 2930683"/>
                <a:gd name="connsiteY1" fmla="*/ 0 h 3572238"/>
                <a:gd name="connsiteX2" fmla="*/ 907 w 2930683"/>
                <a:gd name="connsiteY2" fmla="*/ 3572238 h 3572238"/>
                <a:gd name="connsiteX3" fmla="*/ 907 w 2930683"/>
                <a:gd name="connsiteY3" fmla="*/ 219563 h 3572238"/>
                <a:gd name="connsiteX0" fmla="*/ 907 w 1837173"/>
                <a:gd name="connsiteY0" fmla="*/ 2180336 h 5533011"/>
                <a:gd name="connsiteX1" fmla="*/ 1837173 w 1837173"/>
                <a:gd name="connsiteY1" fmla="*/ 0 h 5533011"/>
                <a:gd name="connsiteX2" fmla="*/ 907 w 1837173"/>
                <a:gd name="connsiteY2" fmla="*/ 5533011 h 5533011"/>
                <a:gd name="connsiteX3" fmla="*/ 907 w 1837173"/>
                <a:gd name="connsiteY3" fmla="*/ 2180336 h 5533011"/>
                <a:gd name="connsiteX0" fmla="*/ 907 w 1837173"/>
                <a:gd name="connsiteY0" fmla="*/ 2218043 h 5533011"/>
                <a:gd name="connsiteX1" fmla="*/ 1837173 w 1837173"/>
                <a:gd name="connsiteY1" fmla="*/ 0 h 5533011"/>
                <a:gd name="connsiteX2" fmla="*/ 907 w 1837173"/>
                <a:gd name="connsiteY2" fmla="*/ 5533011 h 5533011"/>
                <a:gd name="connsiteX3" fmla="*/ 907 w 1837173"/>
                <a:gd name="connsiteY3" fmla="*/ 2218043 h 5533011"/>
              </a:gdLst>
              <a:ahLst/>
              <a:cxnLst>
                <a:cxn ang="0">
                  <a:pos x="connsiteX0" y="connsiteY0"/>
                </a:cxn>
                <a:cxn ang="0">
                  <a:pos x="connsiteX1" y="connsiteY1"/>
                </a:cxn>
                <a:cxn ang="0">
                  <a:pos x="connsiteX2" y="connsiteY2"/>
                </a:cxn>
                <a:cxn ang="0">
                  <a:pos x="connsiteX3" y="connsiteY3"/>
                </a:cxn>
              </a:cxnLst>
              <a:rect l="l" t="t" r="r" b="b"/>
              <a:pathLst>
                <a:path w="1837173" h="5533011">
                  <a:moveTo>
                    <a:pt x="907" y="2218043"/>
                  </a:moveTo>
                  <a:lnTo>
                    <a:pt x="1837173" y="0"/>
                  </a:lnTo>
                  <a:lnTo>
                    <a:pt x="907" y="5533011"/>
                  </a:lnTo>
                  <a:cubicBezTo>
                    <a:pt x="4049" y="4421737"/>
                    <a:pt x="-2235" y="3329317"/>
                    <a:pt x="907" y="2218043"/>
                  </a:cubicBezTo>
                  <a:close/>
                </a:path>
              </a:pathLst>
            </a:custGeom>
            <a:gradFill>
              <a:gsLst>
                <a:gs pos="45000">
                  <a:schemeClr val="accent2"/>
                </a:gs>
                <a:gs pos="100000">
                  <a:schemeClr val="accent2">
                    <a:lumMod val="75000"/>
                  </a:scheme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21" name="Content Placeholder 2">
            <a:extLst>
              <a:ext uri="{FF2B5EF4-FFF2-40B4-BE49-F238E27FC236}">
                <a16:creationId xmlns:a16="http://schemas.microsoft.com/office/drawing/2014/main" id="{564882EA-3D9E-4877-5961-B18BC092EF0A}"/>
              </a:ext>
            </a:extLst>
          </p:cNvPr>
          <p:cNvSpPr>
            <a:spLocks noGrp="1"/>
          </p:cNvSpPr>
          <p:nvPr>
            <p:ph idx="1"/>
          </p:nvPr>
        </p:nvSpPr>
        <p:spPr>
          <a:xfrm>
            <a:off x="525018" y="1449389"/>
            <a:ext cx="11151033" cy="3224211"/>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999302088"/>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showMasterSp="0" preserve="1" userDrawn="1">
  <p:cSld name="26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291179-6902-E446-8B91-02FCFB894D9F}"/>
              </a:ext>
            </a:extLst>
          </p:cNvPr>
          <p:cNvSpPr>
            <a:spLocks noGrp="1"/>
          </p:cNvSpPr>
          <p:nvPr>
            <p:ph type="title"/>
          </p:nvPr>
        </p:nvSpPr>
        <p:spPr/>
        <p:txBody>
          <a:bodyPr>
            <a:normAutofit/>
          </a:bodyPr>
          <a:lstStyle>
            <a:lvl1pPr>
              <a:defRPr sz="2800"/>
            </a:lvl1pPr>
          </a:lstStyle>
          <a:p>
            <a:r>
              <a:rPr lang="en-US"/>
              <a:t>Click to edit Master title style</a:t>
            </a:r>
          </a:p>
        </p:txBody>
      </p:sp>
      <p:grpSp>
        <p:nvGrpSpPr>
          <p:cNvPr id="15" name="Group 14">
            <a:extLst>
              <a:ext uri="{FF2B5EF4-FFF2-40B4-BE49-F238E27FC236}">
                <a16:creationId xmlns:a16="http://schemas.microsoft.com/office/drawing/2014/main" id="{83460EAF-4649-FF95-874E-A0109DF57C9B}"/>
              </a:ext>
            </a:extLst>
          </p:cNvPr>
          <p:cNvGrpSpPr/>
          <p:nvPr userDrawn="1"/>
        </p:nvGrpSpPr>
        <p:grpSpPr>
          <a:xfrm>
            <a:off x="-14763" y="4808928"/>
            <a:ext cx="7482363" cy="2067930"/>
            <a:chOff x="-14763" y="3909367"/>
            <a:chExt cx="10737232" cy="2967491"/>
          </a:xfrm>
        </p:grpSpPr>
        <p:sp>
          <p:nvSpPr>
            <p:cNvPr id="16" name="Rectangle 1">
              <a:extLst>
                <a:ext uri="{FF2B5EF4-FFF2-40B4-BE49-F238E27FC236}">
                  <a16:creationId xmlns:a16="http://schemas.microsoft.com/office/drawing/2014/main" id="{F10C9F18-66F6-E79A-6E06-65FA6FBC8669}"/>
                </a:ext>
              </a:extLst>
            </p:cNvPr>
            <p:cNvSpPr/>
            <p:nvPr userDrawn="1"/>
          </p:nvSpPr>
          <p:spPr>
            <a:xfrm>
              <a:off x="-14763" y="3909367"/>
              <a:ext cx="3570795" cy="1243814"/>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3570795"/>
                <a:gd name="connsiteY0" fmla="*/ 257273 h 1243814"/>
                <a:gd name="connsiteX1" fmla="*/ 3570795 w 3570795"/>
                <a:gd name="connsiteY1" fmla="*/ 0 h 1243814"/>
                <a:gd name="connsiteX2" fmla="*/ 0 w 3570795"/>
                <a:gd name="connsiteY2" fmla="*/ 1243814 h 1243814"/>
                <a:gd name="connsiteX3" fmla="*/ 0 w 3570795"/>
                <a:gd name="connsiteY3" fmla="*/ 257273 h 1243814"/>
              </a:gdLst>
              <a:ahLst/>
              <a:cxnLst>
                <a:cxn ang="0">
                  <a:pos x="connsiteX0" y="connsiteY0"/>
                </a:cxn>
                <a:cxn ang="0">
                  <a:pos x="connsiteX1" y="connsiteY1"/>
                </a:cxn>
                <a:cxn ang="0">
                  <a:pos x="connsiteX2" y="connsiteY2"/>
                </a:cxn>
                <a:cxn ang="0">
                  <a:pos x="connsiteX3" y="connsiteY3"/>
                </a:cxn>
              </a:cxnLst>
              <a:rect l="l" t="t" r="r" b="b"/>
              <a:pathLst>
                <a:path w="3570795" h="1243814">
                  <a:moveTo>
                    <a:pt x="0" y="257273"/>
                  </a:moveTo>
                  <a:lnTo>
                    <a:pt x="3570795" y="0"/>
                  </a:lnTo>
                  <a:lnTo>
                    <a:pt x="0" y="1243814"/>
                  </a:lnTo>
                  <a:lnTo>
                    <a:pt x="0" y="257273"/>
                  </a:lnTo>
                  <a:close/>
                </a:path>
              </a:pathLst>
            </a:custGeom>
            <a:gradFill>
              <a:gsLst>
                <a:gs pos="45000">
                  <a:schemeClr val="accent3"/>
                </a:gs>
                <a:gs pos="100000">
                  <a:schemeClr val="accent3">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7" name="Rectangle 1">
              <a:extLst>
                <a:ext uri="{FF2B5EF4-FFF2-40B4-BE49-F238E27FC236}">
                  <a16:creationId xmlns:a16="http://schemas.microsoft.com/office/drawing/2014/main" id="{03C9B154-C639-CDB7-2E12-E66ED22D2081}"/>
                </a:ext>
              </a:extLst>
            </p:cNvPr>
            <p:cNvSpPr/>
            <p:nvPr userDrawn="1"/>
          </p:nvSpPr>
          <p:spPr>
            <a:xfrm>
              <a:off x="0" y="3928225"/>
              <a:ext cx="3638746" cy="2924695"/>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606800"/>
                <a:gd name="connsiteY0" fmla="*/ 1244600 h 2146300"/>
                <a:gd name="connsiteX1" fmla="*/ 3606800 w 3606800"/>
                <a:gd name="connsiteY1" fmla="*/ 0 h 2146300"/>
                <a:gd name="connsiteX2" fmla="*/ 0 w 3606800"/>
                <a:gd name="connsiteY2" fmla="*/ 2146300 h 2146300"/>
                <a:gd name="connsiteX3" fmla="*/ 0 w 3606800"/>
                <a:gd name="connsiteY3" fmla="*/ 1244600 h 2146300"/>
                <a:gd name="connsiteX0" fmla="*/ 0 w 3606800"/>
                <a:gd name="connsiteY0" fmla="*/ 1244600 h 2857500"/>
                <a:gd name="connsiteX1" fmla="*/ 3606800 w 3606800"/>
                <a:gd name="connsiteY1" fmla="*/ 0 h 2857500"/>
                <a:gd name="connsiteX2" fmla="*/ 1727200 w 3606800"/>
                <a:gd name="connsiteY2" fmla="*/ 2857500 h 2857500"/>
                <a:gd name="connsiteX3" fmla="*/ 0 w 3606800"/>
                <a:gd name="connsiteY3" fmla="*/ 1244600 h 2857500"/>
                <a:gd name="connsiteX0" fmla="*/ 0 w 3606800"/>
                <a:gd name="connsiteY0" fmla="*/ 1244600 h 2902271"/>
                <a:gd name="connsiteX1" fmla="*/ 3606800 w 3606800"/>
                <a:gd name="connsiteY1" fmla="*/ 0 h 2902271"/>
                <a:gd name="connsiteX2" fmla="*/ 1727200 w 3606800"/>
                <a:gd name="connsiteY2" fmla="*/ 2857500 h 2902271"/>
                <a:gd name="connsiteX3" fmla="*/ 12700 w 3606800"/>
                <a:gd name="connsiteY3" fmla="*/ 2819400 h 2902271"/>
                <a:gd name="connsiteX4" fmla="*/ 0 w 3606800"/>
                <a:gd name="connsiteY4" fmla="*/ 1244600 h 2902271"/>
                <a:gd name="connsiteX0" fmla="*/ 0 w 3606800"/>
                <a:gd name="connsiteY0" fmla="*/ 1244600 h 2857500"/>
                <a:gd name="connsiteX1" fmla="*/ 3606800 w 3606800"/>
                <a:gd name="connsiteY1" fmla="*/ 0 h 2857500"/>
                <a:gd name="connsiteX2" fmla="*/ 1727200 w 3606800"/>
                <a:gd name="connsiteY2" fmla="*/ 2857500 h 2857500"/>
                <a:gd name="connsiteX3" fmla="*/ 12700 w 3606800"/>
                <a:gd name="connsiteY3" fmla="*/ 2819400 h 2857500"/>
                <a:gd name="connsiteX4" fmla="*/ 0 w 3606800"/>
                <a:gd name="connsiteY4" fmla="*/ 1244600 h 2857500"/>
                <a:gd name="connsiteX0" fmla="*/ 0 w 3606800"/>
                <a:gd name="connsiteY0" fmla="*/ 1244600 h 2866612"/>
                <a:gd name="connsiteX1" fmla="*/ 3606800 w 3606800"/>
                <a:gd name="connsiteY1" fmla="*/ 0 h 2866612"/>
                <a:gd name="connsiteX2" fmla="*/ 1727200 w 3606800"/>
                <a:gd name="connsiteY2" fmla="*/ 2857500 h 2866612"/>
                <a:gd name="connsiteX3" fmla="*/ 12700 w 3606800"/>
                <a:gd name="connsiteY3" fmla="*/ 2819400 h 2866612"/>
                <a:gd name="connsiteX4" fmla="*/ 0 w 3606800"/>
                <a:gd name="connsiteY4" fmla="*/ 1244600 h 2866612"/>
                <a:gd name="connsiteX0" fmla="*/ 0 w 3606800"/>
                <a:gd name="connsiteY0" fmla="*/ 1244600 h 2857500"/>
                <a:gd name="connsiteX1" fmla="*/ 3606800 w 3606800"/>
                <a:gd name="connsiteY1" fmla="*/ 0 h 2857500"/>
                <a:gd name="connsiteX2" fmla="*/ 1727200 w 3606800"/>
                <a:gd name="connsiteY2" fmla="*/ 2857500 h 2857500"/>
                <a:gd name="connsiteX3" fmla="*/ 12700 w 3606800"/>
                <a:gd name="connsiteY3" fmla="*/ 2819400 h 2857500"/>
                <a:gd name="connsiteX4" fmla="*/ 0 w 3606800"/>
                <a:gd name="connsiteY4" fmla="*/ 1244600 h 2857500"/>
                <a:gd name="connsiteX0" fmla="*/ 0 w 3606800"/>
                <a:gd name="connsiteY0" fmla="*/ 1244600 h 2857500"/>
                <a:gd name="connsiteX1" fmla="*/ 3606800 w 3606800"/>
                <a:gd name="connsiteY1" fmla="*/ 0 h 2857500"/>
                <a:gd name="connsiteX2" fmla="*/ 1727200 w 3606800"/>
                <a:gd name="connsiteY2" fmla="*/ 2857500 h 2857500"/>
                <a:gd name="connsiteX3" fmla="*/ 12700 w 3606800"/>
                <a:gd name="connsiteY3" fmla="*/ 2819400 h 2857500"/>
                <a:gd name="connsiteX4" fmla="*/ 0 w 3606800"/>
                <a:gd name="connsiteY4" fmla="*/ 1244600 h 2857500"/>
                <a:gd name="connsiteX0" fmla="*/ 0 w 3606800"/>
                <a:gd name="connsiteY0" fmla="*/ 1244600 h 2881832"/>
                <a:gd name="connsiteX1" fmla="*/ 3606800 w 3606800"/>
                <a:gd name="connsiteY1" fmla="*/ 0 h 2881832"/>
                <a:gd name="connsiteX2" fmla="*/ 1727200 w 3606800"/>
                <a:gd name="connsiteY2" fmla="*/ 2857500 h 2881832"/>
                <a:gd name="connsiteX3" fmla="*/ 5080 w 3606800"/>
                <a:gd name="connsiteY3" fmla="*/ 2865120 h 2881832"/>
                <a:gd name="connsiteX4" fmla="*/ 0 w 3606800"/>
                <a:gd name="connsiteY4" fmla="*/ 1244600 h 2881832"/>
                <a:gd name="connsiteX0" fmla="*/ 0 w 3606800"/>
                <a:gd name="connsiteY0" fmla="*/ 1244600 h 2865120"/>
                <a:gd name="connsiteX1" fmla="*/ 3606800 w 3606800"/>
                <a:gd name="connsiteY1" fmla="*/ 0 h 2865120"/>
                <a:gd name="connsiteX2" fmla="*/ 1727200 w 3606800"/>
                <a:gd name="connsiteY2" fmla="*/ 2857500 h 2865120"/>
                <a:gd name="connsiteX3" fmla="*/ 5080 w 3606800"/>
                <a:gd name="connsiteY3" fmla="*/ 2865120 h 2865120"/>
                <a:gd name="connsiteX4" fmla="*/ 0 w 3606800"/>
                <a:gd name="connsiteY4" fmla="*/ 1244600 h 2865120"/>
                <a:gd name="connsiteX0" fmla="*/ 0 w 3606800"/>
                <a:gd name="connsiteY0" fmla="*/ 1244600 h 2865120"/>
                <a:gd name="connsiteX1" fmla="*/ 3606800 w 3606800"/>
                <a:gd name="connsiteY1" fmla="*/ 0 h 2865120"/>
                <a:gd name="connsiteX2" fmla="*/ 1727200 w 3606800"/>
                <a:gd name="connsiteY2" fmla="*/ 2857500 h 2865120"/>
                <a:gd name="connsiteX3" fmla="*/ 5080 w 3606800"/>
                <a:gd name="connsiteY3" fmla="*/ 2865120 h 2865120"/>
                <a:gd name="connsiteX4" fmla="*/ 0 w 3606800"/>
                <a:gd name="connsiteY4" fmla="*/ 1244600 h 28651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06800" h="2865120">
                  <a:moveTo>
                    <a:pt x="0" y="1244600"/>
                  </a:moveTo>
                  <a:lnTo>
                    <a:pt x="3606800" y="0"/>
                  </a:lnTo>
                  <a:lnTo>
                    <a:pt x="1727200" y="2857500"/>
                  </a:lnTo>
                  <a:lnTo>
                    <a:pt x="5080" y="2865120"/>
                  </a:lnTo>
                  <a:cubicBezTo>
                    <a:pt x="3387" y="2324947"/>
                    <a:pt x="1693" y="1784773"/>
                    <a:pt x="0" y="1244600"/>
                  </a:cubicBezTo>
                  <a:close/>
                </a:path>
              </a:pathLst>
            </a:custGeom>
            <a:gradFill>
              <a:gsLst>
                <a:gs pos="0">
                  <a:schemeClr val="accent3"/>
                </a:gs>
                <a:gs pos="100000">
                  <a:srgbClr val="1B75BC"/>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8" name="Rectangle 1">
              <a:extLst>
                <a:ext uri="{FF2B5EF4-FFF2-40B4-BE49-F238E27FC236}">
                  <a16:creationId xmlns:a16="http://schemas.microsoft.com/office/drawing/2014/main" id="{000905DE-A103-D404-B98D-ABB24F02A543}"/>
                </a:ext>
              </a:extLst>
            </p:cNvPr>
            <p:cNvSpPr/>
            <p:nvPr userDrawn="1"/>
          </p:nvSpPr>
          <p:spPr>
            <a:xfrm rot="16200000">
              <a:off x="1383972" y="4338949"/>
              <a:ext cx="2948633" cy="2127185"/>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2835504"/>
                <a:gd name="connsiteY0" fmla="*/ 0 h 1750636"/>
                <a:gd name="connsiteX1" fmla="*/ 2835504 w 2835504"/>
                <a:gd name="connsiteY1" fmla="*/ 1750636 h 1750636"/>
                <a:gd name="connsiteX2" fmla="*/ 0 w 2835504"/>
                <a:gd name="connsiteY2" fmla="*/ 901700 h 1750636"/>
                <a:gd name="connsiteX3" fmla="*/ 0 w 2835504"/>
                <a:gd name="connsiteY3" fmla="*/ 0 h 1750636"/>
                <a:gd name="connsiteX0" fmla="*/ 0 w 2835504"/>
                <a:gd name="connsiteY0" fmla="*/ 0 h 1750636"/>
                <a:gd name="connsiteX1" fmla="*/ 2835504 w 2835504"/>
                <a:gd name="connsiteY1" fmla="*/ 1750636 h 1750636"/>
                <a:gd name="connsiteX2" fmla="*/ 0 w 2835504"/>
                <a:gd name="connsiteY2" fmla="*/ 1684125 h 1750636"/>
                <a:gd name="connsiteX3" fmla="*/ 0 w 2835504"/>
                <a:gd name="connsiteY3" fmla="*/ 0 h 1750636"/>
                <a:gd name="connsiteX0" fmla="*/ 0 w 2835504"/>
                <a:gd name="connsiteY0" fmla="*/ 0 h 1873184"/>
                <a:gd name="connsiteX1" fmla="*/ 2835504 w 2835504"/>
                <a:gd name="connsiteY1" fmla="*/ 1873184 h 1873184"/>
                <a:gd name="connsiteX2" fmla="*/ 0 w 2835504"/>
                <a:gd name="connsiteY2" fmla="*/ 1806673 h 1873184"/>
                <a:gd name="connsiteX3" fmla="*/ 0 w 2835504"/>
                <a:gd name="connsiteY3" fmla="*/ 0 h 1873184"/>
                <a:gd name="connsiteX0" fmla="*/ 0 w 2863785"/>
                <a:gd name="connsiteY0" fmla="*/ 0 h 1863758"/>
                <a:gd name="connsiteX1" fmla="*/ 2863785 w 2863785"/>
                <a:gd name="connsiteY1" fmla="*/ 1863758 h 1863758"/>
                <a:gd name="connsiteX2" fmla="*/ 0 w 2863785"/>
                <a:gd name="connsiteY2" fmla="*/ 1806673 h 1863758"/>
                <a:gd name="connsiteX3" fmla="*/ 0 w 2863785"/>
                <a:gd name="connsiteY3" fmla="*/ 0 h 1863758"/>
                <a:gd name="connsiteX0" fmla="*/ 0 w 2863787"/>
                <a:gd name="connsiteY0" fmla="*/ 0 h 1835480"/>
                <a:gd name="connsiteX1" fmla="*/ 2863787 w 2863787"/>
                <a:gd name="connsiteY1" fmla="*/ 1835480 h 1835480"/>
                <a:gd name="connsiteX2" fmla="*/ 0 w 2863787"/>
                <a:gd name="connsiteY2" fmla="*/ 1806673 h 1835480"/>
                <a:gd name="connsiteX3" fmla="*/ 0 w 2863787"/>
                <a:gd name="connsiteY3" fmla="*/ 0 h 1835480"/>
                <a:gd name="connsiteX0" fmla="*/ 18857 w 2882644"/>
                <a:gd name="connsiteY0" fmla="*/ 0 h 2051772"/>
                <a:gd name="connsiteX1" fmla="*/ 2882644 w 2882644"/>
                <a:gd name="connsiteY1" fmla="*/ 1835480 h 2051772"/>
                <a:gd name="connsiteX2" fmla="*/ 0 w 2882644"/>
                <a:gd name="connsiteY2" fmla="*/ 2051772 h 2051772"/>
                <a:gd name="connsiteX3" fmla="*/ 18857 w 2882644"/>
                <a:gd name="connsiteY3" fmla="*/ 0 h 2051772"/>
                <a:gd name="connsiteX0" fmla="*/ 18857 w 2882644"/>
                <a:gd name="connsiteY0" fmla="*/ 0 h 2127185"/>
                <a:gd name="connsiteX1" fmla="*/ 2882644 w 2882644"/>
                <a:gd name="connsiteY1" fmla="*/ 1910893 h 2127185"/>
                <a:gd name="connsiteX2" fmla="*/ 0 w 2882644"/>
                <a:gd name="connsiteY2" fmla="*/ 2127185 h 2127185"/>
                <a:gd name="connsiteX3" fmla="*/ 18857 w 2882644"/>
                <a:gd name="connsiteY3" fmla="*/ 0 h 2127185"/>
              </a:gdLst>
              <a:ahLst/>
              <a:cxnLst>
                <a:cxn ang="0">
                  <a:pos x="connsiteX0" y="connsiteY0"/>
                </a:cxn>
                <a:cxn ang="0">
                  <a:pos x="connsiteX1" y="connsiteY1"/>
                </a:cxn>
                <a:cxn ang="0">
                  <a:pos x="connsiteX2" y="connsiteY2"/>
                </a:cxn>
                <a:cxn ang="0">
                  <a:pos x="connsiteX3" y="connsiteY3"/>
                </a:cxn>
              </a:cxnLst>
              <a:rect l="l" t="t" r="r" b="b"/>
              <a:pathLst>
                <a:path w="2882644" h="2127185">
                  <a:moveTo>
                    <a:pt x="18857" y="0"/>
                  </a:moveTo>
                  <a:lnTo>
                    <a:pt x="2882644" y="1910893"/>
                  </a:lnTo>
                  <a:lnTo>
                    <a:pt x="0" y="2127185"/>
                  </a:lnTo>
                  <a:lnTo>
                    <a:pt x="18857" y="0"/>
                  </a:lnTo>
                  <a:close/>
                </a:path>
              </a:pathLst>
            </a:custGeom>
            <a:gradFill>
              <a:gsLst>
                <a:gs pos="100000">
                  <a:schemeClr val="accent3"/>
                </a:gs>
                <a:gs pos="0">
                  <a:srgbClr val="1B75BC"/>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9" name="Rectangle 1">
              <a:extLst>
                <a:ext uri="{FF2B5EF4-FFF2-40B4-BE49-F238E27FC236}">
                  <a16:creationId xmlns:a16="http://schemas.microsoft.com/office/drawing/2014/main" id="{04B3BAE2-1CF0-CD26-7ADD-CD6A1BB9F72B}"/>
                </a:ext>
              </a:extLst>
            </p:cNvPr>
            <p:cNvSpPr/>
            <p:nvPr userDrawn="1"/>
          </p:nvSpPr>
          <p:spPr>
            <a:xfrm rot="16200000">
              <a:off x="4075788" y="3616875"/>
              <a:ext cx="2930683" cy="3572238"/>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2835504"/>
                <a:gd name="connsiteY0" fmla="*/ 0 h 1750636"/>
                <a:gd name="connsiteX1" fmla="*/ 2835504 w 2835504"/>
                <a:gd name="connsiteY1" fmla="*/ 1750636 h 1750636"/>
                <a:gd name="connsiteX2" fmla="*/ 0 w 2835504"/>
                <a:gd name="connsiteY2" fmla="*/ 901700 h 1750636"/>
                <a:gd name="connsiteX3" fmla="*/ 0 w 2835504"/>
                <a:gd name="connsiteY3" fmla="*/ 0 h 1750636"/>
                <a:gd name="connsiteX0" fmla="*/ 0 w 2835504"/>
                <a:gd name="connsiteY0" fmla="*/ 0 h 1750636"/>
                <a:gd name="connsiteX1" fmla="*/ 2835504 w 2835504"/>
                <a:gd name="connsiteY1" fmla="*/ 1750636 h 1750636"/>
                <a:gd name="connsiteX2" fmla="*/ 0 w 2835504"/>
                <a:gd name="connsiteY2" fmla="*/ 1684125 h 1750636"/>
                <a:gd name="connsiteX3" fmla="*/ 0 w 2835504"/>
                <a:gd name="connsiteY3" fmla="*/ 0 h 1750636"/>
                <a:gd name="connsiteX0" fmla="*/ 0 w 2835504"/>
                <a:gd name="connsiteY0" fmla="*/ 0 h 1873184"/>
                <a:gd name="connsiteX1" fmla="*/ 2835504 w 2835504"/>
                <a:gd name="connsiteY1" fmla="*/ 1873184 h 1873184"/>
                <a:gd name="connsiteX2" fmla="*/ 0 w 2835504"/>
                <a:gd name="connsiteY2" fmla="*/ 1806673 h 1873184"/>
                <a:gd name="connsiteX3" fmla="*/ 0 w 2835504"/>
                <a:gd name="connsiteY3" fmla="*/ 0 h 1873184"/>
                <a:gd name="connsiteX0" fmla="*/ 0 w 2863785"/>
                <a:gd name="connsiteY0" fmla="*/ 0 h 1863758"/>
                <a:gd name="connsiteX1" fmla="*/ 2863785 w 2863785"/>
                <a:gd name="connsiteY1" fmla="*/ 1863758 h 1863758"/>
                <a:gd name="connsiteX2" fmla="*/ 0 w 2863785"/>
                <a:gd name="connsiteY2" fmla="*/ 1806673 h 1863758"/>
                <a:gd name="connsiteX3" fmla="*/ 0 w 2863785"/>
                <a:gd name="connsiteY3" fmla="*/ 0 h 1863758"/>
                <a:gd name="connsiteX0" fmla="*/ 0 w 2863787"/>
                <a:gd name="connsiteY0" fmla="*/ 0 h 1835480"/>
                <a:gd name="connsiteX1" fmla="*/ 2863787 w 2863787"/>
                <a:gd name="connsiteY1" fmla="*/ 1835480 h 1835480"/>
                <a:gd name="connsiteX2" fmla="*/ 0 w 2863787"/>
                <a:gd name="connsiteY2" fmla="*/ 1806673 h 1835480"/>
                <a:gd name="connsiteX3" fmla="*/ 0 w 2863787"/>
                <a:gd name="connsiteY3" fmla="*/ 0 h 1835480"/>
                <a:gd name="connsiteX0" fmla="*/ 18857 w 2882644"/>
                <a:gd name="connsiteY0" fmla="*/ 0 h 2051772"/>
                <a:gd name="connsiteX1" fmla="*/ 2882644 w 2882644"/>
                <a:gd name="connsiteY1" fmla="*/ 1835480 h 2051772"/>
                <a:gd name="connsiteX2" fmla="*/ 0 w 2882644"/>
                <a:gd name="connsiteY2" fmla="*/ 2051772 h 2051772"/>
                <a:gd name="connsiteX3" fmla="*/ 18857 w 2882644"/>
                <a:gd name="connsiteY3" fmla="*/ 0 h 2051772"/>
                <a:gd name="connsiteX0" fmla="*/ 18857 w 2948632"/>
                <a:gd name="connsiteY0" fmla="*/ 210137 h 2261909"/>
                <a:gd name="connsiteX1" fmla="*/ 2948632 w 2948632"/>
                <a:gd name="connsiteY1" fmla="*/ 0 h 2261909"/>
                <a:gd name="connsiteX2" fmla="*/ 0 w 2948632"/>
                <a:gd name="connsiteY2" fmla="*/ 2261909 h 2261909"/>
                <a:gd name="connsiteX3" fmla="*/ 18857 w 2948632"/>
                <a:gd name="connsiteY3" fmla="*/ 210137 h 2261909"/>
                <a:gd name="connsiteX0" fmla="*/ 9427 w 2939202"/>
                <a:gd name="connsiteY0" fmla="*/ 210137 h 3543958"/>
                <a:gd name="connsiteX1" fmla="*/ 2939202 w 2939202"/>
                <a:gd name="connsiteY1" fmla="*/ 0 h 3543958"/>
                <a:gd name="connsiteX2" fmla="*/ 0 w 2939202"/>
                <a:gd name="connsiteY2" fmla="*/ 3543958 h 3543958"/>
                <a:gd name="connsiteX3" fmla="*/ 9427 w 2939202"/>
                <a:gd name="connsiteY3" fmla="*/ 210137 h 3543958"/>
                <a:gd name="connsiteX0" fmla="*/ 9427 w 2929776"/>
                <a:gd name="connsiteY0" fmla="*/ 238417 h 3572238"/>
                <a:gd name="connsiteX1" fmla="*/ 2929776 w 2929776"/>
                <a:gd name="connsiteY1" fmla="*/ 0 h 3572238"/>
                <a:gd name="connsiteX2" fmla="*/ 0 w 2929776"/>
                <a:gd name="connsiteY2" fmla="*/ 3572238 h 3572238"/>
                <a:gd name="connsiteX3" fmla="*/ 9427 w 2929776"/>
                <a:gd name="connsiteY3" fmla="*/ 238417 h 3572238"/>
                <a:gd name="connsiteX0" fmla="*/ 907 w 2930683"/>
                <a:gd name="connsiteY0" fmla="*/ 219563 h 3572238"/>
                <a:gd name="connsiteX1" fmla="*/ 2930683 w 2930683"/>
                <a:gd name="connsiteY1" fmla="*/ 0 h 3572238"/>
                <a:gd name="connsiteX2" fmla="*/ 907 w 2930683"/>
                <a:gd name="connsiteY2" fmla="*/ 3572238 h 3572238"/>
                <a:gd name="connsiteX3" fmla="*/ 907 w 2930683"/>
                <a:gd name="connsiteY3" fmla="*/ 219563 h 3572238"/>
              </a:gdLst>
              <a:ahLst/>
              <a:cxnLst>
                <a:cxn ang="0">
                  <a:pos x="connsiteX0" y="connsiteY0"/>
                </a:cxn>
                <a:cxn ang="0">
                  <a:pos x="connsiteX1" y="connsiteY1"/>
                </a:cxn>
                <a:cxn ang="0">
                  <a:pos x="connsiteX2" y="connsiteY2"/>
                </a:cxn>
                <a:cxn ang="0">
                  <a:pos x="connsiteX3" y="connsiteY3"/>
                </a:cxn>
              </a:cxnLst>
              <a:rect l="l" t="t" r="r" b="b"/>
              <a:pathLst>
                <a:path w="2930683" h="3572238">
                  <a:moveTo>
                    <a:pt x="907" y="219563"/>
                  </a:moveTo>
                  <a:lnTo>
                    <a:pt x="2930683" y="0"/>
                  </a:lnTo>
                  <a:lnTo>
                    <a:pt x="907" y="3572238"/>
                  </a:lnTo>
                  <a:cubicBezTo>
                    <a:pt x="4049" y="2460964"/>
                    <a:pt x="-2235" y="1330837"/>
                    <a:pt x="907" y="219563"/>
                  </a:cubicBezTo>
                  <a:close/>
                </a:path>
              </a:pathLst>
            </a:custGeom>
            <a:gradFill>
              <a:gsLst>
                <a:gs pos="0">
                  <a:schemeClr val="accent3"/>
                </a:gs>
                <a:gs pos="100000">
                  <a:schemeClr val="accent3">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0" name="Rectangle 1">
              <a:extLst>
                <a:ext uri="{FF2B5EF4-FFF2-40B4-BE49-F238E27FC236}">
                  <a16:creationId xmlns:a16="http://schemas.microsoft.com/office/drawing/2014/main" id="{686DEDC8-C71C-E1F8-0601-D93F92F46FB7}"/>
                </a:ext>
              </a:extLst>
            </p:cNvPr>
            <p:cNvSpPr/>
            <p:nvPr userDrawn="1"/>
          </p:nvSpPr>
          <p:spPr>
            <a:xfrm rot="16200000">
              <a:off x="7037377" y="3183243"/>
              <a:ext cx="1837173" cy="5533011"/>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2835504"/>
                <a:gd name="connsiteY0" fmla="*/ 0 h 1750636"/>
                <a:gd name="connsiteX1" fmla="*/ 2835504 w 2835504"/>
                <a:gd name="connsiteY1" fmla="*/ 1750636 h 1750636"/>
                <a:gd name="connsiteX2" fmla="*/ 0 w 2835504"/>
                <a:gd name="connsiteY2" fmla="*/ 901700 h 1750636"/>
                <a:gd name="connsiteX3" fmla="*/ 0 w 2835504"/>
                <a:gd name="connsiteY3" fmla="*/ 0 h 1750636"/>
                <a:gd name="connsiteX0" fmla="*/ 0 w 2835504"/>
                <a:gd name="connsiteY0" fmla="*/ 0 h 1750636"/>
                <a:gd name="connsiteX1" fmla="*/ 2835504 w 2835504"/>
                <a:gd name="connsiteY1" fmla="*/ 1750636 h 1750636"/>
                <a:gd name="connsiteX2" fmla="*/ 0 w 2835504"/>
                <a:gd name="connsiteY2" fmla="*/ 1684125 h 1750636"/>
                <a:gd name="connsiteX3" fmla="*/ 0 w 2835504"/>
                <a:gd name="connsiteY3" fmla="*/ 0 h 1750636"/>
                <a:gd name="connsiteX0" fmla="*/ 0 w 2835504"/>
                <a:gd name="connsiteY0" fmla="*/ 0 h 1873184"/>
                <a:gd name="connsiteX1" fmla="*/ 2835504 w 2835504"/>
                <a:gd name="connsiteY1" fmla="*/ 1873184 h 1873184"/>
                <a:gd name="connsiteX2" fmla="*/ 0 w 2835504"/>
                <a:gd name="connsiteY2" fmla="*/ 1806673 h 1873184"/>
                <a:gd name="connsiteX3" fmla="*/ 0 w 2835504"/>
                <a:gd name="connsiteY3" fmla="*/ 0 h 1873184"/>
                <a:gd name="connsiteX0" fmla="*/ 0 w 2863785"/>
                <a:gd name="connsiteY0" fmla="*/ 0 h 1863758"/>
                <a:gd name="connsiteX1" fmla="*/ 2863785 w 2863785"/>
                <a:gd name="connsiteY1" fmla="*/ 1863758 h 1863758"/>
                <a:gd name="connsiteX2" fmla="*/ 0 w 2863785"/>
                <a:gd name="connsiteY2" fmla="*/ 1806673 h 1863758"/>
                <a:gd name="connsiteX3" fmla="*/ 0 w 2863785"/>
                <a:gd name="connsiteY3" fmla="*/ 0 h 1863758"/>
                <a:gd name="connsiteX0" fmla="*/ 0 w 2863787"/>
                <a:gd name="connsiteY0" fmla="*/ 0 h 1835480"/>
                <a:gd name="connsiteX1" fmla="*/ 2863787 w 2863787"/>
                <a:gd name="connsiteY1" fmla="*/ 1835480 h 1835480"/>
                <a:gd name="connsiteX2" fmla="*/ 0 w 2863787"/>
                <a:gd name="connsiteY2" fmla="*/ 1806673 h 1835480"/>
                <a:gd name="connsiteX3" fmla="*/ 0 w 2863787"/>
                <a:gd name="connsiteY3" fmla="*/ 0 h 1835480"/>
                <a:gd name="connsiteX0" fmla="*/ 18857 w 2882644"/>
                <a:gd name="connsiteY0" fmla="*/ 0 h 2051772"/>
                <a:gd name="connsiteX1" fmla="*/ 2882644 w 2882644"/>
                <a:gd name="connsiteY1" fmla="*/ 1835480 h 2051772"/>
                <a:gd name="connsiteX2" fmla="*/ 0 w 2882644"/>
                <a:gd name="connsiteY2" fmla="*/ 2051772 h 2051772"/>
                <a:gd name="connsiteX3" fmla="*/ 18857 w 2882644"/>
                <a:gd name="connsiteY3" fmla="*/ 0 h 2051772"/>
                <a:gd name="connsiteX0" fmla="*/ 18857 w 2948632"/>
                <a:gd name="connsiteY0" fmla="*/ 210137 h 2261909"/>
                <a:gd name="connsiteX1" fmla="*/ 2948632 w 2948632"/>
                <a:gd name="connsiteY1" fmla="*/ 0 h 2261909"/>
                <a:gd name="connsiteX2" fmla="*/ 0 w 2948632"/>
                <a:gd name="connsiteY2" fmla="*/ 2261909 h 2261909"/>
                <a:gd name="connsiteX3" fmla="*/ 18857 w 2948632"/>
                <a:gd name="connsiteY3" fmla="*/ 210137 h 2261909"/>
                <a:gd name="connsiteX0" fmla="*/ 9427 w 2939202"/>
                <a:gd name="connsiteY0" fmla="*/ 210137 h 3543958"/>
                <a:gd name="connsiteX1" fmla="*/ 2939202 w 2939202"/>
                <a:gd name="connsiteY1" fmla="*/ 0 h 3543958"/>
                <a:gd name="connsiteX2" fmla="*/ 0 w 2939202"/>
                <a:gd name="connsiteY2" fmla="*/ 3543958 h 3543958"/>
                <a:gd name="connsiteX3" fmla="*/ 9427 w 2939202"/>
                <a:gd name="connsiteY3" fmla="*/ 210137 h 3543958"/>
                <a:gd name="connsiteX0" fmla="*/ 9427 w 2929776"/>
                <a:gd name="connsiteY0" fmla="*/ 238417 h 3572238"/>
                <a:gd name="connsiteX1" fmla="*/ 2929776 w 2929776"/>
                <a:gd name="connsiteY1" fmla="*/ 0 h 3572238"/>
                <a:gd name="connsiteX2" fmla="*/ 0 w 2929776"/>
                <a:gd name="connsiteY2" fmla="*/ 3572238 h 3572238"/>
                <a:gd name="connsiteX3" fmla="*/ 9427 w 2929776"/>
                <a:gd name="connsiteY3" fmla="*/ 238417 h 3572238"/>
                <a:gd name="connsiteX0" fmla="*/ 907 w 2930683"/>
                <a:gd name="connsiteY0" fmla="*/ 219563 h 3572238"/>
                <a:gd name="connsiteX1" fmla="*/ 2930683 w 2930683"/>
                <a:gd name="connsiteY1" fmla="*/ 0 h 3572238"/>
                <a:gd name="connsiteX2" fmla="*/ 907 w 2930683"/>
                <a:gd name="connsiteY2" fmla="*/ 3572238 h 3572238"/>
                <a:gd name="connsiteX3" fmla="*/ 907 w 2930683"/>
                <a:gd name="connsiteY3" fmla="*/ 219563 h 3572238"/>
                <a:gd name="connsiteX0" fmla="*/ 907 w 1837173"/>
                <a:gd name="connsiteY0" fmla="*/ 2180336 h 5533011"/>
                <a:gd name="connsiteX1" fmla="*/ 1837173 w 1837173"/>
                <a:gd name="connsiteY1" fmla="*/ 0 h 5533011"/>
                <a:gd name="connsiteX2" fmla="*/ 907 w 1837173"/>
                <a:gd name="connsiteY2" fmla="*/ 5533011 h 5533011"/>
                <a:gd name="connsiteX3" fmla="*/ 907 w 1837173"/>
                <a:gd name="connsiteY3" fmla="*/ 2180336 h 5533011"/>
                <a:gd name="connsiteX0" fmla="*/ 907 w 1837173"/>
                <a:gd name="connsiteY0" fmla="*/ 2218043 h 5533011"/>
                <a:gd name="connsiteX1" fmla="*/ 1837173 w 1837173"/>
                <a:gd name="connsiteY1" fmla="*/ 0 h 5533011"/>
                <a:gd name="connsiteX2" fmla="*/ 907 w 1837173"/>
                <a:gd name="connsiteY2" fmla="*/ 5533011 h 5533011"/>
                <a:gd name="connsiteX3" fmla="*/ 907 w 1837173"/>
                <a:gd name="connsiteY3" fmla="*/ 2218043 h 5533011"/>
              </a:gdLst>
              <a:ahLst/>
              <a:cxnLst>
                <a:cxn ang="0">
                  <a:pos x="connsiteX0" y="connsiteY0"/>
                </a:cxn>
                <a:cxn ang="0">
                  <a:pos x="connsiteX1" y="connsiteY1"/>
                </a:cxn>
                <a:cxn ang="0">
                  <a:pos x="connsiteX2" y="connsiteY2"/>
                </a:cxn>
                <a:cxn ang="0">
                  <a:pos x="connsiteX3" y="connsiteY3"/>
                </a:cxn>
              </a:cxnLst>
              <a:rect l="l" t="t" r="r" b="b"/>
              <a:pathLst>
                <a:path w="1837173" h="5533011">
                  <a:moveTo>
                    <a:pt x="907" y="2218043"/>
                  </a:moveTo>
                  <a:lnTo>
                    <a:pt x="1837173" y="0"/>
                  </a:lnTo>
                  <a:lnTo>
                    <a:pt x="907" y="5533011"/>
                  </a:lnTo>
                  <a:cubicBezTo>
                    <a:pt x="4049" y="4421737"/>
                    <a:pt x="-2235" y="3329317"/>
                    <a:pt x="907" y="2218043"/>
                  </a:cubicBezTo>
                  <a:close/>
                </a:path>
              </a:pathLst>
            </a:custGeom>
            <a:gradFill>
              <a:gsLst>
                <a:gs pos="45000">
                  <a:schemeClr val="accent3"/>
                </a:gs>
                <a:gs pos="100000">
                  <a:srgbClr val="1B75BC"/>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21" name="Content Placeholder 2">
            <a:extLst>
              <a:ext uri="{FF2B5EF4-FFF2-40B4-BE49-F238E27FC236}">
                <a16:creationId xmlns:a16="http://schemas.microsoft.com/office/drawing/2014/main" id="{564882EA-3D9E-4877-5961-B18BC092EF0A}"/>
              </a:ext>
            </a:extLst>
          </p:cNvPr>
          <p:cNvSpPr>
            <a:spLocks noGrp="1"/>
          </p:cNvSpPr>
          <p:nvPr>
            <p:ph idx="1"/>
          </p:nvPr>
        </p:nvSpPr>
        <p:spPr>
          <a:xfrm>
            <a:off x="525018" y="1449389"/>
            <a:ext cx="11151033" cy="3224211"/>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741162910"/>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showMasterSp="0"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A19B4F-E032-7842-81B5-F7DAEF0BD261}"/>
              </a:ext>
            </a:extLst>
          </p:cNvPr>
          <p:cNvSpPr>
            <a:spLocks noGrp="1"/>
          </p:cNvSpPr>
          <p:nvPr>
            <p:ph type="title"/>
          </p:nvPr>
        </p:nvSpPr>
        <p:spPr/>
        <p:txBody>
          <a:bodyPr>
            <a:normAutofit/>
          </a:bodyPr>
          <a:lstStyle>
            <a:lvl1pPr>
              <a:defRPr sz="2800"/>
            </a:lvl1pPr>
          </a:lstStyle>
          <a:p>
            <a:r>
              <a:rPr lang="en-US"/>
              <a:t>Click to edit Master title style</a:t>
            </a:r>
          </a:p>
        </p:txBody>
      </p:sp>
      <p:sp>
        <p:nvSpPr>
          <p:cNvPr id="6" name="Slide Number Placeholder 3">
            <a:extLst>
              <a:ext uri="{FF2B5EF4-FFF2-40B4-BE49-F238E27FC236}">
                <a16:creationId xmlns:a16="http://schemas.microsoft.com/office/drawing/2014/main" id="{B7A7A84D-8766-D045-8B74-31B5E18E5185}"/>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Tree>
    <p:extLst>
      <p:ext uri="{BB962C8B-B14F-4D97-AF65-F5344CB8AC3E}">
        <p14:creationId xmlns:p14="http://schemas.microsoft.com/office/powerpoint/2010/main" val="478025655"/>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53F30FBA-829C-6D43-A610-2ACFFB45657D}"/>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Tree>
    <p:extLst>
      <p:ext uri="{BB962C8B-B14F-4D97-AF65-F5344CB8AC3E}">
        <p14:creationId xmlns:p14="http://schemas.microsoft.com/office/powerpoint/2010/main" val="423898879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theme" Target="../theme/theme1.xml"/><Relationship Id="rId41" Type="http://schemas.openxmlformats.org/officeDocument/2006/relationships/image" Target="../media/image1.png"/><Relationship Id="rId42"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40.xml"/><Relationship Id="rId2" Type="http://schemas.openxmlformats.org/officeDocument/2006/relationships/slideLayout" Target="../slideLayouts/slideLayout41.xml"/><Relationship Id="rId3" Type="http://schemas.openxmlformats.org/officeDocument/2006/relationships/slideLayout" Target="../slideLayouts/slideLayout42.xml"/><Relationship Id="rId4" Type="http://schemas.openxmlformats.org/officeDocument/2006/relationships/slideLayout" Target="../slideLayouts/slideLayout43.xml"/><Relationship Id="rId5" Type="http://schemas.openxmlformats.org/officeDocument/2006/relationships/slideLayout" Target="../slideLayouts/slideLayout44.xml"/><Relationship Id="rId6" Type="http://schemas.openxmlformats.org/officeDocument/2006/relationships/slideLayout" Target="../slideLayouts/slideLayout45.xml"/><Relationship Id="rId7" Type="http://schemas.openxmlformats.org/officeDocument/2006/relationships/slideLayout" Target="../slideLayouts/slideLayout46.xml"/><Relationship Id="rId8" Type="http://schemas.openxmlformats.org/officeDocument/2006/relationships/slideLayout" Target="../slideLayouts/slideLayout47.xml"/><Relationship Id="rId9" Type="http://schemas.openxmlformats.org/officeDocument/2006/relationships/slideLayout" Target="../slideLayouts/slideLayout48.xml"/><Relationship Id="rId10" Type="http://schemas.openxmlformats.org/officeDocument/2006/relationships/slideLayout" Target="../slideLayouts/slideLayout49.xml"/><Relationship Id="rId11" Type="http://schemas.openxmlformats.org/officeDocument/2006/relationships/slideLayout" Target="../slideLayouts/slideLayout50.xml"/><Relationship Id="rId12" Type="http://schemas.openxmlformats.org/officeDocument/2006/relationships/slideLayout" Target="../slideLayouts/slideLayout51.xml"/><Relationship Id="rId13" Type="http://schemas.openxmlformats.org/officeDocument/2006/relationships/slideLayout" Target="../slideLayouts/slideLayout52.xml"/><Relationship Id="rId14" Type="http://schemas.openxmlformats.org/officeDocument/2006/relationships/slideLayout" Target="../slideLayouts/slideLayout53.xml"/><Relationship Id="rId15" Type="http://schemas.openxmlformats.org/officeDocument/2006/relationships/slideLayout" Target="../slideLayouts/slideLayout54.xml"/><Relationship Id="rId16" Type="http://schemas.openxmlformats.org/officeDocument/2006/relationships/slideLayout" Target="../slideLayouts/slideLayout55.xml"/><Relationship Id="rId17" Type="http://schemas.openxmlformats.org/officeDocument/2006/relationships/slideLayout" Target="../slideLayouts/slideLayout56.xml"/><Relationship Id="rId18" Type="http://schemas.openxmlformats.org/officeDocument/2006/relationships/slideLayout" Target="../slideLayouts/slideLayout57.xml"/><Relationship Id="rId19" Type="http://schemas.openxmlformats.org/officeDocument/2006/relationships/slideLayout" Target="../slideLayouts/slideLayout58.xml"/><Relationship Id="rId20" Type="http://schemas.openxmlformats.org/officeDocument/2006/relationships/slideLayout" Target="../slideLayouts/slideLayout59.xml"/><Relationship Id="rId21" Type="http://schemas.openxmlformats.org/officeDocument/2006/relationships/slideLayout" Target="../slideLayouts/slideLayout60.xml"/><Relationship Id="rId22" Type="http://schemas.openxmlformats.org/officeDocument/2006/relationships/slideLayout" Target="../slideLayouts/slideLayout61.xml"/><Relationship Id="rId23" Type="http://schemas.openxmlformats.org/officeDocument/2006/relationships/slideLayout" Target="../slideLayouts/slideLayout62.xml"/><Relationship Id="rId24" Type="http://schemas.openxmlformats.org/officeDocument/2006/relationships/slideLayout" Target="../slideLayouts/slideLayout63.xml"/><Relationship Id="rId25" Type="http://schemas.openxmlformats.org/officeDocument/2006/relationships/slideLayout" Target="../slideLayouts/slideLayout64.xml"/><Relationship Id="rId26" Type="http://schemas.openxmlformats.org/officeDocument/2006/relationships/slideLayout" Target="../slideLayouts/slideLayout65.xml"/><Relationship Id="rId27" Type="http://schemas.openxmlformats.org/officeDocument/2006/relationships/slideLayout" Target="../slideLayouts/slideLayout66.xml"/><Relationship Id="rId28" Type="http://schemas.openxmlformats.org/officeDocument/2006/relationships/slideLayout" Target="../slideLayouts/slideLayout67.xml"/><Relationship Id="rId29" Type="http://schemas.openxmlformats.org/officeDocument/2006/relationships/slideLayout" Target="../slideLayouts/slideLayout68.xml"/><Relationship Id="rId30" Type="http://schemas.openxmlformats.org/officeDocument/2006/relationships/slideLayout" Target="../slideLayouts/slideLayout69.xml"/><Relationship Id="rId31" Type="http://schemas.openxmlformats.org/officeDocument/2006/relationships/slideLayout" Target="../slideLayouts/slideLayout70.xml"/><Relationship Id="rId3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751D45D-9934-604D-99B4-7F9FD259C3C4}"/>
              </a:ext>
            </a:extLst>
          </p:cNvPr>
          <p:cNvSpPr>
            <a:spLocks noGrp="1"/>
          </p:cNvSpPr>
          <p:nvPr>
            <p:ph type="title"/>
          </p:nvPr>
        </p:nvSpPr>
        <p:spPr>
          <a:xfrm>
            <a:off x="525019" y="368300"/>
            <a:ext cx="11151044" cy="900114"/>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CF73DDE4-94D2-5D4A-8196-76F06726BE19}"/>
              </a:ext>
            </a:extLst>
          </p:cNvPr>
          <p:cNvSpPr>
            <a:spLocks noGrp="1"/>
          </p:cNvSpPr>
          <p:nvPr>
            <p:ph type="body" idx="1"/>
          </p:nvPr>
        </p:nvSpPr>
        <p:spPr>
          <a:xfrm>
            <a:off x="525018" y="1449389"/>
            <a:ext cx="11151033" cy="450056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4" name="Group 3">
            <a:extLst>
              <a:ext uri="{FF2B5EF4-FFF2-40B4-BE49-F238E27FC236}">
                <a16:creationId xmlns:a16="http://schemas.microsoft.com/office/drawing/2014/main" id="{8662BF66-4F9E-8D30-103D-C44E14CD1BAC}"/>
              </a:ext>
            </a:extLst>
          </p:cNvPr>
          <p:cNvGrpSpPr/>
          <p:nvPr userDrawn="1"/>
        </p:nvGrpSpPr>
        <p:grpSpPr>
          <a:xfrm>
            <a:off x="337362" y="6000547"/>
            <a:ext cx="1633336" cy="719658"/>
            <a:chOff x="160202" y="5758079"/>
            <a:chExt cx="2310184" cy="1017881"/>
          </a:xfrm>
        </p:grpSpPr>
        <p:pic>
          <p:nvPicPr>
            <p:cNvPr id="5" name="Picture 4">
              <a:extLst>
                <a:ext uri="{FF2B5EF4-FFF2-40B4-BE49-F238E27FC236}">
                  <a16:creationId xmlns:a16="http://schemas.microsoft.com/office/drawing/2014/main" id="{E7C626DE-394C-4914-C5B2-59BAC8AFA5D0}"/>
                </a:ext>
              </a:extLst>
            </p:cNvPr>
            <p:cNvPicPr>
              <a:picLocks noChangeAspect="1"/>
            </p:cNvPicPr>
            <p:nvPr/>
          </p:nvPicPr>
          <p:blipFill>
            <a:blip r:embed="rId41" cstate="screen">
              <a:extLst>
                <a:ext uri="{28A0092B-C50C-407E-A947-70E740481C1C}">
                  <a14:useLocalDpi xmlns:a14="http://schemas.microsoft.com/office/drawing/2010/main"/>
                </a:ext>
              </a:extLst>
            </a:blip>
            <a:stretch>
              <a:fillRect/>
            </a:stretch>
          </p:blipFill>
          <p:spPr>
            <a:xfrm>
              <a:off x="160202" y="5758079"/>
              <a:ext cx="2198685" cy="1017881"/>
            </a:xfrm>
            <a:prstGeom prst="rect">
              <a:avLst/>
            </a:prstGeom>
          </p:spPr>
        </p:pic>
        <p:cxnSp>
          <p:nvCxnSpPr>
            <p:cNvPr id="6" name="Straight Connector 5">
              <a:extLst>
                <a:ext uri="{FF2B5EF4-FFF2-40B4-BE49-F238E27FC236}">
                  <a16:creationId xmlns:a16="http://schemas.microsoft.com/office/drawing/2014/main" id="{D9B1BCF9-28F7-5132-DF0D-EBA2DF39BA52}"/>
                </a:ext>
              </a:extLst>
            </p:cNvPr>
            <p:cNvCxnSpPr>
              <a:cxnSpLocks/>
            </p:cNvCxnSpPr>
            <p:nvPr/>
          </p:nvCxnSpPr>
          <p:spPr>
            <a:xfrm>
              <a:off x="2470386" y="5980428"/>
              <a:ext cx="0" cy="573181"/>
            </a:xfrm>
            <a:prstGeom prst="line">
              <a:avLst/>
            </a:prstGeom>
            <a:ln>
              <a:solidFill>
                <a:schemeClr val="bg1">
                  <a:lumMod val="65000"/>
                </a:schemeClr>
              </a:solidFill>
            </a:ln>
          </p:spPr>
          <p:style>
            <a:lnRef idx="1">
              <a:schemeClr val="dk1"/>
            </a:lnRef>
            <a:fillRef idx="0">
              <a:schemeClr val="dk1"/>
            </a:fillRef>
            <a:effectRef idx="0">
              <a:schemeClr val="dk1"/>
            </a:effectRef>
            <a:fontRef idx="minor">
              <a:schemeClr val="tx1"/>
            </a:fontRef>
          </p:style>
        </p:cxnSp>
      </p:grpSp>
      <p:pic>
        <p:nvPicPr>
          <p:cNvPr id="7" name="Picture 2" descr="Coal Mining Health &amp; Safety Services | Coal Services">
            <a:extLst>
              <a:ext uri="{FF2B5EF4-FFF2-40B4-BE49-F238E27FC236}">
                <a16:creationId xmlns:a16="http://schemas.microsoft.com/office/drawing/2014/main" id="{4E5A161A-9D63-DE93-630B-CC3C952E7163}"/>
              </a:ext>
            </a:extLst>
          </p:cNvPr>
          <p:cNvPicPr>
            <a:picLocks noChangeAspect="1" noChangeArrowheads="1"/>
          </p:cNvPicPr>
          <p:nvPr userDrawn="1"/>
        </p:nvPicPr>
        <p:blipFill>
          <a:blip r:embed="rId42" cstate="screen">
            <a:extLst>
              <a:ext uri="{28A0092B-C50C-407E-A947-70E740481C1C}">
                <a14:useLocalDpi xmlns:a14="http://schemas.microsoft.com/office/drawing/2010/main"/>
              </a:ext>
            </a:extLst>
          </a:blip>
          <a:srcRect/>
          <a:stretch>
            <a:fillRect/>
          </a:stretch>
        </p:blipFill>
        <p:spPr bwMode="auto">
          <a:xfrm>
            <a:off x="2242624" y="6130926"/>
            <a:ext cx="971104" cy="471791"/>
          </a:xfrm>
          <a:prstGeom prst="rect">
            <a:avLst/>
          </a:prstGeom>
          <a:noFill/>
          <a:extLst>
            <a:ext uri="{909E8E84-426E-40DD-AFC4-6F175D3DCCD1}">
              <a14:hiddenFill xmlns:a14="http://schemas.microsoft.com/office/drawing/2010/main">
                <a:solidFill>
                  <a:srgbClr val="FFFFFF"/>
                </a:solidFill>
              </a14:hiddenFill>
            </a:ext>
          </a:extLst>
        </p:spPr>
      </p:pic>
      <p:sp>
        <p:nvSpPr>
          <p:cNvPr id="11" name="TextBox 10">
            <a:extLst>
              <a:ext uri="{FF2B5EF4-FFF2-40B4-BE49-F238E27FC236}">
                <a16:creationId xmlns:a16="http://schemas.microsoft.com/office/drawing/2014/main" id="{BEF960E2-91A0-CB6A-A7C3-C045C270FF0D}"/>
              </a:ext>
            </a:extLst>
          </p:cNvPr>
          <p:cNvSpPr txBox="1"/>
          <p:nvPr userDrawn="1"/>
        </p:nvSpPr>
        <p:spPr>
          <a:xfrm>
            <a:off x="7927089" y="6308575"/>
            <a:ext cx="3011070" cy="230832"/>
          </a:xfrm>
          <a:prstGeom prst="rect">
            <a:avLst/>
          </a:prstGeom>
          <a:noFill/>
        </p:spPr>
        <p:txBody>
          <a:bodyPr wrap="square" rtlCol="0" anchor="b">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AU" sz="900">
                <a:latin typeface="Roboto" panose="02000000000000000000" pitchFamily="2" charset="0"/>
                <a:ea typeface="Roboto" panose="02000000000000000000" pitchFamily="2" charset="0"/>
              </a:rPr>
              <a:t>© The Strategy Group 2026. All rights reserved</a:t>
            </a:r>
            <a:r>
              <a:rPr lang="en-AU" sz="800">
                <a:latin typeface="Roboto" panose="02000000000000000000" pitchFamily="2" charset="0"/>
                <a:ea typeface="Roboto" panose="02000000000000000000" pitchFamily="2" charset="0"/>
              </a:rPr>
              <a:t>. </a:t>
            </a:r>
          </a:p>
        </p:txBody>
      </p:sp>
      <p:sp>
        <p:nvSpPr>
          <p:cNvPr id="12" name="Slide Number Placeholder 3">
            <a:extLst>
              <a:ext uri="{FF2B5EF4-FFF2-40B4-BE49-F238E27FC236}">
                <a16:creationId xmlns:a16="http://schemas.microsoft.com/office/drawing/2014/main" id="{7621E0AC-692E-D20F-992A-AF88F018E659}"/>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Tree>
    <p:extLst>
      <p:ext uri="{BB962C8B-B14F-4D97-AF65-F5344CB8AC3E}">
        <p14:creationId xmlns:p14="http://schemas.microsoft.com/office/powerpoint/2010/main" val="766684962"/>
      </p:ext>
    </p:extLst>
  </p:cSld>
  <p:clrMap bg1="lt1" tx1="dk1" bg2="lt2" tx2="dk2" accent1="accent1" accent2="accent2" accent3="accent3" accent4="accent4" accent5="accent5" accent6="accent6" hlink="hlink" folHlink="folHlink"/>
  <p:sldLayoutIdLst>
    <p:sldLayoutId id="2147483846" r:id="rId1"/>
    <p:sldLayoutId id="2147483918" r:id="rId2"/>
    <p:sldLayoutId id="2147483919" r:id="rId3"/>
    <p:sldLayoutId id="2147483920" r:id="rId4"/>
    <p:sldLayoutId id="2147483891" r:id="rId5"/>
    <p:sldLayoutId id="2147483926" r:id="rId6"/>
    <p:sldLayoutId id="2147483927" r:id="rId7"/>
    <p:sldLayoutId id="2147483916" r:id="rId8"/>
    <p:sldLayoutId id="2147483917" r:id="rId9"/>
    <p:sldLayoutId id="2147484027" r:id="rId10"/>
    <p:sldLayoutId id="2147484030" r:id="rId11"/>
    <p:sldLayoutId id="2147484046" r:id="rId12"/>
    <p:sldLayoutId id="2147484047" r:id="rId13"/>
    <p:sldLayoutId id="2147484039" r:id="rId14"/>
    <p:sldLayoutId id="2147484043" r:id="rId15"/>
    <p:sldLayoutId id="2147483922" r:id="rId16"/>
    <p:sldLayoutId id="2147483928" r:id="rId17"/>
    <p:sldLayoutId id="2147483929" r:id="rId18"/>
    <p:sldLayoutId id="2147483930" r:id="rId19"/>
    <p:sldLayoutId id="2147483915" r:id="rId20"/>
    <p:sldLayoutId id="2147483912" r:id="rId21"/>
    <p:sldLayoutId id="2147483931" r:id="rId22"/>
    <p:sldLayoutId id="2147483932" r:id="rId23"/>
    <p:sldLayoutId id="2147483933" r:id="rId24"/>
    <p:sldLayoutId id="2147483934" r:id="rId25"/>
    <p:sldLayoutId id="2147483935" r:id="rId26"/>
    <p:sldLayoutId id="2147483936" r:id="rId27"/>
    <p:sldLayoutId id="2147483881" r:id="rId28"/>
    <p:sldLayoutId id="2147483877" r:id="rId29"/>
    <p:sldLayoutId id="2147483910" r:id="rId30"/>
    <p:sldLayoutId id="2147483880" r:id="rId31"/>
    <p:sldLayoutId id="2147483907" r:id="rId32"/>
    <p:sldLayoutId id="2147483874" r:id="rId33"/>
    <p:sldLayoutId id="2147483908" r:id="rId34"/>
    <p:sldLayoutId id="2147483911" r:id="rId35"/>
    <p:sldLayoutId id="2147483913" r:id="rId36"/>
    <p:sldLayoutId id="2147483914" r:id="rId37"/>
    <p:sldLayoutId id="2147483850" r:id="rId38"/>
    <p:sldLayoutId id="2147483851" r:id="rId39"/>
  </p:sldLayoutIdLst>
  <p:hf hdr="0" ftr="0" dt="0"/>
  <p:txStyles>
    <p:titleStyle>
      <a:lvl1pPr algn="l" defTabSz="914400" rtl="0" eaLnBrk="1" latinLnBrk="0" hangingPunct="1">
        <a:lnSpc>
          <a:spcPct val="90000"/>
        </a:lnSpc>
        <a:spcBef>
          <a:spcPct val="0"/>
        </a:spcBef>
        <a:buNone/>
        <a:defRPr sz="2800" kern="1200">
          <a:solidFill>
            <a:schemeClr val="tx1"/>
          </a:solidFill>
          <a:latin typeface="Poppins" pitchFamily="2" charset="77"/>
          <a:ea typeface="+mj-ea"/>
          <a:cs typeface="Poppins" pitchFamily="2" charset="77"/>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Poppins Light" panose="00000400000000000000" pitchFamily="2" charset="0"/>
          <a:ea typeface="Lato" panose="020F0502020204030203" pitchFamily="34" charset="0"/>
          <a:cs typeface="Poppins Light" panose="00000400000000000000" pitchFamily="2"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Lato" panose="020F0502020204030203" pitchFamily="34" charset="0"/>
          <a:cs typeface="Lato" panose="020F0502020204030203"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Lato" panose="020F0502020204030203" pitchFamily="34" charset="0"/>
          <a:cs typeface="Lato" panose="020F0502020204030203"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Lato" panose="020F0502020204030203" pitchFamily="34" charset="0"/>
          <a:cs typeface="Lato" panose="020F0502020204030203"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7355" userDrawn="1">
          <p15:clr>
            <a:srgbClr val="F26B43"/>
          </p15:clr>
        </p15:guide>
        <p15:guide id="5" pos="7129"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751D45D-9934-604D-99B4-7F9FD259C3C4}"/>
              </a:ext>
            </a:extLst>
          </p:cNvPr>
          <p:cNvSpPr>
            <a:spLocks noGrp="1"/>
          </p:cNvSpPr>
          <p:nvPr>
            <p:ph type="title"/>
          </p:nvPr>
        </p:nvSpPr>
        <p:spPr>
          <a:xfrm>
            <a:off x="525019" y="368300"/>
            <a:ext cx="11151044" cy="900114"/>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CF73DDE4-94D2-5D4A-8196-76F06726BE19}"/>
              </a:ext>
            </a:extLst>
          </p:cNvPr>
          <p:cNvSpPr>
            <a:spLocks noGrp="1"/>
          </p:cNvSpPr>
          <p:nvPr>
            <p:ph type="body" idx="1"/>
          </p:nvPr>
        </p:nvSpPr>
        <p:spPr>
          <a:xfrm>
            <a:off x="525018" y="1449389"/>
            <a:ext cx="11151033" cy="450056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765324002"/>
      </p:ext>
    </p:extLst>
  </p:cSld>
  <p:clrMap bg1="lt1" tx1="dk1" bg2="lt2" tx2="dk2" accent1="accent1" accent2="accent2" accent3="accent3" accent4="accent4" accent5="accent5" accent6="accent6" hlink="hlink" folHlink="folHlink"/>
  <p:sldLayoutIdLst>
    <p:sldLayoutId id="2147484049" r:id="rId1"/>
    <p:sldLayoutId id="2147484050" r:id="rId2"/>
    <p:sldLayoutId id="2147484051" r:id="rId3"/>
    <p:sldLayoutId id="2147484052" r:id="rId4"/>
    <p:sldLayoutId id="2147484053" r:id="rId5"/>
    <p:sldLayoutId id="2147484054" r:id="rId6"/>
    <p:sldLayoutId id="2147484055" r:id="rId7"/>
    <p:sldLayoutId id="2147484056" r:id="rId8"/>
    <p:sldLayoutId id="2147484057" r:id="rId9"/>
    <p:sldLayoutId id="2147484058" r:id="rId10"/>
    <p:sldLayoutId id="2147484059" r:id="rId11"/>
    <p:sldLayoutId id="2147484060" r:id="rId12"/>
    <p:sldLayoutId id="2147484061" r:id="rId13"/>
    <p:sldLayoutId id="2147484062" r:id="rId14"/>
    <p:sldLayoutId id="2147484063" r:id="rId15"/>
    <p:sldLayoutId id="2147484064" r:id="rId16"/>
    <p:sldLayoutId id="2147484065" r:id="rId17"/>
    <p:sldLayoutId id="2147484066" r:id="rId18"/>
    <p:sldLayoutId id="2147484067" r:id="rId19"/>
    <p:sldLayoutId id="2147484068" r:id="rId20"/>
    <p:sldLayoutId id="2147484069" r:id="rId21"/>
    <p:sldLayoutId id="2147484070" r:id="rId22"/>
    <p:sldLayoutId id="2147484071" r:id="rId23"/>
    <p:sldLayoutId id="2147484072" r:id="rId24"/>
    <p:sldLayoutId id="2147484073" r:id="rId25"/>
    <p:sldLayoutId id="2147484074" r:id="rId26"/>
    <p:sldLayoutId id="2147484075" r:id="rId27"/>
    <p:sldLayoutId id="2147484076" r:id="rId28"/>
    <p:sldLayoutId id="2147484077" r:id="rId29"/>
    <p:sldLayoutId id="2147484078" r:id="rId30"/>
    <p:sldLayoutId id="2147484079" r:id="rId31"/>
  </p:sldLayoutIdLst>
  <p:hf hdr="0" ftr="0" dt="0"/>
  <p:txStyles>
    <p:titleStyle>
      <a:lvl1pPr algn="l" defTabSz="914400" rtl="0" eaLnBrk="1" latinLnBrk="0" hangingPunct="1">
        <a:lnSpc>
          <a:spcPct val="90000"/>
        </a:lnSpc>
        <a:spcBef>
          <a:spcPct val="0"/>
        </a:spcBef>
        <a:buNone/>
        <a:defRPr sz="2800" kern="1200">
          <a:solidFill>
            <a:schemeClr val="tx1"/>
          </a:solidFill>
          <a:latin typeface="Poppins" pitchFamily="2" charset="77"/>
          <a:ea typeface="+mj-ea"/>
          <a:cs typeface="Poppins" pitchFamily="2" charset="77"/>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Poppins Light" panose="00000400000000000000" pitchFamily="2" charset="0"/>
          <a:ea typeface="Lato" panose="020F0502020204030203" pitchFamily="34" charset="0"/>
          <a:cs typeface="Poppins Light" panose="00000400000000000000" pitchFamily="2"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Lato" panose="020F0502020204030203" pitchFamily="34" charset="0"/>
          <a:cs typeface="Lato" panose="020F0502020204030203"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Lato" panose="020F0502020204030203" pitchFamily="34" charset="0"/>
          <a:cs typeface="Lato" panose="020F0502020204030203"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Lato" panose="020F0502020204030203" pitchFamily="34" charset="0"/>
          <a:cs typeface="Lato" panose="020F0502020204030203"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7355">
          <p15:clr>
            <a:srgbClr val="F26B43"/>
          </p15:clr>
        </p15:guide>
        <p15:guide id="5" pos="7129">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xml"/><Relationship Id="rId3" Type="http://schemas.openxmlformats.org/officeDocument/2006/relationships/image" Target="../media/image11.jpeg"/><Relationship Id="rId4" Type="http://schemas.openxmlformats.org/officeDocument/2006/relationships/image" Target="../media/image12.png"/><Relationship Id="rId5" Type="http://schemas.openxmlformats.org/officeDocument/2006/relationships/image" Target="../media/image13.svg"/><Relationship Id="rId6" Type="http://schemas.openxmlformats.org/officeDocument/2006/relationships/image" Target="../media/image14.sv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9.svg"/><Relationship Id="rId4" Type="http://schemas.openxmlformats.org/officeDocument/2006/relationships/image" Target="../media/image30.svg"/><Relationship Id="rId5" Type="http://schemas.openxmlformats.org/officeDocument/2006/relationships/image" Target="../media/image31.svg"/><Relationship Id="rId6" Type="http://schemas.openxmlformats.org/officeDocument/2006/relationships/image" Target="../media/image32.svg"/><Relationship Id="rId7" Type="http://schemas.openxmlformats.org/officeDocument/2006/relationships/image" Target="../media/image33.sv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3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3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 Id="rId3" Type="http://schemas.openxmlformats.org/officeDocument/2006/relationships/image" Target="../media/image11.jpeg"/><Relationship Id="rId4" Type="http://schemas.openxmlformats.org/officeDocument/2006/relationships/image" Target="../media/image12.png"/><Relationship Id="rId5" Type="http://schemas.openxmlformats.org/officeDocument/2006/relationships/image" Target="../media/image13.svg"/><Relationship Id="rId6" Type="http://schemas.openxmlformats.org/officeDocument/2006/relationships/image" Target="../media/image14.sv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9EC006-2222-832D-ED3B-9D349F9A757E}"/>
            </a:ext>
          </a:extLst>
        </p:cNvPr>
        <p:cNvGrpSpPr/>
        <p:nvPr/>
      </p:nvGrpSpPr>
      <p:grpSpPr>
        <a:xfrm>
          <a:off x="0" y="0"/>
          <a:ext cx="0" cy="0"/>
          <a:chOff x="0" y="0"/>
          <a:chExt cx="0" cy="0"/>
        </a:xfrm>
      </p:grpSpPr>
      <p:pic>
        <p:nvPicPr>
          <p:cNvPr id="3" name="Picture 2" descr="About Coal Services : A Specialised Health and Safety Scheme">
            <a:extLst>
              <a:ext uri="{FF2B5EF4-FFF2-40B4-BE49-F238E27FC236}">
                <a16:creationId xmlns:a16="http://schemas.microsoft.com/office/drawing/2014/main" id="{958C83BB-9788-1B17-1380-FFBE7D8CC71C}"/>
              </a:ext>
            </a:extLst>
          </p:cNvPr>
          <p:cNvPicPr>
            <a:picLocks noChangeAspect="1"/>
          </p:cNvPicPr>
          <p:nvPr/>
        </p:nvPicPr>
        <p:blipFill>
          <a:blip r:embed="rId3" cstate="screen">
            <a:extLst>
              <a:ext uri="{28A0092B-C50C-407E-A947-70E740481C1C}">
                <a14:useLocalDpi xmlns:a14="http://schemas.microsoft.com/office/drawing/2010/main"/>
              </a:ext>
            </a:extLst>
          </a:blip>
          <a:srcRect/>
          <a:stretch>
            <a:fillRect/>
          </a:stretch>
        </p:blipFill>
        <p:spPr>
          <a:xfrm>
            <a:off x="0" y="-12626"/>
            <a:ext cx="12191437" cy="6883252"/>
          </a:xfrm>
          <a:prstGeom prst="rect">
            <a:avLst/>
          </a:prstGeom>
        </p:spPr>
      </p:pic>
      <p:sp>
        <p:nvSpPr>
          <p:cNvPr id="9" name="Rectangle 8">
            <a:extLst>
              <a:ext uri="{FF2B5EF4-FFF2-40B4-BE49-F238E27FC236}">
                <a16:creationId xmlns:a16="http://schemas.microsoft.com/office/drawing/2014/main" id="{65F5A8F3-97DE-6DF4-DFE7-4AE104686192}"/>
              </a:ext>
            </a:extLst>
          </p:cNvPr>
          <p:cNvSpPr/>
          <p:nvPr/>
        </p:nvSpPr>
        <p:spPr>
          <a:xfrm>
            <a:off x="0" y="0"/>
            <a:ext cx="12191437" cy="6883253"/>
          </a:xfrm>
          <a:prstGeom prst="rect">
            <a:avLst/>
          </a:prstGeom>
          <a:solidFill>
            <a:schemeClr val="tx1">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Open Sans Light"/>
              <a:ea typeface="+mn-ea"/>
              <a:cs typeface="+mn-cs"/>
            </a:endParaRPr>
          </a:p>
        </p:txBody>
      </p:sp>
      <p:cxnSp>
        <p:nvCxnSpPr>
          <p:cNvPr id="8" name="Straight Connector 7">
            <a:extLst>
              <a:ext uri="{FF2B5EF4-FFF2-40B4-BE49-F238E27FC236}">
                <a16:creationId xmlns:a16="http://schemas.microsoft.com/office/drawing/2014/main" id="{182F0C0E-03BE-4E8A-9218-90A057E7882F}"/>
              </a:ext>
            </a:extLst>
          </p:cNvPr>
          <p:cNvCxnSpPr>
            <a:cxnSpLocks/>
          </p:cNvCxnSpPr>
          <p:nvPr/>
        </p:nvCxnSpPr>
        <p:spPr>
          <a:xfrm>
            <a:off x="599937" y="4292892"/>
            <a:ext cx="916629" cy="0"/>
          </a:xfrm>
          <a:prstGeom prst="line">
            <a:avLst/>
          </a:prstGeom>
          <a:ln w="38100" cap="rnd">
            <a:solidFill>
              <a:schemeClr val="accent3"/>
            </a:solidFill>
          </a:ln>
        </p:spPr>
        <p:style>
          <a:lnRef idx="1">
            <a:schemeClr val="accent1"/>
          </a:lnRef>
          <a:fillRef idx="0">
            <a:schemeClr val="accent1"/>
          </a:fillRef>
          <a:effectRef idx="0">
            <a:schemeClr val="accent1"/>
          </a:effectRef>
          <a:fontRef idx="minor">
            <a:schemeClr val="tx1"/>
          </a:fontRef>
        </p:style>
      </p:cxnSp>
      <p:sp>
        <p:nvSpPr>
          <p:cNvPr id="13" name="Subtitle 4">
            <a:extLst>
              <a:ext uri="{FF2B5EF4-FFF2-40B4-BE49-F238E27FC236}">
                <a16:creationId xmlns:a16="http://schemas.microsoft.com/office/drawing/2014/main" id="{E01ADEE1-26A6-0660-D47A-861E588A14B5}"/>
              </a:ext>
            </a:extLst>
          </p:cNvPr>
          <p:cNvSpPr>
            <a:spLocks noGrp="1"/>
          </p:cNvSpPr>
          <p:nvPr>
            <p:ph type="subTitle" idx="1"/>
          </p:nvPr>
        </p:nvSpPr>
        <p:spPr>
          <a:xfrm>
            <a:off x="499110" y="4534406"/>
            <a:ext cx="9144000" cy="1655762"/>
          </a:xfrm>
        </p:spPr>
        <p:txBody>
          <a:bodyPr vert="horz" lIns="91440" tIns="45720" rIns="91440" bIns="45720" rtlCol="0" anchor="t">
            <a:normAutofit/>
          </a:bodyPr>
          <a:lstStyle/>
          <a:p>
            <a:pPr>
              <a:lnSpc>
                <a:spcPct val="100000"/>
              </a:lnSpc>
              <a:spcBef>
                <a:spcPts val="0"/>
              </a:spcBef>
              <a:spcAft>
                <a:spcPts val="800"/>
              </a:spcAft>
            </a:pPr>
            <a:r>
              <a:rPr lang="en-GB" sz="1400">
                <a:solidFill>
                  <a:schemeClr val="bg1"/>
                </a:solidFill>
                <a:latin typeface="Poppins" pitchFamily="2" charset="77"/>
                <a:cs typeface="Poppins" pitchFamily="2" charset="77"/>
              </a:rPr>
              <a:t>What the GMT told us, and what happens next</a:t>
            </a:r>
          </a:p>
          <a:p>
            <a:pPr>
              <a:lnSpc>
                <a:spcPct val="100000"/>
              </a:lnSpc>
              <a:spcBef>
                <a:spcPts val="0"/>
              </a:spcBef>
              <a:spcAft>
                <a:spcPts val="800"/>
              </a:spcAft>
            </a:pPr>
            <a:r>
              <a:rPr lang="en-GB" sz="1400">
                <a:solidFill>
                  <a:schemeClr val="bg1"/>
                </a:solidFill>
                <a:latin typeface="Poppins" pitchFamily="2" charset="77"/>
                <a:cs typeface="Poppins" pitchFamily="2" charset="77"/>
              </a:rPr>
              <a:t>GMT working session, 21 October 2026</a:t>
            </a:r>
          </a:p>
        </p:txBody>
      </p:sp>
      <p:sp>
        <p:nvSpPr>
          <p:cNvPr id="14" name="Title 3">
            <a:extLst>
              <a:ext uri="{FF2B5EF4-FFF2-40B4-BE49-F238E27FC236}">
                <a16:creationId xmlns:a16="http://schemas.microsoft.com/office/drawing/2014/main" id="{39599FE2-127A-BB0A-FB8B-3061EE8581BC}"/>
              </a:ext>
            </a:extLst>
          </p:cNvPr>
          <p:cNvSpPr>
            <a:spLocks noGrp="1"/>
          </p:cNvSpPr>
          <p:nvPr>
            <p:ph type="ctrTitle"/>
          </p:nvPr>
        </p:nvSpPr>
        <p:spPr>
          <a:xfrm>
            <a:off x="499109" y="1653000"/>
            <a:ext cx="9144000" cy="2499699"/>
          </a:xfrm>
        </p:spPr>
        <p:txBody>
          <a:bodyPr>
            <a:normAutofit/>
          </a:bodyPr>
          <a:lstStyle/>
          <a:p>
            <a:pPr>
              <a:lnSpc>
                <a:spcPct val="100000"/>
              </a:lnSpc>
            </a:pPr>
            <a:r>
              <a:rPr lang="en-AU" b="1"/>
              <a:t>Industry Sentiment Scorecard:</a:t>
            </a:r>
            <a:br>
              <a:rPr lang="en-AU" b="1"/>
            </a:br>
            <a:r>
              <a:rPr lang="en-AU" b="1"/>
              <a:t>Workshop Outputs</a:t>
            </a:r>
            <a:endParaRPr lang="en-GB" b="1" noProof="0">
              <a:latin typeface="Poppins" pitchFamily="2" charset="77"/>
              <a:cs typeface="Poppins" pitchFamily="2" charset="77"/>
            </a:endParaRPr>
          </a:p>
        </p:txBody>
      </p:sp>
      <p:pic>
        <p:nvPicPr>
          <p:cNvPr id="16" name="Picture 15">
            <a:extLst>
              <a:ext uri="{FF2B5EF4-FFF2-40B4-BE49-F238E27FC236}">
                <a16:creationId xmlns:a16="http://schemas.microsoft.com/office/drawing/2014/main" id="{0B8E9BD2-09C0-3CE8-32EF-F822B1148CA8}"/>
              </a:ext>
            </a:extLst>
          </p:cNvPr>
          <p:cNvPicPr>
            <a:picLocks noChangeAspect="1"/>
          </p:cNvPicPr>
          <p:nvPr/>
        </p:nvPicPr>
        <p:blipFill>
          <a:blip r:embed="rId4" cstate="screen">
            <a:extLst>
              <a:ext uri="{28A0092B-C50C-407E-A947-70E740481C1C}">
                <a14:useLocalDpi xmlns:a14="http://schemas.microsoft.com/office/drawing/2010/main"/>
              </a:ext>
            </a:extLst>
          </a:blip>
          <a:srcRect/>
          <a:stretch/>
        </p:blipFill>
        <p:spPr>
          <a:xfrm>
            <a:off x="299519" y="6000382"/>
            <a:ext cx="1572883" cy="726691"/>
          </a:xfrm>
          <a:prstGeom prst="rect">
            <a:avLst/>
          </a:prstGeom>
        </p:spPr>
      </p:pic>
      <p:pic>
        <p:nvPicPr>
          <p:cNvPr id="4" name="Graphic 3">
            <a:extLst>
              <a:ext uri="{FF2B5EF4-FFF2-40B4-BE49-F238E27FC236}">
                <a16:creationId xmlns:a16="http://schemas.microsoft.com/office/drawing/2014/main" id="{A809D29D-F8AA-B053-D0E4-57C0F079C9E6}"/>
              </a:ext>
            </a:extLst>
          </p:cNvPr>
          <p:cNvPicPr>
            <a:picLocks noChangeAspect="1"/>
          </p:cNvPicPr>
          <p:nvPr/>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5"/>
              </a:ext>
            </a:extLst>
          </a:blip>
          <a:srcRect l="8654" t="36592" r="41735" b="22942"/>
          <a:stretch>
            <a:fillRect/>
          </a:stretch>
        </p:blipFill>
        <p:spPr>
          <a:xfrm>
            <a:off x="8130766" y="20202"/>
            <a:ext cx="4060671" cy="3312083"/>
          </a:xfrm>
          <a:prstGeom prst="rect">
            <a:avLst/>
          </a:prstGeom>
        </p:spPr>
      </p:pic>
      <p:pic>
        <p:nvPicPr>
          <p:cNvPr id="19" name="Picture 6">
            <a:extLst>
              <a:ext uri="{FF2B5EF4-FFF2-40B4-BE49-F238E27FC236}">
                <a16:creationId xmlns:a16="http://schemas.microsoft.com/office/drawing/2014/main" id="{15B59517-8ADD-FB27-58CF-D7BFFF0B4F86}"/>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499109" y="272505"/>
            <a:ext cx="2156226" cy="1189642"/>
          </a:xfrm>
          <a:prstGeom prst="rect">
            <a:avLst/>
          </a:prstGeom>
        </p:spPr>
      </p:pic>
    </p:spTree>
    <p:extLst>
      <p:ext uri="{BB962C8B-B14F-4D97-AF65-F5344CB8AC3E}">
        <p14:creationId xmlns:p14="http://schemas.microsoft.com/office/powerpoint/2010/main" val="130438443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E04E26-E604-813E-86D3-014AA1D9C32E}"/>
            </a:ext>
          </a:extLst>
        </p:cNvPr>
        <p:cNvGrpSpPr/>
        <p:nvPr/>
      </p:nvGrpSpPr>
      <p:grpSpPr>
        <a:xfrm>
          <a:off x="0" y="0"/>
          <a:ext cx="0" cy="0"/>
          <a:chOff x="0" y="0"/>
          <a:chExt cx="0" cy="0"/>
        </a:xfrm>
      </p:grpSpPr>
      <p:cxnSp>
        <p:nvCxnSpPr>
          <p:cNvPr id="5" name="Straight Connector 4">
            <a:extLst>
              <a:ext uri="{FF2B5EF4-FFF2-40B4-BE49-F238E27FC236}">
                <a16:creationId xmlns:a16="http://schemas.microsoft.com/office/drawing/2014/main" id="{3608ACD3-B5DF-52A8-4DE1-4D5D28F05B17}"/>
              </a:ext>
            </a:extLst>
          </p:cNvPr>
          <p:cNvCxnSpPr>
            <a:cxnSpLocks/>
            <a:stCxn id="6" idx="3"/>
          </p:cNvCxnSpPr>
          <p:nvPr/>
        </p:nvCxnSpPr>
        <p:spPr>
          <a:xfrm>
            <a:off x="2609641" y="277669"/>
            <a:ext cx="9582359" cy="0"/>
          </a:xfrm>
          <a:prstGeom prst="line">
            <a:avLst/>
          </a:prstGeom>
          <a:ln w="3175">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3" name="Straight Connector 2">
            <a:extLst>
              <a:ext uri="{FF2B5EF4-FFF2-40B4-BE49-F238E27FC236}">
                <a16:creationId xmlns:a16="http://schemas.microsoft.com/office/drawing/2014/main" id="{555E4999-7C88-D24F-75F2-28872F004E5D}"/>
              </a:ext>
            </a:extLst>
          </p:cNvPr>
          <p:cNvCxnSpPr>
            <a:cxnSpLocks/>
            <a:endCxn id="6" idx="1"/>
          </p:cNvCxnSpPr>
          <p:nvPr/>
        </p:nvCxnSpPr>
        <p:spPr>
          <a:xfrm>
            <a:off x="0" y="277669"/>
            <a:ext cx="548641" cy="0"/>
          </a:xfrm>
          <a:prstGeom prst="line">
            <a:avLst/>
          </a:prstGeom>
          <a:ln w="3175">
            <a:solidFill>
              <a:schemeClr val="accent6"/>
            </a:solidFill>
          </a:ln>
        </p:spPr>
        <p:style>
          <a:lnRef idx="1">
            <a:schemeClr val="accent1"/>
          </a:lnRef>
          <a:fillRef idx="0">
            <a:schemeClr val="accent1"/>
          </a:fillRef>
          <a:effectRef idx="0">
            <a:schemeClr val="accent1"/>
          </a:effectRef>
          <a:fontRef idx="minor">
            <a:schemeClr val="tx1"/>
          </a:fontRef>
        </p:style>
      </p:cxnSp>
      <p:sp>
        <p:nvSpPr>
          <p:cNvPr id="6" name="Text 0">
            <a:extLst>
              <a:ext uri="{FF2B5EF4-FFF2-40B4-BE49-F238E27FC236}">
                <a16:creationId xmlns:a16="http://schemas.microsoft.com/office/drawing/2014/main" id="{93F24A76-699F-A050-BCAC-71BD08B264A2}"/>
              </a:ext>
            </a:extLst>
          </p:cNvPr>
          <p:cNvSpPr/>
          <p:nvPr/>
        </p:nvSpPr>
        <p:spPr>
          <a:xfrm>
            <a:off x="548641" y="165782"/>
            <a:ext cx="2061000" cy="223773"/>
          </a:xfrm>
          <a:prstGeom prst="roundRect">
            <a:avLst>
              <a:gd name="adj" fmla="val 50000"/>
            </a:avLst>
          </a:prstGeom>
          <a:noFill/>
          <a:ln w="3175">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i="0" u="none" strike="noStrike" kern="0" cap="none" normalizeH="0" baseline="0" noProof="0">
                <a:ln>
                  <a:noFill/>
                </a:ln>
                <a:solidFill>
                  <a:schemeClr val="accent6"/>
                </a:solidFill>
                <a:effectLst/>
                <a:uLnTx/>
                <a:uFillTx/>
                <a:latin typeface="Poppins" pitchFamily="34" charset="0"/>
                <a:ea typeface="Poppins" pitchFamily="34" charset="-122"/>
                <a:cs typeface="Poppins" pitchFamily="34" charset="-120"/>
              </a:rPr>
              <a:t>ISS GMT Working Session</a:t>
            </a:r>
          </a:p>
        </p:txBody>
      </p:sp>
      <p:sp>
        <p:nvSpPr>
          <p:cNvPr id="14" name="Title 4">
            <a:extLst>
              <a:ext uri="{FF2B5EF4-FFF2-40B4-BE49-F238E27FC236}">
                <a16:creationId xmlns:a16="http://schemas.microsoft.com/office/drawing/2014/main" id="{15B0D0C6-2A12-4A64-5CA6-AFD820857D29}"/>
              </a:ext>
            </a:extLst>
          </p:cNvPr>
          <p:cNvSpPr txBox="1">
            <a:spLocks/>
          </p:cNvSpPr>
          <p:nvPr/>
        </p:nvSpPr>
        <p:spPr>
          <a:xfrm>
            <a:off x="525018" y="573082"/>
            <a:ext cx="11200000" cy="880000"/>
          </a:xfrm>
          <a:prstGeom prst="rect">
            <a:avLst/>
          </a:prstGeom>
        </p:spPr>
        <p:txBody>
          <a:bodyPr vert="horz" lIns="91440" tIns="45720" rIns="91440" bIns="45720" rtlCol="0" anchor="t">
            <a:noAutofit/>
          </a:bodyPr>
          <a:lstStyle>
            <a:defPPr>
              <a:defRPr lang="en-US"/>
            </a:defPPr>
            <a:lvl1pPr>
              <a:lnSpc>
                <a:spcPct val="114000"/>
              </a:lnSpc>
              <a:spcBef>
                <a:spcPct val="0"/>
              </a:spcBef>
              <a:buNone/>
              <a:defRPr sz="2200">
                <a:solidFill>
                  <a:schemeClr val="accent6">
                    <a:lumMod val="75000"/>
                  </a:schemeClr>
                </a:solidFill>
                <a:latin typeface="Poppins SemiBold" panose="00000700000000000000" pitchFamily="2" charset="0"/>
                <a:ea typeface="+mj-ea"/>
                <a:cs typeface="Poppins SemiBold" panose="00000700000000000000" pitchFamily="2" charset="0"/>
              </a:defRPr>
            </a:lvl1pPr>
          </a:lstStyle>
          <a:p>
            <a:r>
              <a:rPr lang="en-AU">
                <a:solidFill/>
              </a:rPr>
              <a:t>53 initiatives in one place, </a:t>
            </a:r>
            <a:r>
              <a:rPr lang="en-AU">
                <a:solidFill>
                  <a:schemeClr val="accent3"/>
                </a:solidFill>
              </a:rPr>
              <a:t>and what we share back on each</a:t>
            </a:r>
          </a:p>
        </p:txBody>
      </p:sp>
      <p:sp>
        <p:nvSpPr>
          <p:cNvPr id="2" name="Slide Number Placeholder 1">
            <a:extLst>
              <a:ext uri="{FF2B5EF4-FFF2-40B4-BE49-F238E27FC236}">
                <a16:creationId xmlns:a16="http://schemas.microsoft.com/office/drawing/2014/main" id="{2B6BE33A-60B5-E311-CB42-7B2F0308709E}"/>
              </a:ext>
            </a:extLst>
          </p:cNvPr>
          <p:cNvSpPr txBox="1">
            <a:spLocks/>
          </p:cNvSpPr>
          <p:nvPr/>
        </p:nvSpPr>
        <p:spPr>
          <a:xfrm>
            <a:off x="9309830" y="6429863"/>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9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FA8BD019-05FF-F145-A6E1-6EE5A88665E4}" type="slidenum">
              <a:rPr kumimoji="0" lang="en-AU" sz="900" b="0" i="0" u="none" strike="noStrike" kern="1200" cap="none" spc="0" normalizeH="0" baseline="0" noProof="0" smtClean="0">
                <a:ln>
                  <a:noFill/>
                </a:ln>
                <a:solidFill>
                  <a:schemeClr val="bg2">
                    <a:lumMod val="10000"/>
                  </a:schemeClr>
                </a:solidFill>
                <a:effectLst/>
                <a:uLnTx/>
                <a:uFillTx/>
                <a:latin typeface="Aptos" panose="020B0004020202020204" pitchFamily="34" charset="0"/>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AU" sz="900" b="0" i="0" u="none" strike="noStrike" kern="1200" cap="none" spc="0" normalizeH="0" baseline="0" noProof="0">
              <a:ln>
                <a:noFill/>
              </a:ln>
              <a:solidFill>
                <a:schemeClr val="bg2">
                  <a:lumMod val="10000"/>
                </a:schemeClr>
              </a:solidFill>
              <a:effectLst/>
              <a:uLnTx/>
              <a:uFillTx/>
              <a:latin typeface="Aptos" panose="020B0004020202020204" pitchFamily="34" charset="0"/>
              <a:ea typeface="+mn-ea"/>
              <a:cs typeface="+mn-cs"/>
            </a:endParaRPr>
          </a:p>
        </p:txBody>
      </p:sp>
      <p:graphicFrame>
        <p:nvGraphicFramePr>
          <p:cNvPr id="15" name="Table 14"/>
          <p:cNvGraphicFramePr>
            <a:graphicFrameLocks noGrp="1"/>
          </p:cNvGraphicFramePr>
          <p:nvPr/>
        </p:nvGraphicFramePr>
        <p:xfrm>
          <a:off x="475488" y="1298448"/>
          <a:ext cx="3675888" cy="3840480"/>
        </p:xfrm>
        <a:graphic>
          <a:graphicData uri="http://schemas.openxmlformats.org/drawingml/2006/table">
            <a:tbl>
              <a:tblPr firstRow="0" bandRow="0">
                <a:tableStyleId>{2D5ABB26-0587-4C30-8999-92F81FD0307C}</a:tableStyleId>
              </a:tblPr>
              <a:tblGrid>
                <a:gridCol w="1938528"/>
                <a:gridCol w="420624"/>
                <a:gridCol w="420624"/>
                <a:gridCol w="274320"/>
                <a:gridCol w="621792"/>
              </a:tblGrid>
              <a:tr h="182880">
                <a:tc>
                  <a:txBody>
                    <a:bodyPr wrap="square"/>
                    <a:lstStyle/>
                    <a:p>
                      <a:pPr algn="l">
                        <a:lnSpc>
                          <a:spcPct val="100000"/>
                        </a:lnSpc>
                        <a:spcBef>
                          <a:spcPts val="0"/>
                        </a:spcBef>
                        <a:spcAft>
                          <a:spcPts val="0"/>
                        </a:spcAft>
                      </a:pPr>
                      <a:r>
                        <a:rPr sz="700" b="1" i="0">
                          <a:solidFill>
                            <a:srgbClr val="FFFFFF"/>
                          </a:solidFill>
                          <a:latin typeface="Poppins SemiBold"/>
                        </a:rPr>
                        <a:t>Initiative</a:t>
                      </a:r>
                      <a:endParaRPr sz="700" lang="en-AU"/>
                    </a:p>
                  </a:txBody>
                  <a:tcPr marL="45720" marR="45720" marT="9144" marB="9144" anchor="ctr">
                    <a:solidFill>
                      <a:srgbClr val="445469"/>
                    </a:solidFill>
                  </a:tcPr>
                </a:tc>
                <a:tc>
                  <a:txBody>
                    <a:bodyPr wrap="square"/>
                    <a:lstStyle/>
                    <a:p>
                      <a:pPr algn="ctr">
                        <a:lnSpc>
                          <a:spcPct val="100000"/>
                        </a:lnSpc>
                        <a:spcBef>
                          <a:spcPts val="0"/>
                        </a:spcBef>
                        <a:spcAft>
                          <a:spcPts val="0"/>
                        </a:spcAft>
                      </a:pPr>
                      <a:r>
                        <a:rPr sz="700" b="1" i="0">
                          <a:solidFill>
                            <a:srgbClr val="FFFFFF"/>
                          </a:solidFill>
                          <a:latin typeface="Poppins SemiBold"/>
                        </a:rPr>
                        <a:t>Owner</a:t>
                      </a:r>
                      <a:endParaRPr sz="700" lang="en-AU"/>
                    </a:p>
                  </a:txBody>
                  <a:tcPr marL="45720" marR="45720" marT="9144" marB="9144" anchor="ctr">
                    <a:solidFill>
                      <a:srgbClr val="445469"/>
                    </a:solidFill>
                  </a:tcPr>
                </a:tc>
                <a:tc>
                  <a:txBody>
                    <a:bodyPr wrap="square"/>
                    <a:lstStyle/>
                    <a:p>
                      <a:pPr algn="ctr">
                        <a:lnSpc>
                          <a:spcPct val="100000"/>
                        </a:lnSpc>
                        <a:spcBef>
                          <a:spcPts val="0"/>
                        </a:spcBef>
                        <a:spcAft>
                          <a:spcPts val="0"/>
                        </a:spcAft>
                      </a:pPr>
                      <a:r>
                        <a:rPr sz="700" b="1" i="0">
                          <a:solidFill>
                            <a:srgbClr val="FFFFFF"/>
                          </a:solidFill>
                          <a:latin typeface="Poppins SemiBold"/>
                        </a:rPr>
                        <a:t>Theme</a:t>
                      </a:r>
                      <a:endParaRPr sz="700" lang="en-AU"/>
                    </a:p>
                  </a:txBody>
                  <a:tcPr marL="45720" marR="45720" marT="9144" marB="9144" anchor="ctr">
                    <a:solidFill>
                      <a:srgbClr val="445469"/>
                    </a:solidFill>
                  </a:tcPr>
                </a:tc>
                <a:tc>
                  <a:txBody>
                    <a:bodyPr wrap="square"/>
                    <a:lstStyle/>
                    <a:p>
                      <a:pPr algn="ctr">
                        <a:lnSpc>
                          <a:spcPct val="100000"/>
                        </a:lnSpc>
                        <a:spcBef>
                          <a:spcPts val="0"/>
                        </a:spcBef>
                        <a:spcAft>
                          <a:spcPts val="0"/>
                        </a:spcAft>
                      </a:pPr>
                      <a:r>
                        <a:rPr sz="700" b="1" i="0">
                          <a:solidFill>
                            <a:srgbClr val="FFFFFF"/>
                          </a:solidFill>
                          <a:latin typeface="Poppins SemiBold"/>
                        </a:rPr>
                        <a:t>Flag</a:t>
                      </a:r>
                      <a:endParaRPr sz="700" lang="en-AU"/>
                    </a:p>
                  </a:txBody>
                  <a:tcPr marL="45720" marR="45720" marT="9144" marB="9144" anchor="ctr">
                    <a:solidFill>
                      <a:srgbClr val="445469"/>
                    </a:solidFill>
                  </a:tcPr>
                </a:tc>
                <a:tc>
                  <a:txBody>
                    <a:bodyPr wrap="square"/>
                    <a:lstStyle/>
                    <a:p>
                      <a:pPr algn="ctr">
                        <a:lnSpc>
                          <a:spcPct val="100000"/>
                        </a:lnSpc>
                        <a:spcBef>
                          <a:spcPts val="0"/>
                        </a:spcBef>
                        <a:spcAft>
                          <a:spcPts val="0"/>
                        </a:spcAft>
                      </a:pPr>
                      <a:r>
                        <a:rPr sz="700" b="1" i="0">
                          <a:solidFill>
                            <a:srgbClr val="FFFFFF"/>
                          </a:solidFill>
                          <a:latin typeface="Poppins SemiBold"/>
                        </a:rPr>
                        <a:t>Share</a:t>
                      </a:r>
                      <a:endParaRPr sz="700" lang="en-AU"/>
                    </a:p>
                  </a:txBody>
                  <a:tcPr marL="45720" marR="45720" marT="9144" marB="9144" anchor="ctr">
                    <a:solidFill>
                      <a:srgbClr val="445469"/>
                    </a:solidFill>
                  </a:tcPr>
                </a:tc>
              </a:tr>
              <a:tr h="182880">
                <a:tc gridSpan="5">
                  <a:txBody>
                    <a:bodyPr wrap="square"/>
                    <a:lstStyle/>
                    <a:p>
                      <a:pPr algn="l">
                        <a:lnSpc>
                          <a:spcPct val="100000"/>
                        </a:lnSpc>
                        <a:spcBef>
                          <a:spcPts val="0"/>
                        </a:spcBef>
                        <a:spcAft>
                          <a:spcPts val="0"/>
                        </a:spcAft>
                      </a:pPr>
                      <a:r>
                        <a:rPr sz="750" b="1" i="0">
                          <a:solidFill>
                            <a:schemeClr val="accent3"/>
                          </a:solidFill>
                          <a:latin typeface="Poppins SemiBold"/>
                        </a:rPr>
                        <a:t>Pre-mapped and validated</a:t>
                      </a:r>
                      <a:endParaRPr sz="700" lang="en-AU"/>
                    </a:p>
                  </a:txBody>
                  <a:tcPr marL="45720" marR="45720" marT="9144" marB="9144" anchor="ctr">
                    <a:solidFill>
                      <a:schemeClr val="accent5">
                        <a:lumMod val="20000"/>
                        <a:lumOff val="80000"/>
                      </a:schemeClr>
                    </a:solidFill>
                  </a:tcPr>
                </a:tc>
                <a:tc hMerge="1">
                  <a:txBody>
                    <a:bodyPr/>
                    <a:lstStyle/>
                    <a:p/>
                  </a:txBody>
                  <a:tcPr/>
                </a:tc>
                <a:tc hMerge="1">
                  <a:txBody>
                    <a:bodyPr/>
                    <a:lstStyle/>
                    <a:p/>
                  </a:txBody>
                  <a:tcPr/>
                </a:tc>
                <a:tc hMerge="1">
                  <a:txBody>
                    <a:bodyPr/>
                    <a:lstStyle/>
                    <a:p/>
                  </a:txBody>
                  <a:tcPr/>
                </a:tc>
                <a:tc hMerge="1">
                  <a:txBody>
                    <a:bodyPr/>
                    <a:lstStyle/>
                    <a:p/>
                  </a:txBody>
                  <a:tcPr/>
                </a:tc>
              </a:tr>
              <a:tr h="182880">
                <a:tc>
                  <a:txBody>
                    <a:bodyPr wrap="square"/>
                    <a:lstStyle/>
                    <a:p>
                      <a:pPr algn="l">
                        <a:lnSpc>
                          <a:spcPct val="100000"/>
                        </a:lnSpc>
                        <a:spcBef>
                          <a:spcPts val="0"/>
                        </a:spcBef>
                        <a:spcAft>
                          <a:spcPts val="0"/>
                        </a:spcAft>
                      </a:pPr>
                      <a:r>
                        <a:rPr sz="750" b="0" i="0">
                          <a:solidFill>
                            <a:srgbClr val="445469"/>
                          </a:solidFill>
                          <a:latin typeface="Open Sans"/>
                        </a:rPr>
                        <a:t>1  </a:t>
                      </a:r>
                      <a:r>
                        <a:rPr sz="750" b="0" i="0">
                          <a:solidFill>
                            <a:srgbClr val="333F4F"/>
                          </a:solidFill>
                          <a:latin typeface="Open Sans"/>
                        </a:rPr>
                        <a:t>CMI Go to Green</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0" i="0">
                          <a:solidFill>
                            <a:srgbClr val="445469"/>
                          </a:solidFill>
                          <a:latin typeface="Open Sans"/>
                        </a:rPr>
                        <a:t>CMI</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1" i="0">
                          <a:solidFill>
                            <a:schemeClr val="accent3"/>
                          </a:solidFill>
                          <a:latin typeface="Open Sans"/>
                        </a:rPr>
                        <a:t>1 </a:t>
                      </a:r>
                      <a:r>
                        <a:rPr sz="750" b="1" i="0">
                          <a:solidFill>
                            <a:schemeClr val="accent1"/>
                          </a:solidFill>
                          <a:latin typeface="Open Sans"/>
                        </a:rPr>
                        <a:t>2 </a:t>
                      </a:r>
                      <a:r>
                        <a:rPr sz="750" b="1" i="0">
                          <a:solidFill>
                            <a:schemeClr val="accent2"/>
                          </a:solidFill>
                          <a:latin typeface="Open Sans"/>
                        </a:rPr>
                        <a:t>3 </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1" i="0">
                          <a:solidFill>
                            <a:schemeClr val="accent3"/>
                          </a:solidFill>
                          <a:latin typeface="Segoe UI Symbol"/>
                        </a:rPr>
                        <a:t>✓</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1" i="0">
                          <a:solidFill>
                            <a:srgbClr val="333F4F"/>
                          </a:solidFill>
                          <a:latin typeface="Open Sans"/>
                        </a:rPr>
                        <a:t>Progress</a:t>
                      </a:r>
                      <a:endParaRPr sz="700" lang="en-AU"/>
                    </a:p>
                  </a:txBody>
                  <a:tcPr marL="45720" marR="45720" marT="9144" marB="9144" anchor="ctr">
                    <a:solidFill>
                      <a:srgbClr val="FFFFFF"/>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2  </a:t>
                      </a:r>
                      <a:r>
                        <a:rPr sz="750" b="0" i="0">
                          <a:solidFill>
                            <a:srgbClr val="333F4F"/>
                          </a:solidFill>
                          <a:latin typeface="Open Sans"/>
                        </a:rPr>
                        <a:t>CX uplift (CX measurement framework, service standards)</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0" i="0">
                          <a:solidFill>
                            <a:srgbClr val="445469"/>
                          </a:solidFill>
                          <a:latin typeface="Open Sans"/>
                        </a:rPr>
                        <a:t>CEO</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1" i="0">
                          <a:solidFill>
                            <a:schemeClr val="accent3"/>
                          </a:solidFill>
                          <a:latin typeface="Open Sans"/>
                        </a:rPr>
                        <a:t>1 </a:t>
                      </a:r>
                      <a:r>
                        <a:rPr sz="750" b="1" i="0">
                          <a:solidFill>
                            <a:schemeClr val="accent1"/>
                          </a:solidFill>
                          <a:latin typeface="Open Sans"/>
                        </a:rPr>
                        <a:t>2 </a:t>
                      </a:r>
                      <a:r>
                        <a:rPr sz="750" b="1" i="0">
                          <a:solidFill>
                            <a:schemeClr val="accent2"/>
                          </a:solidFill>
                          <a:latin typeface="Open Sans"/>
                        </a:rPr>
                        <a:t>3 </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1" i="0">
                          <a:solidFill>
                            <a:schemeClr val="accent3"/>
                          </a:solidFill>
                          <a:latin typeface="Segoe UI Symbol"/>
                        </a:rPr>
                        <a:t>✓</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1" i="0">
                          <a:solidFill>
                            <a:srgbClr val="333F4F"/>
                          </a:solidFill>
                          <a:latin typeface="Open Sans"/>
                        </a:rPr>
                        <a:t>Awareness</a:t>
                      </a:r>
                      <a:endParaRPr sz="700" lang="en-AU"/>
                    </a:p>
                  </a:txBody>
                  <a:tcPr marL="45720" marR="45720" marT="9144" marB="9144" anchor="ctr">
                    <a:solidFill>
                      <a:srgbClr val="F3F6F9"/>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3  </a:t>
                      </a:r>
                      <a:r>
                        <a:rPr sz="750" b="0" i="0">
                          <a:solidFill>
                            <a:srgbClr val="333F4F"/>
                          </a:solidFill>
                          <a:latin typeface="Open Sans"/>
                        </a:rPr>
                        <a:t>Engagement Strategy</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0" i="0">
                          <a:solidFill>
                            <a:srgbClr val="445469"/>
                          </a:solidFill>
                          <a:latin typeface="Open Sans"/>
                        </a:rPr>
                        <a:t>CEO</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1" i="0">
                          <a:solidFill>
                            <a:schemeClr val="accent3"/>
                          </a:solidFill>
                          <a:latin typeface="Open Sans"/>
                        </a:rPr>
                        <a:t>1 </a:t>
                      </a:r>
                      <a:r>
                        <a:rPr sz="750" b="1" i="0">
                          <a:solidFill>
                            <a:schemeClr val="accent1"/>
                          </a:solidFill>
                          <a:latin typeface="Open Sans"/>
                        </a:rPr>
                        <a:t>2 </a:t>
                      </a:r>
                      <a:r>
                        <a:rPr sz="750" b="1" i="0">
                          <a:solidFill>
                            <a:schemeClr val="accent2"/>
                          </a:solidFill>
                          <a:latin typeface="Open Sans"/>
                        </a:rPr>
                        <a:t>3 </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4  </a:t>
                      </a:r>
                      <a:r>
                        <a:rPr sz="750" b="0" i="0">
                          <a:solidFill>
                            <a:srgbClr val="333F4F"/>
                          </a:solidFill>
                          <a:latin typeface="Open Sans"/>
                        </a:rPr>
                        <a:t>Complaints and feedback uplift (Bowtie remediation)</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0" i="0">
                          <a:solidFill>
                            <a:srgbClr val="445469"/>
                          </a:solidFill>
                          <a:latin typeface="Open Sans"/>
                        </a:rPr>
                        <a:t>CEO</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1" i="0">
                          <a:solidFill>
                            <a:schemeClr val="accent3"/>
                          </a:solidFill>
                          <a:latin typeface="Open Sans"/>
                        </a:rPr>
                        <a:t>1 </a:t>
                      </a:r>
                      <a:r>
                        <a:rPr sz="750" b="1" i="0">
                          <a:solidFill>
                            <a:schemeClr val="accent1"/>
                          </a:solidFill>
                          <a:latin typeface="Open Sans"/>
                        </a:rPr>
                        <a:t>2 </a:t>
                      </a:r>
                      <a:r>
                        <a:rPr sz="750" b="1" i="0">
                          <a:solidFill>
                            <a:schemeClr val="accent2"/>
                          </a:solidFill>
                          <a:latin typeface="Open Sans"/>
                        </a:rPr>
                        <a:t>3 </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1" i="0">
                          <a:solidFill>
                            <a:schemeClr val="accent3"/>
                          </a:solidFill>
                          <a:latin typeface="Segoe UI Symbol"/>
                        </a:rPr>
                        <a:t>✓</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5  </a:t>
                      </a:r>
                      <a:r>
                        <a:rPr sz="750" b="0" i="0">
                          <a:solidFill>
                            <a:srgbClr val="333F4F"/>
                          </a:solidFill>
                          <a:latin typeface="Open Sans"/>
                        </a:rPr>
                        <a:t>MSOH Customer Reporting Portal</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0" i="0">
                          <a:solidFill>
                            <a:srgbClr val="445469"/>
                          </a:solidFill>
                          <a:latin typeface="Open Sans"/>
                        </a:rPr>
                        <a:t>MRRC</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1" i="0">
                          <a:solidFill>
                            <a:schemeClr val="accent3"/>
                          </a:solidFill>
                          <a:latin typeface="Open Sans"/>
                        </a:rPr>
                        <a:t>1 </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6  </a:t>
                      </a:r>
                      <a:r>
                        <a:rPr sz="750" b="0" i="0">
                          <a:solidFill>
                            <a:srgbClr val="333F4F"/>
                          </a:solidFill>
                          <a:latin typeface="Open Sans"/>
                        </a:rPr>
                        <a:t>IT Data Strategy and Implementation</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0" i="0">
                          <a:solidFill>
                            <a:srgbClr val="445469"/>
                          </a:solidFill>
                          <a:latin typeface="Open Sans"/>
                        </a:rPr>
                        <a:t>CIO</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1" i="0">
                          <a:solidFill>
                            <a:schemeClr val="accent3"/>
                          </a:solidFill>
                          <a:latin typeface="Open Sans"/>
                        </a:rPr>
                        <a:t>1 </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7  </a:t>
                      </a:r>
                      <a:r>
                        <a:rPr sz="750" b="0" i="0">
                          <a:solidFill>
                            <a:srgbClr val="333F4F"/>
                          </a:solidFill>
                          <a:latin typeface="Open Sans"/>
                        </a:rPr>
                        <a:t>IT Records management uplift</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0" i="0">
                          <a:solidFill>
                            <a:srgbClr val="445469"/>
                          </a:solidFill>
                          <a:latin typeface="Open Sans"/>
                        </a:rPr>
                        <a:t>CIO</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1" i="0">
                          <a:solidFill>
                            <a:schemeClr val="accent3"/>
                          </a:solidFill>
                          <a:latin typeface="Open Sans"/>
                        </a:rPr>
                        <a:t>1 </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8  </a:t>
                      </a:r>
                      <a:r>
                        <a:rPr sz="750" b="0" i="0">
                          <a:solidFill>
                            <a:srgbClr val="333F4F"/>
                          </a:solidFill>
                          <a:latin typeface="Open Sans"/>
                        </a:rPr>
                        <a:t>CMI Capability uplift</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0" i="0">
                          <a:solidFill>
                            <a:srgbClr val="445469"/>
                          </a:solidFill>
                          <a:latin typeface="Open Sans"/>
                        </a:rPr>
                        <a:t>CMI</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1" i="0">
                          <a:solidFill>
                            <a:schemeClr val="accent1"/>
                          </a:solidFill>
                          <a:latin typeface="Open Sans"/>
                        </a:rPr>
                        <a:t>2 </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9  </a:t>
                      </a:r>
                      <a:r>
                        <a:rPr sz="750" b="0" i="0">
                          <a:solidFill>
                            <a:srgbClr val="333F4F"/>
                          </a:solidFill>
                          <a:latin typeface="Open Sans"/>
                        </a:rPr>
                        <a:t>Process Excellence capability uplift</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0" i="0">
                          <a:solidFill>
                            <a:srgbClr val="445469"/>
                          </a:solidFill>
                          <a:latin typeface="Open Sans"/>
                        </a:rPr>
                        <a:t>CEO</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1" i="0">
                          <a:solidFill>
                            <a:schemeClr val="accent1"/>
                          </a:solidFill>
                          <a:latin typeface="Open Sans"/>
                        </a:rPr>
                        <a:t>2 </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10  </a:t>
                      </a:r>
                      <a:r>
                        <a:rPr sz="750" b="0" i="0">
                          <a:solidFill>
                            <a:srgbClr val="333F4F"/>
                          </a:solidFill>
                          <a:latin typeface="Open Sans"/>
                        </a:rPr>
                        <a:t>CSH Mobile Health Units</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0" i="0">
                          <a:solidFill>
                            <a:srgbClr val="445469"/>
                          </a:solidFill>
                          <a:latin typeface="Open Sans"/>
                        </a:rPr>
                        <a:t>Capital</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1" i="0">
                          <a:solidFill>
                            <a:schemeClr val="accent1"/>
                          </a:solidFill>
                          <a:latin typeface="Open Sans"/>
                        </a:rPr>
                        <a:t>2 </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11  </a:t>
                      </a:r>
                      <a:r>
                        <a:rPr sz="750" b="0" i="0">
                          <a:solidFill>
                            <a:srgbClr val="333F4F"/>
                          </a:solidFill>
                          <a:latin typeface="Open Sans"/>
                        </a:rPr>
                        <a:t>MRRC Customer service experience uplift</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0" i="0">
                          <a:solidFill>
                            <a:srgbClr val="445469"/>
                          </a:solidFill>
                          <a:latin typeface="Open Sans"/>
                        </a:rPr>
                        <a:t>MRRC</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1" i="0">
                          <a:solidFill>
                            <a:schemeClr val="accent1"/>
                          </a:solidFill>
                          <a:latin typeface="Open Sans"/>
                        </a:rPr>
                        <a:t>2 </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12  </a:t>
                      </a:r>
                      <a:r>
                        <a:rPr sz="750" b="0" i="0">
                          <a:solidFill>
                            <a:srgbClr val="333F4F"/>
                          </a:solidFill>
                          <a:latin typeface="Open Sans"/>
                        </a:rPr>
                        <a:t>CSH Service value review and delivery model (incl. service value model)</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0" i="0">
                          <a:solidFill>
                            <a:srgbClr val="445469"/>
                          </a:solidFill>
                          <a:latin typeface="Open Sans"/>
                        </a:rPr>
                        <a:t>CSH</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1" i="0">
                          <a:solidFill>
                            <a:schemeClr val="accent2"/>
                          </a:solidFill>
                          <a:latin typeface="Open Sans"/>
                        </a:rPr>
                        <a:t>3 </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13  </a:t>
                      </a:r>
                      <a:r>
                        <a:rPr sz="750" b="0" i="0">
                          <a:solidFill>
                            <a:srgbClr val="333F4F"/>
                          </a:solidFill>
                          <a:latin typeface="Open Sans"/>
                        </a:rPr>
                        <a:t>MR Levy clarity, bang for buck (renamed on the day)</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0" i="0">
                          <a:solidFill>
                            <a:srgbClr val="445469"/>
                          </a:solidFill>
                          <a:latin typeface="Open Sans"/>
                        </a:rPr>
                        <a:t>MRRC</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1" i="0">
                          <a:solidFill>
                            <a:schemeClr val="accent2"/>
                          </a:solidFill>
                          <a:latin typeface="Open Sans"/>
                        </a:rPr>
                        <a:t>3 </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1" i="0">
                          <a:solidFill>
                            <a:schemeClr val="accent3"/>
                          </a:solidFill>
                          <a:latin typeface="Segoe UI Symbol"/>
                        </a:rPr>
                        <a:t>✓</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14  </a:t>
                      </a:r>
                      <a:r>
                        <a:rPr sz="750" b="0" i="0">
                          <a:solidFill>
                            <a:srgbClr val="333F4F"/>
                          </a:solidFill>
                          <a:latin typeface="Open Sans"/>
                        </a:rPr>
                        <a:t>MRRC Industry engagement and value to industry</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0" i="0">
                          <a:solidFill>
                            <a:srgbClr val="445469"/>
                          </a:solidFill>
                          <a:latin typeface="Open Sans"/>
                        </a:rPr>
                        <a:t>MRRC</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1" i="0">
                          <a:solidFill>
                            <a:schemeClr val="accent2"/>
                          </a:solidFill>
                          <a:latin typeface="Open Sans"/>
                        </a:rPr>
                        <a:t>3 </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15  </a:t>
                      </a:r>
                      <a:r>
                        <a:rPr sz="750" b="0" i="0">
                          <a:solidFill>
                            <a:srgbClr val="333F4F"/>
                          </a:solidFill>
                          <a:latin typeface="Open Sans"/>
                        </a:rPr>
                        <a:t>CSS Industry Outlook</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0" i="0">
                          <a:solidFill>
                            <a:srgbClr val="445469"/>
                          </a:solidFill>
                          <a:latin typeface="Open Sans"/>
                        </a:rPr>
                        <a:t>CSS</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1" i="0">
                          <a:solidFill>
                            <a:schemeClr val="accent2"/>
                          </a:solidFill>
                          <a:latin typeface="Open Sans"/>
                        </a:rPr>
                        <a:t>3 </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16  </a:t>
                      </a:r>
                      <a:r>
                        <a:rPr sz="750" b="0" i="0">
                          <a:solidFill>
                            <a:srgbClr val="333F4F"/>
                          </a:solidFill>
                          <a:latin typeface="Open Sans"/>
                        </a:rPr>
                        <a:t>Optimise site and service models</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0" i="0">
                          <a:solidFill>
                            <a:srgbClr val="445469"/>
                          </a:solidFill>
                          <a:latin typeface="Open Sans"/>
                        </a:rPr>
                        <a:t>COO</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1" i="0">
                          <a:solidFill>
                            <a:schemeClr val="accent2"/>
                          </a:solidFill>
                          <a:latin typeface="Open Sans"/>
                        </a:rPr>
                        <a:t>3 </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r>
              <a:tr h="182880">
                <a:tc gridSpan="5">
                  <a:txBody>
                    <a:bodyPr wrap="square"/>
                    <a:lstStyle/>
                    <a:p>
                      <a:pPr algn="l">
                        <a:lnSpc>
                          <a:spcPct val="100000"/>
                        </a:lnSpc>
                        <a:spcBef>
                          <a:spcPts val="0"/>
                        </a:spcBef>
                        <a:spcAft>
                          <a:spcPts val="0"/>
                        </a:spcAft>
                      </a:pPr>
                      <a:r>
                        <a:rPr sz="750" b="1" i="0">
                          <a:solidFill>
                            <a:schemeClr val="accent3"/>
                          </a:solidFill>
                          <a:latin typeface="Poppins SemiBold"/>
                        </a:rPr>
                        <a:t>Added on the day as already in train</a:t>
                      </a:r>
                      <a:endParaRPr sz="700" lang="en-AU"/>
                    </a:p>
                  </a:txBody>
                  <a:tcPr marL="45720" marR="45720" marT="9144" marB="9144" anchor="ctr">
                    <a:solidFill>
                      <a:schemeClr val="accent5">
                        <a:lumMod val="20000"/>
                        <a:lumOff val="80000"/>
                      </a:schemeClr>
                    </a:solidFill>
                  </a:tcPr>
                </a:tc>
                <a:tc hMerge="1">
                  <a:txBody>
                    <a:bodyPr/>
                    <a:lstStyle/>
                    <a:p/>
                  </a:txBody>
                  <a:tcPr/>
                </a:tc>
                <a:tc hMerge="1">
                  <a:txBody>
                    <a:bodyPr/>
                    <a:lstStyle/>
                    <a:p/>
                  </a:txBody>
                  <a:tcPr/>
                </a:tc>
                <a:tc hMerge="1">
                  <a:txBody>
                    <a:bodyPr/>
                    <a:lstStyle/>
                    <a:p/>
                  </a:txBody>
                  <a:tcPr/>
                </a:tc>
                <a:tc hMerge="1">
                  <a:txBody>
                    <a:bodyPr/>
                    <a:lstStyle/>
                    <a:p/>
                  </a:txBody>
                  <a:tcPr/>
                </a:tc>
              </a:tr>
              <a:tr h="182880">
                <a:tc>
                  <a:txBody>
                    <a:bodyPr wrap="square"/>
                    <a:lstStyle/>
                    <a:p>
                      <a:pPr algn="l">
                        <a:lnSpc>
                          <a:spcPct val="100000"/>
                        </a:lnSpc>
                        <a:spcBef>
                          <a:spcPts val="0"/>
                        </a:spcBef>
                        <a:spcAft>
                          <a:spcPts val="0"/>
                        </a:spcAft>
                      </a:pPr>
                      <a:r>
                        <a:rPr sz="750" b="0" i="0">
                          <a:solidFill>
                            <a:srgbClr val="445469"/>
                          </a:solidFill>
                          <a:latin typeface="Open Sans"/>
                        </a:rPr>
                        <a:t>17  </a:t>
                      </a:r>
                      <a:r>
                        <a:rPr sz="750" b="0" i="0">
                          <a:solidFill>
                            <a:srgbClr val="333F4F"/>
                          </a:solidFill>
                          <a:latin typeface="Open Sans"/>
                        </a:rPr>
                        <a:t>Call recording and transcribing</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1" i="0">
                          <a:solidFill>
                            <a:schemeClr val="accent3"/>
                          </a:solidFill>
                          <a:latin typeface="Open Sans"/>
                        </a:rPr>
                        <a:t>1 </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18  </a:t>
                      </a:r>
                      <a:r>
                        <a:rPr sz="750" b="0" i="0">
                          <a:solidFill>
                            <a:srgbClr val="333F4F"/>
                          </a:solidFill>
                          <a:latin typeface="Open Sans"/>
                        </a:rPr>
                        <a:t>Telephony upgrade (part of CMI Go to Green)</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0" i="0">
                          <a:solidFill>
                            <a:srgbClr val="445469"/>
                          </a:solidFill>
                          <a:latin typeface="Open Sans"/>
                        </a:rPr>
                        <a:t>CMI</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1" i="0">
                          <a:solidFill>
                            <a:schemeClr val="accent3"/>
                          </a:solidFill>
                          <a:latin typeface="Open Sans"/>
                        </a:rPr>
                        <a:t>1 </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r>
            </a:tbl>
          </a:graphicData>
        </a:graphic>
      </p:graphicFrame>
      <p:graphicFrame>
        <p:nvGraphicFramePr>
          <p:cNvPr id="16" name="Table 15"/>
          <p:cNvGraphicFramePr>
            <a:graphicFrameLocks noGrp="1"/>
          </p:cNvGraphicFramePr>
          <p:nvPr/>
        </p:nvGraphicFramePr>
        <p:xfrm>
          <a:off x="4251959" y="1298448"/>
          <a:ext cx="3675888" cy="3840480"/>
        </p:xfrm>
        <a:graphic>
          <a:graphicData uri="http://schemas.openxmlformats.org/drawingml/2006/table">
            <a:tbl>
              <a:tblPr firstRow="0" bandRow="0">
                <a:tableStyleId>{2D5ABB26-0587-4C30-8999-92F81FD0307C}</a:tableStyleId>
              </a:tblPr>
              <a:tblGrid>
                <a:gridCol w="1938528"/>
                <a:gridCol w="420624"/>
                <a:gridCol w="420624"/>
                <a:gridCol w="274320"/>
                <a:gridCol w="621792"/>
              </a:tblGrid>
              <a:tr h="182880">
                <a:tc>
                  <a:txBody>
                    <a:bodyPr wrap="square"/>
                    <a:lstStyle/>
                    <a:p>
                      <a:pPr algn="l">
                        <a:lnSpc>
                          <a:spcPct val="100000"/>
                        </a:lnSpc>
                        <a:spcBef>
                          <a:spcPts val="0"/>
                        </a:spcBef>
                        <a:spcAft>
                          <a:spcPts val="0"/>
                        </a:spcAft>
                      </a:pPr>
                      <a:r>
                        <a:rPr sz="700" b="1" i="0">
                          <a:solidFill>
                            <a:srgbClr val="FFFFFF"/>
                          </a:solidFill>
                          <a:latin typeface="Poppins SemiBold"/>
                        </a:rPr>
                        <a:t>Initiative</a:t>
                      </a:r>
                      <a:endParaRPr sz="700" lang="en-AU"/>
                    </a:p>
                  </a:txBody>
                  <a:tcPr marL="45720" marR="45720" marT="9144" marB="9144" anchor="ctr">
                    <a:solidFill>
                      <a:srgbClr val="445469"/>
                    </a:solidFill>
                  </a:tcPr>
                </a:tc>
                <a:tc>
                  <a:txBody>
                    <a:bodyPr wrap="square"/>
                    <a:lstStyle/>
                    <a:p>
                      <a:pPr algn="ctr">
                        <a:lnSpc>
                          <a:spcPct val="100000"/>
                        </a:lnSpc>
                        <a:spcBef>
                          <a:spcPts val="0"/>
                        </a:spcBef>
                        <a:spcAft>
                          <a:spcPts val="0"/>
                        </a:spcAft>
                      </a:pPr>
                      <a:r>
                        <a:rPr sz="700" b="1" i="0">
                          <a:solidFill>
                            <a:srgbClr val="FFFFFF"/>
                          </a:solidFill>
                          <a:latin typeface="Poppins SemiBold"/>
                        </a:rPr>
                        <a:t>Owner</a:t>
                      </a:r>
                      <a:endParaRPr sz="700" lang="en-AU"/>
                    </a:p>
                  </a:txBody>
                  <a:tcPr marL="45720" marR="45720" marT="9144" marB="9144" anchor="ctr">
                    <a:solidFill>
                      <a:srgbClr val="445469"/>
                    </a:solidFill>
                  </a:tcPr>
                </a:tc>
                <a:tc>
                  <a:txBody>
                    <a:bodyPr wrap="square"/>
                    <a:lstStyle/>
                    <a:p>
                      <a:pPr algn="ctr">
                        <a:lnSpc>
                          <a:spcPct val="100000"/>
                        </a:lnSpc>
                        <a:spcBef>
                          <a:spcPts val="0"/>
                        </a:spcBef>
                        <a:spcAft>
                          <a:spcPts val="0"/>
                        </a:spcAft>
                      </a:pPr>
                      <a:r>
                        <a:rPr sz="700" b="1" i="0">
                          <a:solidFill>
                            <a:srgbClr val="FFFFFF"/>
                          </a:solidFill>
                          <a:latin typeface="Poppins SemiBold"/>
                        </a:rPr>
                        <a:t>Theme</a:t>
                      </a:r>
                      <a:endParaRPr sz="700" lang="en-AU"/>
                    </a:p>
                  </a:txBody>
                  <a:tcPr marL="45720" marR="45720" marT="9144" marB="9144" anchor="ctr">
                    <a:solidFill>
                      <a:srgbClr val="445469"/>
                    </a:solidFill>
                  </a:tcPr>
                </a:tc>
                <a:tc>
                  <a:txBody>
                    <a:bodyPr wrap="square"/>
                    <a:lstStyle/>
                    <a:p>
                      <a:pPr algn="ctr">
                        <a:lnSpc>
                          <a:spcPct val="100000"/>
                        </a:lnSpc>
                        <a:spcBef>
                          <a:spcPts val="0"/>
                        </a:spcBef>
                        <a:spcAft>
                          <a:spcPts val="0"/>
                        </a:spcAft>
                      </a:pPr>
                      <a:r>
                        <a:rPr sz="700" b="1" i="0">
                          <a:solidFill>
                            <a:srgbClr val="FFFFFF"/>
                          </a:solidFill>
                          <a:latin typeface="Poppins SemiBold"/>
                        </a:rPr>
                        <a:t>Flag</a:t>
                      </a:r>
                      <a:endParaRPr sz="700" lang="en-AU"/>
                    </a:p>
                  </a:txBody>
                  <a:tcPr marL="45720" marR="45720" marT="9144" marB="9144" anchor="ctr">
                    <a:solidFill>
                      <a:srgbClr val="445469"/>
                    </a:solidFill>
                  </a:tcPr>
                </a:tc>
                <a:tc>
                  <a:txBody>
                    <a:bodyPr wrap="square"/>
                    <a:lstStyle/>
                    <a:p>
                      <a:pPr algn="ctr">
                        <a:lnSpc>
                          <a:spcPct val="100000"/>
                        </a:lnSpc>
                        <a:spcBef>
                          <a:spcPts val="0"/>
                        </a:spcBef>
                        <a:spcAft>
                          <a:spcPts val="0"/>
                        </a:spcAft>
                      </a:pPr>
                      <a:r>
                        <a:rPr sz="700" b="1" i="0">
                          <a:solidFill>
                            <a:srgbClr val="FFFFFF"/>
                          </a:solidFill>
                          <a:latin typeface="Poppins SemiBold"/>
                        </a:rPr>
                        <a:t>Share</a:t>
                      </a:r>
                      <a:endParaRPr sz="700" lang="en-AU"/>
                    </a:p>
                  </a:txBody>
                  <a:tcPr marL="45720" marR="45720" marT="9144" marB="9144" anchor="ctr">
                    <a:solidFill>
                      <a:srgbClr val="445469"/>
                    </a:solidFill>
                  </a:tcPr>
                </a:tc>
              </a:tr>
              <a:tr h="182880">
                <a:tc gridSpan="5">
                  <a:txBody>
                    <a:bodyPr wrap="square"/>
                    <a:lstStyle/>
                    <a:p>
                      <a:pPr algn="l">
                        <a:lnSpc>
                          <a:spcPct val="100000"/>
                        </a:lnSpc>
                        <a:spcBef>
                          <a:spcPts val="0"/>
                        </a:spcBef>
                        <a:spcAft>
                          <a:spcPts val="0"/>
                        </a:spcAft>
                      </a:pPr>
                      <a:r>
                        <a:rPr sz="750" b="1" i="0">
                          <a:solidFill>
                            <a:schemeClr val="accent3"/>
                          </a:solidFill>
                          <a:latin typeface="Poppins SemiBold"/>
                        </a:rPr>
                        <a:t>Added on the day as already in train (cont.)</a:t>
                      </a:r>
                      <a:endParaRPr sz="700" lang="en-AU"/>
                    </a:p>
                  </a:txBody>
                  <a:tcPr marL="45720" marR="45720" marT="9144" marB="9144" anchor="ctr">
                    <a:solidFill>
                      <a:schemeClr val="accent5">
                        <a:lumMod val="20000"/>
                        <a:lumOff val="80000"/>
                      </a:schemeClr>
                    </a:solidFill>
                  </a:tcPr>
                </a:tc>
                <a:tc hMerge="1">
                  <a:txBody>
                    <a:bodyPr/>
                    <a:lstStyle/>
                    <a:p/>
                  </a:txBody>
                  <a:tcPr/>
                </a:tc>
                <a:tc hMerge="1">
                  <a:txBody>
                    <a:bodyPr/>
                    <a:lstStyle/>
                    <a:p/>
                  </a:txBody>
                  <a:tcPr/>
                </a:tc>
                <a:tc hMerge="1">
                  <a:txBody>
                    <a:bodyPr/>
                    <a:lstStyle/>
                    <a:p/>
                  </a:txBody>
                  <a:tcPr/>
                </a:tc>
                <a:tc hMerge="1">
                  <a:txBody>
                    <a:bodyPr/>
                    <a:lstStyle/>
                    <a:p/>
                  </a:txBody>
                  <a:tcPr/>
                </a:tc>
              </a:tr>
              <a:tr h="182880">
                <a:tc>
                  <a:txBody>
                    <a:bodyPr wrap="square"/>
                    <a:lstStyle/>
                    <a:p>
                      <a:pPr algn="l">
                        <a:lnSpc>
                          <a:spcPct val="100000"/>
                        </a:lnSpc>
                        <a:spcBef>
                          <a:spcPts val="0"/>
                        </a:spcBef>
                        <a:spcAft>
                          <a:spcPts val="0"/>
                        </a:spcAft>
                      </a:pPr>
                      <a:r>
                        <a:rPr sz="750" b="0" i="0">
                          <a:solidFill>
                            <a:srgbClr val="445469"/>
                          </a:solidFill>
                          <a:latin typeface="Open Sans"/>
                        </a:rPr>
                        <a:t>19  </a:t>
                      </a:r>
                      <a:r>
                        <a:rPr sz="750" b="0" i="0">
                          <a:solidFill>
                            <a:srgbClr val="333F4F"/>
                          </a:solidFill>
                          <a:latin typeface="Open Sans"/>
                        </a:rPr>
                        <a:t>Call abandonment rate</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1" i="0">
                          <a:solidFill>
                            <a:schemeClr val="accent3"/>
                          </a:solidFill>
                          <a:latin typeface="Open Sans"/>
                        </a:rPr>
                        <a:t>1 </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20  </a:t>
                      </a:r>
                      <a:r>
                        <a:rPr sz="750" b="0" i="0">
                          <a:solidFill>
                            <a:srgbClr val="333F4F"/>
                          </a:solidFill>
                          <a:latin typeface="Open Sans"/>
                        </a:rPr>
                        <a:t>Data and reporting taskforce</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1" i="0">
                          <a:solidFill>
                            <a:schemeClr val="accent3"/>
                          </a:solidFill>
                          <a:latin typeface="Open Sans"/>
                        </a:rPr>
                        <a:t>1 </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21  </a:t>
                      </a:r>
                      <a:r>
                        <a:rPr sz="750" b="0" i="0">
                          <a:solidFill>
                            <a:srgbClr val="333F4F"/>
                          </a:solidFill>
                          <a:latin typeface="Open Sans"/>
                        </a:rPr>
                        <a:t>Privacy policy review</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1" i="0">
                          <a:solidFill>
                            <a:schemeClr val="accent3"/>
                          </a:solidFill>
                          <a:latin typeface="Open Sans"/>
                        </a:rPr>
                        <a:t>1 </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22  </a:t>
                      </a:r>
                      <a:r>
                        <a:rPr sz="750" b="0" i="0">
                          <a:solidFill>
                            <a:srgbClr val="333F4F"/>
                          </a:solidFill>
                          <a:latin typeface="Open Sans"/>
                        </a:rPr>
                        <a:t>Stakeholder engagement plan for all stakeholders</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1" i="0">
                          <a:solidFill>
                            <a:schemeClr val="accent3"/>
                          </a:solidFill>
                          <a:latin typeface="Open Sans"/>
                        </a:rPr>
                        <a:t>1 </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23  </a:t>
                      </a:r>
                      <a:r>
                        <a:rPr sz="750" b="0" i="0">
                          <a:solidFill>
                            <a:srgbClr val="333F4F"/>
                          </a:solidFill>
                          <a:latin typeface="Open Sans"/>
                        </a:rPr>
                        <a:t>Transparency around premiums</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1" i="0">
                          <a:solidFill>
                            <a:schemeClr val="accent3"/>
                          </a:solidFill>
                          <a:latin typeface="Open Sans"/>
                        </a:rPr>
                        <a:t>1 </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24  </a:t>
                      </a:r>
                      <a:r>
                        <a:rPr sz="750" b="0" i="0">
                          <a:solidFill>
                            <a:srgbClr val="333F4F"/>
                          </a:solidFill>
                          <a:latin typeface="Open Sans"/>
                        </a:rPr>
                        <a:t>Legal service standards and target operating model (?)</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0" i="0">
                          <a:solidFill>
                            <a:srgbClr val="445469"/>
                          </a:solidFill>
                          <a:latin typeface="Open Sans"/>
                        </a:rPr>
                        <a:t>Legal</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1" i="0">
                          <a:solidFill>
                            <a:schemeClr val="accent3"/>
                          </a:solidFill>
                          <a:latin typeface="Open Sans"/>
                        </a:rPr>
                        <a:t>1 </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25  </a:t>
                      </a:r>
                      <a:r>
                        <a:rPr sz="750" b="0" i="0">
                          <a:solidFill>
                            <a:srgbClr val="333F4F"/>
                          </a:solidFill>
                          <a:latin typeface="Open Sans"/>
                        </a:rPr>
                        <a:t>Operating rhythm (consistency)</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1" i="0">
                          <a:solidFill>
                            <a:schemeClr val="accent3"/>
                          </a:solidFill>
                          <a:latin typeface="Open Sans"/>
                        </a:rPr>
                        <a:t>1 </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26  </a:t>
                      </a:r>
                      <a:r>
                        <a:rPr sz="750" b="0" i="0">
                          <a:solidFill>
                            <a:srgbClr val="333F4F"/>
                          </a:solidFill>
                          <a:latin typeface="Open Sans"/>
                        </a:rPr>
                        <a:t>Payments taskforce: backlog reduction, automation</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1" i="0">
                          <a:solidFill>
                            <a:schemeClr val="accent3"/>
                          </a:solidFill>
                          <a:latin typeface="Open Sans"/>
                        </a:rPr>
                        <a:t>1 </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27  </a:t>
                      </a:r>
                      <a:r>
                        <a:rPr sz="750" b="0" i="0">
                          <a:solidFill>
                            <a:srgbClr val="333F4F"/>
                          </a:solidFill>
                          <a:latin typeface="Open Sans"/>
                        </a:rPr>
                        <a:t>Estimations: process improvement, automation</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1" i="0">
                          <a:solidFill>
                            <a:schemeClr val="accent3"/>
                          </a:solidFill>
                          <a:latin typeface="Open Sans"/>
                        </a:rPr>
                        <a:t>1 </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28  </a:t>
                      </a:r>
                      <a:r>
                        <a:rPr sz="750" b="0" i="0">
                          <a:solidFill>
                            <a:srgbClr val="333F4F"/>
                          </a:solidFill>
                          <a:latin typeface="Open Sans"/>
                        </a:rPr>
                        <a:t>CMI capability: career (?) basics and standards</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0" i="0">
                          <a:solidFill>
                            <a:srgbClr val="445469"/>
                          </a:solidFill>
                          <a:latin typeface="Open Sans"/>
                        </a:rPr>
                        <a:t>CMI</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1" i="0">
                          <a:solidFill>
                            <a:schemeClr val="accent1"/>
                          </a:solidFill>
                          <a:latin typeface="Open Sans"/>
                        </a:rPr>
                        <a:t>2 </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29  </a:t>
                      </a:r>
                      <a:r>
                        <a:rPr sz="750" b="0" i="0">
                          <a:solidFill>
                            <a:srgbClr val="333F4F"/>
                          </a:solidFill>
                          <a:latin typeface="Open Sans"/>
                        </a:rPr>
                        <a:t>CMI phone answering: fixing the basics</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0" i="0">
                          <a:solidFill>
                            <a:srgbClr val="445469"/>
                          </a:solidFill>
                          <a:latin typeface="Open Sans"/>
                        </a:rPr>
                        <a:t>CMI</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1" i="0">
                          <a:solidFill>
                            <a:schemeClr val="accent1"/>
                          </a:solidFill>
                          <a:latin typeface="Open Sans"/>
                        </a:rPr>
                        <a:t>2 </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30  </a:t>
                      </a:r>
                      <a:r>
                        <a:rPr sz="750" b="0" i="0">
                          <a:solidFill>
                            <a:srgbClr val="333F4F"/>
                          </a:solidFill>
                          <a:latin typeface="Open Sans"/>
                        </a:rPr>
                        <a:t>Operational group: consistency of processes</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1" i="0">
                          <a:solidFill>
                            <a:schemeClr val="accent1"/>
                          </a:solidFill>
                          <a:latin typeface="Open Sans"/>
                        </a:rPr>
                        <a:t>2 </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31  </a:t>
                      </a:r>
                      <a:r>
                        <a:rPr sz="750" b="0" i="0">
                          <a:solidFill>
                            <a:srgbClr val="333F4F"/>
                          </a:solidFill>
                          <a:latin typeface="Open Sans"/>
                        </a:rPr>
                        <a:t>Customer understanding in onboarding, induction, recruitment</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1" i="0">
                          <a:solidFill>
                            <a:schemeClr val="accent1"/>
                          </a:solidFill>
                          <a:latin typeface="Open Sans"/>
                        </a:rPr>
                        <a:t>2 </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32  </a:t>
                      </a:r>
                      <a:r>
                        <a:rPr sz="750" b="0" i="0">
                          <a:solidFill>
                            <a:srgbClr val="333F4F"/>
                          </a:solidFill>
                          <a:latin typeface="Open Sans"/>
                        </a:rPr>
                        <a:t>Health Standards: standardised decisions</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0" i="0">
                          <a:solidFill>
                            <a:srgbClr val="445469"/>
                          </a:solidFill>
                          <a:latin typeface="Open Sans"/>
                        </a:rPr>
                        <a:t>CSH</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1" i="0">
                          <a:solidFill>
                            <a:schemeClr val="accent1"/>
                          </a:solidFill>
                          <a:latin typeface="Open Sans"/>
                        </a:rPr>
                        <a:t>2 </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1" i="0">
                          <a:solidFill>
                            <a:schemeClr val="accent3"/>
                          </a:solidFill>
                          <a:latin typeface="Segoe UI Symbol"/>
                        </a:rPr>
                        <a:t>✓</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1" i="0">
                          <a:solidFill>
                            <a:srgbClr val="333F4F"/>
                          </a:solidFill>
                          <a:latin typeface="Open Sans"/>
                        </a:rPr>
                        <a:t>Awareness</a:t>
                      </a:r>
                      <a:endParaRPr sz="700" lang="en-AU"/>
                    </a:p>
                  </a:txBody>
                  <a:tcPr marL="45720" marR="45720" marT="9144" marB="9144" anchor="ctr">
                    <a:solidFill>
                      <a:srgbClr val="F3F6F9"/>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33  </a:t>
                      </a:r>
                      <a:r>
                        <a:rPr sz="750" b="0" i="0">
                          <a:solidFill>
                            <a:srgbClr val="333F4F"/>
                          </a:solidFill>
                          <a:latin typeface="Open Sans"/>
                        </a:rPr>
                        <a:t>Processing timeframes KPIs</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0" i="0">
                          <a:solidFill>
                            <a:srgbClr val="445469"/>
                          </a:solidFill>
                          <a:latin typeface="Open Sans"/>
                        </a:rPr>
                        <a:t>CSH</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1" i="0">
                          <a:solidFill>
                            <a:schemeClr val="accent1"/>
                          </a:solidFill>
                          <a:latin typeface="Open Sans"/>
                        </a:rPr>
                        <a:t>2 </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34  </a:t>
                      </a:r>
                      <a:r>
                        <a:rPr sz="750" b="0" i="0">
                          <a:solidFill>
                            <a:srgbClr val="333F4F"/>
                          </a:solidFill>
                          <a:latin typeface="Open Sans"/>
                        </a:rPr>
                        <a:t>Order 45: mitigating variance between doctors</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0" i="0">
                          <a:solidFill>
                            <a:srgbClr val="445469"/>
                          </a:solidFill>
                          <a:latin typeface="Open Sans"/>
                        </a:rPr>
                        <a:t>CSH</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1" i="0">
                          <a:solidFill>
                            <a:schemeClr val="accent1"/>
                          </a:solidFill>
                          <a:latin typeface="Open Sans"/>
                        </a:rPr>
                        <a:t>2 </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1" i="0">
                          <a:solidFill>
                            <a:schemeClr val="accent3"/>
                          </a:solidFill>
                          <a:latin typeface="Segoe UI Symbol"/>
                        </a:rPr>
                        <a:t>✓</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35  </a:t>
                      </a:r>
                      <a:r>
                        <a:rPr sz="750" b="0" i="0">
                          <a:solidFill>
                            <a:srgbClr val="333F4F"/>
                          </a:solidFill>
                          <a:latin typeface="Open Sans"/>
                        </a:rPr>
                        <a:t>CMI TOM, incl. regional manager spans (?)</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0" i="0">
                          <a:solidFill>
                            <a:srgbClr val="445469"/>
                          </a:solidFill>
                          <a:latin typeface="Open Sans"/>
                        </a:rPr>
                        <a:t>CMI</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1" i="0">
                          <a:solidFill>
                            <a:schemeClr val="accent1"/>
                          </a:solidFill>
                          <a:latin typeface="Open Sans"/>
                        </a:rPr>
                        <a:t>2 </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36  </a:t>
                      </a:r>
                      <a:r>
                        <a:rPr sz="750" b="0" i="0">
                          <a:solidFill>
                            <a:srgbClr val="333F4F"/>
                          </a:solidFill>
                          <a:latin typeface="Open Sans"/>
                        </a:rPr>
                        <a:t>Consistent MRS experience</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0" i="0">
                          <a:solidFill>
                            <a:srgbClr val="445469"/>
                          </a:solidFill>
                          <a:latin typeface="Open Sans"/>
                        </a:rPr>
                        <a:t>MRS</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1" i="0">
                          <a:solidFill>
                            <a:schemeClr val="accent1"/>
                          </a:solidFill>
                          <a:latin typeface="Open Sans"/>
                        </a:rPr>
                        <a:t>2 </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37  </a:t>
                      </a:r>
                      <a:r>
                        <a:rPr sz="750" b="0" i="0">
                          <a:solidFill>
                            <a:srgbClr val="333F4F"/>
                          </a:solidFill>
                          <a:latin typeface="Open Sans"/>
                        </a:rPr>
                        <a:t>AI assistance to improve language</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1" i="0">
                          <a:solidFill>
                            <a:schemeClr val="accent1"/>
                          </a:solidFill>
                          <a:latin typeface="Open Sans"/>
                        </a:rPr>
                        <a:t>2 </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r>
            </a:tbl>
          </a:graphicData>
        </a:graphic>
      </p:graphicFrame>
      <p:graphicFrame>
        <p:nvGraphicFramePr>
          <p:cNvPr id="17" name="Table 16"/>
          <p:cNvGraphicFramePr>
            <a:graphicFrameLocks noGrp="1"/>
          </p:cNvGraphicFramePr>
          <p:nvPr/>
        </p:nvGraphicFramePr>
        <p:xfrm>
          <a:off x="8028431" y="1298448"/>
          <a:ext cx="3675888" cy="3474720"/>
        </p:xfrm>
        <a:graphic>
          <a:graphicData uri="http://schemas.openxmlformats.org/drawingml/2006/table">
            <a:tbl>
              <a:tblPr firstRow="0" bandRow="0">
                <a:tableStyleId>{2D5ABB26-0587-4C30-8999-92F81FD0307C}</a:tableStyleId>
              </a:tblPr>
              <a:tblGrid>
                <a:gridCol w="1938528"/>
                <a:gridCol w="420624"/>
                <a:gridCol w="420624"/>
                <a:gridCol w="274320"/>
                <a:gridCol w="621792"/>
              </a:tblGrid>
              <a:tr h="182880">
                <a:tc>
                  <a:txBody>
                    <a:bodyPr wrap="square"/>
                    <a:lstStyle/>
                    <a:p>
                      <a:pPr algn="l">
                        <a:lnSpc>
                          <a:spcPct val="100000"/>
                        </a:lnSpc>
                        <a:spcBef>
                          <a:spcPts val="0"/>
                        </a:spcBef>
                        <a:spcAft>
                          <a:spcPts val="0"/>
                        </a:spcAft>
                      </a:pPr>
                      <a:r>
                        <a:rPr sz="700" b="1" i="0">
                          <a:solidFill>
                            <a:srgbClr val="FFFFFF"/>
                          </a:solidFill>
                          <a:latin typeface="Poppins SemiBold"/>
                        </a:rPr>
                        <a:t>Initiative</a:t>
                      </a:r>
                      <a:endParaRPr sz="700" lang="en-AU"/>
                    </a:p>
                  </a:txBody>
                  <a:tcPr marL="45720" marR="45720" marT="9144" marB="9144" anchor="ctr">
                    <a:solidFill>
                      <a:srgbClr val="445469"/>
                    </a:solidFill>
                  </a:tcPr>
                </a:tc>
                <a:tc>
                  <a:txBody>
                    <a:bodyPr wrap="square"/>
                    <a:lstStyle/>
                    <a:p>
                      <a:pPr algn="ctr">
                        <a:lnSpc>
                          <a:spcPct val="100000"/>
                        </a:lnSpc>
                        <a:spcBef>
                          <a:spcPts val="0"/>
                        </a:spcBef>
                        <a:spcAft>
                          <a:spcPts val="0"/>
                        </a:spcAft>
                      </a:pPr>
                      <a:r>
                        <a:rPr sz="700" b="1" i="0">
                          <a:solidFill>
                            <a:srgbClr val="FFFFFF"/>
                          </a:solidFill>
                          <a:latin typeface="Poppins SemiBold"/>
                        </a:rPr>
                        <a:t>Owner</a:t>
                      </a:r>
                      <a:endParaRPr sz="700" lang="en-AU"/>
                    </a:p>
                  </a:txBody>
                  <a:tcPr marL="45720" marR="45720" marT="9144" marB="9144" anchor="ctr">
                    <a:solidFill>
                      <a:srgbClr val="445469"/>
                    </a:solidFill>
                  </a:tcPr>
                </a:tc>
                <a:tc>
                  <a:txBody>
                    <a:bodyPr wrap="square"/>
                    <a:lstStyle/>
                    <a:p>
                      <a:pPr algn="ctr">
                        <a:lnSpc>
                          <a:spcPct val="100000"/>
                        </a:lnSpc>
                        <a:spcBef>
                          <a:spcPts val="0"/>
                        </a:spcBef>
                        <a:spcAft>
                          <a:spcPts val="0"/>
                        </a:spcAft>
                      </a:pPr>
                      <a:r>
                        <a:rPr sz="700" b="1" i="0">
                          <a:solidFill>
                            <a:srgbClr val="FFFFFF"/>
                          </a:solidFill>
                          <a:latin typeface="Poppins SemiBold"/>
                        </a:rPr>
                        <a:t>Theme</a:t>
                      </a:r>
                      <a:endParaRPr sz="700" lang="en-AU"/>
                    </a:p>
                  </a:txBody>
                  <a:tcPr marL="45720" marR="45720" marT="9144" marB="9144" anchor="ctr">
                    <a:solidFill>
                      <a:srgbClr val="445469"/>
                    </a:solidFill>
                  </a:tcPr>
                </a:tc>
                <a:tc>
                  <a:txBody>
                    <a:bodyPr wrap="square"/>
                    <a:lstStyle/>
                    <a:p>
                      <a:pPr algn="ctr">
                        <a:lnSpc>
                          <a:spcPct val="100000"/>
                        </a:lnSpc>
                        <a:spcBef>
                          <a:spcPts val="0"/>
                        </a:spcBef>
                        <a:spcAft>
                          <a:spcPts val="0"/>
                        </a:spcAft>
                      </a:pPr>
                      <a:r>
                        <a:rPr sz="700" b="1" i="0">
                          <a:solidFill>
                            <a:srgbClr val="FFFFFF"/>
                          </a:solidFill>
                          <a:latin typeface="Poppins SemiBold"/>
                        </a:rPr>
                        <a:t>Flag</a:t>
                      </a:r>
                      <a:endParaRPr sz="700" lang="en-AU"/>
                    </a:p>
                  </a:txBody>
                  <a:tcPr marL="45720" marR="45720" marT="9144" marB="9144" anchor="ctr">
                    <a:solidFill>
                      <a:srgbClr val="445469"/>
                    </a:solidFill>
                  </a:tcPr>
                </a:tc>
                <a:tc>
                  <a:txBody>
                    <a:bodyPr wrap="square"/>
                    <a:lstStyle/>
                    <a:p>
                      <a:pPr algn="ctr">
                        <a:lnSpc>
                          <a:spcPct val="100000"/>
                        </a:lnSpc>
                        <a:spcBef>
                          <a:spcPts val="0"/>
                        </a:spcBef>
                        <a:spcAft>
                          <a:spcPts val="0"/>
                        </a:spcAft>
                      </a:pPr>
                      <a:r>
                        <a:rPr sz="700" b="1" i="0">
                          <a:solidFill>
                            <a:srgbClr val="FFFFFF"/>
                          </a:solidFill>
                          <a:latin typeface="Poppins SemiBold"/>
                        </a:rPr>
                        <a:t>Share</a:t>
                      </a:r>
                      <a:endParaRPr sz="700" lang="en-AU"/>
                    </a:p>
                  </a:txBody>
                  <a:tcPr marL="45720" marR="45720" marT="9144" marB="9144" anchor="ctr">
                    <a:solidFill>
                      <a:srgbClr val="445469"/>
                    </a:solidFill>
                  </a:tcPr>
                </a:tc>
              </a:tr>
              <a:tr h="182880">
                <a:tc gridSpan="5">
                  <a:txBody>
                    <a:bodyPr wrap="square"/>
                    <a:lstStyle/>
                    <a:p>
                      <a:pPr algn="l">
                        <a:lnSpc>
                          <a:spcPct val="100000"/>
                        </a:lnSpc>
                        <a:spcBef>
                          <a:spcPts val="0"/>
                        </a:spcBef>
                        <a:spcAft>
                          <a:spcPts val="0"/>
                        </a:spcAft>
                      </a:pPr>
                      <a:r>
                        <a:rPr sz="750" b="1" i="0">
                          <a:solidFill>
                            <a:schemeClr val="accent3"/>
                          </a:solidFill>
                          <a:latin typeface="Poppins SemiBold"/>
                        </a:rPr>
                        <a:t>Added on the day as already in train (cont.)</a:t>
                      </a:r>
                      <a:endParaRPr sz="700" lang="en-AU"/>
                    </a:p>
                  </a:txBody>
                  <a:tcPr marL="45720" marR="45720" marT="9144" marB="9144" anchor="ctr">
                    <a:solidFill>
                      <a:schemeClr val="accent5">
                        <a:lumMod val="20000"/>
                        <a:lumOff val="80000"/>
                      </a:schemeClr>
                    </a:solidFill>
                  </a:tcPr>
                </a:tc>
                <a:tc hMerge="1">
                  <a:txBody>
                    <a:bodyPr/>
                    <a:lstStyle/>
                    <a:p/>
                  </a:txBody>
                  <a:tcPr/>
                </a:tc>
                <a:tc hMerge="1">
                  <a:txBody>
                    <a:bodyPr/>
                    <a:lstStyle/>
                    <a:p/>
                  </a:txBody>
                  <a:tcPr/>
                </a:tc>
                <a:tc hMerge="1">
                  <a:txBody>
                    <a:bodyPr/>
                    <a:lstStyle/>
                    <a:p/>
                  </a:txBody>
                  <a:tcPr/>
                </a:tc>
                <a:tc hMerge="1">
                  <a:txBody>
                    <a:bodyPr/>
                    <a:lstStyle/>
                    <a:p/>
                  </a:txBody>
                  <a:tcPr/>
                </a:tc>
              </a:tr>
              <a:tr h="182880">
                <a:tc>
                  <a:txBody>
                    <a:bodyPr wrap="square"/>
                    <a:lstStyle/>
                    <a:p>
                      <a:pPr algn="l">
                        <a:lnSpc>
                          <a:spcPct val="100000"/>
                        </a:lnSpc>
                        <a:spcBef>
                          <a:spcPts val="0"/>
                        </a:spcBef>
                        <a:spcAft>
                          <a:spcPts val="0"/>
                        </a:spcAft>
                      </a:pPr>
                      <a:r>
                        <a:rPr sz="750" b="0" i="0">
                          <a:solidFill>
                            <a:srgbClr val="445469"/>
                          </a:solidFill>
                          <a:latin typeface="Open Sans"/>
                        </a:rPr>
                        <a:t>38  </a:t>
                      </a:r>
                      <a:r>
                        <a:rPr sz="750" b="0" i="0">
                          <a:solidFill>
                            <a:srgbClr val="333F4F"/>
                          </a:solidFill>
                          <a:latin typeface="Open Sans"/>
                        </a:rPr>
                        <a:t>Order reviews 34, 40 and 42</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0" i="0">
                          <a:solidFill>
                            <a:srgbClr val="445469"/>
                          </a:solidFill>
                          <a:latin typeface="Open Sans"/>
                        </a:rPr>
                        <a:t>MRRC</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1" i="0">
                          <a:solidFill>
                            <a:schemeClr val="accent2"/>
                          </a:solidFill>
                          <a:latin typeface="Open Sans"/>
                        </a:rPr>
                        <a:t>3 </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39  </a:t>
                      </a:r>
                      <a:r>
                        <a:rPr sz="750" b="0" i="0">
                          <a:solidFill>
                            <a:srgbClr val="333F4F"/>
                          </a:solidFill>
                          <a:latin typeface="Open Sans"/>
                        </a:rPr>
                        <a:t>Cost to serve</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0" i="0">
                          <a:solidFill>
                            <a:srgbClr val="445469"/>
                          </a:solidFill>
                          <a:latin typeface="Open Sans"/>
                        </a:rPr>
                        <a:t>MRS</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1" i="0">
                          <a:solidFill>
                            <a:schemeClr val="accent2"/>
                          </a:solidFill>
                          <a:latin typeface="Open Sans"/>
                        </a:rPr>
                        <a:t>3 </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40  </a:t>
                      </a:r>
                      <a:r>
                        <a:rPr sz="750" b="0" i="0">
                          <a:solidFill>
                            <a:srgbClr val="333F4F"/>
                          </a:solidFill>
                          <a:latin typeface="Open Sans"/>
                        </a:rPr>
                        <a:t>Stakeholder map</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1" i="0">
                          <a:solidFill>
                            <a:schemeClr val="accent2"/>
                          </a:solidFill>
                          <a:latin typeface="Open Sans"/>
                        </a:rPr>
                        <a:t>3 </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41  </a:t>
                      </a:r>
                      <a:r>
                        <a:rPr sz="750" b="0" i="0">
                          <a:solidFill>
                            <a:srgbClr val="333F4F"/>
                          </a:solidFill>
                          <a:latin typeface="Open Sans"/>
                        </a:rPr>
                        <a:t>Internal and external comms review</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1" i="0">
                          <a:solidFill>
                            <a:schemeClr val="accent2"/>
                          </a:solidFill>
                          <a:latin typeface="Open Sans"/>
                        </a:rPr>
                        <a:t>3 </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42  </a:t>
                      </a:r>
                      <a:r>
                        <a:rPr sz="750" b="0" i="0">
                          <a:solidFill>
                            <a:srgbClr val="333F4F"/>
                          </a:solidFill>
                          <a:latin typeface="Open Sans"/>
                        </a:rPr>
                        <a:t>Impact of sharing performance data</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0" i="0">
                          <a:solidFill>
                            <a:srgbClr val="445469"/>
                          </a:solidFill>
                          <a:latin typeface="Open Sans"/>
                        </a:rPr>
                        <a:t>CSH</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1" i="0">
                          <a:solidFill>
                            <a:schemeClr val="accent2"/>
                          </a:solidFill>
                          <a:latin typeface="Open Sans"/>
                        </a:rPr>
                        <a:t>3 </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1" i="0">
                          <a:solidFill>
                            <a:srgbClr val="333F4F"/>
                          </a:solidFill>
                          <a:latin typeface="Open Sans"/>
                        </a:rPr>
                        <a:t>Result</a:t>
                      </a:r>
                      <a:endParaRPr sz="700" lang="en-AU"/>
                    </a:p>
                  </a:txBody>
                  <a:tcPr marL="45720" marR="45720" marT="9144" marB="9144" anchor="ctr">
                    <a:solidFill>
                      <a:srgbClr val="FFFFFF"/>
                    </a:solidFill>
                  </a:tcPr>
                </a:tc>
              </a:tr>
              <a:tr h="182880">
                <a:tc gridSpan="5">
                  <a:txBody>
                    <a:bodyPr wrap="square"/>
                    <a:lstStyle/>
                    <a:p>
                      <a:pPr algn="l">
                        <a:lnSpc>
                          <a:spcPct val="100000"/>
                        </a:lnSpc>
                        <a:spcBef>
                          <a:spcPts val="0"/>
                        </a:spcBef>
                        <a:spcAft>
                          <a:spcPts val="0"/>
                        </a:spcAft>
                      </a:pPr>
                      <a:r>
                        <a:rPr sz="750" b="1" i="0">
                          <a:solidFill>
                            <a:schemeClr val="accent3"/>
                          </a:solidFill>
                          <a:latin typeface="Poppins SemiBold"/>
                        </a:rPr>
                        <a:t>New ideas (what else do we need to do?)</a:t>
                      </a:r>
                      <a:endParaRPr sz="700" lang="en-AU"/>
                    </a:p>
                  </a:txBody>
                  <a:tcPr marL="45720" marR="45720" marT="9144" marB="9144" anchor="ctr">
                    <a:solidFill>
                      <a:schemeClr val="accent5">
                        <a:lumMod val="20000"/>
                        <a:lumOff val="80000"/>
                      </a:schemeClr>
                    </a:solidFill>
                  </a:tcPr>
                </a:tc>
                <a:tc hMerge="1">
                  <a:txBody>
                    <a:bodyPr/>
                    <a:lstStyle/>
                    <a:p/>
                  </a:txBody>
                  <a:tcPr/>
                </a:tc>
                <a:tc hMerge="1">
                  <a:txBody>
                    <a:bodyPr/>
                    <a:lstStyle/>
                    <a:p/>
                  </a:txBody>
                  <a:tcPr/>
                </a:tc>
                <a:tc hMerge="1">
                  <a:txBody>
                    <a:bodyPr/>
                    <a:lstStyle/>
                    <a:p/>
                  </a:txBody>
                  <a:tcPr/>
                </a:tc>
                <a:tc hMerge="1">
                  <a:txBody>
                    <a:bodyPr/>
                    <a:lstStyle/>
                    <a:p/>
                  </a:txBody>
                  <a:tcPr/>
                </a:tc>
              </a:tr>
              <a:tr h="182880">
                <a:tc>
                  <a:txBody>
                    <a:bodyPr wrap="square"/>
                    <a:lstStyle/>
                    <a:p>
                      <a:pPr algn="l">
                        <a:lnSpc>
                          <a:spcPct val="100000"/>
                        </a:lnSpc>
                        <a:spcBef>
                          <a:spcPts val="0"/>
                        </a:spcBef>
                        <a:spcAft>
                          <a:spcPts val="0"/>
                        </a:spcAft>
                      </a:pPr>
                      <a:r>
                        <a:rPr sz="750" b="0" i="0">
                          <a:solidFill>
                            <a:srgbClr val="445469"/>
                          </a:solidFill>
                          <a:latin typeface="Open Sans"/>
                        </a:rPr>
                        <a:t>43  </a:t>
                      </a:r>
                      <a:r>
                        <a:rPr sz="750" b="0" i="0">
                          <a:solidFill>
                            <a:srgbClr val="333F4F"/>
                          </a:solidFill>
                          <a:latin typeface="Open Sans"/>
                        </a:rPr>
                        <a:t>Customer-centricity workstream in transformation</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1" i="0">
                          <a:solidFill>
                            <a:schemeClr val="accent3"/>
                          </a:solidFill>
                          <a:latin typeface="Open Sans"/>
                        </a:rPr>
                        <a:t>1 </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44  </a:t>
                      </a:r>
                      <a:r>
                        <a:rPr sz="750" b="0" i="0">
                          <a:solidFill>
                            <a:srgbClr val="333F4F"/>
                          </a:solidFill>
                          <a:latin typeface="Open Sans"/>
                        </a:rPr>
                        <a:t>Define what good looks like for customers (design principles)</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0" i="0">
                          <a:solidFill>
                            <a:srgbClr val="445469"/>
                          </a:solidFill>
                          <a:latin typeface="Open Sans"/>
                        </a:rPr>
                        <a:t>CMI</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1" i="0">
                          <a:solidFill>
                            <a:schemeClr val="accent3"/>
                          </a:solidFill>
                          <a:latin typeface="Open Sans"/>
                        </a:rPr>
                        <a:t>1 </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45  </a:t>
                      </a:r>
                      <a:r>
                        <a:rPr sz="750" b="0" i="0">
                          <a:solidFill>
                            <a:srgbClr val="333F4F"/>
                          </a:solidFill>
                          <a:latin typeface="Open Sans"/>
                        </a:rPr>
                        <a:t>Coal Services app: access to services, comms channel</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1" i="0">
                          <a:solidFill>
                            <a:schemeClr val="accent1"/>
                          </a:solidFill>
                          <a:latin typeface="Open Sans"/>
                        </a:rPr>
                        <a:t>2 </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46  </a:t>
                      </a:r>
                      <a:r>
                        <a:rPr sz="750" b="0" i="0">
                          <a:solidFill>
                            <a:srgbClr val="333F4F"/>
                          </a:solidFill>
                          <a:latin typeface="Open Sans"/>
                        </a:rPr>
                        <a:t>Account managers across BUs, business wide</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1" i="0">
                          <a:solidFill>
                            <a:schemeClr val="accent1"/>
                          </a:solidFill>
                          <a:latin typeface="Open Sans"/>
                        </a:rPr>
                        <a:t>2 </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47  </a:t>
                      </a:r>
                      <a:r>
                        <a:rPr sz="750" b="0" i="0">
                          <a:solidFill>
                            <a:srgbClr val="333F4F"/>
                          </a:solidFill>
                          <a:latin typeface="Open Sans"/>
                        </a:rPr>
                        <a:t>Single point of contact for employers</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1" i="0">
                          <a:solidFill>
                            <a:schemeClr val="accent1"/>
                          </a:solidFill>
                          <a:latin typeface="Open Sans"/>
                        </a:rPr>
                        <a:t>2 </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48  </a:t>
                      </a:r>
                      <a:r>
                        <a:rPr sz="750" b="0" i="0">
                          <a:solidFill>
                            <a:srgbClr val="333F4F"/>
                          </a:solidFill>
                          <a:latin typeface="Open Sans"/>
                        </a:rPr>
                        <a:t>Holistic view of key businesses (all data in one place)</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1" i="0">
                          <a:solidFill>
                            <a:schemeClr val="accent1"/>
                          </a:solidFill>
                          <a:latin typeface="Open Sans"/>
                        </a:rPr>
                        <a:t>2 </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49  </a:t>
                      </a:r>
                      <a:r>
                        <a:rPr sz="750" b="0" i="0">
                          <a:solidFill>
                            <a:srgbClr val="333F4F"/>
                          </a:solidFill>
                          <a:latin typeface="Open Sans"/>
                        </a:rPr>
                        <a:t>Coal Services premium clarity</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1" i="0">
                          <a:solidFill>
                            <a:schemeClr val="accent2"/>
                          </a:solidFill>
                          <a:latin typeface="Open Sans"/>
                        </a:rPr>
                        <a:t>3 </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50  </a:t>
                      </a:r>
                      <a:r>
                        <a:rPr sz="750" b="0" i="0">
                          <a:solidFill>
                            <a:srgbClr val="333F4F"/>
                          </a:solidFill>
                          <a:latin typeface="Open Sans"/>
                        </a:rPr>
                        <a:t>CRM and visibility</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1" i="0">
                          <a:solidFill>
                            <a:schemeClr val="accent2"/>
                          </a:solidFill>
                          <a:latin typeface="Open Sans"/>
                        </a:rPr>
                        <a:t>3 </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51  </a:t>
                      </a:r>
                      <a:r>
                        <a:rPr sz="750" b="0" i="0">
                          <a:solidFill>
                            <a:srgbClr val="333F4F"/>
                          </a:solidFill>
                          <a:latin typeface="Open Sans"/>
                        </a:rPr>
                        <a:t>Gated website content (policyholder space)</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1" i="0">
                          <a:solidFill>
                            <a:schemeClr val="accent2"/>
                          </a:solidFill>
                          <a:latin typeface="Open Sans"/>
                        </a:rPr>
                        <a:t>3 </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52  </a:t>
                      </a:r>
                      <a:r>
                        <a:rPr sz="750" b="0" i="0">
                          <a:solidFill>
                            <a:srgbClr val="333F4F"/>
                          </a:solidFill>
                          <a:latin typeface="Open Sans"/>
                        </a:rPr>
                        <a:t>Internal stakeholder forums</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1" i="0">
                          <a:solidFill>
                            <a:schemeClr val="accent2"/>
                          </a:solidFill>
                          <a:latin typeface="Open Sans"/>
                        </a:rPr>
                        <a:t>3 </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53  </a:t>
                      </a:r>
                      <a:r>
                        <a:rPr sz="750" b="0" i="0">
                          <a:solidFill>
                            <a:srgbClr val="333F4F"/>
                          </a:solidFill>
                          <a:latin typeface="Open Sans"/>
                        </a:rPr>
                        <a:t>Language to customers</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1" i="0">
                          <a:solidFill>
                            <a:schemeClr val="accent2"/>
                          </a:solidFill>
                          <a:latin typeface="Open Sans"/>
                        </a:rPr>
                        <a:t>3 </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r>
            </a:tbl>
          </a:graphicData>
        </a:graphic>
      </p:graphicFrame>
      <p:sp>
        <p:nvSpPr>
          <p:cNvPr id="18" name="TextBox 17"/>
          <p:cNvSpPr txBox="1"/>
          <p:nvPr/>
        </p:nvSpPr>
        <p:spPr>
          <a:xfrm>
            <a:off x="566928" y="6144768"/>
            <a:ext cx="11064240" cy="502920"/>
          </a:xfrm>
          <a:prstGeom prst="rect">
            <a:avLst/>
          </a:prstGeom>
          <a:noFill/>
        </p:spPr>
        <p:txBody>
          <a:bodyPr wrap="square" anchor="t" lIns="0" tIns="0" rIns="0" bIns="0">
            <a:spAutoFit/>
          </a:bodyPr>
          <a:lstStyle/>
          <a:p>
            <a:pPr algn="l">
              <a:lnSpc>
                <a:spcPct val="100000"/>
              </a:lnSpc>
              <a:spcAft>
                <a:spcPts val="0"/>
              </a:spcAft>
            </a:pPr>
            <a:r>
              <a:rPr sz="800" b="1" i="0">
                <a:solidFill>
                  <a:srgbClr val="445469"/>
                </a:solidFill>
                <a:latin typeface="Open Sans"/>
              </a:rPr>
              <a:t>Theme: </a:t>
            </a:r>
            <a:r>
              <a:rPr sz="800" b="1" i="0">
                <a:solidFill>
                  <a:schemeClr val="accent3"/>
                </a:solidFill>
                <a:latin typeface="Open Sans"/>
              </a:rPr>
              <a:t>1 Trust &amp; Transparency</a:t>
            </a:r>
            <a:r>
              <a:rPr sz="800" b="1" i="0">
                <a:solidFill>
                  <a:schemeClr val="accent1"/>
                </a:solidFill>
                <a:latin typeface="Open Sans"/>
              </a:rPr>
              <a:t>   2 Service Experience &amp; Consistency</a:t>
            </a:r>
            <a:r>
              <a:rPr sz="800" b="1" i="0">
                <a:solidFill>
                  <a:schemeClr val="accent2"/>
                </a:solidFill>
                <a:latin typeface="Open Sans"/>
              </a:rPr>
              <a:t>   3 Value &amp; Stakeholder Confidence</a:t>
            </a:r>
            <a:r>
              <a:rPr sz="800" b="0" i="1">
                <a:solidFill>
                  <a:srgbClr val="445469"/>
                </a:solidFill>
                <a:latin typeface="Open Sans"/>
              </a:rPr>
              <a:t>.   Flag ✓ = raised in ‘How will we share progress?’.   Share back = progress, awareness or result, where the stickies make it clear. Blank = to decide.</a:t>
            </a:r>
          </a:p>
          <a:p>
            <a:pPr algn="l">
              <a:lnSpc>
                <a:spcPct val="100000"/>
              </a:lnSpc>
              <a:spcAft>
                <a:spcPts val="0"/>
              </a:spcAft>
            </a:pPr>
            <a:r>
              <a:rPr sz="800" b="0" i="1">
                <a:solidFill>
                  <a:srgbClr val="445469"/>
                </a:solidFill>
                <a:latin typeface="Open Sans"/>
              </a:rPr>
              <a:t>Still open from the canvases: What does our change management process involve? Where do the health surveillance levels sit? Beth / Brooke to provide detail for A2C (?), CMI capability and process.</a:t>
            </a:r>
          </a:p>
        </p:txBody>
      </p:sp>
    </p:spTree>
    <p:extLst>
      <p:ext uri="{BB962C8B-B14F-4D97-AF65-F5344CB8AC3E}">
        <p14:creationId xmlns:p14="http://schemas.microsoft.com/office/powerpoint/2010/main" val="129514326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E04E26-E604-813E-86D3-014AA1D9C32E}"/>
            </a:ext>
          </a:extLst>
        </p:cNvPr>
        <p:cNvGrpSpPr/>
        <p:nvPr/>
      </p:nvGrpSpPr>
      <p:grpSpPr>
        <a:xfrm>
          <a:off x="0" y="0"/>
          <a:ext cx="0" cy="0"/>
          <a:chOff x="0" y="0"/>
          <a:chExt cx="0" cy="0"/>
        </a:xfrm>
      </p:grpSpPr>
      <p:cxnSp>
        <p:nvCxnSpPr>
          <p:cNvPr id="5" name="Straight Connector 4">
            <a:extLst>
              <a:ext uri="{FF2B5EF4-FFF2-40B4-BE49-F238E27FC236}">
                <a16:creationId xmlns:a16="http://schemas.microsoft.com/office/drawing/2014/main" id="{3608ACD3-B5DF-52A8-4DE1-4D5D28F05B17}"/>
              </a:ext>
            </a:extLst>
          </p:cNvPr>
          <p:cNvCxnSpPr>
            <a:cxnSpLocks/>
            <a:stCxn id="6" idx="3"/>
          </p:cNvCxnSpPr>
          <p:nvPr/>
        </p:nvCxnSpPr>
        <p:spPr>
          <a:xfrm>
            <a:off x="2609641" y="277669"/>
            <a:ext cx="9582359" cy="0"/>
          </a:xfrm>
          <a:prstGeom prst="line">
            <a:avLst/>
          </a:prstGeom>
          <a:ln w="3175">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3" name="Straight Connector 2">
            <a:extLst>
              <a:ext uri="{FF2B5EF4-FFF2-40B4-BE49-F238E27FC236}">
                <a16:creationId xmlns:a16="http://schemas.microsoft.com/office/drawing/2014/main" id="{555E4999-7C88-D24F-75F2-28872F004E5D}"/>
              </a:ext>
            </a:extLst>
          </p:cNvPr>
          <p:cNvCxnSpPr>
            <a:cxnSpLocks/>
            <a:endCxn id="6" idx="1"/>
          </p:cNvCxnSpPr>
          <p:nvPr/>
        </p:nvCxnSpPr>
        <p:spPr>
          <a:xfrm>
            <a:off x="0" y="277669"/>
            <a:ext cx="548641" cy="0"/>
          </a:xfrm>
          <a:prstGeom prst="line">
            <a:avLst/>
          </a:prstGeom>
          <a:ln w="3175">
            <a:solidFill>
              <a:schemeClr val="accent6"/>
            </a:solidFill>
          </a:ln>
        </p:spPr>
        <p:style>
          <a:lnRef idx="1">
            <a:schemeClr val="accent1"/>
          </a:lnRef>
          <a:fillRef idx="0">
            <a:schemeClr val="accent1"/>
          </a:fillRef>
          <a:effectRef idx="0">
            <a:schemeClr val="accent1"/>
          </a:effectRef>
          <a:fontRef idx="minor">
            <a:schemeClr val="tx1"/>
          </a:fontRef>
        </p:style>
      </p:cxnSp>
      <p:sp>
        <p:nvSpPr>
          <p:cNvPr id="6" name="Text 0">
            <a:extLst>
              <a:ext uri="{FF2B5EF4-FFF2-40B4-BE49-F238E27FC236}">
                <a16:creationId xmlns:a16="http://schemas.microsoft.com/office/drawing/2014/main" id="{93F24A76-699F-A050-BCAC-71BD08B264A2}"/>
              </a:ext>
            </a:extLst>
          </p:cNvPr>
          <p:cNvSpPr/>
          <p:nvPr/>
        </p:nvSpPr>
        <p:spPr>
          <a:xfrm>
            <a:off x="548641" y="165782"/>
            <a:ext cx="2061000" cy="223773"/>
          </a:xfrm>
          <a:prstGeom prst="roundRect">
            <a:avLst>
              <a:gd name="adj" fmla="val 50000"/>
            </a:avLst>
          </a:prstGeom>
          <a:noFill/>
          <a:ln w="3175">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i="0" u="none" strike="noStrike" kern="0" cap="none" normalizeH="0" baseline="0" noProof="0">
                <a:ln>
                  <a:noFill/>
                </a:ln>
                <a:solidFill>
                  <a:schemeClr val="accent6"/>
                </a:solidFill>
                <a:effectLst/>
                <a:uLnTx/>
                <a:uFillTx/>
                <a:latin typeface="Poppins" pitchFamily="34" charset="0"/>
                <a:ea typeface="Poppins" pitchFamily="34" charset="-122"/>
                <a:cs typeface="Poppins" pitchFamily="34" charset="-120"/>
              </a:rPr>
              <a:t>ISS GMT Working Session</a:t>
            </a:r>
          </a:p>
        </p:txBody>
      </p:sp>
      <p:sp>
        <p:nvSpPr>
          <p:cNvPr id="14" name="Title 4">
            <a:extLst>
              <a:ext uri="{FF2B5EF4-FFF2-40B4-BE49-F238E27FC236}">
                <a16:creationId xmlns:a16="http://schemas.microsoft.com/office/drawing/2014/main" id="{15B0D0C6-2A12-4A64-5CA6-AFD820857D29}"/>
              </a:ext>
            </a:extLst>
          </p:cNvPr>
          <p:cNvSpPr txBox="1">
            <a:spLocks/>
          </p:cNvSpPr>
          <p:nvPr/>
        </p:nvSpPr>
        <p:spPr>
          <a:xfrm>
            <a:off x="525018" y="573082"/>
            <a:ext cx="11200000" cy="880000"/>
          </a:xfrm>
          <a:prstGeom prst="rect">
            <a:avLst/>
          </a:prstGeom>
        </p:spPr>
        <p:txBody>
          <a:bodyPr vert="horz" lIns="91440" tIns="45720" rIns="91440" bIns="45720" rtlCol="0" anchor="t">
            <a:noAutofit/>
          </a:bodyPr>
          <a:lstStyle>
            <a:defPPr>
              <a:defRPr lang="en-US"/>
            </a:defPPr>
            <a:lvl1pPr>
              <a:lnSpc>
                <a:spcPct val="114000"/>
              </a:lnSpc>
              <a:spcBef>
                <a:spcPct val="0"/>
              </a:spcBef>
              <a:buNone/>
              <a:defRPr sz="2200">
                <a:solidFill>
                  <a:schemeClr val="accent6">
                    <a:lumMod val="75000"/>
                  </a:schemeClr>
                </a:solidFill>
                <a:latin typeface="Poppins SemiBold" panose="00000700000000000000" pitchFamily="2" charset="0"/>
                <a:ea typeface="+mj-ea"/>
                <a:cs typeface="Poppins SemiBold" panose="00000700000000000000" pitchFamily="2" charset="0"/>
              </a:defRPr>
            </a:lvl1pPr>
          </a:lstStyle>
          <a:p>
            <a:r>
              <a:rPr lang="en-AU">
                <a:solidFill/>
              </a:rPr>
              <a:t>How we share progress: </a:t>
            </a:r>
            <a:r>
              <a:rPr lang="en-AU">
                <a:solidFill>
                  <a:schemeClr val="accent3"/>
                </a:solidFill>
              </a:rPr>
              <a:t>who hears from us, how, and what we tell them</a:t>
            </a:r>
          </a:p>
        </p:txBody>
      </p:sp>
      <p:sp>
        <p:nvSpPr>
          <p:cNvPr id="2" name="Slide Number Placeholder 1">
            <a:extLst>
              <a:ext uri="{FF2B5EF4-FFF2-40B4-BE49-F238E27FC236}">
                <a16:creationId xmlns:a16="http://schemas.microsoft.com/office/drawing/2014/main" id="{2B6BE33A-60B5-E311-CB42-7B2F0308709E}"/>
              </a:ext>
            </a:extLst>
          </p:cNvPr>
          <p:cNvSpPr txBox="1">
            <a:spLocks/>
          </p:cNvSpPr>
          <p:nvPr/>
        </p:nvSpPr>
        <p:spPr>
          <a:xfrm>
            <a:off x="9309830" y="6429863"/>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9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FA8BD019-05FF-F145-A6E1-6EE5A88665E4}" type="slidenum">
              <a:rPr kumimoji="0" lang="en-AU" sz="900" b="0" i="0" u="none" strike="noStrike" kern="1200" cap="none" spc="0" normalizeH="0" baseline="0" noProof="0" smtClean="0">
                <a:ln>
                  <a:noFill/>
                </a:ln>
                <a:solidFill>
                  <a:schemeClr val="bg2">
                    <a:lumMod val="10000"/>
                  </a:schemeClr>
                </a:solidFill>
                <a:effectLst/>
                <a:uLnTx/>
                <a:uFillTx/>
                <a:latin typeface="Aptos" panose="020B0004020202020204" pitchFamily="34" charset="0"/>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12</a:t>
            </a:fld>
            <a:endParaRPr kumimoji="0" lang="en-AU" sz="900" b="0" i="0" u="none" strike="noStrike" kern="1200" cap="none" spc="0" normalizeH="0" baseline="0" noProof="0">
              <a:ln>
                <a:noFill/>
              </a:ln>
              <a:solidFill>
                <a:schemeClr val="bg2">
                  <a:lumMod val="10000"/>
                </a:schemeClr>
              </a:solidFill>
              <a:effectLst/>
              <a:uLnTx/>
              <a:uFillTx/>
              <a:latin typeface="Aptos" panose="020B0004020202020204" pitchFamily="34" charset="0"/>
              <a:ea typeface="+mn-ea"/>
              <a:cs typeface="+mn-cs"/>
            </a:endParaRPr>
          </a:p>
        </p:txBody>
      </p:sp>
      <p:sp>
        <p:nvSpPr>
          <p:cNvPr id="31" name="Station card 283">
            <a:extLst>
              <a:ext uri="{FF2B5EF4-FFF2-40B4-BE49-F238E27FC236}">
                <a16:creationId xmlns:a16="http://schemas.microsoft.com/office/drawing/2014/main" id="{027D4290-AAD8-2570-17D5-516E96C2F6A1}"/>
              </a:ext>
            </a:extLst>
          </p:cNvPr>
          <p:cNvSpPr/>
          <p:nvPr/>
        </p:nvSpPr>
        <p:spPr>
          <a:xfrm>
            <a:off x="566928" y="1600200"/>
            <a:ext cx="3547872" cy="4343400"/>
          </a:xfrm>
          <a:prstGeom prst="rect">
            <a:avLst/>
          </a:prstGeom>
          <a:gradFill flip="none" rotWithShape="1">
            <a:gsLst>
              <a:gs pos="0">
                <a:schemeClr val="accent5">
                  <a:lumMod val="5000"/>
                  <a:lumOff val="95000"/>
                </a:schemeClr>
              </a:gs>
              <a:gs pos="100000">
                <a:schemeClr val="accent5">
                  <a:lumMod val="20000"/>
                  <a:lumOff val="80000"/>
                  <a:alpha val="68823"/>
                </a:schemeClr>
              </a:gs>
            </a:gsLst>
            <a:lin ang="5400000" scaled="1"/>
            <a:tileRect/>
          </a:gradFill>
          <a:ln>
            <a:noFill/>
          </a:ln>
        </p:spPr>
        <p:txBody>
          <a:bodyPr wrap="square" lIns="0" tIns="0" rIns="0" bIns="0" rtlCol="0" anchor="t">
            <a:noAutofit/>
          </a:bodyPr>
          <a:lstStyle/>
          <a:p>
            <a:endParaRPr lang="en-AU" sz="1000"/>
          </a:p>
        </p:txBody>
      </p:sp>
      <p:sp>
        <p:nvSpPr>
          <p:cNvPr id="32" name="Number 284">
            <a:extLst>
              <a:ext uri="{FF2B5EF4-FFF2-40B4-BE49-F238E27FC236}">
                <a16:creationId xmlns:a16="http://schemas.microsoft.com/office/drawing/2014/main" id="{A6FE2792-B799-F81A-0971-368459D6801D}"/>
              </a:ext>
            </a:extLst>
          </p:cNvPr>
          <p:cNvSpPr/>
          <p:nvPr/>
        </p:nvSpPr>
        <p:spPr>
          <a:xfrm>
            <a:off x="743573" y="1828800"/>
            <a:ext cx="640080" cy="640080"/>
          </a:xfrm>
          <a:prstGeom prst="ellipse">
            <a:avLst/>
          </a:prstGeom>
          <a:solidFill>
            <a:schemeClr val="accent3"/>
          </a:solidFill>
          <a:ln>
            <a:noFill/>
          </a:ln>
        </p:spPr>
        <p:txBody>
          <a:bodyPr wrap="square" lIns="0" tIns="0" rIns="0" bIns="0" rtlCol="0" anchor="ctr">
            <a:noAutofit/>
          </a:bodyPr>
          <a:lstStyle/>
          <a:p>
            <a:pPr algn="ctr">
              <a:lnSpc>
                <a:spcPct val="100000"/>
              </a:lnSpc>
              <a:spcBef>
                <a:spcPts val="0"/>
              </a:spcBef>
              <a:spcAft>
                <a:spcPts val="0"/>
              </a:spcAft>
              <a:buNone/>
            </a:pPr>
            <a:endParaRPr lang="en-AU" sz="2000" b="1">
              <a:solidFill>
                <a:schemeClr val="bg1"/>
              </a:solidFill>
              <a:latin typeface="Poppins SemiBold" pitchFamily="2" charset="0"/>
              <a:cs typeface="Poppins SemiBold" pitchFamily="2" charset="0"/>
            </a:endParaRPr>
          </a:p>
        </p:txBody>
      </p:sp>
      <p:sp>
        <p:nvSpPr>
          <p:cNvPr id="33" name="Station card 289">
            <a:extLst>
              <a:ext uri="{FF2B5EF4-FFF2-40B4-BE49-F238E27FC236}">
                <a16:creationId xmlns:a16="http://schemas.microsoft.com/office/drawing/2014/main" id="{31BD92FE-D688-BB83-E32F-F90CF63D7862}"/>
              </a:ext>
            </a:extLst>
          </p:cNvPr>
          <p:cNvSpPr/>
          <p:nvPr/>
        </p:nvSpPr>
        <p:spPr>
          <a:xfrm>
            <a:off x="4315968" y="1600200"/>
            <a:ext cx="3547872" cy="4343400"/>
          </a:xfrm>
          <a:prstGeom prst="rect">
            <a:avLst/>
          </a:prstGeom>
          <a:gradFill flip="none" rotWithShape="1">
            <a:gsLst>
              <a:gs pos="0">
                <a:schemeClr val="accent5">
                  <a:lumMod val="5000"/>
                  <a:lumOff val="95000"/>
                </a:schemeClr>
              </a:gs>
              <a:gs pos="100000">
                <a:schemeClr val="accent5">
                  <a:lumMod val="20000"/>
                  <a:lumOff val="80000"/>
                  <a:alpha val="68823"/>
                </a:schemeClr>
              </a:gs>
            </a:gsLst>
            <a:lin ang="5400000" scaled="1"/>
            <a:tileRect/>
          </a:gradFill>
          <a:ln>
            <a:noFill/>
          </a:ln>
        </p:spPr>
        <p:txBody>
          <a:bodyPr wrap="square" lIns="0" tIns="0" rIns="0" bIns="0" rtlCol="0" anchor="t">
            <a:noAutofit/>
          </a:bodyPr>
          <a:lstStyle/>
          <a:p>
            <a:endParaRPr lang="en-AU" sz="1000"/>
          </a:p>
        </p:txBody>
      </p:sp>
      <p:sp>
        <p:nvSpPr>
          <p:cNvPr id="34" name="Number 290">
            <a:extLst>
              <a:ext uri="{FF2B5EF4-FFF2-40B4-BE49-F238E27FC236}">
                <a16:creationId xmlns:a16="http://schemas.microsoft.com/office/drawing/2014/main" id="{AAA2BF19-1A7C-C4FE-CAA4-61CB2E457BB3}"/>
              </a:ext>
            </a:extLst>
          </p:cNvPr>
          <p:cNvSpPr/>
          <p:nvPr/>
        </p:nvSpPr>
        <p:spPr>
          <a:xfrm>
            <a:off x="4492613" y="1828800"/>
            <a:ext cx="640080" cy="640080"/>
          </a:xfrm>
          <a:prstGeom prst="ellipse">
            <a:avLst/>
          </a:prstGeom>
          <a:solidFill>
            <a:schemeClr val="accent3"/>
          </a:solidFill>
          <a:ln>
            <a:noFill/>
          </a:ln>
        </p:spPr>
        <p:txBody>
          <a:bodyPr wrap="square" lIns="0" tIns="0" rIns="0" bIns="0" rtlCol="0" anchor="ctr">
            <a:noAutofit/>
          </a:bodyPr>
          <a:lstStyle/>
          <a:p>
            <a:pPr algn="ctr">
              <a:lnSpc>
                <a:spcPct val="100000"/>
              </a:lnSpc>
              <a:spcBef>
                <a:spcPts val="0"/>
              </a:spcBef>
              <a:spcAft>
                <a:spcPts val="0"/>
              </a:spcAft>
              <a:buNone/>
            </a:pPr>
            <a:endParaRPr lang="en-AU" sz="2000" b="1">
              <a:solidFill>
                <a:schemeClr val="bg1"/>
              </a:solidFill>
              <a:latin typeface="Poppins SemiBold" pitchFamily="2" charset="0"/>
              <a:cs typeface="Poppins SemiBold" pitchFamily="2" charset="0"/>
            </a:endParaRPr>
          </a:p>
        </p:txBody>
      </p:sp>
      <p:sp>
        <p:nvSpPr>
          <p:cNvPr id="35" name="Station card 295">
            <a:extLst>
              <a:ext uri="{FF2B5EF4-FFF2-40B4-BE49-F238E27FC236}">
                <a16:creationId xmlns:a16="http://schemas.microsoft.com/office/drawing/2014/main" id="{6C649078-D520-DF56-C5B2-F438E7BDE54E}"/>
              </a:ext>
            </a:extLst>
          </p:cNvPr>
          <p:cNvSpPr/>
          <p:nvPr/>
        </p:nvSpPr>
        <p:spPr>
          <a:xfrm>
            <a:off x="8065008" y="1600200"/>
            <a:ext cx="3547872" cy="4343400"/>
          </a:xfrm>
          <a:prstGeom prst="rect">
            <a:avLst/>
          </a:prstGeom>
          <a:gradFill flip="none" rotWithShape="1">
            <a:gsLst>
              <a:gs pos="0">
                <a:schemeClr val="accent5">
                  <a:lumMod val="5000"/>
                  <a:lumOff val="95000"/>
                </a:schemeClr>
              </a:gs>
              <a:gs pos="100000">
                <a:schemeClr val="accent5">
                  <a:lumMod val="20000"/>
                  <a:lumOff val="80000"/>
                  <a:alpha val="68823"/>
                </a:schemeClr>
              </a:gs>
            </a:gsLst>
            <a:lin ang="5400000" scaled="1"/>
            <a:tileRect/>
          </a:gradFill>
          <a:ln>
            <a:noFill/>
          </a:ln>
        </p:spPr>
        <p:txBody>
          <a:bodyPr wrap="square" lIns="0" tIns="0" rIns="0" bIns="0" rtlCol="0" anchor="t">
            <a:noAutofit/>
          </a:bodyPr>
          <a:lstStyle/>
          <a:p>
            <a:endParaRPr lang="en-AU" sz="1000"/>
          </a:p>
        </p:txBody>
      </p:sp>
      <p:sp>
        <p:nvSpPr>
          <p:cNvPr id="36" name="Number 296">
            <a:extLst>
              <a:ext uri="{FF2B5EF4-FFF2-40B4-BE49-F238E27FC236}">
                <a16:creationId xmlns:a16="http://schemas.microsoft.com/office/drawing/2014/main" id="{C764D39E-CC52-75A5-80D3-623C704358B2}"/>
              </a:ext>
            </a:extLst>
          </p:cNvPr>
          <p:cNvSpPr/>
          <p:nvPr/>
        </p:nvSpPr>
        <p:spPr>
          <a:xfrm>
            <a:off x="8241653" y="1828800"/>
            <a:ext cx="640080" cy="640080"/>
          </a:xfrm>
          <a:prstGeom prst="ellipse">
            <a:avLst/>
          </a:prstGeom>
          <a:solidFill>
            <a:schemeClr val="accent3"/>
          </a:solidFill>
          <a:ln>
            <a:noFill/>
          </a:ln>
        </p:spPr>
        <p:txBody>
          <a:bodyPr wrap="square" lIns="0" tIns="0" rIns="0" bIns="0" rtlCol="0" anchor="ctr">
            <a:noAutofit/>
          </a:bodyPr>
          <a:lstStyle/>
          <a:p>
            <a:pPr algn="ctr">
              <a:lnSpc>
                <a:spcPct val="100000"/>
              </a:lnSpc>
              <a:spcBef>
                <a:spcPts val="0"/>
              </a:spcBef>
              <a:spcAft>
                <a:spcPts val="0"/>
              </a:spcAft>
              <a:buNone/>
            </a:pPr>
            <a:endParaRPr lang="en-AU" sz="2000" b="1">
              <a:solidFill>
                <a:schemeClr val="bg1"/>
              </a:solidFill>
              <a:latin typeface="Poppins SemiBold" pitchFamily="2" charset="0"/>
              <a:cs typeface="Poppins SemiBold" pitchFamily="2" charset="0"/>
            </a:endParaRPr>
          </a:p>
        </p:txBody>
      </p:sp>
      <p:sp>
        <p:nvSpPr>
          <p:cNvPr id="25" name="Purpose 103">
            <a:extLst>
              <a:ext uri="{FF2B5EF4-FFF2-40B4-BE49-F238E27FC236}">
                <a16:creationId xmlns:a16="http://schemas.microsoft.com/office/drawing/2014/main" id="{919FA0D1-ED11-5FB2-C59C-1251A540210B}"/>
              </a:ext>
            </a:extLst>
          </p:cNvPr>
          <p:cNvSpPr txBox="1"/>
          <p:nvPr/>
        </p:nvSpPr>
        <p:spPr>
          <a:xfrm>
            <a:off x="1504704" y="1783080"/>
            <a:ext cx="2491224" cy="868680"/>
          </a:xfrm>
          <a:prstGeom prst="rect">
            <a:avLst/>
          </a:prstGeom>
          <a:noFill/>
          <a:ln>
            <a:noFill/>
          </a:ln>
        </p:spPr>
        <p:txBody>
          <a:bodyPr wrap="square" lIns="0" tIns="0" rIns="0" bIns="0" rtlCol="0" anchor="t">
            <a:noAutofit/>
          </a:bodyPr>
          <a:lstStyle/>
          <a:p>
            <a:pPr>
              <a:lnSpc>
                <a:spcPct val="110000"/>
              </a:lnSpc>
              <a:spcBef>
                <a:spcPts val="0"/>
              </a:spcBef>
              <a:spcAft>
                <a:spcPts val="0"/>
              </a:spcAft>
              <a:buNone/>
            </a:pPr>
            <a:r>
              <a:rPr lang="en-AU">
                <a:solidFill>
                  <a:schemeClr val="accent6">
                    <a:lumMod val="50000"/>
                  </a:schemeClr>
                </a:solidFill>
                <a:latin typeface="Poppins SemiBold" pitchFamily="2" charset="0"/>
                <a:cs typeface="Poppins SemiBold" pitchFamily="2" charset="0"/>
              </a:rPr>
              <a:t>Who Needs To Hear From Us?</a:t>
            </a:r>
          </a:p>
        </p:txBody>
      </p:sp>
      <p:sp>
        <p:nvSpPr>
          <p:cNvPr id="26" name="Purpose 103">
            <a:extLst>
              <a:ext uri="{FF2B5EF4-FFF2-40B4-BE49-F238E27FC236}">
                <a16:creationId xmlns:a16="http://schemas.microsoft.com/office/drawing/2014/main" id="{91EFF386-D016-C34B-72F2-B19AA12156F3}"/>
              </a:ext>
            </a:extLst>
          </p:cNvPr>
          <p:cNvSpPr txBox="1"/>
          <p:nvPr/>
        </p:nvSpPr>
        <p:spPr>
          <a:xfrm>
            <a:off x="5269937" y="1783080"/>
            <a:ext cx="2447762" cy="868680"/>
          </a:xfrm>
          <a:prstGeom prst="rect">
            <a:avLst/>
          </a:prstGeom>
          <a:noFill/>
          <a:ln>
            <a:noFill/>
          </a:ln>
        </p:spPr>
        <p:txBody>
          <a:bodyPr wrap="square" lIns="0" tIns="0" rIns="0" bIns="0" rtlCol="0" anchor="t">
            <a:noAutofit/>
          </a:bodyPr>
          <a:lstStyle/>
          <a:p>
            <a:pPr>
              <a:lnSpc>
                <a:spcPct val="110000"/>
              </a:lnSpc>
              <a:spcBef>
                <a:spcPts val="0"/>
              </a:spcBef>
              <a:spcAft>
                <a:spcPts val="0"/>
              </a:spcAft>
              <a:buNone/>
            </a:pPr>
            <a:r>
              <a:rPr lang="en-AU">
                <a:solidFill>
                  <a:schemeClr val="accent6">
                    <a:lumMod val="50000"/>
                  </a:schemeClr>
                </a:solidFill>
                <a:latin typeface="Poppins SemiBold" pitchFamily="2" charset="0"/>
                <a:cs typeface="Poppins SemiBold" pitchFamily="2" charset="0"/>
              </a:rPr>
              <a:t>Through What Mechanisms?</a:t>
            </a:r>
          </a:p>
        </p:txBody>
      </p:sp>
      <p:sp>
        <p:nvSpPr>
          <p:cNvPr id="27" name="Purpose 103">
            <a:extLst>
              <a:ext uri="{FF2B5EF4-FFF2-40B4-BE49-F238E27FC236}">
                <a16:creationId xmlns:a16="http://schemas.microsoft.com/office/drawing/2014/main" id="{118BD308-C111-4864-C143-FF223BDAF2BD}"/>
              </a:ext>
            </a:extLst>
          </p:cNvPr>
          <p:cNvSpPr txBox="1"/>
          <p:nvPr/>
        </p:nvSpPr>
        <p:spPr>
          <a:xfrm>
            <a:off x="9011132" y="1783080"/>
            <a:ext cx="2489044" cy="868680"/>
          </a:xfrm>
          <a:prstGeom prst="rect">
            <a:avLst/>
          </a:prstGeom>
          <a:noFill/>
          <a:ln>
            <a:noFill/>
          </a:ln>
        </p:spPr>
        <p:txBody>
          <a:bodyPr wrap="square" lIns="0" tIns="0" rIns="0" bIns="0" rtlCol="0" anchor="t">
            <a:noAutofit/>
          </a:bodyPr>
          <a:lstStyle/>
          <a:p>
            <a:pPr>
              <a:lnSpc>
                <a:spcPct val="110000"/>
              </a:lnSpc>
              <a:spcBef>
                <a:spcPts val="0"/>
              </a:spcBef>
              <a:spcAft>
                <a:spcPts val="0"/>
              </a:spcAft>
              <a:buNone/>
            </a:pPr>
            <a:r>
              <a:rPr lang="en-AU">
                <a:solidFill>
                  <a:schemeClr val="accent6">
                    <a:lumMod val="50000"/>
                  </a:schemeClr>
                </a:solidFill>
                <a:latin typeface="Poppins SemiBold" pitchFamily="2" charset="0"/>
                <a:cs typeface="Poppins SemiBold" pitchFamily="2" charset="0"/>
              </a:rPr>
              <a:t>What Should We Regularly Communicate?</a:t>
            </a:r>
          </a:p>
        </p:txBody>
      </p:sp>
      <p:sp>
        <p:nvSpPr>
          <p:cNvPr id="28" name="Purpose 103">
            <a:extLst>
              <a:ext uri="{FF2B5EF4-FFF2-40B4-BE49-F238E27FC236}">
                <a16:creationId xmlns:a16="http://schemas.microsoft.com/office/drawing/2014/main" id="{FF51DCB6-40C2-D1B4-4949-4DA312CDCEED}"/>
              </a:ext>
            </a:extLst>
          </p:cNvPr>
          <p:cNvSpPr txBox="1"/>
          <p:nvPr/>
        </p:nvSpPr>
        <p:spPr>
          <a:xfrm>
            <a:off x="8350482" y="2670048"/>
            <a:ext cx="3271475" cy="3200400"/>
          </a:xfrm>
          <a:prstGeom prst="rect">
            <a:avLst/>
          </a:prstGeom>
          <a:noFill/>
          <a:ln>
            <a:noFill/>
          </a:ln>
        </p:spPr>
        <p:txBody>
          <a:bodyPr wrap="square" lIns="0" tIns="0" rIns="0" bIns="0" rtlCol="0" anchor="t">
            <a:noAutofit/>
          </a:bodyPr>
          <a:lstStyle/>
          <a:p>
            <a:pPr marL="0" indent="0">
              <a:spcBef>
                <a:spcPts val="0"/>
              </a:spcBef>
              <a:spcAft>
                <a:spcPts val="1000"/>
              </a:spcAft>
              <a:buNone/>
            </a:pPr>
            <a:r>
              <a:rPr sz="800" b="1">
                <a:solidFill>
                  <a:schemeClr val="accent3"/>
                </a:solidFill>
                <a:latin typeface="Poppins SemiBold"/>
              </a:rPr>
              <a:t>Content</a:t>
            </a:r>
          </a:p>
          <a:p>
            <a:pPr marL="285750" indent="-285750">
              <a:lnSpc>
                <a:spcPct val="100000"/>
              </a:lnSpc>
              <a:spcBef>
                <a:spcPts val="0"/>
              </a:spcBef>
              <a:spcAft>
                <a:spcPts val="300"/>
              </a:spcAft>
              <a:buFont typeface="Arial" panose="020B0604020202020204" pitchFamily="34" charset="0"/>
              <a:buChar char="•"/>
            </a:pPr>
            <a:r>
              <a:rPr sz="900">
                <a:solidFill>
                  <a:srgbClr val="333F4F"/>
                </a:solidFill>
                <a:latin typeface="Open Sans"/>
              </a:rPr>
              <a:t>The pain points, what we’ve done and what’s to come</a:t>
            </a:r>
          </a:p>
          <a:p>
            <a:pPr marL="285750" indent="-285750">
              <a:lnSpc>
                <a:spcPct val="100000"/>
              </a:lnSpc>
              <a:spcBef>
                <a:spcPts val="0"/>
              </a:spcBef>
              <a:spcAft>
                <a:spcPts val="300"/>
              </a:spcAft>
              <a:buFont typeface="Arial" panose="020B0604020202020204" pitchFamily="34" charset="0"/>
              <a:buChar char="•"/>
            </a:pPr>
            <a:r>
              <a:rPr sz="900">
                <a:solidFill>
                  <a:srgbClr val="333F4F"/>
                </a:solidFill>
                <a:latin typeface="Open Sans"/>
              </a:rPr>
              <a:t>Updates on what’s been done</a:t>
            </a:r>
          </a:p>
          <a:p>
            <a:pPr marL="285750" indent="-285750">
              <a:lnSpc>
                <a:spcPct val="100000"/>
              </a:lnSpc>
              <a:spcBef>
                <a:spcPts val="0"/>
              </a:spcBef>
              <a:spcAft>
                <a:spcPts val="300"/>
              </a:spcAft>
              <a:buFont typeface="Arial" panose="020B0604020202020204" pitchFamily="34" charset="0"/>
              <a:buChar char="•"/>
            </a:pPr>
            <a:r>
              <a:rPr sz="900">
                <a:solidFill>
                  <a:srgbClr val="333F4F"/>
                </a:solidFill>
                <a:latin typeface="Open Sans"/>
              </a:rPr>
              <a:t>Promises mapped to outcomes and deliveries, and priorities</a:t>
            </a:r>
          </a:p>
          <a:p>
            <a:pPr marL="285750" indent="-285750">
              <a:lnSpc>
                <a:spcPct val="100000"/>
              </a:lnSpc>
              <a:spcBef>
                <a:spcPts val="0"/>
              </a:spcBef>
              <a:spcAft>
                <a:spcPts val="300"/>
              </a:spcAft>
              <a:buFont typeface="Arial" panose="020B0604020202020204" pitchFamily="34" charset="0"/>
              <a:buChar char="•"/>
            </a:pPr>
            <a:r>
              <a:rPr sz="900">
                <a:solidFill>
                  <a:srgbClr val="333F4F"/>
                </a:solidFill>
                <a:latin typeface="Open Sans"/>
              </a:rPr>
              <a:t>Service standards, incl. CSH Health Standards</a:t>
            </a:r>
          </a:p>
          <a:p>
            <a:pPr marL="285750" indent="-285750">
              <a:lnSpc>
                <a:spcPct val="100000"/>
              </a:lnSpc>
              <a:spcBef>
                <a:spcPts val="0"/>
              </a:spcBef>
              <a:spcAft>
                <a:spcPts val="300"/>
              </a:spcAft>
              <a:buFont typeface="Arial" panose="020B0604020202020204" pitchFamily="34" charset="0"/>
              <a:buChar char="•"/>
            </a:pPr>
            <a:r>
              <a:rPr sz="900">
                <a:solidFill>
                  <a:srgbClr val="333F4F"/>
                </a:solidFill>
                <a:latin typeface="Open Sans"/>
              </a:rPr>
              <a:t>Our processes, up front</a:t>
            </a:r>
          </a:p>
          <a:p>
            <a:pPr marL="285750" indent="-285750">
              <a:lnSpc>
                <a:spcPct val="100000"/>
              </a:lnSpc>
              <a:spcBef>
                <a:spcPts val="0"/>
              </a:spcBef>
              <a:spcAft>
                <a:spcPts val="300"/>
              </a:spcAft>
              <a:buFont typeface="Arial" panose="020B0604020202020204" pitchFamily="34" charset="0"/>
              <a:buChar char="•"/>
            </a:pPr>
            <a:r>
              <a:rPr sz="900">
                <a:solidFill>
                  <a:srgbClr val="333F4F"/>
                </a:solidFill>
                <a:latin typeface="Open Sans"/>
              </a:rPr>
              <a:t>Limits of liability for health appointments and certificates</a:t>
            </a:r>
          </a:p>
          <a:p>
            <a:pPr marL="285750" indent="-285750">
              <a:lnSpc>
                <a:spcPct val="100000"/>
              </a:lnSpc>
              <a:spcBef>
                <a:spcPts val="0"/>
              </a:spcBef>
              <a:spcAft>
                <a:spcPts val="300"/>
              </a:spcAft>
              <a:buFont typeface="Arial" panose="020B0604020202020204" pitchFamily="34" charset="0"/>
              <a:buChar char="•"/>
            </a:pPr>
            <a:r>
              <a:rPr sz="900">
                <a:solidFill>
                  <a:srgbClr val="333F4F"/>
                </a:solidFill>
                <a:latin typeface="Open Sans"/>
              </a:rPr>
              <a:t>Order 45 consultation</a:t>
            </a:r>
          </a:p>
          <a:p>
            <a:pPr marL="285750" indent="-285750">
              <a:lnSpc>
                <a:spcPct val="100000"/>
              </a:lnSpc>
              <a:spcBef>
                <a:spcPts val="0"/>
              </a:spcBef>
              <a:spcAft>
                <a:spcPts val="300"/>
              </a:spcAft>
              <a:buFont typeface="Arial" panose="020B0604020202020204" pitchFamily="34" charset="0"/>
              <a:buChar char="•"/>
            </a:pPr>
            <a:r>
              <a:rPr sz="900">
                <a:solidFill>
                  <a:srgbClr val="333F4F"/>
                </a:solidFill>
                <a:latin typeface="Open Sans"/>
              </a:rPr>
              <a:t>The plan and lessons learned with CMI</a:t>
            </a:r>
          </a:p>
          <a:p>
            <a:pPr marL="285750" indent="-285750">
              <a:lnSpc>
                <a:spcPct val="100000"/>
              </a:lnSpc>
              <a:spcBef>
                <a:spcPts val="0"/>
              </a:spcBef>
              <a:spcAft>
                <a:spcPts val="300"/>
              </a:spcAft>
              <a:buFont typeface="Arial" panose="020B0604020202020204" pitchFamily="34" charset="0"/>
              <a:buChar char="•"/>
            </a:pPr>
            <a:r>
              <a:rPr sz="900">
                <a:solidFill>
                  <a:srgbClr val="333F4F"/>
                </a:solidFill>
                <a:latin typeface="Open Sans"/>
              </a:rPr>
              <a:t>Bowtie complaints</a:t>
            </a:r>
          </a:p>
          <a:p>
            <a:pPr marL="285750" indent="-285750">
              <a:lnSpc>
                <a:spcPct val="100000"/>
              </a:lnSpc>
              <a:spcBef>
                <a:spcPts val="0"/>
              </a:spcBef>
              <a:spcAft>
                <a:spcPts val="300"/>
              </a:spcAft>
              <a:buFont typeface="Arial" panose="020B0604020202020204" pitchFamily="34" charset="0"/>
              <a:buChar char="•"/>
            </a:pPr>
            <a:r>
              <a:rPr sz="900">
                <a:solidFill>
                  <a:srgbClr val="333F4F"/>
                </a:solidFill>
                <a:latin typeface="Open Sans"/>
              </a:rPr>
              <a:t>Transparency of $$$</a:t>
            </a:r>
          </a:p>
          <a:p>
            <a:pPr marL="285750" indent="-285750">
              <a:lnSpc>
                <a:spcPct val="100000"/>
              </a:lnSpc>
              <a:spcBef>
                <a:spcPts val="0"/>
              </a:spcBef>
              <a:spcAft>
                <a:spcPts val="300"/>
              </a:spcAft>
              <a:buFont typeface="Arial" panose="020B0604020202020204" pitchFamily="34" charset="0"/>
              <a:buChar char="•"/>
            </a:pPr>
            <a:r>
              <a:rPr sz="900">
                <a:solidFill>
                  <a:srgbClr val="333F4F"/>
                </a:solidFill>
                <a:latin typeface="Open Sans"/>
              </a:rPr>
              <a:t>Reports with outstanding (?) data</a:t>
            </a:r>
          </a:p>
          <a:p>
            <a:pPr marL="0" indent="0">
              <a:spcBef>
                <a:spcPts val="0"/>
              </a:spcBef>
              <a:spcAft>
                <a:spcPts val="1000"/>
              </a:spcAft>
              <a:buNone/>
            </a:pPr>
            <a:r>
              <a:rPr sz="800" b="1">
                <a:solidFill>
                  <a:schemeClr val="accent3"/>
                </a:solidFill>
                <a:latin typeface="Poppins SemiBold"/>
              </a:rPr>
              <a:t>How we say it</a:t>
            </a:r>
          </a:p>
          <a:p>
            <a:pPr marL="285750" indent="-285750">
              <a:lnSpc>
                <a:spcPct val="100000"/>
              </a:lnSpc>
              <a:spcBef>
                <a:spcPts val="0"/>
              </a:spcBef>
              <a:spcAft>
                <a:spcPts val="300"/>
              </a:spcAft>
              <a:buFont typeface="Arial" panose="020B0604020202020204" pitchFamily="34" charset="0"/>
              <a:buChar char="•"/>
            </a:pPr>
            <a:r>
              <a:rPr sz="900">
                <a:solidFill>
                  <a:srgbClr val="333F4F"/>
                </a:solidFill>
                <a:latin typeface="Open Sans"/>
              </a:rPr>
              <a:t>Honesty and transparency</a:t>
            </a:r>
          </a:p>
          <a:p>
            <a:pPr marL="285750" indent="-285750">
              <a:lnSpc>
                <a:spcPct val="100000"/>
              </a:lnSpc>
              <a:spcBef>
                <a:spcPts val="0"/>
              </a:spcBef>
              <a:spcAft>
                <a:spcPts val="300"/>
              </a:spcAft>
              <a:buFont typeface="Arial" panose="020B0604020202020204" pitchFamily="34" charset="0"/>
              <a:buChar char="•"/>
            </a:pPr>
            <a:r>
              <a:rPr sz="900">
                <a:solidFill>
                  <a:srgbClr val="333F4F"/>
                </a:solidFill>
                <a:latin typeface="Open Sans"/>
              </a:rPr>
              <a:t>Give them the opportunity to talk it through</a:t>
            </a:r>
          </a:p>
        </p:txBody>
      </p:sp>
      <p:sp>
        <p:nvSpPr>
          <p:cNvPr id="29" name="Purpose 103">
            <a:extLst>
              <a:ext uri="{FF2B5EF4-FFF2-40B4-BE49-F238E27FC236}">
                <a16:creationId xmlns:a16="http://schemas.microsoft.com/office/drawing/2014/main" id="{09F7ECE5-41FB-3BB3-1760-BFF3D8B27262}"/>
              </a:ext>
            </a:extLst>
          </p:cNvPr>
          <p:cNvSpPr txBox="1"/>
          <p:nvPr/>
        </p:nvSpPr>
        <p:spPr>
          <a:xfrm>
            <a:off x="4636557" y="2670048"/>
            <a:ext cx="3108412" cy="3200400"/>
          </a:xfrm>
          <a:prstGeom prst="rect">
            <a:avLst/>
          </a:prstGeom>
          <a:noFill/>
          <a:ln>
            <a:noFill/>
          </a:ln>
        </p:spPr>
        <p:txBody>
          <a:bodyPr wrap="square" lIns="0" tIns="0" rIns="0" bIns="0" rtlCol="0" anchor="t">
            <a:noAutofit/>
          </a:bodyPr>
          <a:lstStyle/>
          <a:p>
            <a:pPr marL="0" indent="0">
              <a:spcBef>
                <a:spcPts val="0"/>
              </a:spcBef>
              <a:spcAft>
                <a:spcPts val="1000"/>
              </a:spcAft>
              <a:buNone/>
            </a:pPr>
            <a:r>
              <a:rPr sz="800" b="1">
                <a:solidFill>
                  <a:schemeClr val="accent3"/>
                </a:solidFill>
                <a:latin typeface="Poppins SemiBold"/>
              </a:rPr>
              <a:t>Raised on the canvases</a:t>
            </a:r>
          </a:p>
          <a:p>
            <a:pPr marL="285750" indent="-285750">
              <a:lnSpc>
                <a:spcPct val="100000"/>
              </a:lnSpc>
              <a:spcBef>
                <a:spcPts val="0"/>
              </a:spcBef>
              <a:spcAft>
                <a:spcPts val="300"/>
              </a:spcAft>
              <a:buFont typeface="Arial" panose="020B0604020202020204" pitchFamily="34" charset="0"/>
              <a:buChar char="•"/>
            </a:pPr>
            <a:r>
              <a:rPr sz="900">
                <a:solidFill>
                  <a:srgbClr val="333F4F"/>
                </a:solidFill>
                <a:latin typeface="Open Sans"/>
              </a:rPr>
              <a:t>1:1 meetings with Angela, for trust building</a:t>
            </a:r>
          </a:p>
          <a:p>
            <a:pPr marL="285750" indent="-285750">
              <a:lnSpc>
                <a:spcPct val="100000"/>
              </a:lnSpc>
              <a:spcBef>
                <a:spcPts val="0"/>
              </a:spcBef>
              <a:spcAft>
                <a:spcPts val="300"/>
              </a:spcAft>
              <a:buFont typeface="Arial" panose="020B0604020202020204" pitchFamily="34" charset="0"/>
              <a:buChar char="•"/>
            </a:pPr>
            <a:r>
              <a:rPr sz="900">
                <a:solidFill>
                  <a:srgbClr val="333F4F"/>
                </a:solidFill>
                <a:latin typeface="Open Sans"/>
              </a:rPr>
              <a:t>Monthly escalations with MC</a:t>
            </a:r>
          </a:p>
          <a:p>
            <a:pPr marL="285750" indent="-285750">
              <a:lnSpc>
                <a:spcPct val="100000"/>
              </a:lnSpc>
              <a:spcBef>
                <a:spcPts val="0"/>
              </a:spcBef>
              <a:spcAft>
                <a:spcPts val="300"/>
              </a:spcAft>
              <a:buFont typeface="Arial" panose="020B0604020202020204" pitchFamily="34" charset="0"/>
              <a:buChar char="•"/>
            </a:pPr>
            <a:r>
              <a:rPr sz="900">
                <a:solidFill>
                  <a:srgbClr val="333F4F"/>
                </a:solidFill>
                <a:latin typeface="Open Sans"/>
              </a:rPr>
              <a:t>Large exec group meeting</a:t>
            </a:r>
          </a:p>
          <a:p>
            <a:pPr marL="285750" indent="-285750">
              <a:lnSpc>
                <a:spcPct val="100000"/>
              </a:lnSpc>
              <a:spcBef>
                <a:spcPts val="0"/>
              </a:spcBef>
              <a:spcAft>
                <a:spcPts val="300"/>
              </a:spcAft>
              <a:buFont typeface="Arial" panose="020B0604020202020204" pitchFamily="34" charset="0"/>
              <a:buChar char="•"/>
            </a:pPr>
            <a:r>
              <a:rPr sz="900">
                <a:solidFill>
                  <a:srgbClr val="333F4F"/>
                </a:solidFill>
                <a:latin typeface="Open Sans"/>
              </a:rPr>
              <a:t>A key liaison for MEU and MC as the main point of contact</a:t>
            </a:r>
          </a:p>
          <a:p>
            <a:pPr marL="285750" indent="-285750">
              <a:lnSpc>
                <a:spcPct val="100000"/>
              </a:lnSpc>
              <a:spcBef>
                <a:spcPts val="0"/>
              </a:spcBef>
              <a:spcAft>
                <a:spcPts val="300"/>
              </a:spcAft>
              <a:buFont typeface="Arial" panose="020B0604020202020204" pitchFamily="34" charset="0"/>
              <a:buChar char="•"/>
            </a:pPr>
            <a:r>
              <a:rPr sz="900">
                <a:solidFill>
                  <a:srgbClr val="333F4F"/>
                </a:solidFill>
                <a:latin typeface="Open Sans"/>
              </a:rPr>
              <a:t>Monthly newsletter to workers</a:t>
            </a:r>
          </a:p>
          <a:p>
            <a:pPr marL="285750" indent="-285750">
              <a:lnSpc>
                <a:spcPct val="100000"/>
              </a:lnSpc>
              <a:spcBef>
                <a:spcPts val="0"/>
              </a:spcBef>
              <a:spcAft>
                <a:spcPts val="300"/>
              </a:spcAft>
              <a:buFont typeface="Arial" panose="020B0604020202020204" pitchFamily="34" charset="0"/>
              <a:buChar char="•"/>
            </a:pPr>
            <a:r>
              <a:rPr sz="900">
                <a:solidFill>
                  <a:srgbClr val="333F4F"/>
                </a:solidFill>
                <a:latin typeface="Open Sans"/>
              </a:rPr>
              <a:t>Clearer access to info, e.g. website</a:t>
            </a:r>
          </a:p>
          <a:p>
            <a:pPr marL="0" indent="0">
              <a:spcBef>
                <a:spcPts val="0"/>
              </a:spcBef>
              <a:spcAft>
                <a:spcPts val="1000"/>
              </a:spcAft>
              <a:buNone/>
            </a:pPr>
            <a:r>
              <a:rPr sz="800" b="1">
                <a:solidFill>
                  <a:schemeClr val="accent3"/>
                </a:solidFill>
                <a:latin typeface="Poppins SemiBold"/>
              </a:rPr>
              <a:t>Raised as new ideas</a:t>
            </a:r>
          </a:p>
          <a:p>
            <a:pPr marL="285750" indent="-285750">
              <a:lnSpc>
                <a:spcPct val="100000"/>
              </a:lnSpc>
              <a:spcBef>
                <a:spcPts val="0"/>
              </a:spcBef>
              <a:spcAft>
                <a:spcPts val="300"/>
              </a:spcAft>
              <a:buFont typeface="Arial" panose="020B0604020202020204" pitchFamily="34" charset="0"/>
              <a:buChar char="•"/>
            </a:pPr>
            <a:r>
              <a:rPr sz="900">
                <a:solidFill>
                  <a:srgbClr val="333F4F"/>
                </a:solidFill>
                <a:latin typeface="Open Sans"/>
              </a:rPr>
              <a:t>Coal Services app as a comms channel</a:t>
            </a:r>
          </a:p>
          <a:p>
            <a:pPr marL="285750" indent="-285750">
              <a:lnSpc>
                <a:spcPct val="100000"/>
              </a:lnSpc>
              <a:spcBef>
                <a:spcPts val="0"/>
              </a:spcBef>
              <a:spcAft>
                <a:spcPts val="300"/>
              </a:spcAft>
              <a:buFont typeface="Arial" panose="020B0604020202020204" pitchFamily="34" charset="0"/>
              <a:buChar char="•"/>
            </a:pPr>
            <a:r>
              <a:rPr sz="900">
                <a:solidFill>
                  <a:srgbClr val="333F4F"/>
                </a:solidFill>
                <a:latin typeface="Open Sans"/>
              </a:rPr>
              <a:t>Gated website content (policyholder space)</a:t>
            </a:r>
          </a:p>
          <a:p>
            <a:pPr marL="285750" indent="-285750">
              <a:lnSpc>
                <a:spcPct val="100000"/>
              </a:lnSpc>
              <a:spcBef>
                <a:spcPts val="0"/>
              </a:spcBef>
              <a:spcAft>
                <a:spcPts val="300"/>
              </a:spcAft>
              <a:buFont typeface="Arial" panose="020B0604020202020204" pitchFamily="34" charset="0"/>
              <a:buChar char="•"/>
            </a:pPr>
            <a:r>
              <a:rPr sz="900">
                <a:solidFill>
                  <a:srgbClr val="333F4F"/>
                </a:solidFill>
                <a:latin typeface="Open Sans"/>
              </a:rPr>
              <a:t>Internal stakeholder forums</a:t>
            </a:r>
          </a:p>
          <a:p>
            <a:pPr marL="285750" indent="-285750">
              <a:lnSpc>
                <a:spcPct val="100000"/>
              </a:lnSpc>
              <a:spcBef>
                <a:spcPts val="0"/>
              </a:spcBef>
              <a:spcAft>
                <a:spcPts val="300"/>
              </a:spcAft>
              <a:buFont typeface="Arial" panose="020B0604020202020204" pitchFamily="34" charset="0"/>
              <a:buChar char="•"/>
            </a:pPr>
            <a:r>
              <a:rPr sz="900">
                <a:solidFill>
                  <a:srgbClr val="333F4F"/>
                </a:solidFill>
                <a:latin typeface="Open Sans"/>
              </a:rPr>
              <a:t>Account managers across BUs</a:t>
            </a:r>
          </a:p>
          <a:p>
            <a:pPr marL="285750" indent="-285750">
              <a:lnSpc>
                <a:spcPct val="100000"/>
              </a:lnSpc>
              <a:spcBef>
                <a:spcPts val="0"/>
              </a:spcBef>
              <a:spcAft>
                <a:spcPts val="300"/>
              </a:spcAft>
              <a:buFont typeface="Arial" panose="020B0604020202020204" pitchFamily="34" charset="0"/>
              <a:buChar char="•"/>
            </a:pPr>
            <a:r>
              <a:rPr sz="900">
                <a:solidFill>
                  <a:srgbClr val="333F4F"/>
                </a:solidFill>
                <a:latin typeface="Open Sans"/>
              </a:rPr>
              <a:t>Single point of contact for employers</a:t>
            </a:r>
          </a:p>
        </p:txBody>
      </p:sp>
      <p:sp>
        <p:nvSpPr>
          <p:cNvPr id="30" name="Purpose 103">
            <a:extLst>
              <a:ext uri="{FF2B5EF4-FFF2-40B4-BE49-F238E27FC236}">
                <a16:creationId xmlns:a16="http://schemas.microsoft.com/office/drawing/2014/main" id="{0946C5DB-D1C9-0097-8E38-EF4835393A18}"/>
              </a:ext>
            </a:extLst>
          </p:cNvPr>
          <p:cNvSpPr txBox="1"/>
          <p:nvPr/>
        </p:nvSpPr>
        <p:spPr>
          <a:xfrm>
            <a:off x="855518" y="2670048"/>
            <a:ext cx="3271475" cy="3200400"/>
          </a:xfrm>
          <a:prstGeom prst="rect">
            <a:avLst/>
          </a:prstGeom>
          <a:noFill/>
          <a:ln>
            <a:noFill/>
          </a:ln>
        </p:spPr>
        <p:txBody>
          <a:bodyPr wrap="square" lIns="0" tIns="0" rIns="0" bIns="0" rtlCol="0" anchor="t">
            <a:noAutofit/>
          </a:bodyPr>
          <a:lstStyle/>
          <a:p>
            <a:pPr marL="285750" indent="-285750">
              <a:lnSpc>
                <a:spcPct val="100000"/>
              </a:lnSpc>
              <a:spcBef>
                <a:spcPts val="0"/>
              </a:spcBef>
              <a:spcAft>
                <a:spcPts val="300"/>
              </a:spcAft>
              <a:buFont typeface="Arial" panose="020B0604020202020204" pitchFamily="34" charset="0"/>
              <a:buChar char="•"/>
            </a:pPr>
            <a:r>
              <a:rPr sz="900">
                <a:solidFill>
                  <a:srgbClr val="333F4F"/>
                </a:solidFill>
                <a:latin typeface="Open Sans"/>
              </a:rPr>
              <a:t>MC working group, maintaining the level of interaction</a:t>
            </a:r>
          </a:p>
          <a:p>
            <a:pPr marL="285750" indent="-285750">
              <a:lnSpc>
                <a:spcPct val="100000"/>
              </a:lnSpc>
              <a:spcBef>
                <a:spcPts val="0"/>
              </a:spcBef>
              <a:spcAft>
                <a:spcPts val="300"/>
              </a:spcAft>
              <a:buFont typeface="Arial" panose="020B0604020202020204" pitchFamily="34" charset="0"/>
              <a:buChar char="•"/>
            </a:pPr>
            <a:r>
              <a:rPr sz="900">
                <a:solidFill>
                  <a:srgbClr val="333F4F"/>
                </a:solidFill>
                <a:latin typeface="Open Sans"/>
              </a:rPr>
              <a:t>MEU working group</a:t>
            </a:r>
          </a:p>
          <a:p>
            <a:pPr marL="285750" indent="-285750">
              <a:lnSpc>
                <a:spcPct val="100000"/>
              </a:lnSpc>
              <a:spcBef>
                <a:spcPts val="0"/>
              </a:spcBef>
              <a:spcAft>
                <a:spcPts val="300"/>
              </a:spcAft>
              <a:buFont typeface="Arial" panose="020B0604020202020204" pitchFamily="34" charset="0"/>
              <a:buChar char="•"/>
            </a:pPr>
            <a:r>
              <a:rPr sz="900">
                <a:solidFill>
                  <a:srgbClr val="333F4F"/>
                </a:solidFill>
                <a:latin typeface="Open Sans"/>
              </a:rPr>
              <a:t>MEU and MC, through a key liaison during transformation</a:t>
            </a:r>
          </a:p>
          <a:p>
            <a:pPr marL="285750" indent="-285750">
              <a:lnSpc>
                <a:spcPct val="100000"/>
              </a:lnSpc>
              <a:spcBef>
                <a:spcPts val="0"/>
              </a:spcBef>
              <a:spcAft>
                <a:spcPts val="300"/>
              </a:spcAft>
              <a:buFont typeface="Arial" panose="020B0604020202020204" pitchFamily="34" charset="0"/>
              <a:buChar char="•"/>
            </a:pPr>
            <a:r>
              <a:rPr sz="900">
                <a:solidFill>
                  <a:srgbClr val="333F4F"/>
                </a:solidFill>
                <a:latin typeface="Open Sans"/>
              </a:rPr>
              <a:t>Workers</a:t>
            </a:r>
          </a:p>
          <a:p>
            <a:pPr marL="285750" indent="-285750">
              <a:lnSpc>
                <a:spcPct val="100000"/>
              </a:lnSpc>
              <a:spcBef>
                <a:spcPts val="0"/>
              </a:spcBef>
              <a:spcAft>
                <a:spcPts val="300"/>
              </a:spcAft>
              <a:buFont typeface="Arial" panose="020B0604020202020204" pitchFamily="34" charset="0"/>
              <a:buChar char="•"/>
            </a:pPr>
            <a:r>
              <a:rPr sz="900">
                <a:solidFill>
                  <a:srgbClr val="333F4F"/>
                </a:solidFill>
                <a:latin typeface="Open Sans"/>
              </a:rPr>
              <a:t>Employers</a:t>
            </a:r>
          </a:p>
          <a:p>
            <a:pPr marL="285750" indent="-285750">
              <a:lnSpc>
                <a:spcPct val="100000"/>
              </a:lnSpc>
              <a:spcBef>
                <a:spcPts val="0"/>
              </a:spcBef>
              <a:spcAft>
                <a:spcPts val="300"/>
              </a:spcAft>
              <a:buFont typeface="Arial" panose="020B0604020202020204" pitchFamily="34" charset="0"/>
              <a:buChar char="•"/>
            </a:pPr>
            <a:r>
              <a:rPr sz="900">
                <a:solidFill>
                  <a:srgbClr val="333F4F"/>
                </a:solidFill>
                <a:latin typeface="Open Sans"/>
              </a:rPr>
              <a:t>Policyholders</a:t>
            </a:r>
          </a:p>
          <a:p>
            <a:pPr marL="285750" indent="-285750">
              <a:lnSpc>
                <a:spcPct val="100000"/>
              </a:lnSpc>
              <a:spcBef>
                <a:spcPts val="0"/>
              </a:spcBef>
              <a:spcAft>
                <a:spcPts val="300"/>
              </a:spcAft>
              <a:buFont typeface="Arial" panose="020B0604020202020204" pitchFamily="34" charset="0"/>
              <a:buChar char="•"/>
            </a:pPr>
            <a:r>
              <a:rPr sz="900">
                <a:solidFill>
                  <a:srgbClr val="333F4F"/>
                </a:solidFill>
                <a:latin typeface="Open Sans"/>
              </a:rPr>
              <a:t>Internal stakeholders</a:t>
            </a:r>
          </a:p>
          <a:p>
            <a:pPr marL="0" indent="0">
              <a:spcBef>
                <a:spcPts val="0"/>
              </a:spcBef>
              <a:spcAft>
                <a:spcPts val="1000"/>
              </a:spcAft>
              <a:buNone/>
            </a:pPr>
            <a:r>
              <a:rPr sz="800" b="1">
                <a:solidFill>
                  <a:schemeClr val="accent3"/>
                </a:solidFill>
                <a:latin typeface="Poppins SemiBold"/>
              </a:rPr>
              <a:t>How it is decided</a:t>
            </a:r>
          </a:p>
          <a:p>
            <a:pPr marL="285750" indent="-285750">
              <a:lnSpc>
                <a:spcPct val="100000"/>
              </a:lnSpc>
              <a:spcBef>
                <a:spcPts val="0"/>
              </a:spcBef>
              <a:spcAft>
                <a:spcPts val="300"/>
              </a:spcAft>
              <a:buFont typeface="Arial" panose="020B0604020202020204" pitchFamily="34" charset="0"/>
              <a:buChar char="•"/>
            </a:pPr>
            <a:r>
              <a:rPr sz="900">
                <a:solidFill>
                  <a:srgbClr val="333F4F"/>
                </a:solidFill>
                <a:latin typeface="Open Sans"/>
              </a:rPr>
              <a:t>Cascaded and directed by Coal Services</a:t>
            </a:r>
          </a:p>
          <a:p>
            <a:pPr marL="285750" indent="-285750">
              <a:lnSpc>
                <a:spcPct val="100000"/>
              </a:lnSpc>
              <a:spcBef>
                <a:spcPts val="0"/>
              </a:spcBef>
              <a:spcAft>
                <a:spcPts val="300"/>
              </a:spcAft>
              <a:buFont typeface="Arial" panose="020B0604020202020204" pitchFamily="34" charset="0"/>
              <a:buChar char="•"/>
            </a:pPr>
            <a:r>
              <a:rPr sz="900">
                <a:solidFill>
                  <a:srgbClr val="333F4F"/>
                </a:solidFill>
                <a:latin typeface="Open Sans"/>
              </a:rPr>
              <a:t>A stakeholder map directs who gets what</a:t>
            </a:r>
          </a:p>
        </p:txBody>
      </p:sp>
      <p:pic>
        <p:nvPicPr>
          <p:cNvPr id="38" name="Graphic 37" descr="Meeting with solid fill">
            <a:extLst>
              <a:ext uri="{FF2B5EF4-FFF2-40B4-BE49-F238E27FC236}">
                <a16:creationId xmlns:a16="http://schemas.microsoft.com/office/drawing/2014/main" id="{901555E5-A5ED-DA1D-C4EA-B894B439D49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06957" y="1892807"/>
            <a:ext cx="513311" cy="513311"/>
          </a:xfrm>
          <a:prstGeom prst="rect">
            <a:avLst/>
          </a:prstGeom>
        </p:spPr>
      </p:pic>
      <p:pic>
        <p:nvPicPr>
          <p:cNvPr id="40" name="Graphic 39" descr="Megaphone with solid fill">
            <a:extLst>
              <a:ext uri="{FF2B5EF4-FFF2-40B4-BE49-F238E27FC236}">
                <a16:creationId xmlns:a16="http://schemas.microsoft.com/office/drawing/2014/main" id="{F6A5C5CD-214C-DB5E-A606-E054184C25B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74928" y="1892807"/>
            <a:ext cx="466409" cy="466409"/>
          </a:xfrm>
          <a:prstGeom prst="rect">
            <a:avLst/>
          </a:prstGeom>
        </p:spPr>
      </p:pic>
      <p:pic>
        <p:nvPicPr>
          <p:cNvPr id="42" name="Graphic 41" descr="Comment Add with solid fill">
            <a:extLst>
              <a:ext uri="{FF2B5EF4-FFF2-40B4-BE49-F238E27FC236}">
                <a16:creationId xmlns:a16="http://schemas.microsoft.com/office/drawing/2014/main" id="{CC77842C-F821-583E-7876-3881105EE72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303070" y="1892807"/>
            <a:ext cx="511564" cy="511564"/>
          </a:xfrm>
          <a:prstGeom prst="rect">
            <a:avLst/>
          </a:prstGeom>
        </p:spPr>
      </p:pic>
      <p:sp>
        <p:nvSpPr>
          <p:cNvPr id="43" name="Station card 283">
            <a:extLst>
              <a:ext uri="{FF2B5EF4-FFF2-40B4-BE49-F238E27FC236}">
                <a16:creationId xmlns:a16="http://schemas.microsoft.com/office/drawing/2014/main" id="{793A1D7F-68C0-5D7A-E779-85C9897C9422}"/>
              </a:ext>
            </a:extLst>
          </p:cNvPr>
          <p:cNvSpPr/>
          <p:nvPr/>
        </p:nvSpPr>
        <p:spPr>
          <a:xfrm>
            <a:off x="562905" y="6053328"/>
            <a:ext cx="11059052" cy="566928"/>
          </a:xfrm>
          <a:prstGeom prst="rect">
            <a:avLst/>
          </a:prstGeom>
          <a:solidFill>
            <a:schemeClr val="accent6"/>
          </a:solidFill>
          <a:ln>
            <a:noFill/>
          </a:ln>
        </p:spPr>
        <p:txBody>
          <a:bodyPr wrap="square" lIns="0" tIns="0" rIns="0" bIns="0" rtlCol="0" anchor="ctr">
            <a:noAutofit/>
          </a:bodyPr>
          <a:lstStyle/>
          <a:p>
            <a:pPr algn="ctr"/>
            <a:r>
              <a:rPr lang="en-AU">
                <a:solidFill>
                  <a:schemeClr val="bg1"/>
                </a:solidFill>
                <a:latin typeface="Poppins SemiBold" pitchFamily="2" charset="0"/>
                <a:cs typeface="Poppins SemiBold" pitchFamily="2" charset="0"/>
              </a:rPr>
              <a:t>NEXT: shape these into a simple quarterly stakeholder engagement framework</a:t>
            </a:r>
          </a:p>
        </p:txBody>
      </p:sp>
    </p:spTree>
    <p:extLst>
      <p:ext uri="{BB962C8B-B14F-4D97-AF65-F5344CB8AC3E}">
        <p14:creationId xmlns:p14="http://schemas.microsoft.com/office/powerpoint/2010/main" val="40986112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E04E26-E604-813E-86D3-014AA1D9C32E}"/>
            </a:ext>
          </a:extLst>
        </p:cNvPr>
        <p:cNvGrpSpPr/>
        <p:nvPr/>
      </p:nvGrpSpPr>
      <p:grpSpPr>
        <a:xfrm>
          <a:off x="0" y="0"/>
          <a:ext cx="0" cy="0"/>
          <a:chOff x="0" y="0"/>
          <a:chExt cx="0" cy="0"/>
        </a:xfrm>
      </p:grpSpPr>
      <p:sp>
        <p:nvSpPr>
          <p:cNvPr id="14" name="Title 4">
            <a:extLst>
              <a:ext uri="{FF2B5EF4-FFF2-40B4-BE49-F238E27FC236}">
                <a16:creationId xmlns:a16="http://schemas.microsoft.com/office/drawing/2014/main" id="{15B0D0C6-2A12-4A64-5CA6-AFD820857D29}"/>
              </a:ext>
            </a:extLst>
          </p:cNvPr>
          <p:cNvSpPr txBox="1">
            <a:spLocks/>
          </p:cNvSpPr>
          <p:nvPr/>
        </p:nvSpPr>
        <p:spPr>
          <a:xfrm>
            <a:off x="525018" y="384048"/>
            <a:ext cx="11200000" cy="880000"/>
          </a:xfrm>
          <a:prstGeom prst="rect">
            <a:avLst/>
          </a:prstGeom>
        </p:spPr>
        <p:txBody>
          <a:bodyPr vert="horz" lIns="91440" tIns="45720" rIns="91440" bIns="45720" rtlCol="0" anchor="t">
            <a:noAutofit/>
          </a:bodyPr>
          <a:lstStyle>
            <a:defPPr>
              <a:defRPr lang="en-US"/>
            </a:defPPr>
            <a:lvl1pPr>
              <a:lnSpc>
                <a:spcPct val="114000"/>
              </a:lnSpc>
              <a:spcBef>
                <a:spcPct val="0"/>
              </a:spcBef>
              <a:buNone/>
              <a:defRPr sz="2200">
                <a:solidFill>
                  <a:schemeClr val="accent6">
                    <a:lumMod val="75000"/>
                  </a:schemeClr>
                </a:solidFill>
                <a:latin typeface="Poppins SemiBold" panose="00000700000000000000" pitchFamily="2" charset="0"/>
                <a:ea typeface="+mj-ea"/>
                <a:cs typeface="Poppins SemiBold" panose="00000700000000000000" pitchFamily="2" charset="0"/>
              </a:defRPr>
            </a:lvl1pPr>
          </a:lstStyle>
          <a:p>
            <a:pPr algn="ctr"/>
            <a:r>
              <a:rPr lang="en-AU"/>
              <a:t>Theme 1: </a:t>
            </a:r>
            <a:r>
              <a:rPr lang="en-AU">
                <a:solidFill>
                  <a:schemeClr val="accent3"/>
                </a:solidFill>
              </a:rPr>
              <a:t>Trust &amp; Transparency</a:t>
            </a:r>
            <a:endParaRPr lang="en-AU"/>
          </a:p>
        </p:txBody>
      </p:sp>
      <p:sp>
        <p:nvSpPr>
          <p:cNvPr id="4" name="HMW 123">
            <a:extLst>
              <a:ext uri="{FF2B5EF4-FFF2-40B4-BE49-F238E27FC236}">
                <a16:creationId xmlns:a16="http://schemas.microsoft.com/office/drawing/2014/main" id="{BB1E0741-CDB5-BC92-E490-3AAE4871C536}"/>
              </a:ext>
            </a:extLst>
          </p:cNvPr>
          <p:cNvSpPr/>
          <p:nvPr/>
        </p:nvSpPr>
        <p:spPr>
          <a:xfrm>
            <a:off x="566928" y="1005840"/>
            <a:ext cx="11064240" cy="548640"/>
          </a:xfrm>
          <a:prstGeom prst="roundRect">
            <a:avLst>
              <a:gd name="adj" fmla="val 50000"/>
            </a:avLst>
          </a:prstGeom>
          <a:solidFill>
            <a:schemeClr val="bg1"/>
          </a:solidFill>
          <a:ln>
            <a:noFill/>
          </a:ln>
          <a:effectLst>
            <a:outerShdw blurRad="76200" dist="12700" dir="5400000" algn="t" rotWithShape="0">
              <a:srgbClr val="445469">
                <a:alpha val="14000"/>
              </a:srgbClr>
            </a:outerShdw>
          </a:effectLst>
        </p:spPr>
        <p:txBody>
          <a:bodyPr wrap="square" lIns="274320" tIns="0" rIns="274320" bIns="0" rtlCol="0" anchor="ctr">
            <a:noAutofit/>
          </a:bodyPr>
          <a:lstStyle/>
          <a:p>
            <a:pPr algn="ctr">
              <a:lnSpc>
                <a:spcPct val="100000"/>
              </a:lnSpc>
              <a:spcBef>
                <a:spcPts val="0"/>
              </a:spcBef>
              <a:spcAft>
                <a:spcPts val="0"/>
              </a:spcAft>
              <a:buNone/>
            </a:pPr>
            <a:r>
              <a:rPr lang="en-AU" b="1">
                <a:solidFill>
                  <a:schemeClr val="accent3">
                    <a:lumMod val="75000"/>
                  </a:schemeClr>
                </a:solidFill>
                <a:latin typeface="Poppins SemiBold" pitchFamily="2" charset="0"/>
                <a:cs typeface="Poppins SemiBold" pitchFamily="2" charset="0"/>
              </a:rPr>
              <a:t>How might we show industry we do what we say to increase trust and transparency?</a:t>
            </a:r>
          </a:p>
        </p:txBody>
      </p:sp>
      <p:cxnSp>
        <p:nvCxnSpPr>
          <p:cNvPr id="15" name="Straight Connector 14">
            <a:extLst>
              <a:ext uri="{FF2B5EF4-FFF2-40B4-BE49-F238E27FC236}">
                <a16:creationId xmlns:a16="http://schemas.microsoft.com/office/drawing/2014/main" id="{72A35EA6-C8A3-A521-5F85-889A54496FA8}"/>
              </a:ext>
            </a:extLst>
          </p:cNvPr>
          <p:cNvCxnSpPr>
            <a:cxnSpLocks/>
            <a:stCxn id="19" idx="3"/>
          </p:cNvCxnSpPr>
          <p:nvPr/>
        </p:nvCxnSpPr>
        <p:spPr>
          <a:xfrm>
            <a:off x="2609641" y="277669"/>
            <a:ext cx="9582359" cy="0"/>
          </a:xfrm>
          <a:prstGeom prst="line">
            <a:avLst/>
          </a:prstGeom>
          <a:ln w="3175">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9085BFFF-C9FC-AD3C-AC47-A3F11F123282}"/>
              </a:ext>
            </a:extLst>
          </p:cNvPr>
          <p:cNvCxnSpPr>
            <a:cxnSpLocks/>
            <a:endCxn id="19" idx="1"/>
          </p:cNvCxnSpPr>
          <p:nvPr/>
        </p:nvCxnSpPr>
        <p:spPr>
          <a:xfrm>
            <a:off x="0" y="277669"/>
            <a:ext cx="548641" cy="0"/>
          </a:xfrm>
          <a:prstGeom prst="line">
            <a:avLst/>
          </a:prstGeom>
          <a:ln w="3175">
            <a:solidFill>
              <a:schemeClr val="accent6"/>
            </a:solidFill>
          </a:ln>
        </p:spPr>
        <p:style>
          <a:lnRef idx="1">
            <a:schemeClr val="accent1"/>
          </a:lnRef>
          <a:fillRef idx="0">
            <a:schemeClr val="accent1"/>
          </a:fillRef>
          <a:effectRef idx="0">
            <a:schemeClr val="accent1"/>
          </a:effectRef>
          <a:fontRef idx="minor">
            <a:schemeClr val="tx1"/>
          </a:fontRef>
        </p:style>
      </p:cxnSp>
      <p:sp>
        <p:nvSpPr>
          <p:cNvPr id="19" name="Text 0">
            <a:extLst>
              <a:ext uri="{FF2B5EF4-FFF2-40B4-BE49-F238E27FC236}">
                <a16:creationId xmlns:a16="http://schemas.microsoft.com/office/drawing/2014/main" id="{4AF817D4-21BC-213A-37B3-0837C04AC537}"/>
              </a:ext>
            </a:extLst>
          </p:cNvPr>
          <p:cNvSpPr/>
          <p:nvPr/>
        </p:nvSpPr>
        <p:spPr>
          <a:xfrm>
            <a:off x="548641" y="165782"/>
            <a:ext cx="2061000" cy="223773"/>
          </a:xfrm>
          <a:prstGeom prst="roundRect">
            <a:avLst>
              <a:gd name="adj" fmla="val 50000"/>
            </a:avLst>
          </a:prstGeom>
          <a:noFill/>
          <a:ln w="3175">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i="0" u="none" strike="noStrike" kern="0" cap="none" normalizeH="0" baseline="0" noProof="0">
                <a:ln>
                  <a:noFill/>
                </a:ln>
                <a:solidFill>
                  <a:schemeClr val="accent6"/>
                </a:solidFill>
                <a:effectLst/>
                <a:uLnTx/>
                <a:uFillTx/>
                <a:latin typeface="Poppins" pitchFamily="34" charset="0"/>
                <a:ea typeface="Poppins" pitchFamily="34" charset="-122"/>
                <a:cs typeface="Poppins" pitchFamily="34" charset="-120"/>
              </a:rPr>
              <a:t>ISS GMT Working Session</a:t>
            </a:r>
          </a:p>
        </p:txBody>
      </p:sp>
      <p:sp>
        <p:nvSpPr>
          <p:cNvPr id="20" name="Panel"/>
          <p:cNvSpPr/>
          <p:nvPr/>
        </p:nvSpPr>
        <p:spPr>
          <a:xfrm>
            <a:off x="566928" y="1719072"/>
            <a:ext cx="4709160" cy="4270248"/>
          </a:xfrm>
          <a:prstGeom prst="rect">
            <a:avLst/>
          </a:prstGeom>
          <a:gradFill flip="none" rotWithShape="1">
            <a:gsLst>
              <a:gs pos="0">
                <a:schemeClr val="accent5">
                  <a:lumMod val="5000"/>
                  <a:lumOff val="95000"/>
                </a:schemeClr>
              </a:gs>
              <a:gs pos="100000">
                <a:schemeClr val="accent5">
                  <a:lumMod val="20000"/>
                  <a:lumOff val="80000"/>
                  <a:alpha val="68823"/>
                </a:schemeClr>
              </a:gs>
            </a:gsLst>
            <a:lin ang="5400000" scaled="1"/>
            <a:tileRect/>
          </a:gra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Panel head"/>
          <p:cNvSpPr/>
          <p:nvPr/>
        </p:nvSpPr>
        <p:spPr>
          <a:xfrm>
            <a:off x="566928" y="1719072"/>
            <a:ext cx="4709160" cy="384048"/>
          </a:xfrm>
          <a:prstGeom prst="rect">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tIns="0" bIns="0" wrap="square"/>
          <a:lstStyle/>
          <a:p>
            <a:pPr algn="l">
              <a:lnSpc>
                <a:spcPct val="100000"/>
              </a:lnSpc>
              <a:spcAft>
                <a:spcPts val="0"/>
              </a:spcAft>
            </a:pPr>
            <a:r>
              <a:rPr sz="1100" b="1" i="0">
                <a:solidFill>
                  <a:srgbClr val="FFFFFF"/>
                </a:solidFill>
                <a:latin typeface="Poppins SemiBold"/>
              </a:rPr>
              <a:t>Already in train</a:t>
            </a:r>
          </a:p>
        </p:txBody>
      </p:sp>
      <p:sp>
        <p:nvSpPr>
          <p:cNvPr id="22" name="Panel"/>
          <p:cNvSpPr/>
          <p:nvPr/>
        </p:nvSpPr>
        <p:spPr>
          <a:xfrm>
            <a:off x="5431536" y="1719072"/>
            <a:ext cx="2743200" cy="4270248"/>
          </a:xfrm>
          <a:prstGeom prst="rect">
            <a:avLst/>
          </a:prstGeom>
          <a:gradFill flip="none" rotWithShape="1">
            <a:gsLst>
              <a:gs pos="0">
                <a:schemeClr val="accent5">
                  <a:lumMod val="5000"/>
                  <a:lumOff val="95000"/>
                </a:schemeClr>
              </a:gs>
              <a:gs pos="100000">
                <a:schemeClr val="accent5">
                  <a:lumMod val="20000"/>
                  <a:lumOff val="80000"/>
                  <a:alpha val="68823"/>
                </a:schemeClr>
              </a:gs>
            </a:gsLst>
            <a:lin ang="5400000" scaled="1"/>
            <a:tileRect/>
          </a:gra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Panel head"/>
          <p:cNvSpPr/>
          <p:nvPr/>
        </p:nvSpPr>
        <p:spPr>
          <a:xfrm>
            <a:off x="5431536" y="1719072"/>
            <a:ext cx="2743200" cy="384048"/>
          </a:xfrm>
          <a:prstGeom prst="rect">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tIns="0" bIns="0" wrap="square"/>
          <a:lstStyle/>
          <a:p>
            <a:pPr algn="l">
              <a:lnSpc>
                <a:spcPct val="100000"/>
              </a:lnSpc>
              <a:spcAft>
                <a:spcPts val="0"/>
              </a:spcAft>
            </a:pPr>
            <a:r>
              <a:rPr sz="1100" b="1" i="0">
                <a:solidFill>
                  <a:srgbClr val="FFFFFF"/>
                </a:solidFill>
                <a:latin typeface="Poppins SemiBold"/>
              </a:rPr>
              <a:t>What else do we need to do?</a:t>
            </a:r>
          </a:p>
        </p:txBody>
      </p:sp>
      <p:sp>
        <p:nvSpPr>
          <p:cNvPr id="24" name="Panel"/>
          <p:cNvSpPr/>
          <p:nvPr/>
        </p:nvSpPr>
        <p:spPr>
          <a:xfrm>
            <a:off x="8330183" y="1719072"/>
            <a:ext cx="3300984" cy="4270248"/>
          </a:xfrm>
          <a:prstGeom prst="rect">
            <a:avLst/>
          </a:prstGeom>
          <a:gradFill flip="none" rotWithShape="1">
            <a:gsLst>
              <a:gs pos="0">
                <a:schemeClr val="accent5">
                  <a:lumMod val="5000"/>
                  <a:lumOff val="95000"/>
                </a:schemeClr>
              </a:gs>
              <a:gs pos="100000">
                <a:schemeClr val="accent5">
                  <a:lumMod val="20000"/>
                  <a:lumOff val="80000"/>
                  <a:alpha val="68823"/>
                </a:schemeClr>
              </a:gs>
            </a:gsLst>
            <a:lin ang="5400000" scaled="1"/>
            <a:tileRect/>
          </a:gra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anel head"/>
          <p:cNvSpPr/>
          <p:nvPr/>
        </p:nvSpPr>
        <p:spPr>
          <a:xfrm>
            <a:off x="8330183" y="1719072"/>
            <a:ext cx="3300984" cy="384048"/>
          </a:xfrm>
          <a:prstGeom prst="rect">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tIns="0" bIns="0" wrap="square"/>
          <a:lstStyle/>
          <a:p>
            <a:pPr algn="l">
              <a:lnSpc>
                <a:spcPct val="100000"/>
              </a:lnSpc>
              <a:spcAft>
                <a:spcPts val="0"/>
              </a:spcAft>
            </a:pPr>
            <a:r>
              <a:rPr sz="1100" b="1" i="0">
                <a:solidFill>
                  <a:srgbClr val="FFFFFF"/>
                </a:solidFill>
                <a:latin typeface="Poppins SemiBold"/>
              </a:rPr>
              <a:t>How will we share progress?</a:t>
            </a:r>
          </a:p>
        </p:txBody>
      </p:sp>
      <p:sp>
        <p:nvSpPr>
          <p:cNvPr id="26" name="TextBox 25"/>
          <p:cNvSpPr txBox="1"/>
          <p:nvPr/>
        </p:nvSpPr>
        <p:spPr>
          <a:xfrm>
            <a:off x="731520" y="2176272"/>
            <a:ext cx="4389120" cy="3721608"/>
          </a:xfrm>
          <a:prstGeom prst="rect">
            <a:avLst/>
          </a:prstGeom>
          <a:noFill/>
        </p:spPr>
        <p:txBody>
          <a:bodyPr wrap="square" lIns="0" rIns="0" tIns="0" bIns="0">
            <a:spAutoFit/>
          </a:bodyPr>
          <a:lstStyle/>
          <a:p>
            <a:pPr>
              <a:lnSpc>
                <a:spcPct val="100000"/>
              </a:lnSpc>
              <a:spcBef>
                <a:spcPts val="500"/>
              </a:spcBef>
              <a:spcAft>
                <a:spcPts val="250"/>
              </a:spcAft>
              <a:buNone/>
            </a:pPr>
            <a:r>
              <a:rPr sz="950" b="1" i="0">
                <a:solidFill>
                  <a:schemeClr val="accent3"/>
                </a:solidFill>
                <a:latin typeface="Poppins SemiBold"/>
              </a:rPr>
              <a:t>ENTERPRISE-WIDE, ON EVERY THEME</a:t>
            </a:r>
          </a:p>
          <a:p>
            <a:pPr>
              <a:lnSpc>
                <a:spcPct val="100000"/>
              </a:lnSpc>
              <a:spcAft>
                <a:spcPts val="250"/>
              </a:spcAft>
              <a:buNone/>
            </a:pPr>
            <a:r>
              <a:rPr sz="950" b="0" i="0">
                <a:solidFill>
                  <a:srgbClr val="333F4F"/>
                </a:solidFill>
                <a:latin typeface="Open Sans"/>
              </a:rPr>
              <a:t>CMI Go to Green, CX uplift (measurement framework and service standards), Engagement Strategy, Complaints and feedback uplift (Bowtie)</a:t>
            </a:r>
          </a:p>
          <a:p>
            <a:pPr>
              <a:lnSpc>
                <a:spcPct val="100000"/>
              </a:lnSpc>
              <a:spcBef>
                <a:spcPts val="500"/>
              </a:spcBef>
              <a:spcAft>
                <a:spcPts val="250"/>
              </a:spcAft>
              <a:buNone/>
            </a:pPr>
            <a:r>
              <a:rPr sz="950" b="1" i="0">
                <a:solidFill>
                  <a:schemeClr val="accent3"/>
                </a:solidFill>
                <a:latin typeface="Poppins SemiBold"/>
              </a:rPr>
              <a:t>PRE-MAPPED AND VALIDATED</a:t>
            </a:r>
          </a:p>
          <a:p>
            <a:pPr marL="137160" indent="-137160">
              <a:lnSpc>
                <a:spcPct val="100000"/>
              </a:lnSpc>
              <a:spcAft>
                <a:spcPts val="250"/>
              </a:spcAft>
              <a:buClr>
                <a:schemeClr val="accent6"/>
              </a:buClr>
              <a:buFont typeface="Arial"/>
              <a:buChar char="•"/>
            </a:pPr>
            <a:r>
              <a:rPr sz="950" b="0" i="0">
                <a:solidFill>
                  <a:srgbClr val="333F4F"/>
                </a:solidFill>
                <a:latin typeface="Open Sans"/>
              </a:rPr>
              <a:t>MSOH Customer Reporting Portal</a:t>
            </a:r>
          </a:p>
          <a:p>
            <a:pPr marL="137160" indent="-137160">
              <a:lnSpc>
                <a:spcPct val="100000"/>
              </a:lnSpc>
              <a:spcAft>
                <a:spcPts val="250"/>
              </a:spcAft>
              <a:buClr>
                <a:schemeClr val="accent6"/>
              </a:buClr>
              <a:buFont typeface="Arial"/>
              <a:buChar char="•"/>
            </a:pPr>
            <a:r>
              <a:rPr sz="950" b="0" i="0">
                <a:solidFill>
                  <a:srgbClr val="333F4F"/>
                </a:solidFill>
                <a:latin typeface="Open Sans"/>
              </a:rPr>
              <a:t>IT Data Strategy and Implementation</a:t>
            </a:r>
          </a:p>
          <a:p>
            <a:pPr marL="137160" indent="-137160">
              <a:lnSpc>
                <a:spcPct val="100000"/>
              </a:lnSpc>
              <a:spcAft>
                <a:spcPts val="250"/>
              </a:spcAft>
              <a:buClr>
                <a:schemeClr val="accent6"/>
              </a:buClr>
              <a:buFont typeface="Arial"/>
              <a:buChar char="•"/>
            </a:pPr>
            <a:r>
              <a:rPr sz="950" b="0" i="0">
                <a:solidFill>
                  <a:srgbClr val="333F4F"/>
                </a:solidFill>
                <a:latin typeface="Open Sans"/>
              </a:rPr>
              <a:t>IT Records management uplift</a:t>
            </a:r>
          </a:p>
          <a:p>
            <a:pPr>
              <a:lnSpc>
                <a:spcPct val="100000"/>
              </a:lnSpc>
              <a:spcBef>
                <a:spcPts val="500"/>
              </a:spcBef>
              <a:spcAft>
                <a:spcPts val="250"/>
              </a:spcAft>
              <a:buNone/>
            </a:pPr>
            <a:r>
              <a:rPr sz="950" b="1" i="0">
                <a:solidFill>
                  <a:schemeClr val="accent3"/>
                </a:solidFill>
                <a:latin typeface="Poppins SemiBold"/>
              </a:rPr>
              <a:t>ADDED BY THE GMT</a:t>
            </a:r>
          </a:p>
          <a:p>
            <a:pPr marL="137160" indent="-137160">
              <a:lnSpc>
                <a:spcPct val="100000"/>
              </a:lnSpc>
              <a:spcAft>
                <a:spcPts val="250"/>
              </a:spcAft>
              <a:buClr>
                <a:schemeClr val="accent6"/>
              </a:buClr>
              <a:buFont typeface="Arial"/>
              <a:buChar char="•"/>
            </a:pPr>
            <a:r>
              <a:rPr sz="950" b="0" i="0">
                <a:solidFill>
                  <a:srgbClr val="333F4F"/>
                </a:solidFill>
                <a:latin typeface="Open Sans"/>
              </a:rPr>
              <a:t>Call recording and transcribing</a:t>
            </a:r>
          </a:p>
          <a:p>
            <a:pPr marL="137160" indent="-137160">
              <a:lnSpc>
                <a:spcPct val="100000"/>
              </a:lnSpc>
              <a:spcAft>
                <a:spcPts val="250"/>
              </a:spcAft>
              <a:buClr>
                <a:schemeClr val="accent6"/>
              </a:buClr>
              <a:buFont typeface="Arial"/>
              <a:buChar char="•"/>
            </a:pPr>
            <a:r>
              <a:rPr sz="950" b="0" i="0">
                <a:solidFill>
                  <a:srgbClr val="333F4F"/>
                </a:solidFill>
                <a:latin typeface="Open Sans"/>
              </a:rPr>
              <a:t>Telephony upgrade (part of CMI Go to Green)</a:t>
            </a:r>
          </a:p>
          <a:p>
            <a:pPr marL="137160" indent="-137160">
              <a:lnSpc>
                <a:spcPct val="100000"/>
              </a:lnSpc>
              <a:spcAft>
                <a:spcPts val="250"/>
              </a:spcAft>
              <a:buClr>
                <a:schemeClr val="accent6"/>
              </a:buClr>
              <a:buFont typeface="Arial"/>
              <a:buChar char="•"/>
            </a:pPr>
            <a:r>
              <a:rPr sz="950" b="0" i="0">
                <a:solidFill>
                  <a:srgbClr val="333F4F"/>
                </a:solidFill>
                <a:latin typeface="Open Sans"/>
              </a:rPr>
              <a:t>Call abandonment rate</a:t>
            </a:r>
          </a:p>
          <a:p>
            <a:pPr marL="137160" indent="-137160">
              <a:lnSpc>
                <a:spcPct val="100000"/>
              </a:lnSpc>
              <a:spcAft>
                <a:spcPts val="250"/>
              </a:spcAft>
              <a:buClr>
                <a:schemeClr val="accent6"/>
              </a:buClr>
              <a:buFont typeface="Arial"/>
              <a:buChar char="•"/>
            </a:pPr>
            <a:r>
              <a:rPr sz="950" b="0" i="0">
                <a:solidFill>
                  <a:srgbClr val="333F4F"/>
                </a:solidFill>
                <a:latin typeface="Open Sans"/>
              </a:rPr>
              <a:t>Data and reporting taskforce</a:t>
            </a:r>
          </a:p>
          <a:p>
            <a:pPr marL="137160" indent="-137160">
              <a:lnSpc>
                <a:spcPct val="100000"/>
              </a:lnSpc>
              <a:spcAft>
                <a:spcPts val="250"/>
              </a:spcAft>
              <a:buClr>
                <a:schemeClr val="accent6"/>
              </a:buClr>
              <a:buFont typeface="Arial"/>
              <a:buChar char="•"/>
            </a:pPr>
            <a:r>
              <a:rPr sz="950" b="0" i="0">
                <a:solidFill>
                  <a:srgbClr val="333F4F"/>
                </a:solidFill>
                <a:latin typeface="Open Sans"/>
              </a:rPr>
              <a:t>Privacy policy review</a:t>
            </a:r>
          </a:p>
          <a:p>
            <a:pPr marL="137160" indent="-137160">
              <a:lnSpc>
                <a:spcPct val="100000"/>
              </a:lnSpc>
              <a:spcAft>
                <a:spcPts val="250"/>
              </a:spcAft>
              <a:buClr>
                <a:schemeClr val="accent6"/>
              </a:buClr>
              <a:buFont typeface="Arial"/>
              <a:buChar char="•"/>
            </a:pPr>
            <a:r>
              <a:rPr sz="950" b="0" i="0">
                <a:solidFill>
                  <a:srgbClr val="333F4F"/>
                </a:solidFill>
                <a:latin typeface="Open Sans"/>
              </a:rPr>
              <a:t>Stakeholder engagement plan for all stakeholders</a:t>
            </a:r>
          </a:p>
          <a:p>
            <a:pPr marL="137160" indent="-137160">
              <a:lnSpc>
                <a:spcPct val="100000"/>
              </a:lnSpc>
              <a:spcAft>
                <a:spcPts val="250"/>
              </a:spcAft>
              <a:buClr>
                <a:schemeClr val="accent6"/>
              </a:buClr>
              <a:buFont typeface="Arial"/>
              <a:buChar char="•"/>
            </a:pPr>
            <a:r>
              <a:rPr sz="950" b="0" i="0">
                <a:solidFill>
                  <a:srgbClr val="333F4F"/>
                </a:solidFill>
                <a:latin typeface="Open Sans"/>
              </a:rPr>
              <a:t>Transparency around premiums</a:t>
            </a:r>
          </a:p>
          <a:p>
            <a:pPr marL="137160" indent="-137160">
              <a:lnSpc>
                <a:spcPct val="100000"/>
              </a:lnSpc>
              <a:spcAft>
                <a:spcPts val="250"/>
              </a:spcAft>
              <a:buClr>
                <a:schemeClr val="accent6"/>
              </a:buClr>
              <a:buFont typeface="Arial"/>
              <a:buChar char="•"/>
            </a:pPr>
            <a:r>
              <a:rPr sz="950" b="0" i="0">
                <a:solidFill>
                  <a:srgbClr val="333F4F"/>
                </a:solidFill>
                <a:latin typeface="Open Sans"/>
              </a:rPr>
              <a:t>Legal service standards and target operating model (?)</a:t>
            </a:r>
          </a:p>
          <a:p>
            <a:pPr marL="137160" indent="-137160">
              <a:lnSpc>
                <a:spcPct val="100000"/>
              </a:lnSpc>
              <a:spcAft>
                <a:spcPts val="250"/>
              </a:spcAft>
              <a:buClr>
                <a:schemeClr val="accent6"/>
              </a:buClr>
              <a:buFont typeface="Arial"/>
              <a:buChar char="•"/>
            </a:pPr>
            <a:r>
              <a:rPr sz="950" b="0" i="0">
                <a:solidFill>
                  <a:srgbClr val="333F4F"/>
                </a:solidFill>
                <a:latin typeface="Open Sans"/>
              </a:rPr>
              <a:t>Operating rhythm for consistency</a:t>
            </a:r>
          </a:p>
          <a:p>
            <a:pPr marL="137160" indent="-137160">
              <a:lnSpc>
                <a:spcPct val="100000"/>
              </a:lnSpc>
              <a:spcAft>
                <a:spcPts val="250"/>
              </a:spcAft>
              <a:buClr>
                <a:schemeClr val="accent6"/>
              </a:buClr>
              <a:buFont typeface="Arial"/>
              <a:buChar char="•"/>
            </a:pPr>
            <a:r>
              <a:rPr sz="950" b="0" i="0">
                <a:solidFill>
                  <a:srgbClr val="333F4F"/>
                </a:solidFill>
                <a:latin typeface="Open Sans"/>
              </a:rPr>
              <a:t>Payments taskforce: backlog reduction and automation</a:t>
            </a:r>
          </a:p>
          <a:p>
            <a:pPr marL="137160" indent="-137160">
              <a:lnSpc>
                <a:spcPct val="100000"/>
              </a:lnSpc>
              <a:spcAft>
                <a:spcPts val="250"/>
              </a:spcAft>
              <a:buClr>
                <a:schemeClr val="accent6"/>
              </a:buClr>
              <a:buFont typeface="Arial"/>
              <a:buChar char="•"/>
            </a:pPr>
            <a:r>
              <a:rPr sz="950" b="0" i="0">
                <a:solidFill>
                  <a:srgbClr val="333F4F"/>
                </a:solidFill>
                <a:latin typeface="Open Sans"/>
              </a:rPr>
              <a:t>Estimations: process improvement and automation</a:t>
            </a:r>
          </a:p>
        </p:txBody>
      </p:sp>
      <p:sp>
        <p:nvSpPr>
          <p:cNvPr id="27" name="TextBox 26"/>
          <p:cNvSpPr txBox="1"/>
          <p:nvPr/>
        </p:nvSpPr>
        <p:spPr>
          <a:xfrm>
            <a:off x="5596128" y="2176272"/>
            <a:ext cx="2423160" cy="3721608"/>
          </a:xfrm>
          <a:prstGeom prst="rect">
            <a:avLst/>
          </a:prstGeom>
          <a:noFill/>
        </p:spPr>
        <p:txBody>
          <a:bodyPr wrap="square" lIns="0" rIns="0" tIns="0" bIns="0">
            <a:spAutoFit/>
          </a:bodyPr>
          <a:lstStyle/>
          <a:p>
            <a:pPr>
              <a:lnSpc>
                <a:spcPct val="100000"/>
              </a:lnSpc>
              <a:spcBef>
                <a:spcPts val="500"/>
              </a:spcBef>
              <a:spcAft>
                <a:spcPts val="250"/>
              </a:spcAft>
              <a:buNone/>
            </a:pPr>
            <a:r>
              <a:rPr sz="950" b="1" i="0">
                <a:solidFill>
                  <a:schemeClr val="accent3"/>
                </a:solidFill>
                <a:latin typeface="Poppins SemiBold"/>
              </a:rPr>
              <a:t>NEW IDEAS</a:t>
            </a:r>
          </a:p>
          <a:p>
            <a:pPr marL="137160" indent="-137160">
              <a:lnSpc>
                <a:spcPct val="100000"/>
              </a:lnSpc>
              <a:spcAft>
                <a:spcPts val="250"/>
              </a:spcAft>
              <a:buClr>
                <a:schemeClr val="accent6"/>
              </a:buClr>
              <a:buFont typeface="Arial"/>
              <a:buChar char="•"/>
            </a:pPr>
            <a:r>
              <a:rPr sz="950" b="0" i="0">
                <a:solidFill>
                  <a:srgbClr val="333F4F"/>
                </a:solidFill>
                <a:latin typeface="Open Sans"/>
              </a:rPr>
              <a:t>Customer-centricity workstream within the transformation</a:t>
            </a:r>
          </a:p>
          <a:p>
            <a:pPr marL="137160" indent="-137160">
              <a:lnSpc>
                <a:spcPct val="100000"/>
              </a:lnSpc>
              <a:spcAft>
                <a:spcPts val="250"/>
              </a:spcAft>
              <a:buClr>
                <a:schemeClr val="accent6"/>
              </a:buClr>
              <a:buFont typeface="Arial"/>
              <a:buChar char="•"/>
            </a:pPr>
            <a:r>
              <a:rPr sz="950" b="0" i="0">
                <a:solidFill>
                  <a:srgbClr val="333F4F"/>
                </a:solidFill>
                <a:latin typeface="Open Sans"/>
              </a:rPr>
              <a:t>Define what good looks like for CMI customers (design principles)</a:t>
            </a:r>
          </a:p>
          <a:p>
            <a:pPr>
              <a:lnSpc>
                <a:spcPct val="100000"/>
              </a:lnSpc>
              <a:spcBef>
                <a:spcPts val="500"/>
              </a:spcBef>
              <a:spcAft>
                <a:spcPts val="250"/>
              </a:spcAft>
              <a:buNone/>
            </a:pPr>
            <a:r>
              <a:rPr sz="950" b="1" i="0">
                <a:solidFill>
                  <a:schemeClr val="accent3"/>
                </a:solidFill>
                <a:latin typeface="Poppins SemiBold"/>
              </a:rPr>
              <a:t>OPEN QUESTIONS</a:t>
            </a:r>
          </a:p>
          <a:p>
            <a:pPr marL="137160" indent="-137160">
              <a:lnSpc>
                <a:spcPct val="100000"/>
              </a:lnSpc>
              <a:spcAft>
                <a:spcPts val="250"/>
              </a:spcAft>
              <a:buClr>
                <a:schemeClr val="accent6"/>
              </a:buClr>
              <a:buFont typeface="Arial"/>
              <a:buChar char="•"/>
            </a:pPr>
            <a:r>
              <a:rPr sz="950" b="0" i="0">
                <a:solidFill>
                  <a:srgbClr val="333F4F"/>
                </a:solidFill>
                <a:latin typeface="Open Sans"/>
              </a:rPr>
              <a:t>What does our change management process involve?</a:t>
            </a:r>
          </a:p>
          <a:p>
            <a:pPr marL="137160" indent="-137160">
              <a:lnSpc>
                <a:spcPct val="100000"/>
              </a:lnSpc>
              <a:spcAft>
                <a:spcPts val="250"/>
              </a:spcAft>
              <a:buClr>
                <a:schemeClr val="accent6"/>
              </a:buClr>
              <a:buFont typeface="Arial"/>
              <a:buChar char="•"/>
            </a:pPr>
            <a:r>
              <a:rPr sz="950" b="0" i="0">
                <a:solidFill>
                  <a:srgbClr val="333F4F"/>
                </a:solidFill>
                <a:latin typeface="Open Sans"/>
              </a:rPr>
              <a:t>Where do the health surveillance levels sit?</a:t>
            </a:r>
          </a:p>
        </p:txBody>
      </p:sp>
      <p:sp>
        <p:nvSpPr>
          <p:cNvPr id="28" name="TextBox 27"/>
          <p:cNvSpPr txBox="1"/>
          <p:nvPr/>
        </p:nvSpPr>
        <p:spPr>
          <a:xfrm>
            <a:off x="8494776" y="2176272"/>
            <a:ext cx="2999232" cy="3721608"/>
          </a:xfrm>
          <a:prstGeom prst="rect">
            <a:avLst/>
          </a:prstGeom>
          <a:noFill/>
        </p:spPr>
        <p:txBody>
          <a:bodyPr wrap="square" lIns="0" rIns="0" tIns="0" bIns="0">
            <a:spAutoFit/>
          </a:bodyPr>
          <a:lstStyle/>
          <a:p>
            <a:pPr>
              <a:lnSpc>
                <a:spcPct val="100000"/>
              </a:lnSpc>
              <a:spcBef>
                <a:spcPts val="500"/>
              </a:spcBef>
              <a:spcAft>
                <a:spcPts val="250"/>
              </a:spcAft>
              <a:buNone/>
            </a:pPr>
            <a:r>
              <a:rPr sz="950" b="1" i="0">
                <a:solidFill>
                  <a:schemeClr val="accent3"/>
                </a:solidFill>
                <a:latin typeface="Poppins SemiBold"/>
              </a:rPr>
              <a:t>WHAT WE SHARE</a:t>
            </a:r>
          </a:p>
          <a:p>
            <a:pPr marL="137160" indent="-137160">
              <a:lnSpc>
                <a:spcPct val="100000"/>
              </a:lnSpc>
              <a:spcAft>
                <a:spcPts val="250"/>
              </a:spcAft>
              <a:buClr>
                <a:schemeClr val="accent6"/>
              </a:buClr>
              <a:buFont typeface="Arial"/>
              <a:buChar char="•"/>
            </a:pPr>
            <a:r>
              <a:rPr sz="950" b="0" i="0">
                <a:solidFill>
                  <a:srgbClr val="333F4F"/>
                </a:solidFill>
                <a:latin typeface="Open Sans"/>
              </a:rPr>
              <a:t>The pain points, what we’ve done and what’s to come</a:t>
            </a:r>
          </a:p>
          <a:p>
            <a:pPr marL="137160" indent="-137160">
              <a:lnSpc>
                <a:spcPct val="100000"/>
              </a:lnSpc>
              <a:spcAft>
                <a:spcPts val="250"/>
              </a:spcAft>
              <a:buClr>
                <a:schemeClr val="accent6"/>
              </a:buClr>
              <a:buFont typeface="Arial"/>
              <a:buChar char="•"/>
            </a:pPr>
            <a:r>
              <a:rPr sz="950" b="0" i="0">
                <a:solidFill>
                  <a:srgbClr val="333F4F"/>
                </a:solidFill>
                <a:latin typeface="Open Sans"/>
              </a:rPr>
              <a:t>Our processes, up front</a:t>
            </a:r>
          </a:p>
          <a:p>
            <a:pPr marL="137160" indent="-137160">
              <a:lnSpc>
                <a:spcPct val="100000"/>
              </a:lnSpc>
              <a:spcAft>
                <a:spcPts val="250"/>
              </a:spcAft>
              <a:buClr>
                <a:schemeClr val="accent6"/>
              </a:buClr>
              <a:buFont typeface="Arial"/>
              <a:buChar char="•"/>
            </a:pPr>
            <a:r>
              <a:rPr sz="950" b="0" i="0">
                <a:solidFill>
                  <a:srgbClr val="333F4F"/>
                </a:solidFill>
                <a:latin typeface="Open Sans"/>
              </a:rPr>
              <a:t>Limits of liability for health appointments and certificates</a:t>
            </a:r>
          </a:p>
          <a:p>
            <a:pPr marL="137160" indent="-137160">
              <a:lnSpc>
                <a:spcPct val="100000"/>
              </a:lnSpc>
              <a:spcAft>
                <a:spcPts val="250"/>
              </a:spcAft>
              <a:buClr>
                <a:schemeClr val="accent6"/>
              </a:buClr>
              <a:buFont typeface="Arial"/>
              <a:buChar char="•"/>
            </a:pPr>
            <a:r>
              <a:rPr sz="950" b="0" i="0">
                <a:solidFill>
                  <a:srgbClr val="333F4F"/>
                </a:solidFill>
                <a:latin typeface="Open Sans"/>
              </a:rPr>
              <a:t>Our service standards</a:t>
            </a:r>
          </a:p>
          <a:p>
            <a:pPr marL="137160" indent="-137160">
              <a:lnSpc>
                <a:spcPct val="100000"/>
              </a:lnSpc>
              <a:spcAft>
                <a:spcPts val="250"/>
              </a:spcAft>
              <a:buClr>
                <a:schemeClr val="accent6"/>
              </a:buClr>
              <a:buFont typeface="Arial"/>
              <a:buChar char="•"/>
            </a:pPr>
            <a:r>
              <a:rPr sz="950" b="0" i="0">
                <a:solidFill>
                  <a:srgbClr val="333F4F"/>
                </a:solidFill>
                <a:latin typeface="Open Sans"/>
              </a:rPr>
              <a:t>A chance for stakeholders to talk it through</a:t>
            </a:r>
          </a:p>
          <a:p>
            <a:pPr>
              <a:lnSpc>
                <a:spcPct val="100000"/>
              </a:lnSpc>
              <a:spcBef>
                <a:spcPts val="500"/>
              </a:spcBef>
              <a:spcAft>
                <a:spcPts val="250"/>
              </a:spcAft>
              <a:buNone/>
            </a:pPr>
            <a:r>
              <a:rPr sz="950" b="1" i="0">
                <a:solidFill>
                  <a:schemeClr val="accent3"/>
                </a:solidFill>
                <a:latin typeface="Poppins SemiBold"/>
              </a:rPr>
              <a:t>WHO NEEDS TO HEAR IT</a:t>
            </a:r>
          </a:p>
          <a:p>
            <a:pPr>
              <a:lnSpc>
                <a:spcPct val="100000"/>
              </a:lnSpc>
              <a:spcAft>
                <a:spcPts val="250"/>
              </a:spcAft>
              <a:buNone/>
            </a:pPr>
            <a:r>
              <a:rPr sz="900" b="0" i="1">
                <a:solidFill>
                  <a:srgbClr val="445469"/>
                </a:solidFill>
                <a:latin typeface="Open Sans"/>
              </a:rPr>
              <a:t>Not captured on the canvas</a:t>
            </a:r>
          </a:p>
          <a:p>
            <a:pPr>
              <a:lnSpc>
                <a:spcPct val="100000"/>
              </a:lnSpc>
              <a:spcBef>
                <a:spcPts val="500"/>
              </a:spcBef>
              <a:spcAft>
                <a:spcPts val="250"/>
              </a:spcAft>
              <a:buNone/>
            </a:pPr>
            <a:r>
              <a:rPr sz="950" b="1" i="0">
                <a:solidFill>
                  <a:schemeClr val="accent3"/>
                </a:solidFill>
                <a:latin typeface="Poppins SemiBold"/>
              </a:rPr>
              <a:t>HOW WE REACH THEM</a:t>
            </a:r>
          </a:p>
          <a:p>
            <a:pPr marL="137160" indent="-137160">
              <a:lnSpc>
                <a:spcPct val="100000"/>
              </a:lnSpc>
              <a:spcAft>
                <a:spcPts val="250"/>
              </a:spcAft>
              <a:buClr>
                <a:schemeClr val="accent6"/>
              </a:buClr>
              <a:buFont typeface="Arial"/>
              <a:buChar char="•"/>
            </a:pPr>
            <a:r>
              <a:rPr sz="950" b="0" i="0">
                <a:solidFill>
                  <a:srgbClr val="333F4F"/>
                </a:solidFill>
                <a:latin typeface="Open Sans"/>
              </a:rPr>
              <a:t>A key liaison for MEU and MC, as the main point of contact during transformation</a:t>
            </a:r>
          </a:p>
          <a:p>
            <a:pPr marL="137160" indent="-137160">
              <a:lnSpc>
                <a:spcPct val="100000"/>
              </a:lnSpc>
              <a:spcAft>
                <a:spcPts val="250"/>
              </a:spcAft>
              <a:buClr>
                <a:schemeClr val="accent6"/>
              </a:buClr>
              <a:buFont typeface="Arial"/>
              <a:buChar char="•"/>
            </a:pPr>
            <a:r>
              <a:rPr sz="950" b="0" i="0">
                <a:solidFill>
                  <a:srgbClr val="333F4F"/>
                </a:solidFill>
                <a:latin typeface="Open Sans"/>
              </a:rPr>
              <a:t>Clearer access to information, e.g. the website</a:t>
            </a:r>
          </a:p>
        </p:txBody>
      </p:sp>
      <p:sp>
        <p:nvSpPr>
          <p:cNvPr id="29" name="So what"/>
          <p:cNvSpPr/>
          <p:nvPr/>
        </p:nvSpPr>
        <p:spPr>
          <a:xfrm>
            <a:off x="566928" y="6108192"/>
            <a:ext cx="11064240" cy="457200"/>
          </a:xfrm>
          <a:prstGeom prst="rect">
            <a:avLst/>
          </a:prstGeom>
          <a:solidFill>
            <a:srgbClr val="445469"/>
          </a:solidFill>
          <a:ln>
            <a:noFill/>
          </a:ln>
          <a:effectLst/>
        </p:spPr>
        <p:style>
          <a:lnRef idx="1">
            <a:schemeClr val="accent1"/>
          </a:lnRef>
          <a:fillRef idx="3">
            <a:schemeClr val="accent1"/>
          </a:fillRef>
          <a:effectRef idx="2">
            <a:schemeClr val="accent1"/>
          </a:effectRef>
          <a:fontRef idx="minor">
            <a:schemeClr val="lt1"/>
          </a:fontRef>
        </p:style>
        <p:txBody>
          <a:bodyPr rtlCol="0" anchor="ctr" lIns="228600" rIns="182880" tIns="0" bIns="0" wrap="square"/>
          <a:lstStyle/>
          <a:p>
            <a:pPr algn="l">
              <a:lnSpc>
                <a:spcPct val="100000"/>
              </a:lnSpc>
              <a:spcAft>
                <a:spcPts val="0"/>
              </a:spcAft>
            </a:pPr>
            <a:r>
              <a:rPr sz="1100" b="1" i="0">
                <a:solidFill>
                  <a:schemeClr val="accent3"/>
                </a:solidFill>
                <a:latin typeface="Poppins SemiBold"/>
              </a:rPr>
              <a:t>So what  </a:t>
            </a:r>
            <a:r>
              <a:rPr sz="1100" b="0" i="0">
                <a:solidFill>
                  <a:srgbClr val="FFFFFF"/>
                </a:solidFill>
                <a:latin typeface="Open Sans"/>
              </a:rPr>
              <a:t>Trust comes from being clear up front: our processes, our limits and our service standards, with a named contact through the transformation.</a:t>
            </a:r>
          </a:p>
        </p:txBody>
      </p:sp>
      <p:sp>
        <p:nvSpPr>
          <p:cNvPr id="30" name="TextBox 29"/>
          <p:cNvSpPr txBox="1"/>
          <p:nvPr/>
        </p:nvSpPr>
        <p:spPr>
          <a:xfrm>
            <a:off x="566928" y="6583680"/>
            <a:ext cx="8229600" cy="182880"/>
          </a:xfrm>
          <a:prstGeom prst="rect">
            <a:avLst/>
          </a:prstGeom>
          <a:noFill/>
        </p:spPr>
        <p:txBody>
          <a:bodyPr wrap="square" anchor="t" lIns="0" tIns="0" rIns="0" bIns="0">
            <a:spAutoFit/>
          </a:bodyPr>
          <a:lstStyle/>
          <a:p>
            <a:pPr algn="l">
              <a:lnSpc>
                <a:spcPct val="100000"/>
              </a:lnSpc>
              <a:spcAft>
                <a:spcPts val="0"/>
              </a:spcAft>
            </a:pPr>
            <a:r>
              <a:rPr sz="800" b="0" i="1">
                <a:solidFill>
                  <a:srgbClr val="445469"/>
                </a:solidFill>
                <a:latin typeface="Open Sans"/>
              </a:rPr>
              <a:t>(?) = handwriting unclear on the canvas, to confirm.</a:t>
            </a:r>
          </a:p>
        </p:txBody>
      </p:sp>
    </p:spTree>
    <p:extLst>
      <p:ext uri="{BB962C8B-B14F-4D97-AF65-F5344CB8AC3E}">
        <p14:creationId xmlns:p14="http://schemas.microsoft.com/office/powerpoint/2010/main" val="192229605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E04E26-E604-813E-86D3-014AA1D9C32E}"/>
            </a:ext>
          </a:extLst>
        </p:cNvPr>
        <p:cNvGrpSpPr/>
        <p:nvPr/>
      </p:nvGrpSpPr>
      <p:grpSpPr>
        <a:xfrm>
          <a:off x="0" y="0"/>
          <a:ext cx="0" cy="0"/>
          <a:chOff x="0" y="0"/>
          <a:chExt cx="0" cy="0"/>
        </a:xfrm>
      </p:grpSpPr>
      <p:sp>
        <p:nvSpPr>
          <p:cNvPr id="14" name="Title 4">
            <a:extLst>
              <a:ext uri="{FF2B5EF4-FFF2-40B4-BE49-F238E27FC236}">
                <a16:creationId xmlns:a16="http://schemas.microsoft.com/office/drawing/2014/main" id="{15B0D0C6-2A12-4A64-5CA6-AFD820857D29}"/>
              </a:ext>
            </a:extLst>
          </p:cNvPr>
          <p:cNvSpPr txBox="1">
            <a:spLocks/>
          </p:cNvSpPr>
          <p:nvPr/>
        </p:nvSpPr>
        <p:spPr>
          <a:xfrm>
            <a:off x="525018" y="384048"/>
            <a:ext cx="11200000" cy="880000"/>
          </a:xfrm>
          <a:prstGeom prst="rect">
            <a:avLst/>
          </a:prstGeom>
        </p:spPr>
        <p:txBody>
          <a:bodyPr vert="horz" lIns="91440" tIns="45720" rIns="91440" bIns="45720" rtlCol="0" anchor="t">
            <a:noAutofit/>
          </a:bodyPr>
          <a:lstStyle>
            <a:defPPr>
              <a:defRPr lang="en-US"/>
            </a:defPPr>
            <a:lvl1pPr>
              <a:lnSpc>
                <a:spcPct val="114000"/>
              </a:lnSpc>
              <a:spcBef>
                <a:spcPct val="0"/>
              </a:spcBef>
              <a:buNone/>
              <a:defRPr sz="2200">
                <a:solidFill>
                  <a:schemeClr val="accent6">
                    <a:lumMod val="75000"/>
                  </a:schemeClr>
                </a:solidFill>
                <a:latin typeface="Poppins SemiBold" panose="00000700000000000000" pitchFamily="2" charset="0"/>
                <a:ea typeface="+mj-ea"/>
                <a:cs typeface="Poppins SemiBold" panose="00000700000000000000" pitchFamily="2" charset="0"/>
              </a:defRPr>
            </a:lvl1pPr>
          </a:lstStyle>
          <a:p>
            <a:pPr algn="ctr"/>
            <a:r>
              <a:rPr lang="en-AU"/>
              <a:t>Theme 2: </a:t>
            </a:r>
            <a:r>
              <a:rPr lang="en-AU">
                <a:solidFill>
                  <a:schemeClr val="accent1"/>
                </a:solidFill>
              </a:rPr>
              <a:t>Service Experience &amp; Consistency</a:t>
            </a:r>
          </a:p>
        </p:txBody>
      </p:sp>
      <p:sp>
        <p:nvSpPr>
          <p:cNvPr id="2" name="Slide Number Placeholder 1">
            <a:extLst>
              <a:ext uri="{FF2B5EF4-FFF2-40B4-BE49-F238E27FC236}">
                <a16:creationId xmlns:a16="http://schemas.microsoft.com/office/drawing/2014/main" id="{2B6BE33A-60B5-E311-CB42-7B2F0308709E}"/>
              </a:ext>
            </a:extLst>
          </p:cNvPr>
          <p:cNvSpPr txBox="1">
            <a:spLocks/>
          </p:cNvSpPr>
          <p:nvPr/>
        </p:nvSpPr>
        <p:spPr>
          <a:xfrm>
            <a:off x="9309830" y="6429863"/>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9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FA8BD019-05FF-F145-A6E1-6EE5A88665E4}" type="slidenum">
              <a:rPr kumimoji="0" lang="en-AU" sz="900" b="0" i="0" u="none" strike="noStrike" kern="1200" cap="none" spc="0" normalizeH="0" baseline="0" noProof="0" smtClean="0">
                <a:ln>
                  <a:noFill/>
                </a:ln>
                <a:solidFill>
                  <a:schemeClr val="bg2">
                    <a:lumMod val="10000"/>
                  </a:schemeClr>
                </a:solidFill>
                <a:effectLst/>
                <a:uLnTx/>
                <a:uFillTx/>
                <a:latin typeface="Aptos" panose="020B0004020202020204" pitchFamily="34" charset="0"/>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21</a:t>
            </a:fld>
            <a:endParaRPr kumimoji="0" lang="en-AU" sz="900" b="0" i="0" u="none" strike="noStrike" kern="1200" cap="none" spc="0" normalizeH="0" baseline="0" noProof="0">
              <a:ln>
                <a:noFill/>
              </a:ln>
              <a:solidFill>
                <a:schemeClr val="bg2">
                  <a:lumMod val="10000"/>
                </a:schemeClr>
              </a:solidFill>
              <a:effectLst/>
              <a:uLnTx/>
              <a:uFillTx/>
              <a:latin typeface="Aptos" panose="020B0004020202020204" pitchFamily="34" charset="0"/>
              <a:ea typeface="+mn-ea"/>
              <a:cs typeface="+mn-cs"/>
            </a:endParaRPr>
          </a:p>
        </p:txBody>
      </p:sp>
      <p:sp>
        <p:nvSpPr>
          <p:cNvPr id="4" name="HMW 123">
            <a:extLst>
              <a:ext uri="{FF2B5EF4-FFF2-40B4-BE49-F238E27FC236}">
                <a16:creationId xmlns:a16="http://schemas.microsoft.com/office/drawing/2014/main" id="{BB1E0741-CDB5-BC92-E490-3AAE4871C536}"/>
              </a:ext>
            </a:extLst>
          </p:cNvPr>
          <p:cNvSpPr/>
          <p:nvPr/>
        </p:nvSpPr>
        <p:spPr>
          <a:xfrm>
            <a:off x="566928" y="1005840"/>
            <a:ext cx="11064240" cy="548640"/>
          </a:xfrm>
          <a:prstGeom prst="roundRect">
            <a:avLst>
              <a:gd name="adj" fmla="val 50000"/>
            </a:avLst>
          </a:prstGeom>
          <a:solidFill>
            <a:schemeClr val="bg1"/>
          </a:solidFill>
          <a:ln>
            <a:noFill/>
          </a:ln>
          <a:effectLst>
            <a:outerShdw blurRad="76200" dist="12700" dir="5400000" algn="t" rotWithShape="0">
              <a:srgbClr val="445469">
                <a:alpha val="14000"/>
              </a:srgbClr>
            </a:outerShdw>
          </a:effectLst>
        </p:spPr>
        <p:txBody>
          <a:bodyPr wrap="square" lIns="274320" tIns="0" rIns="274320" bIns="0" rtlCol="0" anchor="ctr">
            <a:noAutofit/>
          </a:bodyPr>
          <a:lstStyle/>
          <a:p>
            <a:pPr algn="ctr">
              <a:lnSpc>
                <a:spcPct val="100000"/>
              </a:lnSpc>
              <a:spcBef>
                <a:spcPts val="0"/>
              </a:spcBef>
              <a:spcAft>
                <a:spcPts val="0"/>
              </a:spcAft>
              <a:buNone/>
            </a:pPr>
            <a:r>
              <a:rPr lang="en-AU" b="1">
                <a:solidFill>
                  <a:schemeClr val="accent1">
                    <a:lumMod val="75000"/>
                  </a:schemeClr>
                </a:solidFill>
                <a:latin typeface="Poppins SemiBold" pitchFamily="2" charset="0"/>
                <a:cs typeface="Poppins SemiBold" pitchFamily="2" charset="0"/>
              </a:rPr>
              <a:t>How might we make a good experience the standard, not the exception?</a:t>
            </a:r>
          </a:p>
        </p:txBody>
      </p:sp>
      <p:cxnSp>
        <p:nvCxnSpPr>
          <p:cNvPr id="15" name="Straight Connector 14">
            <a:extLst>
              <a:ext uri="{FF2B5EF4-FFF2-40B4-BE49-F238E27FC236}">
                <a16:creationId xmlns:a16="http://schemas.microsoft.com/office/drawing/2014/main" id="{E3DC0A12-5822-C859-ACA9-E1E3398291CF}"/>
              </a:ext>
            </a:extLst>
          </p:cNvPr>
          <p:cNvCxnSpPr>
            <a:cxnSpLocks/>
            <a:stCxn id="19" idx="3"/>
          </p:cNvCxnSpPr>
          <p:nvPr/>
        </p:nvCxnSpPr>
        <p:spPr>
          <a:xfrm>
            <a:off x="2609641" y="277669"/>
            <a:ext cx="9582359" cy="0"/>
          </a:xfrm>
          <a:prstGeom prst="line">
            <a:avLst/>
          </a:prstGeom>
          <a:ln w="3175">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81064740-A07D-EF0D-FBF3-A46FD95510C2}"/>
              </a:ext>
            </a:extLst>
          </p:cNvPr>
          <p:cNvCxnSpPr>
            <a:cxnSpLocks/>
            <a:endCxn id="19" idx="1"/>
          </p:cNvCxnSpPr>
          <p:nvPr/>
        </p:nvCxnSpPr>
        <p:spPr>
          <a:xfrm>
            <a:off x="0" y="277669"/>
            <a:ext cx="548641" cy="0"/>
          </a:xfrm>
          <a:prstGeom prst="line">
            <a:avLst/>
          </a:prstGeom>
          <a:ln w="3175">
            <a:solidFill>
              <a:schemeClr val="accent6"/>
            </a:solidFill>
          </a:ln>
        </p:spPr>
        <p:style>
          <a:lnRef idx="1">
            <a:schemeClr val="accent1"/>
          </a:lnRef>
          <a:fillRef idx="0">
            <a:schemeClr val="accent1"/>
          </a:fillRef>
          <a:effectRef idx="0">
            <a:schemeClr val="accent1"/>
          </a:effectRef>
          <a:fontRef idx="minor">
            <a:schemeClr val="tx1"/>
          </a:fontRef>
        </p:style>
      </p:cxnSp>
      <p:sp>
        <p:nvSpPr>
          <p:cNvPr id="19" name="Text 0">
            <a:extLst>
              <a:ext uri="{FF2B5EF4-FFF2-40B4-BE49-F238E27FC236}">
                <a16:creationId xmlns:a16="http://schemas.microsoft.com/office/drawing/2014/main" id="{3C290C48-10BC-77FD-9D7E-C05BEC5CF601}"/>
              </a:ext>
            </a:extLst>
          </p:cNvPr>
          <p:cNvSpPr/>
          <p:nvPr/>
        </p:nvSpPr>
        <p:spPr>
          <a:xfrm>
            <a:off x="548641" y="165782"/>
            <a:ext cx="2061000" cy="223773"/>
          </a:xfrm>
          <a:prstGeom prst="roundRect">
            <a:avLst>
              <a:gd name="adj" fmla="val 50000"/>
            </a:avLst>
          </a:prstGeom>
          <a:noFill/>
          <a:ln w="3175">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i="0" u="none" strike="noStrike" kern="0" cap="none" normalizeH="0" baseline="0" noProof="0">
                <a:ln>
                  <a:noFill/>
                </a:ln>
                <a:solidFill>
                  <a:schemeClr val="accent6"/>
                </a:solidFill>
                <a:effectLst/>
                <a:uLnTx/>
                <a:uFillTx/>
                <a:latin typeface="Poppins" pitchFamily="34" charset="0"/>
                <a:ea typeface="Poppins" pitchFamily="34" charset="-122"/>
                <a:cs typeface="Poppins" pitchFamily="34" charset="-120"/>
              </a:rPr>
              <a:t>ISS GMT Working Session</a:t>
            </a:r>
          </a:p>
        </p:txBody>
      </p:sp>
      <p:sp>
        <p:nvSpPr>
          <p:cNvPr id="20" name="Panel"/>
          <p:cNvSpPr/>
          <p:nvPr/>
        </p:nvSpPr>
        <p:spPr>
          <a:xfrm>
            <a:off x="566928" y="1719072"/>
            <a:ext cx="4709160" cy="4270248"/>
          </a:xfrm>
          <a:prstGeom prst="rect">
            <a:avLst/>
          </a:prstGeom>
          <a:gradFill flip="none" rotWithShape="1">
            <a:gsLst>
              <a:gs pos="0">
                <a:schemeClr val="accent5">
                  <a:lumMod val="5000"/>
                  <a:lumOff val="95000"/>
                </a:schemeClr>
              </a:gs>
              <a:gs pos="100000">
                <a:schemeClr val="accent5">
                  <a:lumMod val="20000"/>
                  <a:lumOff val="80000"/>
                  <a:alpha val="68823"/>
                </a:schemeClr>
              </a:gs>
            </a:gsLst>
            <a:lin ang="5400000" scaled="1"/>
            <a:tileRect/>
          </a:gra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Panel head"/>
          <p:cNvSpPr/>
          <p:nvPr/>
        </p:nvSpPr>
        <p:spPr>
          <a:xfrm>
            <a:off x="566928" y="1719072"/>
            <a:ext cx="4709160"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tIns="0" bIns="0" wrap="square"/>
          <a:lstStyle/>
          <a:p>
            <a:pPr algn="l">
              <a:lnSpc>
                <a:spcPct val="100000"/>
              </a:lnSpc>
              <a:spcAft>
                <a:spcPts val="0"/>
              </a:spcAft>
            </a:pPr>
            <a:r>
              <a:rPr sz="1100" b="1" i="0">
                <a:solidFill>
                  <a:srgbClr val="FFFFFF"/>
                </a:solidFill>
                <a:latin typeface="Poppins SemiBold"/>
              </a:rPr>
              <a:t>Already in train</a:t>
            </a:r>
          </a:p>
        </p:txBody>
      </p:sp>
      <p:sp>
        <p:nvSpPr>
          <p:cNvPr id="22" name="Panel"/>
          <p:cNvSpPr/>
          <p:nvPr/>
        </p:nvSpPr>
        <p:spPr>
          <a:xfrm>
            <a:off x="5431536" y="1719072"/>
            <a:ext cx="2743200" cy="4270248"/>
          </a:xfrm>
          <a:prstGeom prst="rect">
            <a:avLst/>
          </a:prstGeom>
          <a:gradFill flip="none" rotWithShape="1">
            <a:gsLst>
              <a:gs pos="0">
                <a:schemeClr val="accent5">
                  <a:lumMod val="5000"/>
                  <a:lumOff val="95000"/>
                </a:schemeClr>
              </a:gs>
              <a:gs pos="100000">
                <a:schemeClr val="accent5">
                  <a:lumMod val="20000"/>
                  <a:lumOff val="80000"/>
                  <a:alpha val="68823"/>
                </a:schemeClr>
              </a:gs>
            </a:gsLst>
            <a:lin ang="5400000" scaled="1"/>
            <a:tileRect/>
          </a:gra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Panel head"/>
          <p:cNvSpPr/>
          <p:nvPr/>
        </p:nvSpPr>
        <p:spPr>
          <a:xfrm>
            <a:off x="5431536" y="1719072"/>
            <a:ext cx="2743200"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tIns="0" bIns="0" wrap="square"/>
          <a:lstStyle/>
          <a:p>
            <a:pPr algn="l">
              <a:lnSpc>
                <a:spcPct val="100000"/>
              </a:lnSpc>
              <a:spcAft>
                <a:spcPts val="0"/>
              </a:spcAft>
            </a:pPr>
            <a:r>
              <a:rPr sz="1100" b="1" i="0">
                <a:solidFill>
                  <a:srgbClr val="FFFFFF"/>
                </a:solidFill>
                <a:latin typeface="Poppins SemiBold"/>
              </a:rPr>
              <a:t>What else do we need to do?</a:t>
            </a:r>
          </a:p>
        </p:txBody>
      </p:sp>
      <p:sp>
        <p:nvSpPr>
          <p:cNvPr id="24" name="Panel"/>
          <p:cNvSpPr/>
          <p:nvPr/>
        </p:nvSpPr>
        <p:spPr>
          <a:xfrm>
            <a:off x="8330183" y="1719072"/>
            <a:ext cx="3300984" cy="4270248"/>
          </a:xfrm>
          <a:prstGeom prst="rect">
            <a:avLst/>
          </a:prstGeom>
          <a:gradFill flip="none" rotWithShape="1">
            <a:gsLst>
              <a:gs pos="0">
                <a:schemeClr val="accent5">
                  <a:lumMod val="5000"/>
                  <a:lumOff val="95000"/>
                </a:schemeClr>
              </a:gs>
              <a:gs pos="100000">
                <a:schemeClr val="accent5">
                  <a:lumMod val="20000"/>
                  <a:lumOff val="80000"/>
                  <a:alpha val="68823"/>
                </a:schemeClr>
              </a:gs>
            </a:gsLst>
            <a:lin ang="5400000" scaled="1"/>
            <a:tileRect/>
          </a:gra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anel head"/>
          <p:cNvSpPr/>
          <p:nvPr/>
        </p:nvSpPr>
        <p:spPr>
          <a:xfrm>
            <a:off x="8330183" y="1719072"/>
            <a:ext cx="3300984"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tIns="0" bIns="0" wrap="square"/>
          <a:lstStyle/>
          <a:p>
            <a:pPr algn="l">
              <a:lnSpc>
                <a:spcPct val="100000"/>
              </a:lnSpc>
              <a:spcAft>
                <a:spcPts val="0"/>
              </a:spcAft>
            </a:pPr>
            <a:r>
              <a:rPr sz="1100" b="1" i="0">
                <a:solidFill>
                  <a:srgbClr val="FFFFFF"/>
                </a:solidFill>
                <a:latin typeface="Poppins SemiBold"/>
              </a:rPr>
              <a:t>How will we share progress?</a:t>
            </a:r>
          </a:p>
        </p:txBody>
      </p:sp>
      <p:sp>
        <p:nvSpPr>
          <p:cNvPr id="26" name="TextBox 25"/>
          <p:cNvSpPr txBox="1"/>
          <p:nvPr/>
        </p:nvSpPr>
        <p:spPr>
          <a:xfrm>
            <a:off x="731520" y="2176272"/>
            <a:ext cx="4389120" cy="3721608"/>
          </a:xfrm>
          <a:prstGeom prst="rect">
            <a:avLst/>
          </a:prstGeom>
          <a:noFill/>
        </p:spPr>
        <p:txBody>
          <a:bodyPr wrap="square" lIns="0" rIns="0" tIns="0" bIns="0">
            <a:spAutoFit/>
          </a:bodyPr>
          <a:lstStyle/>
          <a:p>
            <a:pPr>
              <a:lnSpc>
                <a:spcPct val="100000"/>
              </a:lnSpc>
              <a:spcBef>
                <a:spcPts val="500"/>
              </a:spcBef>
              <a:spcAft>
                <a:spcPts val="250"/>
              </a:spcAft>
              <a:buNone/>
            </a:pPr>
            <a:r>
              <a:rPr sz="950" b="1" i="0">
                <a:solidFill>
                  <a:schemeClr val="accent1"/>
                </a:solidFill>
                <a:latin typeface="Poppins SemiBold"/>
              </a:rPr>
              <a:t>ENTERPRISE-WIDE, ON EVERY THEME</a:t>
            </a:r>
          </a:p>
          <a:p>
            <a:pPr>
              <a:lnSpc>
                <a:spcPct val="100000"/>
              </a:lnSpc>
              <a:spcAft>
                <a:spcPts val="250"/>
              </a:spcAft>
              <a:buNone/>
            </a:pPr>
            <a:r>
              <a:rPr sz="950" b="0" i="0">
                <a:solidFill>
                  <a:srgbClr val="333F4F"/>
                </a:solidFill>
                <a:latin typeface="Open Sans"/>
              </a:rPr>
              <a:t>CMI Go to Green, CX uplift (measurement framework and service standards), Engagement Strategy, Complaints and feedback uplift (Bowtie)</a:t>
            </a:r>
          </a:p>
          <a:p>
            <a:pPr>
              <a:lnSpc>
                <a:spcPct val="100000"/>
              </a:lnSpc>
              <a:spcBef>
                <a:spcPts val="500"/>
              </a:spcBef>
              <a:spcAft>
                <a:spcPts val="250"/>
              </a:spcAft>
              <a:buNone/>
            </a:pPr>
            <a:r>
              <a:rPr sz="950" b="1" i="0">
                <a:solidFill>
                  <a:schemeClr val="accent1"/>
                </a:solidFill>
                <a:latin typeface="Poppins SemiBold"/>
              </a:rPr>
              <a:t>PRE-MAPPED AND VALIDATED</a:t>
            </a:r>
          </a:p>
          <a:p>
            <a:pPr marL="137160" indent="-137160">
              <a:lnSpc>
                <a:spcPct val="100000"/>
              </a:lnSpc>
              <a:spcAft>
                <a:spcPts val="250"/>
              </a:spcAft>
              <a:buClr>
                <a:schemeClr val="accent6"/>
              </a:buClr>
              <a:buFont typeface="Arial"/>
              <a:buChar char="•"/>
            </a:pPr>
            <a:r>
              <a:rPr sz="950" b="0" i="0">
                <a:solidFill>
                  <a:srgbClr val="333F4F"/>
                </a:solidFill>
                <a:latin typeface="Open Sans"/>
              </a:rPr>
              <a:t>CMI Capability uplift</a:t>
            </a:r>
          </a:p>
          <a:p>
            <a:pPr marL="137160" indent="-137160">
              <a:lnSpc>
                <a:spcPct val="100000"/>
              </a:lnSpc>
              <a:spcAft>
                <a:spcPts val="250"/>
              </a:spcAft>
              <a:buClr>
                <a:schemeClr val="accent6"/>
              </a:buClr>
              <a:buFont typeface="Arial"/>
              <a:buChar char="•"/>
            </a:pPr>
            <a:r>
              <a:rPr sz="950" b="0" i="0">
                <a:solidFill>
                  <a:srgbClr val="333F4F"/>
                </a:solidFill>
                <a:latin typeface="Open Sans"/>
              </a:rPr>
              <a:t>Process Excellence capability uplift</a:t>
            </a:r>
          </a:p>
          <a:p>
            <a:pPr marL="137160" indent="-137160">
              <a:lnSpc>
                <a:spcPct val="100000"/>
              </a:lnSpc>
              <a:spcAft>
                <a:spcPts val="250"/>
              </a:spcAft>
              <a:buClr>
                <a:schemeClr val="accent6"/>
              </a:buClr>
              <a:buFont typeface="Arial"/>
              <a:buChar char="•"/>
            </a:pPr>
            <a:r>
              <a:rPr sz="950" b="0" i="0">
                <a:solidFill>
                  <a:srgbClr val="333F4F"/>
                </a:solidFill>
                <a:latin typeface="Open Sans"/>
              </a:rPr>
              <a:t>CSH Mobile Health Units</a:t>
            </a:r>
          </a:p>
          <a:p>
            <a:pPr marL="137160" indent="-137160">
              <a:lnSpc>
                <a:spcPct val="100000"/>
              </a:lnSpc>
              <a:spcAft>
                <a:spcPts val="250"/>
              </a:spcAft>
              <a:buClr>
                <a:schemeClr val="accent6"/>
              </a:buClr>
              <a:buFont typeface="Arial"/>
              <a:buChar char="•"/>
            </a:pPr>
            <a:r>
              <a:rPr sz="950" b="0" i="0">
                <a:solidFill>
                  <a:srgbClr val="333F4F"/>
                </a:solidFill>
                <a:latin typeface="Open Sans"/>
              </a:rPr>
              <a:t>MRRC Customer service experience uplift</a:t>
            </a:r>
          </a:p>
          <a:p>
            <a:pPr>
              <a:lnSpc>
                <a:spcPct val="100000"/>
              </a:lnSpc>
              <a:spcBef>
                <a:spcPts val="500"/>
              </a:spcBef>
              <a:spcAft>
                <a:spcPts val="250"/>
              </a:spcAft>
              <a:buNone/>
            </a:pPr>
            <a:r>
              <a:rPr sz="950" b="1" i="0">
                <a:solidFill>
                  <a:schemeClr val="accent1"/>
                </a:solidFill>
                <a:latin typeface="Poppins SemiBold"/>
              </a:rPr>
              <a:t>ADDED BY THE GMT</a:t>
            </a:r>
          </a:p>
          <a:p>
            <a:pPr marL="137160" indent="-137160">
              <a:lnSpc>
                <a:spcPct val="100000"/>
              </a:lnSpc>
              <a:spcAft>
                <a:spcPts val="250"/>
              </a:spcAft>
              <a:buClr>
                <a:schemeClr val="accent6"/>
              </a:buClr>
              <a:buFont typeface="Arial"/>
              <a:buChar char="•"/>
            </a:pPr>
            <a:r>
              <a:rPr sz="950" b="0" i="0">
                <a:solidFill>
                  <a:srgbClr val="333F4F"/>
                </a:solidFill>
                <a:latin typeface="Open Sans"/>
              </a:rPr>
              <a:t>CMI capability: individual career (?) basics and standards</a:t>
            </a:r>
          </a:p>
          <a:p>
            <a:pPr marL="137160" indent="-137160">
              <a:lnSpc>
                <a:spcPct val="100000"/>
              </a:lnSpc>
              <a:spcAft>
                <a:spcPts val="250"/>
              </a:spcAft>
              <a:buClr>
                <a:schemeClr val="accent6"/>
              </a:buClr>
              <a:buFont typeface="Arial"/>
              <a:buChar char="•"/>
            </a:pPr>
            <a:r>
              <a:rPr sz="950" b="0" i="0">
                <a:solidFill>
                  <a:srgbClr val="333F4F"/>
                </a:solidFill>
                <a:latin typeface="Open Sans"/>
              </a:rPr>
              <a:t>CMI phone answering: fixing the basics</a:t>
            </a:r>
          </a:p>
          <a:p>
            <a:pPr marL="137160" indent="-137160">
              <a:lnSpc>
                <a:spcPct val="100000"/>
              </a:lnSpc>
              <a:spcAft>
                <a:spcPts val="250"/>
              </a:spcAft>
              <a:buClr>
                <a:schemeClr val="accent6"/>
              </a:buClr>
              <a:buFont typeface="Arial"/>
              <a:buChar char="•"/>
            </a:pPr>
            <a:r>
              <a:rPr sz="950" b="0" i="0">
                <a:solidFill>
                  <a:srgbClr val="333F4F"/>
                </a:solidFill>
                <a:latin typeface="Open Sans"/>
              </a:rPr>
              <a:t>CMI target operating model, incl. regional manager spans (?)</a:t>
            </a:r>
          </a:p>
          <a:p>
            <a:pPr marL="137160" indent="-137160">
              <a:lnSpc>
                <a:spcPct val="100000"/>
              </a:lnSpc>
              <a:spcAft>
                <a:spcPts val="250"/>
              </a:spcAft>
              <a:buClr>
                <a:schemeClr val="accent6"/>
              </a:buClr>
              <a:buFont typeface="Arial"/>
              <a:buChar char="•"/>
            </a:pPr>
            <a:r>
              <a:rPr sz="950" b="0" i="0">
                <a:solidFill>
                  <a:srgbClr val="333F4F"/>
                </a:solidFill>
                <a:latin typeface="Open Sans"/>
              </a:rPr>
              <a:t>Operational group: consistency of processes</a:t>
            </a:r>
          </a:p>
          <a:p>
            <a:pPr marL="137160" indent="-137160">
              <a:lnSpc>
                <a:spcPct val="100000"/>
              </a:lnSpc>
              <a:spcAft>
                <a:spcPts val="250"/>
              </a:spcAft>
              <a:buClr>
                <a:schemeClr val="accent6"/>
              </a:buClr>
              <a:buFont typeface="Arial"/>
              <a:buChar char="•"/>
            </a:pPr>
            <a:r>
              <a:rPr sz="950" b="0" i="0">
                <a:solidFill>
                  <a:srgbClr val="333F4F"/>
                </a:solidFill>
                <a:latin typeface="Open Sans"/>
              </a:rPr>
              <a:t>Customer understanding in onboarding, induction and recruitment</a:t>
            </a:r>
          </a:p>
          <a:p>
            <a:pPr marL="137160" indent="-137160">
              <a:lnSpc>
                <a:spcPct val="100000"/>
              </a:lnSpc>
              <a:spcAft>
                <a:spcPts val="250"/>
              </a:spcAft>
              <a:buClr>
                <a:schemeClr val="accent6"/>
              </a:buClr>
              <a:buFont typeface="Arial"/>
              <a:buChar char="•"/>
            </a:pPr>
            <a:r>
              <a:rPr sz="950" b="0" i="0">
                <a:solidFill>
                  <a:srgbClr val="333F4F"/>
                </a:solidFill>
                <a:latin typeface="Open Sans"/>
              </a:rPr>
              <a:t>CS Health: Health Standards and standardised decisions</a:t>
            </a:r>
          </a:p>
          <a:p>
            <a:pPr marL="137160" indent="-137160">
              <a:lnSpc>
                <a:spcPct val="100000"/>
              </a:lnSpc>
              <a:spcAft>
                <a:spcPts val="250"/>
              </a:spcAft>
              <a:buClr>
                <a:schemeClr val="accent6"/>
              </a:buClr>
              <a:buFont typeface="Arial"/>
              <a:buChar char="•"/>
            </a:pPr>
            <a:r>
              <a:rPr sz="950" b="0" i="0">
                <a:solidFill>
                  <a:srgbClr val="333F4F"/>
                </a:solidFill>
                <a:latin typeface="Open Sans"/>
              </a:rPr>
              <a:t>CS Health: processing timeframe KPIs</a:t>
            </a:r>
          </a:p>
          <a:p>
            <a:pPr marL="137160" indent="-137160">
              <a:lnSpc>
                <a:spcPct val="100000"/>
              </a:lnSpc>
              <a:spcAft>
                <a:spcPts val="250"/>
              </a:spcAft>
              <a:buClr>
                <a:schemeClr val="accent6"/>
              </a:buClr>
              <a:buFont typeface="Arial"/>
              <a:buChar char="•"/>
            </a:pPr>
            <a:r>
              <a:rPr sz="950" b="0" i="0">
                <a:solidFill>
                  <a:srgbClr val="333F4F"/>
                </a:solidFill>
                <a:latin typeface="Open Sans"/>
              </a:rPr>
              <a:t>CS Health: Order 45, reducing variance between doctors</a:t>
            </a:r>
          </a:p>
          <a:p>
            <a:pPr marL="137160" indent="-137160">
              <a:lnSpc>
                <a:spcPct val="100000"/>
              </a:lnSpc>
              <a:spcAft>
                <a:spcPts val="250"/>
              </a:spcAft>
              <a:buClr>
                <a:schemeClr val="accent6"/>
              </a:buClr>
              <a:buFont typeface="Arial"/>
              <a:buChar char="•"/>
            </a:pPr>
            <a:r>
              <a:rPr sz="950" b="0" i="0">
                <a:solidFill>
                  <a:srgbClr val="333F4F"/>
                </a:solidFill>
                <a:latin typeface="Open Sans"/>
              </a:rPr>
              <a:t>A consistent MRS experience</a:t>
            </a:r>
          </a:p>
          <a:p>
            <a:pPr marL="137160" indent="-137160">
              <a:lnSpc>
                <a:spcPct val="100000"/>
              </a:lnSpc>
              <a:spcAft>
                <a:spcPts val="250"/>
              </a:spcAft>
              <a:buClr>
                <a:schemeClr val="accent6"/>
              </a:buClr>
              <a:buFont typeface="Arial"/>
              <a:buChar char="•"/>
            </a:pPr>
            <a:r>
              <a:rPr sz="950" b="0" i="0">
                <a:solidFill>
                  <a:srgbClr val="333F4F"/>
                </a:solidFill>
                <a:latin typeface="Open Sans"/>
              </a:rPr>
              <a:t>AI assistance to improve language</a:t>
            </a:r>
          </a:p>
          <a:p>
            <a:pPr>
              <a:lnSpc>
                <a:spcPct val="100000"/>
              </a:lnSpc>
              <a:spcAft>
                <a:spcPts val="250"/>
              </a:spcAft>
              <a:buNone/>
            </a:pPr>
            <a:r>
              <a:rPr sz="900" b="0" i="1">
                <a:solidFill>
                  <a:srgbClr val="445469"/>
                </a:solidFill>
                <a:latin typeface="Open Sans"/>
              </a:rPr>
              <a:t>Action: Beth / Brooke to provide detail on A2C (?), CMI capability and process</a:t>
            </a:r>
          </a:p>
        </p:txBody>
      </p:sp>
      <p:sp>
        <p:nvSpPr>
          <p:cNvPr id="27" name="TextBox 26"/>
          <p:cNvSpPr txBox="1"/>
          <p:nvPr/>
        </p:nvSpPr>
        <p:spPr>
          <a:xfrm>
            <a:off x="5596128" y="2176272"/>
            <a:ext cx="2423160" cy="3721608"/>
          </a:xfrm>
          <a:prstGeom prst="rect">
            <a:avLst/>
          </a:prstGeom>
          <a:noFill/>
        </p:spPr>
        <p:txBody>
          <a:bodyPr wrap="square" lIns="0" rIns="0" tIns="0" bIns="0">
            <a:spAutoFit/>
          </a:bodyPr>
          <a:lstStyle/>
          <a:p>
            <a:pPr>
              <a:lnSpc>
                <a:spcPct val="100000"/>
              </a:lnSpc>
              <a:spcBef>
                <a:spcPts val="500"/>
              </a:spcBef>
              <a:spcAft>
                <a:spcPts val="250"/>
              </a:spcAft>
              <a:buNone/>
            </a:pPr>
            <a:r>
              <a:rPr sz="950" b="1" i="0">
                <a:solidFill>
                  <a:schemeClr val="accent1"/>
                </a:solidFill>
                <a:latin typeface="Poppins SemiBold"/>
              </a:rPr>
              <a:t>NEW IDEAS</a:t>
            </a:r>
          </a:p>
          <a:p>
            <a:pPr marL="137160" indent="-137160">
              <a:lnSpc>
                <a:spcPct val="100000"/>
              </a:lnSpc>
              <a:spcAft>
                <a:spcPts val="250"/>
              </a:spcAft>
              <a:buClr>
                <a:schemeClr val="accent6"/>
              </a:buClr>
              <a:buFont typeface="Arial"/>
              <a:buChar char="•"/>
            </a:pPr>
            <a:r>
              <a:rPr sz="950" b="0" i="0">
                <a:solidFill>
                  <a:srgbClr val="333F4F"/>
                </a:solidFill>
                <a:latin typeface="Open Sans"/>
              </a:rPr>
              <a:t>Coal Services app: access to services and a comms channel</a:t>
            </a:r>
          </a:p>
          <a:p>
            <a:pPr marL="137160" indent="-137160">
              <a:lnSpc>
                <a:spcPct val="100000"/>
              </a:lnSpc>
              <a:spcAft>
                <a:spcPts val="250"/>
              </a:spcAft>
              <a:buClr>
                <a:schemeClr val="accent6"/>
              </a:buClr>
              <a:buFont typeface="Arial"/>
              <a:buChar char="•"/>
            </a:pPr>
            <a:r>
              <a:rPr sz="950" b="0" i="0">
                <a:solidFill>
                  <a:srgbClr val="333F4F"/>
                </a:solidFill>
                <a:latin typeface="Open Sans"/>
              </a:rPr>
              <a:t>Account managers across all BUs</a:t>
            </a:r>
          </a:p>
          <a:p>
            <a:pPr marL="137160" indent="-137160">
              <a:lnSpc>
                <a:spcPct val="100000"/>
              </a:lnSpc>
              <a:spcAft>
                <a:spcPts val="250"/>
              </a:spcAft>
              <a:buClr>
                <a:schemeClr val="accent6"/>
              </a:buClr>
              <a:buFont typeface="Arial"/>
              <a:buChar char="•"/>
            </a:pPr>
            <a:r>
              <a:rPr sz="950" b="0" i="0">
                <a:solidFill>
                  <a:srgbClr val="333F4F"/>
                </a:solidFill>
                <a:latin typeface="Open Sans"/>
              </a:rPr>
              <a:t>Single point of contact for employers</a:t>
            </a:r>
          </a:p>
          <a:p>
            <a:pPr marL="137160" indent="-137160">
              <a:lnSpc>
                <a:spcPct val="100000"/>
              </a:lnSpc>
              <a:spcAft>
                <a:spcPts val="250"/>
              </a:spcAft>
              <a:buClr>
                <a:schemeClr val="accent6"/>
              </a:buClr>
              <a:buFont typeface="Arial"/>
              <a:buChar char="•"/>
            </a:pPr>
            <a:r>
              <a:rPr sz="950" b="0" i="0">
                <a:solidFill>
                  <a:srgbClr val="333F4F"/>
                </a:solidFill>
                <a:latin typeface="Open Sans"/>
              </a:rPr>
              <a:t>Holistic view of key businesses, with all data in one place</a:t>
            </a:r>
          </a:p>
        </p:txBody>
      </p:sp>
      <p:sp>
        <p:nvSpPr>
          <p:cNvPr id="28" name="TextBox 27"/>
          <p:cNvSpPr txBox="1"/>
          <p:nvPr/>
        </p:nvSpPr>
        <p:spPr>
          <a:xfrm>
            <a:off x="8494776" y="2176272"/>
            <a:ext cx="2999232" cy="3721608"/>
          </a:xfrm>
          <a:prstGeom prst="rect">
            <a:avLst/>
          </a:prstGeom>
          <a:noFill/>
        </p:spPr>
        <p:txBody>
          <a:bodyPr wrap="square" lIns="0" rIns="0" tIns="0" bIns="0">
            <a:spAutoFit/>
          </a:bodyPr>
          <a:lstStyle/>
          <a:p>
            <a:pPr>
              <a:lnSpc>
                <a:spcPct val="100000"/>
              </a:lnSpc>
              <a:spcBef>
                <a:spcPts val="500"/>
              </a:spcBef>
              <a:spcAft>
                <a:spcPts val="250"/>
              </a:spcAft>
              <a:buNone/>
            </a:pPr>
            <a:r>
              <a:rPr sz="950" b="1" i="0">
                <a:solidFill>
                  <a:schemeClr val="accent1"/>
                </a:solidFill>
                <a:latin typeface="Poppins SemiBold"/>
              </a:rPr>
              <a:t>WHAT WE SHARE</a:t>
            </a:r>
          </a:p>
          <a:p>
            <a:pPr marL="137160" indent="-137160">
              <a:lnSpc>
                <a:spcPct val="100000"/>
              </a:lnSpc>
              <a:spcAft>
                <a:spcPts val="250"/>
              </a:spcAft>
              <a:buClr>
                <a:schemeClr val="accent6"/>
              </a:buClr>
              <a:buFont typeface="Arial"/>
              <a:buChar char="•"/>
            </a:pPr>
            <a:r>
              <a:rPr sz="950" b="0" i="0">
                <a:solidFill>
                  <a:srgbClr val="333F4F"/>
                </a:solidFill>
                <a:latin typeface="Open Sans"/>
              </a:rPr>
              <a:t>CSH Health Standards and Order 45 consultation</a:t>
            </a:r>
          </a:p>
          <a:p>
            <a:pPr marL="137160" indent="-137160">
              <a:lnSpc>
                <a:spcPct val="100000"/>
              </a:lnSpc>
              <a:spcAft>
                <a:spcPts val="250"/>
              </a:spcAft>
              <a:buClr>
                <a:schemeClr val="accent6"/>
              </a:buClr>
              <a:buFont typeface="Arial"/>
              <a:buChar char="•"/>
            </a:pPr>
            <a:r>
              <a:rPr sz="950" b="0" i="0">
                <a:solidFill>
                  <a:srgbClr val="333F4F"/>
                </a:solidFill>
                <a:latin typeface="Open Sans"/>
              </a:rPr>
              <a:t>The plan and lessons learned with CMI</a:t>
            </a:r>
          </a:p>
          <a:p>
            <a:pPr marL="137160" indent="-137160">
              <a:lnSpc>
                <a:spcPct val="100000"/>
              </a:lnSpc>
              <a:spcAft>
                <a:spcPts val="250"/>
              </a:spcAft>
              <a:buClr>
                <a:schemeClr val="accent6"/>
              </a:buClr>
              <a:buFont typeface="Arial"/>
              <a:buChar char="•"/>
            </a:pPr>
            <a:r>
              <a:rPr sz="950" b="0" i="0">
                <a:solidFill>
                  <a:srgbClr val="333F4F"/>
                </a:solidFill>
                <a:latin typeface="Open Sans"/>
              </a:rPr>
              <a:t>Updates on what’s been done</a:t>
            </a:r>
          </a:p>
          <a:p>
            <a:pPr marL="137160" indent="-137160">
              <a:lnSpc>
                <a:spcPct val="100000"/>
              </a:lnSpc>
              <a:spcAft>
                <a:spcPts val="250"/>
              </a:spcAft>
              <a:buClr>
                <a:schemeClr val="accent6"/>
              </a:buClr>
              <a:buFont typeface="Arial"/>
              <a:buChar char="•"/>
            </a:pPr>
            <a:r>
              <a:rPr sz="950" b="0" i="0">
                <a:solidFill>
                  <a:srgbClr val="333F4F"/>
                </a:solidFill>
                <a:latin typeface="Open Sans"/>
              </a:rPr>
              <a:t>Bowtie complaints</a:t>
            </a:r>
          </a:p>
          <a:p>
            <a:pPr marL="137160" indent="-137160">
              <a:lnSpc>
                <a:spcPct val="100000"/>
              </a:lnSpc>
              <a:spcAft>
                <a:spcPts val="250"/>
              </a:spcAft>
              <a:buClr>
                <a:schemeClr val="accent6"/>
              </a:buClr>
              <a:buFont typeface="Arial"/>
              <a:buChar char="•"/>
            </a:pPr>
            <a:r>
              <a:rPr sz="950" b="0" i="0">
                <a:solidFill>
                  <a:srgbClr val="333F4F"/>
                </a:solidFill>
                <a:latin typeface="Open Sans"/>
              </a:rPr>
              <a:t>Reports with outstanding (?) data, given complaint volumes</a:t>
            </a:r>
          </a:p>
          <a:p>
            <a:pPr marL="137160" indent="-137160">
              <a:lnSpc>
                <a:spcPct val="100000"/>
              </a:lnSpc>
              <a:spcAft>
                <a:spcPts val="250"/>
              </a:spcAft>
              <a:buClr>
                <a:schemeClr val="accent6"/>
              </a:buClr>
              <a:buFont typeface="Arial"/>
              <a:buChar char="•"/>
            </a:pPr>
            <a:r>
              <a:rPr sz="950" b="0" i="0">
                <a:solidFill>
                  <a:srgbClr val="333F4F"/>
                </a:solidFill>
                <a:latin typeface="Open Sans"/>
              </a:rPr>
              <a:t>Honesty and transparency</a:t>
            </a:r>
          </a:p>
          <a:p>
            <a:pPr>
              <a:lnSpc>
                <a:spcPct val="100000"/>
              </a:lnSpc>
              <a:spcBef>
                <a:spcPts val="500"/>
              </a:spcBef>
              <a:spcAft>
                <a:spcPts val="250"/>
              </a:spcAft>
              <a:buNone/>
            </a:pPr>
            <a:r>
              <a:rPr sz="950" b="1" i="0">
                <a:solidFill>
                  <a:schemeClr val="accent1"/>
                </a:solidFill>
                <a:latin typeface="Poppins SemiBold"/>
              </a:rPr>
              <a:t>WHO NEEDS TO HEAR IT</a:t>
            </a:r>
          </a:p>
          <a:p>
            <a:pPr marL="137160" indent="-137160">
              <a:lnSpc>
                <a:spcPct val="100000"/>
              </a:lnSpc>
              <a:spcAft>
                <a:spcPts val="250"/>
              </a:spcAft>
              <a:buClr>
                <a:schemeClr val="accent6"/>
              </a:buClr>
              <a:buFont typeface="Arial"/>
              <a:buChar char="•"/>
            </a:pPr>
            <a:r>
              <a:rPr sz="950" b="0" i="0">
                <a:solidFill>
                  <a:srgbClr val="333F4F"/>
                </a:solidFill>
                <a:latin typeface="Open Sans"/>
              </a:rPr>
              <a:t>MC working group, maintaining the level of interaction</a:t>
            </a:r>
          </a:p>
          <a:p>
            <a:pPr marL="137160" indent="-137160">
              <a:lnSpc>
                <a:spcPct val="100000"/>
              </a:lnSpc>
              <a:spcAft>
                <a:spcPts val="250"/>
              </a:spcAft>
              <a:buClr>
                <a:schemeClr val="accent6"/>
              </a:buClr>
              <a:buFont typeface="Arial"/>
              <a:buChar char="•"/>
            </a:pPr>
            <a:r>
              <a:rPr sz="950" b="0" i="0">
                <a:solidFill>
                  <a:srgbClr val="333F4F"/>
                </a:solidFill>
                <a:latin typeface="Open Sans"/>
              </a:rPr>
              <a:t>MEU working group</a:t>
            </a:r>
          </a:p>
          <a:p>
            <a:pPr>
              <a:lnSpc>
                <a:spcPct val="100000"/>
              </a:lnSpc>
              <a:spcBef>
                <a:spcPts val="500"/>
              </a:spcBef>
              <a:spcAft>
                <a:spcPts val="250"/>
              </a:spcAft>
              <a:buNone/>
            </a:pPr>
            <a:r>
              <a:rPr sz="950" b="1" i="0">
                <a:solidFill>
                  <a:schemeClr val="accent1"/>
                </a:solidFill>
                <a:latin typeface="Poppins SemiBold"/>
              </a:rPr>
              <a:t>HOW WE REACH THEM</a:t>
            </a:r>
          </a:p>
          <a:p>
            <a:pPr marL="137160" indent="-137160">
              <a:lnSpc>
                <a:spcPct val="100000"/>
              </a:lnSpc>
              <a:spcAft>
                <a:spcPts val="250"/>
              </a:spcAft>
              <a:buClr>
                <a:schemeClr val="accent6"/>
              </a:buClr>
              <a:buFont typeface="Arial"/>
              <a:buChar char="•"/>
            </a:pPr>
            <a:r>
              <a:rPr sz="950" b="0" i="0">
                <a:solidFill>
                  <a:srgbClr val="333F4F"/>
                </a:solidFill>
                <a:latin typeface="Open Sans"/>
              </a:rPr>
              <a:t>1:1 meetings with Angela, for trust building</a:t>
            </a:r>
          </a:p>
          <a:p>
            <a:pPr marL="137160" indent="-137160">
              <a:lnSpc>
                <a:spcPct val="100000"/>
              </a:lnSpc>
              <a:spcAft>
                <a:spcPts val="250"/>
              </a:spcAft>
              <a:buClr>
                <a:schemeClr val="accent6"/>
              </a:buClr>
              <a:buFont typeface="Arial"/>
              <a:buChar char="•"/>
            </a:pPr>
            <a:r>
              <a:rPr sz="950" b="0" i="0">
                <a:solidFill>
                  <a:srgbClr val="333F4F"/>
                </a:solidFill>
                <a:latin typeface="Open Sans"/>
              </a:rPr>
              <a:t>Monthly escalations with MC</a:t>
            </a:r>
          </a:p>
          <a:p>
            <a:pPr marL="137160" indent="-137160">
              <a:lnSpc>
                <a:spcPct val="100000"/>
              </a:lnSpc>
              <a:spcAft>
                <a:spcPts val="250"/>
              </a:spcAft>
              <a:buClr>
                <a:schemeClr val="accent6"/>
              </a:buClr>
              <a:buFont typeface="Arial"/>
              <a:buChar char="•"/>
            </a:pPr>
            <a:r>
              <a:rPr sz="950" b="0" i="0">
                <a:solidFill>
                  <a:srgbClr val="333F4F"/>
                </a:solidFill>
                <a:latin typeface="Open Sans"/>
              </a:rPr>
              <a:t>Large exec group meeting</a:t>
            </a:r>
          </a:p>
        </p:txBody>
      </p:sp>
      <p:sp>
        <p:nvSpPr>
          <p:cNvPr id="29" name="So what"/>
          <p:cNvSpPr/>
          <p:nvPr/>
        </p:nvSpPr>
        <p:spPr>
          <a:xfrm>
            <a:off x="566928" y="6108192"/>
            <a:ext cx="11064240" cy="457200"/>
          </a:xfrm>
          <a:prstGeom prst="rect">
            <a:avLst/>
          </a:prstGeom>
          <a:solidFill>
            <a:srgbClr val="445469"/>
          </a:solidFill>
          <a:ln>
            <a:noFill/>
          </a:ln>
          <a:effectLst/>
        </p:spPr>
        <p:style>
          <a:lnRef idx="1">
            <a:schemeClr val="accent1"/>
          </a:lnRef>
          <a:fillRef idx="3">
            <a:schemeClr val="accent1"/>
          </a:fillRef>
          <a:effectRef idx="2">
            <a:schemeClr val="accent1"/>
          </a:effectRef>
          <a:fontRef idx="minor">
            <a:schemeClr val="lt1"/>
          </a:fontRef>
        </p:style>
        <p:txBody>
          <a:bodyPr rtlCol="0" anchor="ctr" lIns="228600" rIns="182880" tIns="0" bIns="0" wrap="square"/>
          <a:lstStyle/>
          <a:p>
            <a:pPr algn="l">
              <a:lnSpc>
                <a:spcPct val="100000"/>
              </a:lnSpc>
              <a:spcAft>
                <a:spcPts val="0"/>
              </a:spcAft>
            </a:pPr>
            <a:r>
              <a:rPr sz="1100" b="1" i="0">
                <a:solidFill>
                  <a:schemeClr val="accent1"/>
                </a:solidFill>
                <a:latin typeface="Poppins SemiBold"/>
              </a:rPr>
              <a:t>So what  </a:t>
            </a:r>
            <a:r>
              <a:rPr sz="1100" b="0" i="0">
                <a:solidFill>
                  <a:srgbClr val="FFFFFF"/>
                </a:solidFill>
                <a:latin typeface="Open Sans"/>
              </a:rPr>
              <a:t>Most fixes are operational basics in CMI and CS Health. Industry wants one point of contact, not a chain of escalations.</a:t>
            </a:r>
          </a:p>
        </p:txBody>
      </p:sp>
      <p:sp>
        <p:nvSpPr>
          <p:cNvPr id="30" name="TextBox 29"/>
          <p:cNvSpPr txBox="1"/>
          <p:nvPr/>
        </p:nvSpPr>
        <p:spPr>
          <a:xfrm>
            <a:off x="566928" y="6583680"/>
            <a:ext cx="8229600" cy="182880"/>
          </a:xfrm>
          <a:prstGeom prst="rect">
            <a:avLst/>
          </a:prstGeom>
          <a:noFill/>
        </p:spPr>
        <p:txBody>
          <a:bodyPr wrap="square" anchor="t" lIns="0" tIns="0" rIns="0" bIns="0">
            <a:spAutoFit/>
          </a:bodyPr>
          <a:lstStyle/>
          <a:p>
            <a:pPr algn="l">
              <a:lnSpc>
                <a:spcPct val="100000"/>
              </a:lnSpc>
              <a:spcAft>
                <a:spcPts val="0"/>
              </a:spcAft>
            </a:pPr>
            <a:r>
              <a:rPr sz="800" b="0" i="1">
                <a:solidFill>
                  <a:srgbClr val="445469"/>
                </a:solidFill>
                <a:latin typeface="Open Sans"/>
              </a:rPr>
              <a:t>(?) = handwriting unclear on the canvas, to confirm.</a:t>
            </a:r>
          </a:p>
        </p:txBody>
      </p:sp>
    </p:spTree>
    <p:extLst>
      <p:ext uri="{BB962C8B-B14F-4D97-AF65-F5344CB8AC3E}">
        <p14:creationId xmlns:p14="http://schemas.microsoft.com/office/powerpoint/2010/main" val="192229605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E04E26-E604-813E-86D3-014AA1D9C32E}"/>
            </a:ext>
          </a:extLst>
        </p:cNvPr>
        <p:cNvGrpSpPr/>
        <p:nvPr/>
      </p:nvGrpSpPr>
      <p:grpSpPr>
        <a:xfrm>
          <a:off x="0" y="0"/>
          <a:ext cx="0" cy="0"/>
          <a:chOff x="0" y="0"/>
          <a:chExt cx="0" cy="0"/>
        </a:xfrm>
      </p:grpSpPr>
      <p:sp>
        <p:nvSpPr>
          <p:cNvPr id="14" name="Title 4">
            <a:extLst>
              <a:ext uri="{FF2B5EF4-FFF2-40B4-BE49-F238E27FC236}">
                <a16:creationId xmlns:a16="http://schemas.microsoft.com/office/drawing/2014/main" id="{15B0D0C6-2A12-4A64-5CA6-AFD820857D29}"/>
              </a:ext>
            </a:extLst>
          </p:cNvPr>
          <p:cNvSpPr txBox="1">
            <a:spLocks/>
          </p:cNvSpPr>
          <p:nvPr/>
        </p:nvSpPr>
        <p:spPr>
          <a:xfrm>
            <a:off x="525018" y="384048"/>
            <a:ext cx="11200000" cy="880000"/>
          </a:xfrm>
          <a:prstGeom prst="rect">
            <a:avLst/>
          </a:prstGeom>
        </p:spPr>
        <p:txBody>
          <a:bodyPr vert="horz" lIns="91440" tIns="45720" rIns="91440" bIns="45720" rtlCol="0" anchor="t">
            <a:noAutofit/>
          </a:bodyPr>
          <a:lstStyle>
            <a:defPPr>
              <a:defRPr lang="en-US"/>
            </a:defPPr>
            <a:lvl1pPr>
              <a:lnSpc>
                <a:spcPct val="114000"/>
              </a:lnSpc>
              <a:spcBef>
                <a:spcPct val="0"/>
              </a:spcBef>
              <a:buNone/>
              <a:defRPr sz="2200">
                <a:solidFill>
                  <a:schemeClr val="accent6">
                    <a:lumMod val="75000"/>
                  </a:schemeClr>
                </a:solidFill>
                <a:latin typeface="Poppins SemiBold" panose="00000700000000000000" pitchFamily="2" charset="0"/>
                <a:ea typeface="+mj-ea"/>
                <a:cs typeface="Poppins SemiBold" panose="00000700000000000000" pitchFamily="2" charset="0"/>
              </a:defRPr>
            </a:lvl1pPr>
          </a:lstStyle>
          <a:p>
            <a:pPr algn="ctr"/>
            <a:r>
              <a:rPr lang="en-AU"/>
              <a:t>Theme 3: </a:t>
            </a:r>
            <a:r>
              <a:rPr lang="en-AU">
                <a:solidFill>
                  <a:schemeClr val="accent2"/>
                </a:solidFill>
              </a:rPr>
              <a:t>Value &amp; Stakeholder Confidence</a:t>
            </a:r>
          </a:p>
        </p:txBody>
      </p:sp>
      <p:sp>
        <p:nvSpPr>
          <p:cNvPr id="2" name="Slide Number Placeholder 1">
            <a:extLst>
              <a:ext uri="{FF2B5EF4-FFF2-40B4-BE49-F238E27FC236}">
                <a16:creationId xmlns:a16="http://schemas.microsoft.com/office/drawing/2014/main" id="{2B6BE33A-60B5-E311-CB42-7B2F0308709E}"/>
              </a:ext>
            </a:extLst>
          </p:cNvPr>
          <p:cNvSpPr txBox="1">
            <a:spLocks/>
          </p:cNvSpPr>
          <p:nvPr/>
        </p:nvSpPr>
        <p:spPr>
          <a:xfrm>
            <a:off x="9309830" y="6429863"/>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9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FA8BD019-05FF-F145-A6E1-6EE5A88665E4}" type="slidenum">
              <a:rPr kumimoji="0" lang="en-AU" sz="900" b="0" i="0" u="none" strike="noStrike" kern="1200" cap="none" spc="0" normalizeH="0" baseline="0" noProof="0" smtClean="0">
                <a:ln>
                  <a:noFill/>
                </a:ln>
                <a:solidFill>
                  <a:schemeClr val="bg2">
                    <a:lumMod val="10000"/>
                  </a:schemeClr>
                </a:solidFill>
                <a:effectLst/>
                <a:uLnTx/>
                <a:uFillTx/>
                <a:latin typeface="Aptos" panose="020B0004020202020204" pitchFamily="34" charset="0"/>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23</a:t>
            </a:fld>
            <a:endParaRPr kumimoji="0" lang="en-AU" sz="900" b="0" i="0" u="none" strike="noStrike" kern="1200" cap="none" spc="0" normalizeH="0" baseline="0" noProof="0">
              <a:ln>
                <a:noFill/>
              </a:ln>
              <a:solidFill>
                <a:schemeClr val="bg2">
                  <a:lumMod val="10000"/>
                </a:schemeClr>
              </a:solidFill>
              <a:effectLst/>
              <a:uLnTx/>
              <a:uFillTx/>
              <a:latin typeface="Aptos" panose="020B0004020202020204" pitchFamily="34" charset="0"/>
              <a:ea typeface="+mn-ea"/>
              <a:cs typeface="+mn-cs"/>
            </a:endParaRPr>
          </a:p>
        </p:txBody>
      </p:sp>
      <p:sp>
        <p:nvSpPr>
          <p:cNvPr id="4" name="HMW 145">
            <a:extLst>
              <a:ext uri="{FF2B5EF4-FFF2-40B4-BE49-F238E27FC236}">
                <a16:creationId xmlns:a16="http://schemas.microsoft.com/office/drawing/2014/main" id="{A53A4BF5-E4DC-F96B-9C0A-FF89D0016AB8}"/>
              </a:ext>
            </a:extLst>
          </p:cNvPr>
          <p:cNvSpPr/>
          <p:nvPr/>
        </p:nvSpPr>
        <p:spPr>
          <a:xfrm>
            <a:off x="566928" y="1005840"/>
            <a:ext cx="11064240" cy="548640"/>
          </a:xfrm>
          <a:prstGeom prst="roundRect">
            <a:avLst>
              <a:gd name="adj" fmla="val 50000"/>
            </a:avLst>
          </a:prstGeom>
          <a:solidFill>
            <a:schemeClr val="bg1"/>
          </a:solidFill>
          <a:ln>
            <a:noFill/>
          </a:ln>
          <a:effectLst>
            <a:outerShdw blurRad="76200" dist="12700" dir="5400000" algn="t" rotWithShape="0">
              <a:srgbClr val="445469">
                <a:alpha val="14000"/>
              </a:srgbClr>
            </a:outerShdw>
          </a:effectLst>
        </p:spPr>
        <p:txBody>
          <a:bodyPr wrap="square" lIns="274320" tIns="0" rIns="274320" bIns="0" rtlCol="0" anchor="ctr">
            <a:noAutofit/>
          </a:bodyPr>
          <a:lstStyle/>
          <a:p>
            <a:pPr algn="ctr">
              <a:lnSpc>
                <a:spcPct val="100000"/>
              </a:lnSpc>
              <a:spcBef>
                <a:spcPts val="0"/>
              </a:spcBef>
              <a:spcAft>
                <a:spcPts val="0"/>
              </a:spcAft>
              <a:buNone/>
            </a:pPr>
            <a:r>
              <a:rPr lang="en-AU" b="1">
                <a:solidFill>
                  <a:schemeClr val="accent2">
                    <a:lumMod val="75000"/>
                  </a:schemeClr>
                </a:solidFill>
                <a:latin typeface="Poppins SemiBold" pitchFamily="2" charset="0"/>
                <a:cs typeface="Poppins SemiBold" pitchFamily="2" charset="0"/>
              </a:rPr>
              <a:t>How might we give industry confidence we’re working in their interest?</a:t>
            </a:r>
          </a:p>
        </p:txBody>
      </p:sp>
      <p:cxnSp>
        <p:nvCxnSpPr>
          <p:cNvPr id="20" name="Straight Connector 19">
            <a:extLst>
              <a:ext uri="{FF2B5EF4-FFF2-40B4-BE49-F238E27FC236}">
                <a16:creationId xmlns:a16="http://schemas.microsoft.com/office/drawing/2014/main" id="{3E4AE473-15D7-665F-3E15-0B9DD45EAD0A}"/>
              </a:ext>
            </a:extLst>
          </p:cNvPr>
          <p:cNvCxnSpPr>
            <a:cxnSpLocks/>
            <a:stCxn id="24" idx="3"/>
          </p:cNvCxnSpPr>
          <p:nvPr/>
        </p:nvCxnSpPr>
        <p:spPr>
          <a:xfrm>
            <a:off x="2609641" y="277669"/>
            <a:ext cx="9582359" cy="0"/>
          </a:xfrm>
          <a:prstGeom prst="line">
            <a:avLst/>
          </a:prstGeom>
          <a:ln w="3175">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E4C368FA-22FE-006F-DB55-BE8BAD6C2A73}"/>
              </a:ext>
            </a:extLst>
          </p:cNvPr>
          <p:cNvCxnSpPr>
            <a:cxnSpLocks/>
            <a:endCxn id="24" idx="1"/>
          </p:cNvCxnSpPr>
          <p:nvPr/>
        </p:nvCxnSpPr>
        <p:spPr>
          <a:xfrm>
            <a:off x="0" y="277669"/>
            <a:ext cx="548641" cy="0"/>
          </a:xfrm>
          <a:prstGeom prst="line">
            <a:avLst/>
          </a:prstGeom>
          <a:ln w="3175">
            <a:solidFill>
              <a:schemeClr val="accent6"/>
            </a:solidFill>
          </a:ln>
        </p:spPr>
        <p:style>
          <a:lnRef idx="1">
            <a:schemeClr val="accent1"/>
          </a:lnRef>
          <a:fillRef idx="0">
            <a:schemeClr val="accent1"/>
          </a:fillRef>
          <a:effectRef idx="0">
            <a:schemeClr val="accent1"/>
          </a:effectRef>
          <a:fontRef idx="minor">
            <a:schemeClr val="tx1"/>
          </a:fontRef>
        </p:style>
      </p:cxnSp>
      <p:sp>
        <p:nvSpPr>
          <p:cNvPr id="24" name="Text 0">
            <a:extLst>
              <a:ext uri="{FF2B5EF4-FFF2-40B4-BE49-F238E27FC236}">
                <a16:creationId xmlns:a16="http://schemas.microsoft.com/office/drawing/2014/main" id="{90C729CE-9202-7E94-99F5-0AA2C89A2756}"/>
              </a:ext>
            </a:extLst>
          </p:cNvPr>
          <p:cNvSpPr/>
          <p:nvPr/>
        </p:nvSpPr>
        <p:spPr>
          <a:xfrm>
            <a:off x="548641" y="165782"/>
            <a:ext cx="2061000" cy="223773"/>
          </a:xfrm>
          <a:prstGeom prst="roundRect">
            <a:avLst>
              <a:gd name="adj" fmla="val 50000"/>
            </a:avLst>
          </a:prstGeom>
          <a:noFill/>
          <a:ln w="3175">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i="0" u="none" strike="noStrike" kern="0" cap="none" normalizeH="0" baseline="0" noProof="0">
                <a:ln>
                  <a:noFill/>
                </a:ln>
                <a:solidFill>
                  <a:schemeClr val="accent6"/>
                </a:solidFill>
                <a:effectLst/>
                <a:uLnTx/>
                <a:uFillTx/>
                <a:latin typeface="Poppins" pitchFamily="34" charset="0"/>
                <a:ea typeface="Poppins" pitchFamily="34" charset="-122"/>
                <a:cs typeface="Poppins" pitchFamily="34" charset="-120"/>
              </a:rPr>
              <a:t>ISS GMT Working Session</a:t>
            </a:r>
          </a:p>
        </p:txBody>
      </p:sp>
      <p:sp>
        <p:nvSpPr>
          <p:cNvPr id="25" name="Panel"/>
          <p:cNvSpPr/>
          <p:nvPr/>
        </p:nvSpPr>
        <p:spPr>
          <a:xfrm>
            <a:off x="566928" y="1719072"/>
            <a:ext cx="4709160" cy="4270248"/>
          </a:xfrm>
          <a:prstGeom prst="rect">
            <a:avLst/>
          </a:prstGeom>
          <a:gradFill flip="none" rotWithShape="1">
            <a:gsLst>
              <a:gs pos="0">
                <a:schemeClr val="accent5">
                  <a:lumMod val="5000"/>
                  <a:lumOff val="95000"/>
                </a:schemeClr>
              </a:gs>
              <a:gs pos="100000">
                <a:schemeClr val="accent5">
                  <a:lumMod val="20000"/>
                  <a:lumOff val="80000"/>
                  <a:alpha val="68823"/>
                </a:schemeClr>
              </a:gs>
            </a:gsLst>
            <a:lin ang="5400000" scaled="1"/>
            <a:tileRect/>
          </a:gra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Panel head"/>
          <p:cNvSpPr/>
          <p:nvPr/>
        </p:nvSpPr>
        <p:spPr>
          <a:xfrm>
            <a:off x="566928" y="1719072"/>
            <a:ext cx="4709160" cy="384048"/>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tIns="0" bIns="0" wrap="square"/>
          <a:lstStyle/>
          <a:p>
            <a:pPr algn="l">
              <a:lnSpc>
                <a:spcPct val="100000"/>
              </a:lnSpc>
              <a:spcAft>
                <a:spcPts val="0"/>
              </a:spcAft>
            </a:pPr>
            <a:r>
              <a:rPr sz="1100" b="1" i="0">
                <a:solidFill>
                  <a:srgbClr val="FFFFFF"/>
                </a:solidFill>
                <a:latin typeface="Poppins SemiBold"/>
              </a:rPr>
              <a:t>Already in train</a:t>
            </a:r>
          </a:p>
        </p:txBody>
      </p:sp>
      <p:sp>
        <p:nvSpPr>
          <p:cNvPr id="27" name="Panel"/>
          <p:cNvSpPr/>
          <p:nvPr/>
        </p:nvSpPr>
        <p:spPr>
          <a:xfrm>
            <a:off x="5431536" y="1719072"/>
            <a:ext cx="2743200" cy="4270248"/>
          </a:xfrm>
          <a:prstGeom prst="rect">
            <a:avLst/>
          </a:prstGeom>
          <a:gradFill flip="none" rotWithShape="1">
            <a:gsLst>
              <a:gs pos="0">
                <a:schemeClr val="accent5">
                  <a:lumMod val="5000"/>
                  <a:lumOff val="95000"/>
                </a:schemeClr>
              </a:gs>
              <a:gs pos="100000">
                <a:schemeClr val="accent5">
                  <a:lumMod val="20000"/>
                  <a:lumOff val="80000"/>
                  <a:alpha val="68823"/>
                </a:schemeClr>
              </a:gs>
            </a:gsLst>
            <a:lin ang="5400000" scaled="1"/>
            <a:tileRect/>
          </a:gra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Panel head"/>
          <p:cNvSpPr/>
          <p:nvPr/>
        </p:nvSpPr>
        <p:spPr>
          <a:xfrm>
            <a:off x="5431536" y="1719072"/>
            <a:ext cx="2743200" cy="384048"/>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tIns="0" bIns="0" wrap="square"/>
          <a:lstStyle/>
          <a:p>
            <a:pPr algn="l">
              <a:lnSpc>
                <a:spcPct val="100000"/>
              </a:lnSpc>
              <a:spcAft>
                <a:spcPts val="0"/>
              </a:spcAft>
            </a:pPr>
            <a:r>
              <a:rPr sz="1100" b="1" i="0">
                <a:solidFill>
                  <a:srgbClr val="FFFFFF"/>
                </a:solidFill>
                <a:latin typeface="Poppins SemiBold"/>
              </a:rPr>
              <a:t>What else do we need to do?</a:t>
            </a:r>
          </a:p>
        </p:txBody>
      </p:sp>
      <p:sp>
        <p:nvSpPr>
          <p:cNvPr id="29" name="Panel"/>
          <p:cNvSpPr/>
          <p:nvPr/>
        </p:nvSpPr>
        <p:spPr>
          <a:xfrm>
            <a:off x="8330183" y="1719072"/>
            <a:ext cx="3300984" cy="4270248"/>
          </a:xfrm>
          <a:prstGeom prst="rect">
            <a:avLst/>
          </a:prstGeom>
          <a:gradFill flip="none" rotWithShape="1">
            <a:gsLst>
              <a:gs pos="0">
                <a:schemeClr val="accent5">
                  <a:lumMod val="5000"/>
                  <a:lumOff val="95000"/>
                </a:schemeClr>
              </a:gs>
              <a:gs pos="100000">
                <a:schemeClr val="accent5">
                  <a:lumMod val="20000"/>
                  <a:lumOff val="80000"/>
                  <a:alpha val="68823"/>
                </a:schemeClr>
              </a:gs>
            </a:gsLst>
            <a:lin ang="5400000" scaled="1"/>
            <a:tileRect/>
          </a:gra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Panel head"/>
          <p:cNvSpPr/>
          <p:nvPr/>
        </p:nvSpPr>
        <p:spPr>
          <a:xfrm>
            <a:off x="8330183" y="1719072"/>
            <a:ext cx="3300984" cy="384048"/>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tIns="0" bIns="0" wrap="square"/>
          <a:lstStyle/>
          <a:p>
            <a:pPr algn="l">
              <a:lnSpc>
                <a:spcPct val="100000"/>
              </a:lnSpc>
              <a:spcAft>
                <a:spcPts val="0"/>
              </a:spcAft>
            </a:pPr>
            <a:r>
              <a:rPr sz="1100" b="1" i="0">
                <a:solidFill>
                  <a:srgbClr val="FFFFFF"/>
                </a:solidFill>
                <a:latin typeface="Poppins SemiBold"/>
              </a:rPr>
              <a:t>How will we share progress?</a:t>
            </a:r>
          </a:p>
        </p:txBody>
      </p:sp>
      <p:sp>
        <p:nvSpPr>
          <p:cNvPr id="31" name="TextBox 30"/>
          <p:cNvSpPr txBox="1"/>
          <p:nvPr/>
        </p:nvSpPr>
        <p:spPr>
          <a:xfrm>
            <a:off x="731520" y="2176272"/>
            <a:ext cx="4389120" cy="3721608"/>
          </a:xfrm>
          <a:prstGeom prst="rect">
            <a:avLst/>
          </a:prstGeom>
          <a:noFill/>
        </p:spPr>
        <p:txBody>
          <a:bodyPr wrap="square" lIns="0" rIns="0" tIns="0" bIns="0">
            <a:spAutoFit/>
          </a:bodyPr>
          <a:lstStyle/>
          <a:p>
            <a:pPr>
              <a:lnSpc>
                <a:spcPct val="100000"/>
              </a:lnSpc>
              <a:spcBef>
                <a:spcPts val="500"/>
              </a:spcBef>
              <a:spcAft>
                <a:spcPts val="250"/>
              </a:spcAft>
              <a:buNone/>
            </a:pPr>
            <a:r>
              <a:rPr sz="950" b="1" i="0">
                <a:solidFill>
                  <a:schemeClr val="accent2"/>
                </a:solidFill>
                <a:latin typeface="Poppins SemiBold"/>
              </a:rPr>
              <a:t>ENTERPRISE-WIDE, ON EVERY THEME</a:t>
            </a:r>
          </a:p>
          <a:p>
            <a:pPr>
              <a:lnSpc>
                <a:spcPct val="100000"/>
              </a:lnSpc>
              <a:spcAft>
                <a:spcPts val="250"/>
              </a:spcAft>
              <a:buNone/>
            </a:pPr>
            <a:r>
              <a:rPr sz="950" b="0" i="0">
                <a:solidFill>
                  <a:srgbClr val="333F4F"/>
                </a:solidFill>
                <a:latin typeface="Open Sans"/>
              </a:rPr>
              <a:t>CMI Go to Green, CX uplift (measurement framework and service standards), Engagement Strategy, Complaints and feedback uplift (Bowtie)</a:t>
            </a:r>
          </a:p>
          <a:p>
            <a:pPr>
              <a:lnSpc>
                <a:spcPct val="100000"/>
              </a:lnSpc>
              <a:spcBef>
                <a:spcPts val="500"/>
              </a:spcBef>
              <a:spcAft>
                <a:spcPts val="250"/>
              </a:spcAft>
              <a:buNone/>
            </a:pPr>
            <a:r>
              <a:rPr sz="950" b="1" i="0">
                <a:solidFill>
                  <a:schemeClr val="accent2"/>
                </a:solidFill>
                <a:latin typeface="Poppins SemiBold"/>
              </a:rPr>
              <a:t>PRE-MAPPED AND VALIDATED</a:t>
            </a:r>
          </a:p>
          <a:p>
            <a:pPr marL="137160" indent="-137160">
              <a:lnSpc>
                <a:spcPct val="100000"/>
              </a:lnSpc>
              <a:spcAft>
                <a:spcPts val="250"/>
              </a:spcAft>
              <a:buClr>
                <a:schemeClr val="accent6"/>
              </a:buClr>
              <a:buFont typeface="Arial"/>
              <a:buChar char="•"/>
            </a:pPr>
            <a:r>
              <a:rPr sz="950" b="0" i="0">
                <a:solidFill>
                  <a:srgbClr val="333F4F"/>
                </a:solidFill>
                <a:latin typeface="Open Sans"/>
              </a:rPr>
              <a:t>CSH Service value review and delivery model alignment (incl. service value model)</a:t>
            </a:r>
          </a:p>
          <a:p>
            <a:pPr marL="137160" indent="-137160">
              <a:lnSpc>
                <a:spcPct val="100000"/>
              </a:lnSpc>
              <a:spcAft>
                <a:spcPts val="250"/>
              </a:spcAft>
              <a:buClr>
                <a:schemeClr val="accent6"/>
              </a:buClr>
              <a:buFont typeface="Arial"/>
              <a:buChar char="•"/>
            </a:pPr>
            <a:r>
              <a:rPr sz="950" b="0" i="0">
                <a:solidFill>
                  <a:srgbClr val="333F4F"/>
                </a:solidFill>
                <a:latin typeface="Open Sans"/>
              </a:rPr>
              <a:t>MR Levy clarity, ‘bang for buck’ (renamed on the day from Levy, pricing and regulatory reform)</a:t>
            </a:r>
          </a:p>
          <a:p>
            <a:pPr marL="137160" indent="-137160">
              <a:lnSpc>
                <a:spcPct val="100000"/>
              </a:lnSpc>
              <a:spcAft>
                <a:spcPts val="250"/>
              </a:spcAft>
              <a:buClr>
                <a:schemeClr val="accent6"/>
              </a:buClr>
              <a:buFont typeface="Arial"/>
              <a:buChar char="•"/>
            </a:pPr>
            <a:r>
              <a:rPr sz="950" b="0" i="0">
                <a:solidFill>
                  <a:srgbClr val="333F4F"/>
                </a:solidFill>
                <a:latin typeface="Open Sans"/>
              </a:rPr>
              <a:t>MRRC Industry engagement and value to industry</a:t>
            </a:r>
          </a:p>
          <a:p>
            <a:pPr marL="137160" indent="-137160">
              <a:lnSpc>
                <a:spcPct val="100000"/>
              </a:lnSpc>
              <a:spcAft>
                <a:spcPts val="250"/>
              </a:spcAft>
              <a:buClr>
                <a:schemeClr val="accent6"/>
              </a:buClr>
              <a:buFont typeface="Arial"/>
              <a:buChar char="•"/>
            </a:pPr>
            <a:r>
              <a:rPr sz="950" b="0" i="0">
                <a:solidFill>
                  <a:srgbClr val="333F4F"/>
                </a:solidFill>
                <a:latin typeface="Open Sans"/>
              </a:rPr>
              <a:t>CSS Industry Outlook</a:t>
            </a:r>
          </a:p>
          <a:p>
            <a:pPr marL="137160" indent="-137160">
              <a:lnSpc>
                <a:spcPct val="100000"/>
              </a:lnSpc>
              <a:spcAft>
                <a:spcPts val="250"/>
              </a:spcAft>
              <a:buClr>
                <a:schemeClr val="accent6"/>
              </a:buClr>
              <a:buFont typeface="Arial"/>
              <a:buChar char="•"/>
            </a:pPr>
            <a:r>
              <a:rPr sz="950" b="0" i="0">
                <a:solidFill>
                  <a:srgbClr val="333F4F"/>
                </a:solidFill>
                <a:latin typeface="Open Sans"/>
              </a:rPr>
              <a:t>Optimise site and service models</a:t>
            </a:r>
          </a:p>
          <a:p>
            <a:pPr>
              <a:lnSpc>
                <a:spcPct val="100000"/>
              </a:lnSpc>
              <a:spcBef>
                <a:spcPts val="500"/>
              </a:spcBef>
              <a:spcAft>
                <a:spcPts val="250"/>
              </a:spcAft>
              <a:buNone/>
            </a:pPr>
            <a:r>
              <a:rPr sz="950" b="1" i="0">
                <a:solidFill>
                  <a:schemeClr val="accent2"/>
                </a:solidFill>
                <a:latin typeface="Poppins SemiBold"/>
              </a:rPr>
              <a:t>ADDED BY THE GMT</a:t>
            </a:r>
          </a:p>
          <a:p>
            <a:pPr marL="137160" indent="-137160">
              <a:lnSpc>
                <a:spcPct val="100000"/>
              </a:lnSpc>
              <a:spcAft>
                <a:spcPts val="250"/>
              </a:spcAft>
              <a:buClr>
                <a:schemeClr val="accent6"/>
              </a:buClr>
              <a:buFont typeface="Arial"/>
              <a:buChar char="•"/>
            </a:pPr>
            <a:r>
              <a:rPr sz="950" b="0" i="0">
                <a:solidFill>
                  <a:srgbClr val="333F4F"/>
                </a:solidFill>
                <a:latin typeface="Open Sans"/>
              </a:rPr>
              <a:t>MRRC Order reviews 34, 40 and 42</a:t>
            </a:r>
          </a:p>
          <a:p>
            <a:pPr marL="137160" indent="-137160">
              <a:lnSpc>
                <a:spcPct val="100000"/>
              </a:lnSpc>
              <a:spcAft>
                <a:spcPts val="250"/>
              </a:spcAft>
              <a:buClr>
                <a:schemeClr val="accent6"/>
              </a:buClr>
              <a:buFont typeface="Arial"/>
              <a:buChar char="•"/>
            </a:pPr>
            <a:r>
              <a:rPr sz="950" b="0" i="0">
                <a:solidFill>
                  <a:srgbClr val="333F4F"/>
                </a:solidFill>
                <a:latin typeface="Open Sans"/>
              </a:rPr>
              <a:t>MR cost to serve</a:t>
            </a:r>
          </a:p>
          <a:p>
            <a:pPr marL="137160" indent="-137160">
              <a:lnSpc>
                <a:spcPct val="100000"/>
              </a:lnSpc>
              <a:spcAft>
                <a:spcPts val="250"/>
              </a:spcAft>
              <a:buClr>
                <a:schemeClr val="accent6"/>
              </a:buClr>
              <a:buFont typeface="Arial"/>
              <a:buChar char="•"/>
            </a:pPr>
            <a:r>
              <a:rPr sz="950" b="0" i="0">
                <a:solidFill>
                  <a:srgbClr val="333F4F"/>
                </a:solidFill>
                <a:latin typeface="Open Sans"/>
              </a:rPr>
              <a:t>Stakeholder map</a:t>
            </a:r>
          </a:p>
          <a:p>
            <a:pPr marL="137160" indent="-137160">
              <a:lnSpc>
                <a:spcPct val="100000"/>
              </a:lnSpc>
              <a:spcAft>
                <a:spcPts val="250"/>
              </a:spcAft>
              <a:buClr>
                <a:schemeClr val="accent6"/>
              </a:buClr>
              <a:buFont typeface="Arial"/>
              <a:buChar char="•"/>
            </a:pPr>
            <a:r>
              <a:rPr sz="950" b="0" i="0">
                <a:solidFill>
                  <a:srgbClr val="333F4F"/>
                </a:solidFill>
                <a:latin typeface="Open Sans"/>
              </a:rPr>
              <a:t>Internal and external comms review</a:t>
            </a:r>
          </a:p>
          <a:p>
            <a:pPr marL="137160" indent="-137160">
              <a:lnSpc>
                <a:spcPct val="100000"/>
              </a:lnSpc>
              <a:spcAft>
                <a:spcPts val="250"/>
              </a:spcAft>
              <a:buClr>
                <a:schemeClr val="accent6"/>
              </a:buClr>
              <a:buFont typeface="Arial"/>
              <a:buChar char="•"/>
            </a:pPr>
            <a:r>
              <a:rPr sz="950" b="0" i="0">
                <a:solidFill>
                  <a:srgbClr val="333F4F"/>
                </a:solidFill>
                <a:latin typeface="Open Sans"/>
              </a:rPr>
              <a:t>Impact of sharing CSH performance data</a:t>
            </a:r>
          </a:p>
          <a:p>
            <a:pPr>
              <a:lnSpc>
                <a:spcPct val="100000"/>
              </a:lnSpc>
              <a:spcAft>
                <a:spcPts val="250"/>
              </a:spcAft>
              <a:buNone/>
            </a:pPr>
            <a:r>
              <a:rPr sz="900" b="0" i="1">
                <a:solidFill>
                  <a:srgbClr val="445469"/>
                </a:solidFill>
                <a:latin typeface="Open Sans"/>
              </a:rPr>
              <a:t>CMI Go to Green: the group asked for a drill down</a:t>
            </a:r>
          </a:p>
        </p:txBody>
      </p:sp>
      <p:sp>
        <p:nvSpPr>
          <p:cNvPr id="32" name="TextBox 31"/>
          <p:cNvSpPr txBox="1"/>
          <p:nvPr/>
        </p:nvSpPr>
        <p:spPr>
          <a:xfrm>
            <a:off x="5596128" y="2176272"/>
            <a:ext cx="2423160" cy="3721608"/>
          </a:xfrm>
          <a:prstGeom prst="rect">
            <a:avLst/>
          </a:prstGeom>
          <a:noFill/>
        </p:spPr>
        <p:txBody>
          <a:bodyPr wrap="square" lIns="0" rIns="0" tIns="0" bIns="0">
            <a:spAutoFit/>
          </a:bodyPr>
          <a:lstStyle/>
          <a:p>
            <a:pPr>
              <a:lnSpc>
                <a:spcPct val="100000"/>
              </a:lnSpc>
              <a:spcBef>
                <a:spcPts val="500"/>
              </a:spcBef>
              <a:spcAft>
                <a:spcPts val="250"/>
              </a:spcAft>
              <a:buNone/>
            </a:pPr>
            <a:r>
              <a:rPr sz="950" b="1" i="0">
                <a:solidFill>
                  <a:schemeClr val="accent2"/>
                </a:solidFill>
                <a:latin typeface="Poppins SemiBold"/>
              </a:rPr>
              <a:t>NEW IDEAS</a:t>
            </a:r>
          </a:p>
          <a:p>
            <a:pPr marL="137160" indent="-137160">
              <a:lnSpc>
                <a:spcPct val="100000"/>
              </a:lnSpc>
              <a:spcAft>
                <a:spcPts val="250"/>
              </a:spcAft>
              <a:buClr>
                <a:schemeClr val="accent6"/>
              </a:buClr>
              <a:buFont typeface="Arial"/>
              <a:buChar char="•"/>
            </a:pPr>
            <a:r>
              <a:rPr sz="950" b="0" i="0">
                <a:solidFill>
                  <a:srgbClr val="333F4F"/>
                </a:solidFill>
                <a:latin typeface="Open Sans"/>
              </a:rPr>
              <a:t>Coal Services premium clarity</a:t>
            </a:r>
          </a:p>
          <a:p>
            <a:pPr marL="137160" indent="-137160">
              <a:lnSpc>
                <a:spcPct val="100000"/>
              </a:lnSpc>
              <a:spcAft>
                <a:spcPts val="250"/>
              </a:spcAft>
              <a:buClr>
                <a:schemeClr val="accent6"/>
              </a:buClr>
              <a:buFont typeface="Arial"/>
              <a:buChar char="•"/>
            </a:pPr>
            <a:r>
              <a:rPr sz="950" b="0" i="0">
                <a:solidFill>
                  <a:srgbClr val="333F4F"/>
                </a:solidFill>
                <a:latin typeface="Open Sans"/>
              </a:rPr>
              <a:t>CRM and visibility</a:t>
            </a:r>
          </a:p>
          <a:p>
            <a:pPr marL="137160" indent="-137160">
              <a:lnSpc>
                <a:spcPct val="100000"/>
              </a:lnSpc>
              <a:spcAft>
                <a:spcPts val="250"/>
              </a:spcAft>
              <a:buClr>
                <a:schemeClr val="accent6"/>
              </a:buClr>
              <a:buFont typeface="Arial"/>
              <a:buChar char="•"/>
            </a:pPr>
            <a:r>
              <a:rPr sz="950" b="0" i="0">
                <a:solidFill>
                  <a:srgbClr val="333F4F"/>
                </a:solidFill>
                <a:latin typeface="Open Sans"/>
              </a:rPr>
              <a:t>Gated website content (policyholder space)</a:t>
            </a:r>
          </a:p>
          <a:p>
            <a:pPr marL="137160" indent="-137160">
              <a:lnSpc>
                <a:spcPct val="100000"/>
              </a:lnSpc>
              <a:spcAft>
                <a:spcPts val="250"/>
              </a:spcAft>
              <a:buClr>
                <a:schemeClr val="accent6"/>
              </a:buClr>
              <a:buFont typeface="Arial"/>
              <a:buChar char="•"/>
            </a:pPr>
            <a:r>
              <a:rPr sz="950" b="0" i="0">
                <a:solidFill>
                  <a:srgbClr val="333F4F"/>
                </a:solidFill>
                <a:latin typeface="Open Sans"/>
              </a:rPr>
              <a:t>Internal stakeholder forums</a:t>
            </a:r>
          </a:p>
          <a:p>
            <a:pPr marL="137160" indent="-137160">
              <a:lnSpc>
                <a:spcPct val="100000"/>
              </a:lnSpc>
              <a:spcAft>
                <a:spcPts val="250"/>
              </a:spcAft>
              <a:buClr>
                <a:schemeClr val="accent6"/>
              </a:buClr>
              <a:buFont typeface="Arial"/>
              <a:buChar char="•"/>
            </a:pPr>
            <a:r>
              <a:rPr sz="950" b="0" i="0">
                <a:solidFill>
                  <a:srgbClr val="333F4F"/>
                </a:solidFill>
                <a:latin typeface="Open Sans"/>
              </a:rPr>
              <a:t>Language to customers</a:t>
            </a:r>
          </a:p>
        </p:txBody>
      </p:sp>
      <p:sp>
        <p:nvSpPr>
          <p:cNvPr id="33" name="TextBox 32"/>
          <p:cNvSpPr txBox="1"/>
          <p:nvPr/>
        </p:nvSpPr>
        <p:spPr>
          <a:xfrm>
            <a:off x="8494776" y="2176272"/>
            <a:ext cx="2999232" cy="3721608"/>
          </a:xfrm>
          <a:prstGeom prst="rect">
            <a:avLst/>
          </a:prstGeom>
          <a:noFill/>
        </p:spPr>
        <p:txBody>
          <a:bodyPr wrap="square" lIns="0" rIns="0" tIns="0" bIns="0">
            <a:spAutoFit/>
          </a:bodyPr>
          <a:lstStyle/>
          <a:p>
            <a:pPr>
              <a:lnSpc>
                <a:spcPct val="100000"/>
              </a:lnSpc>
              <a:spcBef>
                <a:spcPts val="500"/>
              </a:spcBef>
              <a:spcAft>
                <a:spcPts val="250"/>
              </a:spcAft>
              <a:buNone/>
            </a:pPr>
            <a:r>
              <a:rPr sz="950" b="1" i="0">
                <a:solidFill>
                  <a:schemeClr val="accent2"/>
                </a:solidFill>
                <a:latin typeface="Poppins SemiBold"/>
              </a:rPr>
              <a:t>WHAT WE SHARE</a:t>
            </a:r>
          </a:p>
          <a:p>
            <a:pPr marL="137160" indent="-137160">
              <a:lnSpc>
                <a:spcPct val="100000"/>
              </a:lnSpc>
              <a:spcAft>
                <a:spcPts val="250"/>
              </a:spcAft>
              <a:buClr>
                <a:schemeClr val="accent6"/>
              </a:buClr>
              <a:buFont typeface="Arial"/>
              <a:buChar char="•"/>
            </a:pPr>
            <a:r>
              <a:rPr sz="950" b="0" i="0">
                <a:solidFill>
                  <a:srgbClr val="333F4F"/>
                </a:solidFill>
                <a:latin typeface="Open Sans"/>
              </a:rPr>
              <a:t>Promises mapped to outcomes and deliveries, and priorities</a:t>
            </a:r>
          </a:p>
          <a:p>
            <a:pPr>
              <a:lnSpc>
                <a:spcPct val="100000"/>
              </a:lnSpc>
              <a:spcBef>
                <a:spcPts val="500"/>
              </a:spcBef>
              <a:spcAft>
                <a:spcPts val="250"/>
              </a:spcAft>
              <a:buNone/>
            </a:pPr>
            <a:r>
              <a:rPr sz="950" b="1" i="0">
                <a:solidFill>
                  <a:schemeClr val="accent2"/>
                </a:solidFill>
                <a:latin typeface="Poppins SemiBold"/>
              </a:rPr>
              <a:t>WHO NEEDS TO HEAR IT</a:t>
            </a:r>
          </a:p>
          <a:p>
            <a:pPr marL="137160" indent="-137160">
              <a:lnSpc>
                <a:spcPct val="100000"/>
              </a:lnSpc>
              <a:spcAft>
                <a:spcPts val="250"/>
              </a:spcAft>
              <a:buClr>
                <a:schemeClr val="accent6"/>
              </a:buClr>
              <a:buFont typeface="Arial"/>
              <a:buChar char="•"/>
            </a:pPr>
            <a:r>
              <a:rPr sz="950" b="0" i="0">
                <a:solidFill>
                  <a:srgbClr val="333F4F"/>
                </a:solidFill>
                <a:latin typeface="Open Sans"/>
              </a:rPr>
              <a:t>Cascaded and directed by Coal Services</a:t>
            </a:r>
          </a:p>
          <a:p>
            <a:pPr>
              <a:lnSpc>
                <a:spcPct val="100000"/>
              </a:lnSpc>
              <a:spcBef>
                <a:spcPts val="500"/>
              </a:spcBef>
              <a:spcAft>
                <a:spcPts val="250"/>
              </a:spcAft>
              <a:buNone/>
            </a:pPr>
            <a:r>
              <a:rPr sz="950" b="1" i="0">
                <a:solidFill>
                  <a:schemeClr val="accent2"/>
                </a:solidFill>
                <a:latin typeface="Poppins SemiBold"/>
              </a:rPr>
              <a:t>HOW WE REACH THEM</a:t>
            </a:r>
          </a:p>
          <a:p>
            <a:pPr marL="137160" indent="-137160">
              <a:lnSpc>
                <a:spcPct val="100000"/>
              </a:lnSpc>
              <a:spcAft>
                <a:spcPts val="250"/>
              </a:spcAft>
              <a:buClr>
                <a:schemeClr val="accent6"/>
              </a:buClr>
              <a:buFont typeface="Arial"/>
              <a:buChar char="•"/>
            </a:pPr>
            <a:r>
              <a:rPr sz="950" b="0" i="0">
                <a:solidFill>
                  <a:srgbClr val="333F4F"/>
                </a:solidFill>
                <a:latin typeface="Open Sans"/>
              </a:rPr>
              <a:t>Monthly newsletter to workers</a:t>
            </a:r>
          </a:p>
          <a:p>
            <a:pPr marL="137160" indent="-137160">
              <a:lnSpc>
                <a:spcPct val="100000"/>
              </a:lnSpc>
              <a:spcAft>
                <a:spcPts val="250"/>
              </a:spcAft>
              <a:buClr>
                <a:schemeClr val="accent6"/>
              </a:buClr>
              <a:buFont typeface="Arial"/>
              <a:buChar char="•"/>
            </a:pPr>
            <a:r>
              <a:rPr sz="950" b="0" i="0">
                <a:solidFill>
                  <a:srgbClr val="333F4F"/>
                </a:solidFill>
                <a:latin typeface="Open Sans"/>
              </a:rPr>
              <a:t>A stakeholder map to direct information sharing</a:t>
            </a:r>
          </a:p>
          <a:p>
            <a:pPr marL="137160" indent="-137160">
              <a:lnSpc>
                <a:spcPct val="100000"/>
              </a:lnSpc>
              <a:spcAft>
                <a:spcPts val="250"/>
              </a:spcAft>
              <a:buClr>
                <a:schemeClr val="accent6"/>
              </a:buClr>
              <a:buFont typeface="Arial"/>
              <a:buChar char="•"/>
            </a:pPr>
            <a:r>
              <a:rPr sz="950" b="0" i="0">
                <a:solidFill>
                  <a:srgbClr val="333F4F"/>
                </a:solidFill>
                <a:latin typeface="Open Sans"/>
              </a:rPr>
              <a:t>Transparency of money ($$$)</a:t>
            </a:r>
          </a:p>
        </p:txBody>
      </p:sp>
      <p:sp>
        <p:nvSpPr>
          <p:cNvPr id="34" name="So what"/>
          <p:cNvSpPr/>
          <p:nvPr/>
        </p:nvSpPr>
        <p:spPr>
          <a:xfrm>
            <a:off x="566928" y="6108192"/>
            <a:ext cx="11064240" cy="457200"/>
          </a:xfrm>
          <a:prstGeom prst="rect">
            <a:avLst/>
          </a:prstGeom>
          <a:solidFill>
            <a:srgbClr val="445469"/>
          </a:solidFill>
          <a:ln>
            <a:noFill/>
          </a:ln>
          <a:effectLst/>
        </p:spPr>
        <p:style>
          <a:lnRef idx="1">
            <a:schemeClr val="accent1"/>
          </a:lnRef>
          <a:fillRef idx="3">
            <a:schemeClr val="accent1"/>
          </a:fillRef>
          <a:effectRef idx="2">
            <a:schemeClr val="accent1"/>
          </a:effectRef>
          <a:fontRef idx="minor">
            <a:schemeClr val="lt1"/>
          </a:fontRef>
        </p:style>
        <p:txBody>
          <a:bodyPr rtlCol="0" anchor="ctr" lIns="228600" rIns="182880" tIns="0" bIns="0" wrap="square"/>
          <a:lstStyle/>
          <a:p>
            <a:pPr algn="l">
              <a:lnSpc>
                <a:spcPct val="100000"/>
              </a:lnSpc>
              <a:spcAft>
                <a:spcPts val="0"/>
              </a:spcAft>
            </a:pPr>
            <a:r>
              <a:rPr sz="1100" b="1" i="0">
                <a:solidFill>
                  <a:schemeClr val="accent2"/>
                </a:solidFill>
                <a:latin typeface="Poppins SemiBold"/>
              </a:rPr>
              <a:t>So what  </a:t>
            </a:r>
            <a:r>
              <a:rPr sz="1100" b="0" i="0">
                <a:solidFill>
                  <a:srgbClr val="FFFFFF"/>
                </a:solidFill>
                <a:latin typeface="Open Sans"/>
              </a:rPr>
              <a:t>Value comes down to money clarity: premiums, the levy and where the money goes. Who hears what still needs mapping.</a:t>
            </a:r>
          </a:p>
        </p:txBody>
      </p:sp>
      <p:sp>
        <p:nvSpPr>
          <p:cNvPr id="35" name="TextBox 34"/>
          <p:cNvSpPr txBox="1"/>
          <p:nvPr/>
        </p:nvSpPr>
        <p:spPr>
          <a:xfrm>
            <a:off x="566928" y="6583680"/>
            <a:ext cx="8229600" cy="182880"/>
          </a:xfrm>
          <a:prstGeom prst="rect">
            <a:avLst/>
          </a:prstGeom>
          <a:noFill/>
        </p:spPr>
        <p:txBody>
          <a:bodyPr wrap="square" anchor="t" lIns="0" tIns="0" rIns="0" bIns="0">
            <a:spAutoFit/>
          </a:bodyPr>
          <a:lstStyle/>
          <a:p>
            <a:pPr algn="l">
              <a:lnSpc>
                <a:spcPct val="100000"/>
              </a:lnSpc>
              <a:spcAft>
                <a:spcPts val="0"/>
              </a:spcAft>
            </a:pPr>
            <a:r>
              <a:rPr sz="800" b="0" i="1">
                <a:solidFill>
                  <a:srgbClr val="445469"/>
                </a:solidFill>
                <a:latin typeface="Open Sans"/>
              </a:rPr>
              <a:t>(?) = handwriting unclear on the canvas, to confirm.</a:t>
            </a:r>
          </a:p>
        </p:txBody>
      </p:sp>
    </p:spTree>
    <p:extLst>
      <p:ext uri="{BB962C8B-B14F-4D97-AF65-F5344CB8AC3E}">
        <p14:creationId xmlns:p14="http://schemas.microsoft.com/office/powerpoint/2010/main" val="192229605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9EC006-2222-832D-ED3B-9D349F9A757E}"/>
            </a:ext>
          </a:extLst>
        </p:cNvPr>
        <p:cNvGrpSpPr/>
        <p:nvPr/>
      </p:nvGrpSpPr>
      <p:grpSpPr>
        <a:xfrm>
          <a:off x="0" y="0"/>
          <a:ext cx="0" cy="0"/>
          <a:chOff x="0" y="0"/>
          <a:chExt cx="0" cy="0"/>
        </a:xfrm>
      </p:grpSpPr>
      <p:pic>
        <p:nvPicPr>
          <p:cNvPr id="3" name="Picture 2" descr="About Coal Services : A Specialised Health and Safety Scheme">
            <a:extLst>
              <a:ext uri="{FF2B5EF4-FFF2-40B4-BE49-F238E27FC236}">
                <a16:creationId xmlns:a16="http://schemas.microsoft.com/office/drawing/2014/main" id="{958C83BB-9788-1B17-1380-FFBE7D8CC71C}"/>
              </a:ext>
            </a:extLst>
          </p:cNvPr>
          <p:cNvPicPr>
            <a:picLocks noChangeAspect="1"/>
          </p:cNvPicPr>
          <p:nvPr/>
        </p:nvPicPr>
        <p:blipFill>
          <a:blip r:embed="rId3" cstate="screen">
            <a:extLst>
              <a:ext uri="{28A0092B-C50C-407E-A947-70E740481C1C}">
                <a14:useLocalDpi xmlns:a14="http://schemas.microsoft.com/office/drawing/2010/main"/>
              </a:ext>
            </a:extLst>
          </a:blip>
          <a:srcRect/>
          <a:stretch>
            <a:fillRect/>
          </a:stretch>
        </p:blipFill>
        <p:spPr>
          <a:xfrm>
            <a:off x="0" y="-12626"/>
            <a:ext cx="12191437" cy="6883252"/>
          </a:xfrm>
          <a:prstGeom prst="rect">
            <a:avLst/>
          </a:prstGeom>
        </p:spPr>
      </p:pic>
      <p:sp>
        <p:nvSpPr>
          <p:cNvPr id="9" name="Rectangle 8">
            <a:extLst>
              <a:ext uri="{FF2B5EF4-FFF2-40B4-BE49-F238E27FC236}">
                <a16:creationId xmlns:a16="http://schemas.microsoft.com/office/drawing/2014/main" id="{65F5A8F3-97DE-6DF4-DFE7-4AE104686192}"/>
              </a:ext>
            </a:extLst>
          </p:cNvPr>
          <p:cNvSpPr/>
          <p:nvPr/>
        </p:nvSpPr>
        <p:spPr>
          <a:xfrm>
            <a:off x="-1" y="-12627"/>
            <a:ext cx="12191437" cy="6883253"/>
          </a:xfrm>
          <a:prstGeom prst="rect">
            <a:avLst/>
          </a:prstGeom>
          <a:solidFill>
            <a:schemeClr val="tx1">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Open Sans Light"/>
              <a:ea typeface="+mn-ea"/>
              <a:cs typeface="+mn-cs"/>
            </a:endParaRPr>
          </a:p>
        </p:txBody>
      </p:sp>
      <p:cxnSp>
        <p:nvCxnSpPr>
          <p:cNvPr id="8" name="Straight Connector 7">
            <a:extLst>
              <a:ext uri="{FF2B5EF4-FFF2-40B4-BE49-F238E27FC236}">
                <a16:creationId xmlns:a16="http://schemas.microsoft.com/office/drawing/2014/main" id="{182F0C0E-03BE-4E8A-9218-90A057E7882F}"/>
              </a:ext>
            </a:extLst>
          </p:cNvPr>
          <p:cNvCxnSpPr>
            <a:cxnSpLocks/>
          </p:cNvCxnSpPr>
          <p:nvPr/>
        </p:nvCxnSpPr>
        <p:spPr>
          <a:xfrm>
            <a:off x="599937" y="4292892"/>
            <a:ext cx="916629" cy="0"/>
          </a:xfrm>
          <a:prstGeom prst="line">
            <a:avLst/>
          </a:prstGeom>
          <a:ln w="38100" cap="rnd">
            <a:solidFill>
              <a:schemeClr val="accent3"/>
            </a:solidFill>
          </a:ln>
        </p:spPr>
        <p:style>
          <a:lnRef idx="1">
            <a:schemeClr val="accent1"/>
          </a:lnRef>
          <a:fillRef idx="0">
            <a:schemeClr val="accent1"/>
          </a:fillRef>
          <a:effectRef idx="0">
            <a:schemeClr val="accent1"/>
          </a:effectRef>
          <a:fontRef idx="minor">
            <a:schemeClr val="tx1"/>
          </a:fontRef>
        </p:style>
      </p:cxnSp>
      <p:sp>
        <p:nvSpPr>
          <p:cNvPr id="14" name="Title 3">
            <a:extLst>
              <a:ext uri="{FF2B5EF4-FFF2-40B4-BE49-F238E27FC236}">
                <a16:creationId xmlns:a16="http://schemas.microsoft.com/office/drawing/2014/main" id="{39599FE2-127A-BB0A-FB8B-3061EE8581BC}"/>
              </a:ext>
            </a:extLst>
          </p:cNvPr>
          <p:cNvSpPr>
            <a:spLocks noGrp="1"/>
          </p:cNvSpPr>
          <p:nvPr>
            <p:ph type="ctrTitle"/>
          </p:nvPr>
        </p:nvSpPr>
        <p:spPr>
          <a:xfrm>
            <a:off x="499109" y="1653000"/>
            <a:ext cx="9144000" cy="2499699"/>
          </a:xfrm>
        </p:spPr>
        <p:txBody>
          <a:bodyPr>
            <a:normAutofit/>
          </a:bodyPr>
          <a:lstStyle/>
          <a:p>
            <a:pPr>
              <a:lnSpc>
                <a:spcPct val="100000"/>
              </a:lnSpc>
            </a:pPr>
            <a:r>
              <a:rPr lang="en-AU" b="1"/>
              <a:t>Thank you</a:t>
            </a:r>
            <a:endParaRPr lang="en-GB" b="1" noProof="0">
              <a:latin typeface="Poppins" pitchFamily="2" charset="77"/>
              <a:cs typeface="Poppins" pitchFamily="2" charset="77"/>
            </a:endParaRPr>
          </a:p>
        </p:txBody>
      </p:sp>
      <p:pic>
        <p:nvPicPr>
          <p:cNvPr id="16" name="Picture 15">
            <a:extLst>
              <a:ext uri="{FF2B5EF4-FFF2-40B4-BE49-F238E27FC236}">
                <a16:creationId xmlns:a16="http://schemas.microsoft.com/office/drawing/2014/main" id="{0B8E9BD2-09C0-3CE8-32EF-F822B1148CA8}"/>
              </a:ext>
            </a:extLst>
          </p:cNvPr>
          <p:cNvPicPr>
            <a:picLocks noChangeAspect="1"/>
          </p:cNvPicPr>
          <p:nvPr/>
        </p:nvPicPr>
        <p:blipFill>
          <a:blip r:embed="rId4" cstate="screen">
            <a:extLst>
              <a:ext uri="{28A0092B-C50C-407E-A947-70E740481C1C}">
                <a14:useLocalDpi xmlns:a14="http://schemas.microsoft.com/office/drawing/2010/main"/>
              </a:ext>
            </a:extLst>
          </a:blip>
          <a:srcRect/>
          <a:stretch/>
        </p:blipFill>
        <p:spPr>
          <a:xfrm>
            <a:off x="299519" y="6000382"/>
            <a:ext cx="1572883" cy="726691"/>
          </a:xfrm>
          <a:prstGeom prst="rect">
            <a:avLst/>
          </a:prstGeom>
        </p:spPr>
      </p:pic>
      <p:pic>
        <p:nvPicPr>
          <p:cNvPr id="4" name="Graphic 3">
            <a:extLst>
              <a:ext uri="{FF2B5EF4-FFF2-40B4-BE49-F238E27FC236}">
                <a16:creationId xmlns:a16="http://schemas.microsoft.com/office/drawing/2014/main" id="{A809D29D-F8AA-B053-D0E4-57C0F079C9E6}"/>
              </a:ext>
            </a:extLst>
          </p:cNvPr>
          <p:cNvPicPr>
            <a:picLocks noChangeAspect="1"/>
          </p:cNvPicPr>
          <p:nvPr/>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5"/>
              </a:ext>
            </a:extLst>
          </a:blip>
          <a:srcRect l="8654" t="36592" r="41735" b="22942"/>
          <a:stretch>
            <a:fillRect/>
          </a:stretch>
        </p:blipFill>
        <p:spPr>
          <a:xfrm>
            <a:off x="8130766" y="20202"/>
            <a:ext cx="4060671" cy="3312083"/>
          </a:xfrm>
          <a:prstGeom prst="rect">
            <a:avLst/>
          </a:prstGeom>
        </p:spPr>
      </p:pic>
      <p:pic>
        <p:nvPicPr>
          <p:cNvPr id="19" name="Picture 6">
            <a:extLst>
              <a:ext uri="{FF2B5EF4-FFF2-40B4-BE49-F238E27FC236}">
                <a16:creationId xmlns:a16="http://schemas.microsoft.com/office/drawing/2014/main" id="{15B59517-8ADD-FB27-58CF-D7BFFF0B4F86}"/>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499109" y="272505"/>
            <a:ext cx="2156226" cy="1189642"/>
          </a:xfrm>
          <a:prstGeom prst="rect">
            <a:avLst/>
          </a:prstGeom>
        </p:spPr>
      </p:pic>
    </p:spTree>
    <p:extLst>
      <p:ext uri="{BB962C8B-B14F-4D97-AF65-F5344CB8AC3E}">
        <p14:creationId xmlns:p14="http://schemas.microsoft.com/office/powerpoint/2010/main" val="130438443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E04E26-E604-813E-86D3-014AA1D9C32E}"/>
            </a:ext>
          </a:extLst>
        </p:cNvPr>
        <p:cNvGrpSpPr/>
        <p:nvPr/>
      </p:nvGrpSpPr>
      <p:grpSpPr>
        <a:xfrm>
          <a:off x="0" y="0"/>
          <a:ext cx="0" cy="0"/>
          <a:chOff x="0" y="0"/>
          <a:chExt cx="0" cy="0"/>
        </a:xfrm>
      </p:grpSpPr>
      <p:cxnSp>
        <p:nvCxnSpPr>
          <p:cNvPr id="5" name="Straight Connector 4">
            <a:extLst>
              <a:ext uri="{FF2B5EF4-FFF2-40B4-BE49-F238E27FC236}">
                <a16:creationId xmlns:a16="http://schemas.microsoft.com/office/drawing/2014/main" id="{3608ACD3-B5DF-52A8-4DE1-4D5D28F05B17}"/>
              </a:ext>
            </a:extLst>
          </p:cNvPr>
          <p:cNvCxnSpPr>
            <a:cxnSpLocks/>
            <a:stCxn id="6" idx="3"/>
          </p:cNvCxnSpPr>
          <p:nvPr/>
        </p:nvCxnSpPr>
        <p:spPr>
          <a:xfrm>
            <a:off x="2609641" y="277669"/>
            <a:ext cx="9582359" cy="0"/>
          </a:xfrm>
          <a:prstGeom prst="line">
            <a:avLst/>
          </a:prstGeom>
          <a:ln w="3175">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3" name="Straight Connector 2">
            <a:extLst>
              <a:ext uri="{FF2B5EF4-FFF2-40B4-BE49-F238E27FC236}">
                <a16:creationId xmlns:a16="http://schemas.microsoft.com/office/drawing/2014/main" id="{555E4999-7C88-D24F-75F2-28872F004E5D}"/>
              </a:ext>
            </a:extLst>
          </p:cNvPr>
          <p:cNvCxnSpPr>
            <a:cxnSpLocks/>
            <a:endCxn id="6" idx="1"/>
          </p:cNvCxnSpPr>
          <p:nvPr/>
        </p:nvCxnSpPr>
        <p:spPr>
          <a:xfrm>
            <a:off x="0" y="277669"/>
            <a:ext cx="548641" cy="0"/>
          </a:xfrm>
          <a:prstGeom prst="line">
            <a:avLst/>
          </a:prstGeom>
          <a:ln w="3175">
            <a:solidFill>
              <a:schemeClr val="accent6"/>
            </a:solidFill>
          </a:ln>
        </p:spPr>
        <p:style>
          <a:lnRef idx="1">
            <a:schemeClr val="accent1"/>
          </a:lnRef>
          <a:fillRef idx="0">
            <a:schemeClr val="accent1"/>
          </a:fillRef>
          <a:effectRef idx="0">
            <a:schemeClr val="accent1"/>
          </a:effectRef>
          <a:fontRef idx="minor">
            <a:schemeClr val="tx1"/>
          </a:fontRef>
        </p:style>
      </p:cxnSp>
      <p:sp>
        <p:nvSpPr>
          <p:cNvPr id="6" name="Text 0">
            <a:extLst>
              <a:ext uri="{FF2B5EF4-FFF2-40B4-BE49-F238E27FC236}">
                <a16:creationId xmlns:a16="http://schemas.microsoft.com/office/drawing/2014/main" id="{93F24A76-699F-A050-BCAC-71BD08B264A2}"/>
              </a:ext>
            </a:extLst>
          </p:cNvPr>
          <p:cNvSpPr/>
          <p:nvPr/>
        </p:nvSpPr>
        <p:spPr>
          <a:xfrm>
            <a:off x="548641" y="165782"/>
            <a:ext cx="2061000" cy="223773"/>
          </a:xfrm>
          <a:prstGeom prst="roundRect">
            <a:avLst>
              <a:gd name="adj" fmla="val 50000"/>
            </a:avLst>
          </a:prstGeom>
          <a:noFill/>
          <a:ln w="3175">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i="0" u="none" strike="noStrike" kern="0" cap="none" normalizeH="0" baseline="0" noProof="0">
                <a:ln>
                  <a:noFill/>
                </a:ln>
                <a:solidFill>
                  <a:schemeClr val="accent6"/>
                </a:solidFill>
                <a:effectLst/>
                <a:uLnTx/>
                <a:uFillTx/>
                <a:latin typeface="Poppins" pitchFamily="34" charset="0"/>
                <a:ea typeface="Poppins" pitchFamily="34" charset="-122"/>
                <a:cs typeface="Poppins" pitchFamily="34" charset="-120"/>
              </a:rPr>
              <a:t>ISS GMT Working Session</a:t>
            </a:r>
          </a:p>
        </p:txBody>
      </p:sp>
      <p:sp>
        <p:nvSpPr>
          <p:cNvPr id="14" name="Title 4">
            <a:extLst>
              <a:ext uri="{FF2B5EF4-FFF2-40B4-BE49-F238E27FC236}">
                <a16:creationId xmlns:a16="http://schemas.microsoft.com/office/drawing/2014/main" id="{15B0D0C6-2A12-4A64-5CA6-AFD820857D29}"/>
              </a:ext>
            </a:extLst>
          </p:cNvPr>
          <p:cNvSpPr txBox="1">
            <a:spLocks/>
          </p:cNvSpPr>
          <p:nvPr/>
        </p:nvSpPr>
        <p:spPr>
          <a:xfrm>
            <a:off x="525018" y="573082"/>
            <a:ext cx="11200000" cy="880000"/>
          </a:xfrm>
          <a:prstGeom prst="rect">
            <a:avLst/>
          </a:prstGeom>
        </p:spPr>
        <p:txBody>
          <a:bodyPr vert="horz" lIns="91440" tIns="45720" rIns="91440" bIns="45720" rtlCol="0" anchor="t">
            <a:noAutofit/>
          </a:bodyPr>
          <a:lstStyle>
            <a:defPPr>
              <a:defRPr lang="en-US"/>
            </a:defPPr>
            <a:lvl1pPr>
              <a:lnSpc>
                <a:spcPct val="114000"/>
              </a:lnSpc>
              <a:spcBef>
                <a:spcPct val="0"/>
              </a:spcBef>
              <a:buNone/>
              <a:defRPr sz="2200">
                <a:solidFill>
                  <a:schemeClr val="accent6">
                    <a:lumMod val="75000"/>
                  </a:schemeClr>
                </a:solidFill>
                <a:latin typeface="Poppins SemiBold" panose="00000700000000000000" pitchFamily="2" charset="0"/>
                <a:ea typeface="+mj-ea"/>
                <a:cs typeface="Poppins SemiBold" panose="00000700000000000000" pitchFamily="2" charset="0"/>
              </a:defRPr>
            </a:lvl1pPr>
          </a:lstStyle>
          <a:p>
            <a:r>
              <a:rPr lang="en-AU">
                <a:solidFill/>
              </a:rPr>
              <a:t>What we took away from the session: </a:t>
            </a:r>
            <a:r>
              <a:rPr lang="en-AU">
                <a:solidFill>
                  <a:schemeClr val="accent3"/>
                </a:solidFill>
              </a:rPr>
              <a:t>service consistency is the lever</a:t>
            </a:r>
          </a:p>
        </p:txBody>
      </p:sp>
      <p:sp>
        <p:nvSpPr>
          <p:cNvPr id="2" name="Slide Number Placeholder 1">
            <a:extLst>
              <a:ext uri="{FF2B5EF4-FFF2-40B4-BE49-F238E27FC236}">
                <a16:creationId xmlns:a16="http://schemas.microsoft.com/office/drawing/2014/main" id="{2B6BE33A-60B5-E311-CB42-7B2F0308709E}"/>
              </a:ext>
            </a:extLst>
          </p:cNvPr>
          <p:cNvSpPr txBox="1">
            <a:spLocks/>
          </p:cNvSpPr>
          <p:nvPr/>
        </p:nvSpPr>
        <p:spPr>
          <a:xfrm>
            <a:off x="9309830" y="6429863"/>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9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FA8BD019-05FF-F145-A6E1-6EE5A88665E4}" type="slidenum">
              <a:rPr kumimoji="0" lang="en-AU" sz="900" b="0" i="0" u="none" strike="noStrike" kern="1200" cap="none" spc="0" normalizeH="0" baseline="0" noProof="0" smtClean="0">
                <a:ln>
                  <a:noFill/>
                </a:ln>
                <a:solidFill>
                  <a:schemeClr val="bg2">
                    <a:lumMod val="10000"/>
                  </a:schemeClr>
                </a:solidFill>
                <a:effectLst/>
                <a:uLnTx/>
                <a:uFillTx/>
                <a:latin typeface="Aptos" panose="020B0004020202020204" pitchFamily="34" charset="0"/>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AU" sz="900" b="0" i="0" u="none" strike="noStrike" kern="1200" cap="none" spc="0" normalizeH="0" baseline="0" noProof="0">
              <a:ln>
                <a:noFill/>
              </a:ln>
              <a:solidFill>
                <a:schemeClr val="bg2">
                  <a:lumMod val="10000"/>
                </a:schemeClr>
              </a:solidFill>
              <a:effectLst/>
              <a:uLnTx/>
              <a:uFillTx/>
              <a:latin typeface="Aptos" panose="020B0004020202020204" pitchFamily="34" charset="0"/>
              <a:ea typeface="+mn-ea"/>
              <a:cs typeface="+mn-cs"/>
            </a:endParaRPr>
          </a:p>
        </p:txBody>
      </p:sp>
      <p:sp>
        <p:nvSpPr>
          <p:cNvPr id="15" name="Takeaway card"/>
          <p:cNvSpPr/>
          <p:nvPr/>
        </p:nvSpPr>
        <p:spPr>
          <a:xfrm>
            <a:off x="566928" y="1481328"/>
            <a:ext cx="3553968" cy="2331720"/>
          </a:xfrm>
          <a:prstGeom prst="rect">
            <a:avLst/>
          </a:prstGeom>
          <a:solidFill>
            <a:srgbClr val="44546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Number"/>
          <p:cNvSpPr/>
          <p:nvPr/>
        </p:nvSpPr>
        <p:spPr>
          <a:xfrm>
            <a:off x="795528" y="1709928"/>
            <a:ext cx="457200" cy="457200"/>
          </a:xfrm>
          <a:prstGeom prst="ellipse">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0000"/>
              </a:lnSpc>
              <a:spcAft>
                <a:spcPts val="0"/>
              </a:spcAft>
            </a:pPr>
            <a:r>
              <a:rPr sz="1400" b="1" i="0">
                <a:solidFill>
                  <a:srgbClr val="FFFFFF"/>
                </a:solidFill>
                <a:latin typeface="Poppins SemiBold"/>
              </a:rPr>
              <a:t>1</a:t>
            </a:r>
          </a:p>
        </p:txBody>
      </p:sp>
      <p:sp>
        <p:nvSpPr>
          <p:cNvPr id="17" name="TextBox 16"/>
          <p:cNvSpPr txBox="1"/>
          <p:nvPr/>
        </p:nvSpPr>
        <p:spPr>
          <a:xfrm>
            <a:off x="795528" y="2304288"/>
            <a:ext cx="3096768" cy="1417319"/>
          </a:xfrm>
          <a:prstGeom prst="rect">
            <a:avLst/>
          </a:prstGeom>
          <a:noFill/>
        </p:spPr>
        <p:txBody>
          <a:bodyPr wrap="square" anchor="t" lIns="0" tIns="0" rIns="0" bIns="0">
            <a:spAutoFit/>
          </a:bodyPr>
          <a:lstStyle/>
          <a:p>
            <a:pPr algn="l">
              <a:lnSpc>
                <a:spcPct val="105000"/>
              </a:lnSpc>
              <a:spcAft>
                <a:spcPts val="600"/>
              </a:spcAft>
            </a:pPr>
            <a:r>
              <a:rPr sz="1300" b="1" i="0">
                <a:solidFill>
                  <a:srgbClr val="FFFFFF"/>
                </a:solidFill>
                <a:latin typeface="Poppins SemiBold"/>
              </a:rPr>
              <a:t>Service Experience &amp; Consistency is the theme that moves the score</a:t>
            </a:r>
          </a:p>
          <a:p>
            <a:pPr algn="l">
              <a:lnSpc>
                <a:spcPct val="105000"/>
              </a:lnSpc>
              <a:spcAft>
                <a:spcPts val="600"/>
              </a:spcAft>
            </a:pPr>
            <a:r>
              <a:rPr sz="1000" b="0" i="0">
                <a:solidFill>
                  <a:srgbClr val="FFFFFF"/>
                </a:solidFill>
                <a:latin typeface="Open Sans"/>
              </a:rPr>
              <a:t>The GMT recognised it as the overarching theme. Inconsistency is what industry feels in every interaction, and fixing it underpins Trust and Value.</a:t>
            </a:r>
          </a:p>
        </p:txBody>
      </p:sp>
      <p:sp>
        <p:nvSpPr>
          <p:cNvPr id="18" name="Takeaway card"/>
          <p:cNvSpPr/>
          <p:nvPr/>
        </p:nvSpPr>
        <p:spPr>
          <a:xfrm>
            <a:off x="4322064" y="1481328"/>
            <a:ext cx="3553968" cy="2331720"/>
          </a:xfrm>
          <a:prstGeom prst="rect">
            <a:avLst/>
          </a:prstGeom>
          <a:gradFill flip="none" rotWithShape="1">
            <a:gsLst>
              <a:gs pos="0">
                <a:schemeClr val="accent5">
                  <a:lumMod val="5000"/>
                  <a:lumOff val="95000"/>
                </a:schemeClr>
              </a:gs>
              <a:gs pos="100000">
                <a:schemeClr val="accent5">
                  <a:lumMod val="20000"/>
                  <a:lumOff val="80000"/>
                  <a:alpha val="68823"/>
                </a:schemeClr>
              </a:gs>
            </a:gsLst>
            <a:lin ang="5400000" scaled="1"/>
            <a:tileRect/>
          </a:gra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Number"/>
          <p:cNvSpPr/>
          <p:nvPr/>
        </p:nvSpPr>
        <p:spPr>
          <a:xfrm>
            <a:off x="4550664" y="1709928"/>
            <a:ext cx="457200" cy="457200"/>
          </a:xfrm>
          <a:prstGeom prst="ellipse">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0000"/>
              </a:lnSpc>
              <a:spcAft>
                <a:spcPts val="0"/>
              </a:spcAft>
            </a:pPr>
            <a:r>
              <a:rPr sz="1400" b="1" i="0">
                <a:solidFill>
                  <a:srgbClr val="FFFFFF"/>
                </a:solidFill>
                <a:latin typeface="Poppins SemiBold"/>
              </a:rPr>
              <a:t>2</a:t>
            </a:r>
          </a:p>
        </p:txBody>
      </p:sp>
      <p:sp>
        <p:nvSpPr>
          <p:cNvPr id="20" name="TextBox 19"/>
          <p:cNvSpPr txBox="1"/>
          <p:nvPr/>
        </p:nvSpPr>
        <p:spPr>
          <a:xfrm>
            <a:off x="4550664" y="2304288"/>
            <a:ext cx="3096768" cy="1417319"/>
          </a:xfrm>
          <a:prstGeom prst="rect">
            <a:avLst/>
          </a:prstGeom>
          <a:noFill/>
        </p:spPr>
        <p:txBody>
          <a:bodyPr wrap="square" anchor="t" lIns="0" tIns="0" rIns="0" bIns="0">
            <a:spAutoFit/>
          </a:bodyPr>
          <a:lstStyle/>
          <a:p>
            <a:pPr algn="l">
              <a:lnSpc>
                <a:spcPct val="105000"/>
              </a:lnSpc>
              <a:spcAft>
                <a:spcPts val="600"/>
              </a:spcAft>
            </a:pPr>
            <a:r>
              <a:rPr sz="1300" b="1" i="0">
                <a:solidFill>
                  <a:srgbClr val="333F4F"/>
                </a:solidFill>
                <a:latin typeface="Poppins SemiBold"/>
              </a:rPr>
              <a:t>CMI and CS Health changes will drive the shift</a:t>
            </a:r>
          </a:p>
          <a:p>
            <a:pPr algn="l">
              <a:lnSpc>
                <a:spcPct val="105000"/>
              </a:lnSpc>
              <a:spcAft>
                <a:spcPts val="600"/>
              </a:spcAft>
            </a:pPr>
            <a:r>
              <a:rPr sz="1000" b="0" i="0">
                <a:solidFill>
                  <a:srgbClr val="333F4F"/>
                </a:solidFill>
                <a:latin typeface="Open Sans"/>
              </a:rPr>
              <a:t>Most fixes added on the day sit in CMI (phone answering, telephony, capability, operating model) and CS Health (Health Standards, processing timeframes, Order 45 variance). These are the units industry deals with most.</a:t>
            </a:r>
          </a:p>
        </p:txBody>
      </p:sp>
      <p:sp>
        <p:nvSpPr>
          <p:cNvPr id="21" name="Takeaway card"/>
          <p:cNvSpPr/>
          <p:nvPr/>
        </p:nvSpPr>
        <p:spPr>
          <a:xfrm>
            <a:off x="8077199" y="1481328"/>
            <a:ext cx="3553968" cy="2331720"/>
          </a:xfrm>
          <a:prstGeom prst="rect">
            <a:avLst/>
          </a:prstGeom>
          <a:gradFill flip="none" rotWithShape="1">
            <a:gsLst>
              <a:gs pos="0">
                <a:schemeClr val="accent5">
                  <a:lumMod val="5000"/>
                  <a:lumOff val="95000"/>
                </a:schemeClr>
              </a:gs>
              <a:gs pos="100000">
                <a:schemeClr val="accent5">
                  <a:lumMod val="20000"/>
                  <a:lumOff val="80000"/>
                  <a:alpha val="68823"/>
                </a:schemeClr>
              </a:gs>
            </a:gsLst>
            <a:lin ang="5400000" scaled="1"/>
            <a:tileRect/>
          </a:gra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Number"/>
          <p:cNvSpPr/>
          <p:nvPr/>
        </p:nvSpPr>
        <p:spPr>
          <a:xfrm>
            <a:off x="8305799" y="1709928"/>
            <a:ext cx="457200" cy="457200"/>
          </a:xfrm>
          <a:prstGeom prst="ellipse">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0000"/>
              </a:lnSpc>
              <a:spcAft>
                <a:spcPts val="0"/>
              </a:spcAft>
            </a:pPr>
            <a:r>
              <a:rPr sz="1400" b="1" i="0">
                <a:solidFill>
                  <a:srgbClr val="FFFFFF"/>
                </a:solidFill>
                <a:latin typeface="Poppins SemiBold"/>
              </a:rPr>
              <a:t>3</a:t>
            </a:r>
          </a:p>
        </p:txBody>
      </p:sp>
      <p:sp>
        <p:nvSpPr>
          <p:cNvPr id="23" name="TextBox 22"/>
          <p:cNvSpPr txBox="1"/>
          <p:nvPr/>
        </p:nvSpPr>
        <p:spPr>
          <a:xfrm>
            <a:off x="8305799" y="2304288"/>
            <a:ext cx="3096768" cy="1417319"/>
          </a:xfrm>
          <a:prstGeom prst="rect">
            <a:avLst/>
          </a:prstGeom>
          <a:noFill/>
        </p:spPr>
        <p:txBody>
          <a:bodyPr wrap="square" anchor="t" lIns="0" tIns="0" rIns="0" bIns="0">
            <a:spAutoFit/>
          </a:bodyPr>
          <a:lstStyle/>
          <a:p>
            <a:pPr algn="l">
              <a:lnSpc>
                <a:spcPct val="105000"/>
              </a:lnSpc>
              <a:spcAft>
                <a:spcPts val="600"/>
              </a:spcAft>
            </a:pPr>
            <a:r>
              <a:rPr sz="1300" b="1" i="0">
                <a:solidFill>
                  <a:srgbClr val="333F4F"/>
                </a:solidFill>
                <a:latin typeface="Poppins SemiBold"/>
              </a:rPr>
              <a:t>Industry is tired of commitments and wants to see progress</a:t>
            </a:r>
          </a:p>
          <a:p>
            <a:pPr algn="l">
              <a:lnSpc>
                <a:spcPct val="105000"/>
              </a:lnSpc>
              <a:spcAft>
                <a:spcPts val="600"/>
              </a:spcAft>
            </a:pPr>
            <a:r>
              <a:rPr sz="1000" b="0" i="0">
                <a:solidFill>
                  <a:srgbClr val="333F4F"/>
                </a:solidFill>
                <a:latin typeface="Open Sans"/>
              </a:rPr>
              <a:t>Staff in the room have heard this directly. The canvases asked for promises mapped to outcomes, updates on what’s been done and what’s to come.</a:t>
            </a:r>
          </a:p>
        </p:txBody>
      </p:sp>
      <p:sp>
        <p:nvSpPr>
          <p:cNvPr id="24" name="Takeaway card"/>
          <p:cNvSpPr/>
          <p:nvPr/>
        </p:nvSpPr>
        <p:spPr>
          <a:xfrm>
            <a:off x="566928" y="4014215"/>
            <a:ext cx="2615184" cy="2148840"/>
          </a:xfrm>
          <a:prstGeom prst="rect">
            <a:avLst/>
          </a:prstGeom>
          <a:gradFill flip="none" rotWithShape="1">
            <a:gsLst>
              <a:gs pos="0">
                <a:schemeClr val="accent5">
                  <a:lumMod val="5000"/>
                  <a:lumOff val="95000"/>
                </a:schemeClr>
              </a:gs>
              <a:gs pos="100000">
                <a:schemeClr val="accent5">
                  <a:lumMod val="20000"/>
                  <a:lumOff val="80000"/>
                  <a:alpha val="68823"/>
                </a:schemeClr>
              </a:gs>
            </a:gsLst>
            <a:lin ang="5400000" scaled="1"/>
            <a:tileRect/>
          </a:gra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Number"/>
          <p:cNvSpPr/>
          <p:nvPr/>
        </p:nvSpPr>
        <p:spPr>
          <a:xfrm>
            <a:off x="768096" y="4215383"/>
            <a:ext cx="384048" cy="384048"/>
          </a:xfrm>
          <a:prstGeom prst="ellipse">
            <a:avLst/>
          </a:prstGeom>
          <a:solidFill>
            <a:schemeClr val="accent3">
              <a:lumMod val="25000"/>
              <a:lumOff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0000"/>
              </a:lnSpc>
              <a:spcAft>
                <a:spcPts val="0"/>
              </a:spcAft>
            </a:pPr>
            <a:r>
              <a:rPr sz="1200" b="1" i="0">
                <a:solidFill>
                  <a:schemeClr val="accent3"/>
                </a:solidFill>
                <a:latin typeface="Poppins SemiBold"/>
              </a:rPr>
              <a:t>4</a:t>
            </a:r>
          </a:p>
        </p:txBody>
      </p:sp>
      <p:sp>
        <p:nvSpPr>
          <p:cNvPr id="26" name="TextBox 25"/>
          <p:cNvSpPr txBox="1"/>
          <p:nvPr/>
        </p:nvSpPr>
        <p:spPr>
          <a:xfrm>
            <a:off x="768096" y="4700016"/>
            <a:ext cx="2212848" cy="1371600"/>
          </a:xfrm>
          <a:prstGeom prst="rect">
            <a:avLst/>
          </a:prstGeom>
          <a:noFill/>
        </p:spPr>
        <p:txBody>
          <a:bodyPr wrap="square" anchor="t" lIns="0" tIns="0" rIns="0" bIns="0">
            <a:spAutoFit/>
          </a:bodyPr>
          <a:lstStyle/>
          <a:p>
            <a:pPr algn="l">
              <a:lnSpc>
                <a:spcPct val="105000"/>
              </a:lnSpc>
              <a:spcAft>
                <a:spcPts val="500"/>
              </a:spcAft>
            </a:pPr>
            <a:r>
              <a:rPr sz="1150" b="1" i="0">
                <a:solidFill>
                  <a:srgbClr val="333F4F"/>
                </a:solidFill>
                <a:latin typeface="Poppins SemiBold"/>
              </a:rPr>
              <a:t>Far more is underway than industry can see</a:t>
            </a:r>
          </a:p>
          <a:p>
            <a:pPr algn="l">
              <a:lnSpc>
                <a:spcPct val="105000"/>
              </a:lnSpc>
              <a:spcAft>
                <a:spcPts val="500"/>
              </a:spcAft>
            </a:pPr>
            <a:r>
              <a:rPr sz="950" b="0" i="0">
                <a:solidFill>
                  <a:srgbClr val="333F4F"/>
                </a:solidFill>
                <a:latin typeface="Open Sans"/>
              </a:rPr>
              <a:t>The GMT added 26 initiatives to the 16 pre-mapped. The gap is visibility, not activity.</a:t>
            </a:r>
          </a:p>
        </p:txBody>
      </p:sp>
      <p:sp>
        <p:nvSpPr>
          <p:cNvPr id="27" name="Takeaway card"/>
          <p:cNvSpPr/>
          <p:nvPr/>
        </p:nvSpPr>
        <p:spPr>
          <a:xfrm>
            <a:off x="3383280" y="4014215"/>
            <a:ext cx="2615184" cy="2148840"/>
          </a:xfrm>
          <a:prstGeom prst="rect">
            <a:avLst/>
          </a:prstGeom>
          <a:gradFill flip="none" rotWithShape="1">
            <a:gsLst>
              <a:gs pos="0">
                <a:schemeClr val="accent5">
                  <a:lumMod val="5000"/>
                  <a:lumOff val="95000"/>
                </a:schemeClr>
              </a:gs>
              <a:gs pos="100000">
                <a:schemeClr val="accent5">
                  <a:lumMod val="20000"/>
                  <a:lumOff val="80000"/>
                  <a:alpha val="68823"/>
                </a:schemeClr>
              </a:gs>
            </a:gsLst>
            <a:lin ang="5400000" scaled="1"/>
            <a:tileRect/>
          </a:gra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Number"/>
          <p:cNvSpPr/>
          <p:nvPr/>
        </p:nvSpPr>
        <p:spPr>
          <a:xfrm>
            <a:off x="3584448" y="4215383"/>
            <a:ext cx="384048" cy="384048"/>
          </a:xfrm>
          <a:prstGeom prst="ellipse">
            <a:avLst/>
          </a:prstGeom>
          <a:solidFill>
            <a:schemeClr val="accent3">
              <a:lumMod val="25000"/>
              <a:lumOff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0000"/>
              </a:lnSpc>
              <a:spcAft>
                <a:spcPts val="0"/>
              </a:spcAft>
            </a:pPr>
            <a:r>
              <a:rPr sz="1200" b="1" i="0">
                <a:solidFill>
                  <a:schemeClr val="accent3"/>
                </a:solidFill>
                <a:latin typeface="Poppins SemiBold"/>
              </a:rPr>
              <a:t>5</a:t>
            </a:r>
          </a:p>
        </p:txBody>
      </p:sp>
      <p:sp>
        <p:nvSpPr>
          <p:cNvPr id="29" name="TextBox 28"/>
          <p:cNvSpPr txBox="1"/>
          <p:nvPr/>
        </p:nvSpPr>
        <p:spPr>
          <a:xfrm>
            <a:off x="3584448" y="4700016"/>
            <a:ext cx="2212848" cy="1371600"/>
          </a:xfrm>
          <a:prstGeom prst="rect">
            <a:avLst/>
          </a:prstGeom>
          <a:noFill/>
        </p:spPr>
        <p:txBody>
          <a:bodyPr wrap="square" anchor="t" lIns="0" tIns="0" rIns="0" bIns="0">
            <a:spAutoFit/>
          </a:bodyPr>
          <a:lstStyle/>
          <a:p>
            <a:pPr algn="l">
              <a:lnSpc>
                <a:spcPct val="105000"/>
              </a:lnSpc>
              <a:spcAft>
                <a:spcPts val="500"/>
              </a:spcAft>
            </a:pPr>
            <a:r>
              <a:rPr sz="1150" b="1" i="0">
                <a:solidFill>
                  <a:srgbClr val="333F4F"/>
                </a:solidFill>
                <a:latin typeface="Poppins SemiBold"/>
              </a:rPr>
              <a:t>Industry wants a named person, not a process</a:t>
            </a:r>
          </a:p>
          <a:p>
            <a:pPr algn="l">
              <a:lnSpc>
                <a:spcPct val="105000"/>
              </a:lnSpc>
              <a:spcAft>
                <a:spcPts val="500"/>
              </a:spcAft>
            </a:pPr>
            <a:r>
              <a:rPr sz="950" b="0" i="0">
                <a:solidFill>
                  <a:srgbClr val="333F4F"/>
                </a:solidFill>
                <a:latin typeface="Open Sans"/>
              </a:rPr>
              <a:t>A key liaison for MC and MEU, one contact for employers, account managers across BUs, 1:1s with Angela.</a:t>
            </a:r>
          </a:p>
        </p:txBody>
      </p:sp>
      <p:sp>
        <p:nvSpPr>
          <p:cNvPr id="30" name="Takeaway card"/>
          <p:cNvSpPr/>
          <p:nvPr/>
        </p:nvSpPr>
        <p:spPr>
          <a:xfrm>
            <a:off x="6199632" y="4014215"/>
            <a:ext cx="2615184" cy="2148840"/>
          </a:xfrm>
          <a:prstGeom prst="rect">
            <a:avLst/>
          </a:prstGeom>
          <a:gradFill flip="none" rotWithShape="1">
            <a:gsLst>
              <a:gs pos="0">
                <a:schemeClr val="accent5">
                  <a:lumMod val="5000"/>
                  <a:lumOff val="95000"/>
                </a:schemeClr>
              </a:gs>
              <a:gs pos="100000">
                <a:schemeClr val="accent5">
                  <a:lumMod val="20000"/>
                  <a:lumOff val="80000"/>
                  <a:alpha val="68823"/>
                </a:schemeClr>
              </a:gs>
            </a:gsLst>
            <a:lin ang="5400000" scaled="1"/>
            <a:tileRect/>
          </a:gra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Number"/>
          <p:cNvSpPr/>
          <p:nvPr/>
        </p:nvSpPr>
        <p:spPr>
          <a:xfrm>
            <a:off x="6400800" y="4215383"/>
            <a:ext cx="384048" cy="384048"/>
          </a:xfrm>
          <a:prstGeom prst="ellipse">
            <a:avLst/>
          </a:prstGeom>
          <a:solidFill>
            <a:schemeClr val="accent3">
              <a:lumMod val="25000"/>
              <a:lumOff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0000"/>
              </a:lnSpc>
              <a:spcAft>
                <a:spcPts val="0"/>
              </a:spcAft>
            </a:pPr>
            <a:r>
              <a:rPr sz="1200" b="1" i="0">
                <a:solidFill>
                  <a:schemeClr val="accent3"/>
                </a:solidFill>
                <a:latin typeface="Poppins SemiBold"/>
              </a:rPr>
              <a:t>6</a:t>
            </a:r>
          </a:p>
        </p:txBody>
      </p:sp>
      <p:sp>
        <p:nvSpPr>
          <p:cNvPr id="32" name="TextBox 31"/>
          <p:cNvSpPr txBox="1"/>
          <p:nvPr/>
        </p:nvSpPr>
        <p:spPr>
          <a:xfrm>
            <a:off x="6400800" y="4700016"/>
            <a:ext cx="2212848" cy="1371600"/>
          </a:xfrm>
          <a:prstGeom prst="rect">
            <a:avLst/>
          </a:prstGeom>
          <a:noFill/>
        </p:spPr>
        <p:txBody>
          <a:bodyPr wrap="square" anchor="t" lIns="0" tIns="0" rIns="0" bIns="0">
            <a:spAutoFit/>
          </a:bodyPr>
          <a:lstStyle/>
          <a:p>
            <a:pPr algn="l">
              <a:lnSpc>
                <a:spcPct val="105000"/>
              </a:lnSpc>
              <a:spcAft>
                <a:spcPts val="500"/>
              </a:spcAft>
            </a:pPr>
            <a:r>
              <a:rPr sz="1150" b="1" i="0">
                <a:solidFill>
                  <a:srgbClr val="333F4F"/>
                </a:solidFill>
                <a:latin typeface="Poppins SemiBold"/>
              </a:rPr>
              <a:t>Value comes down to money clarity</a:t>
            </a:r>
          </a:p>
          <a:p>
            <a:pPr algn="l">
              <a:lnSpc>
                <a:spcPct val="105000"/>
              </a:lnSpc>
              <a:spcAft>
                <a:spcPts val="500"/>
              </a:spcAft>
            </a:pPr>
            <a:r>
              <a:rPr sz="950" b="0" i="0">
                <a:solidFill>
                  <a:srgbClr val="333F4F"/>
                </a:solidFill>
                <a:latin typeface="Open Sans"/>
              </a:rPr>
              <a:t>Premium transparency, levy ‘bang for buck’ and where the money goes came up on two themes.</a:t>
            </a:r>
          </a:p>
        </p:txBody>
      </p:sp>
      <p:sp>
        <p:nvSpPr>
          <p:cNvPr id="33" name="Takeaway card"/>
          <p:cNvSpPr/>
          <p:nvPr/>
        </p:nvSpPr>
        <p:spPr>
          <a:xfrm>
            <a:off x="9015984" y="4014215"/>
            <a:ext cx="2615184" cy="2148840"/>
          </a:xfrm>
          <a:prstGeom prst="rect">
            <a:avLst/>
          </a:prstGeom>
          <a:gradFill flip="none" rotWithShape="1">
            <a:gsLst>
              <a:gs pos="0">
                <a:schemeClr val="accent5">
                  <a:lumMod val="5000"/>
                  <a:lumOff val="95000"/>
                </a:schemeClr>
              </a:gs>
              <a:gs pos="100000">
                <a:schemeClr val="accent5">
                  <a:lumMod val="20000"/>
                  <a:lumOff val="80000"/>
                  <a:alpha val="68823"/>
                </a:schemeClr>
              </a:gs>
            </a:gsLst>
            <a:lin ang="5400000" scaled="1"/>
            <a:tileRect/>
          </a:gra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Number"/>
          <p:cNvSpPr/>
          <p:nvPr/>
        </p:nvSpPr>
        <p:spPr>
          <a:xfrm>
            <a:off x="9217152" y="4215383"/>
            <a:ext cx="384048" cy="384048"/>
          </a:xfrm>
          <a:prstGeom prst="ellipse">
            <a:avLst/>
          </a:prstGeom>
          <a:solidFill>
            <a:schemeClr val="accent3">
              <a:lumMod val="25000"/>
              <a:lumOff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0000"/>
              </a:lnSpc>
              <a:spcAft>
                <a:spcPts val="0"/>
              </a:spcAft>
            </a:pPr>
            <a:r>
              <a:rPr sz="1200" b="1" i="0">
                <a:solidFill>
                  <a:schemeClr val="accent3"/>
                </a:solidFill>
                <a:latin typeface="Poppins SemiBold"/>
              </a:rPr>
              <a:t>7</a:t>
            </a:r>
          </a:p>
        </p:txBody>
      </p:sp>
      <p:sp>
        <p:nvSpPr>
          <p:cNvPr id="35" name="TextBox 34"/>
          <p:cNvSpPr txBox="1"/>
          <p:nvPr/>
        </p:nvSpPr>
        <p:spPr>
          <a:xfrm>
            <a:off x="9217152" y="4700016"/>
            <a:ext cx="2212848" cy="1371600"/>
          </a:xfrm>
          <a:prstGeom prst="rect">
            <a:avLst/>
          </a:prstGeom>
          <a:noFill/>
        </p:spPr>
        <p:txBody>
          <a:bodyPr wrap="square" anchor="t" lIns="0" tIns="0" rIns="0" bIns="0">
            <a:spAutoFit/>
          </a:bodyPr>
          <a:lstStyle/>
          <a:p>
            <a:pPr algn="l">
              <a:lnSpc>
                <a:spcPct val="105000"/>
              </a:lnSpc>
              <a:spcAft>
                <a:spcPts val="500"/>
              </a:spcAft>
            </a:pPr>
            <a:r>
              <a:rPr sz="1150" b="1" i="0">
                <a:solidFill>
                  <a:srgbClr val="333F4F"/>
                </a:solidFill>
                <a:latin typeface="Poppins SemiBold"/>
              </a:rPr>
              <a:t>We know what to say better than who to say it to</a:t>
            </a:r>
          </a:p>
          <a:p>
            <a:pPr algn="l">
              <a:lnSpc>
                <a:spcPct val="105000"/>
              </a:lnSpc>
              <a:spcAft>
                <a:spcPts val="500"/>
              </a:spcAft>
            </a:pPr>
            <a:r>
              <a:rPr sz="950" b="0" i="0">
                <a:solidFill>
                  <a:srgbClr val="333F4F"/>
                </a:solidFill>
                <a:latin typeface="Open Sans"/>
              </a:rPr>
              <a:t>The stakeholder columns were the thinnest, and empty on Theme 1. A stakeholder map is needed first.</a:t>
            </a:r>
          </a:p>
        </p:txBody>
      </p:sp>
    </p:spTree>
    <p:extLst>
      <p:ext uri="{BB962C8B-B14F-4D97-AF65-F5344CB8AC3E}">
        <p14:creationId xmlns:p14="http://schemas.microsoft.com/office/powerpoint/2010/main" val="129514326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E04E26-E604-813E-86D3-014AA1D9C32E}"/>
            </a:ext>
          </a:extLst>
        </p:cNvPr>
        <p:cNvGrpSpPr/>
        <p:nvPr/>
      </p:nvGrpSpPr>
      <p:grpSpPr>
        <a:xfrm>
          <a:off x="0" y="0"/>
          <a:ext cx="0" cy="0"/>
          <a:chOff x="0" y="0"/>
          <a:chExt cx="0" cy="0"/>
        </a:xfrm>
      </p:grpSpPr>
      <p:cxnSp>
        <p:nvCxnSpPr>
          <p:cNvPr id="5" name="Straight Connector 4">
            <a:extLst>
              <a:ext uri="{FF2B5EF4-FFF2-40B4-BE49-F238E27FC236}">
                <a16:creationId xmlns:a16="http://schemas.microsoft.com/office/drawing/2014/main" id="{3608ACD3-B5DF-52A8-4DE1-4D5D28F05B17}"/>
              </a:ext>
            </a:extLst>
          </p:cNvPr>
          <p:cNvCxnSpPr>
            <a:cxnSpLocks/>
            <a:stCxn id="6" idx="3"/>
          </p:cNvCxnSpPr>
          <p:nvPr/>
        </p:nvCxnSpPr>
        <p:spPr>
          <a:xfrm>
            <a:off x="2609641" y="277669"/>
            <a:ext cx="9582359" cy="0"/>
          </a:xfrm>
          <a:prstGeom prst="line">
            <a:avLst/>
          </a:prstGeom>
          <a:ln w="3175">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3" name="Straight Connector 2">
            <a:extLst>
              <a:ext uri="{FF2B5EF4-FFF2-40B4-BE49-F238E27FC236}">
                <a16:creationId xmlns:a16="http://schemas.microsoft.com/office/drawing/2014/main" id="{555E4999-7C88-D24F-75F2-28872F004E5D}"/>
              </a:ext>
            </a:extLst>
          </p:cNvPr>
          <p:cNvCxnSpPr>
            <a:cxnSpLocks/>
            <a:endCxn id="6" idx="1"/>
          </p:cNvCxnSpPr>
          <p:nvPr/>
        </p:nvCxnSpPr>
        <p:spPr>
          <a:xfrm>
            <a:off x="0" y="277669"/>
            <a:ext cx="548641" cy="0"/>
          </a:xfrm>
          <a:prstGeom prst="line">
            <a:avLst/>
          </a:prstGeom>
          <a:ln w="3175">
            <a:solidFill>
              <a:schemeClr val="accent6"/>
            </a:solidFill>
          </a:ln>
        </p:spPr>
        <p:style>
          <a:lnRef idx="1">
            <a:schemeClr val="accent1"/>
          </a:lnRef>
          <a:fillRef idx="0">
            <a:schemeClr val="accent1"/>
          </a:fillRef>
          <a:effectRef idx="0">
            <a:schemeClr val="accent1"/>
          </a:effectRef>
          <a:fontRef idx="minor">
            <a:schemeClr val="tx1"/>
          </a:fontRef>
        </p:style>
      </p:cxnSp>
      <p:sp>
        <p:nvSpPr>
          <p:cNvPr id="6" name="Text 0">
            <a:extLst>
              <a:ext uri="{FF2B5EF4-FFF2-40B4-BE49-F238E27FC236}">
                <a16:creationId xmlns:a16="http://schemas.microsoft.com/office/drawing/2014/main" id="{93F24A76-699F-A050-BCAC-71BD08B264A2}"/>
              </a:ext>
            </a:extLst>
          </p:cNvPr>
          <p:cNvSpPr/>
          <p:nvPr/>
        </p:nvSpPr>
        <p:spPr>
          <a:xfrm>
            <a:off x="548641" y="165782"/>
            <a:ext cx="2061000" cy="223773"/>
          </a:xfrm>
          <a:prstGeom prst="roundRect">
            <a:avLst>
              <a:gd name="adj" fmla="val 50000"/>
            </a:avLst>
          </a:prstGeom>
          <a:noFill/>
          <a:ln w="3175">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i="0" u="none" strike="noStrike" kern="0" cap="none" normalizeH="0" baseline="0" noProof="0">
                <a:ln>
                  <a:noFill/>
                </a:ln>
                <a:solidFill>
                  <a:schemeClr val="accent6"/>
                </a:solidFill>
                <a:effectLst/>
                <a:uLnTx/>
                <a:uFillTx/>
                <a:latin typeface="Poppins" pitchFamily="34" charset="0"/>
                <a:ea typeface="Poppins" pitchFamily="34" charset="-122"/>
                <a:cs typeface="Poppins" pitchFamily="34" charset="-120"/>
              </a:rPr>
              <a:t>ISS GMT Working Session</a:t>
            </a:r>
          </a:p>
        </p:txBody>
      </p:sp>
      <p:sp>
        <p:nvSpPr>
          <p:cNvPr id="14" name="Title 4">
            <a:extLst>
              <a:ext uri="{FF2B5EF4-FFF2-40B4-BE49-F238E27FC236}">
                <a16:creationId xmlns:a16="http://schemas.microsoft.com/office/drawing/2014/main" id="{15B0D0C6-2A12-4A64-5CA6-AFD820857D29}"/>
              </a:ext>
            </a:extLst>
          </p:cNvPr>
          <p:cNvSpPr txBox="1">
            <a:spLocks/>
          </p:cNvSpPr>
          <p:nvPr/>
        </p:nvSpPr>
        <p:spPr>
          <a:xfrm>
            <a:off x="525018" y="573082"/>
            <a:ext cx="11200000" cy="880000"/>
          </a:xfrm>
          <a:prstGeom prst="rect">
            <a:avLst/>
          </a:prstGeom>
        </p:spPr>
        <p:txBody>
          <a:bodyPr vert="horz" lIns="91440" tIns="45720" rIns="91440" bIns="45720" rtlCol="0" anchor="t">
            <a:noAutofit/>
          </a:bodyPr>
          <a:lstStyle>
            <a:defPPr>
              <a:defRPr lang="en-US"/>
            </a:defPPr>
            <a:lvl1pPr>
              <a:lnSpc>
                <a:spcPct val="114000"/>
              </a:lnSpc>
              <a:spcBef>
                <a:spcPct val="0"/>
              </a:spcBef>
              <a:buNone/>
              <a:defRPr sz="2200">
                <a:solidFill>
                  <a:schemeClr val="accent6">
                    <a:lumMod val="75000"/>
                  </a:schemeClr>
                </a:solidFill>
                <a:latin typeface="Poppins SemiBold" panose="00000700000000000000" pitchFamily="2" charset="0"/>
                <a:ea typeface="+mj-ea"/>
                <a:cs typeface="Poppins SemiBold" panose="00000700000000000000" pitchFamily="2" charset="0"/>
              </a:defRPr>
            </a:lvl1pPr>
          </a:lstStyle>
          <a:p>
            <a:r>
              <a:rPr lang="en-AU">
                <a:solidFill/>
              </a:rPr>
              <a:t>Recommended next steps: </a:t>
            </a:r>
            <a:r>
              <a:rPr lang="en-AU">
                <a:solidFill>
                  <a:schemeClr val="accent3"/>
                </a:solidFill>
              </a:rPr>
              <a:t>five steps to our first progress update to industry</a:t>
            </a:r>
          </a:p>
        </p:txBody>
      </p:sp>
      <p:sp>
        <p:nvSpPr>
          <p:cNvPr id="2" name="Slide Number Placeholder 1">
            <a:extLst>
              <a:ext uri="{FF2B5EF4-FFF2-40B4-BE49-F238E27FC236}">
                <a16:creationId xmlns:a16="http://schemas.microsoft.com/office/drawing/2014/main" id="{2B6BE33A-60B5-E311-CB42-7B2F0308709E}"/>
              </a:ext>
            </a:extLst>
          </p:cNvPr>
          <p:cNvSpPr txBox="1">
            <a:spLocks/>
          </p:cNvSpPr>
          <p:nvPr/>
        </p:nvSpPr>
        <p:spPr>
          <a:xfrm>
            <a:off x="9309830" y="6429863"/>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9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FA8BD019-05FF-F145-A6E1-6EE5A88665E4}" type="slidenum">
              <a:rPr kumimoji="0" lang="en-AU" sz="900" b="0" i="0" u="none" strike="noStrike" kern="1200" cap="none" spc="0" normalizeH="0" baseline="0" noProof="0" smtClean="0">
                <a:ln>
                  <a:noFill/>
                </a:ln>
                <a:solidFill>
                  <a:schemeClr val="bg2">
                    <a:lumMod val="10000"/>
                  </a:schemeClr>
                </a:solidFill>
                <a:effectLst/>
                <a:uLnTx/>
                <a:uFillTx/>
                <a:latin typeface="Aptos" panose="020B0004020202020204" pitchFamily="34" charset="0"/>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AU" sz="900" b="0" i="0" u="none" strike="noStrike" kern="1200" cap="none" spc="0" normalizeH="0" baseline="0" noProof="0">
              <a:ln>
                <a:noFill/>
              </a:ln>
              <a:solidFill>
                <a:schemeClr val="bg2">
                  <a:lumMod val="10000"/>
                </a:schemeClr>
              </a:solidFill>
              <a:effectLst/>
              <a:uLnTx/>
              <a:uFillTx/>
              <a:latin typeface="Aptos" panose="020B0004020202020204" pitchFamily="34" charset="0"/>
              <a:ea typeface="+mn-ea"/>
              <a:cs typeface="+mn-cs"/>
            </a:endParaRPr>
          </a:p>
        </p:txBody>
      </p:sp>
      <p:sp>
        <p:nvSpPr>
          <p:cNvPr id="15" name="Header row"/>
          <p:cNvSpPr/>
          <p:nvPr/>
        </p:nvSpPr>
        <p:spPr>
          <a:xfrm>
            <a:off x="566928" y="1463040"/>
            <a:ext cx="11064240" cy="384048"/>
          </a:xfrm>
          <a:prstGeom prst="rect">
            <a:avLst/>
          </a:prstGeom>
          <a:solidFill>
            <a:srgbClr val="44546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TextBox 15"/>
          <p:cNvSpPr txBox="1"/>
          <p:nvPr/>
        </p:nvSpPr>
        <p:spPr>
          <a:xfrm>
            <a:off x="731520" y="1463040"/>
            <a:ext cx="2103120" cy="384048"/>
          </a:xfrm>
          <a:prstGeom prst="rect">
            <a:avLst/>
          </a:prstGeom>
          <a:noFill/>
        </p:spPr>
        <p:txBody>
          <a:bodyPr wrap="square" anchor="ctr" lIns="0" tIns="0" rIns="0" bIns="0">
            <a:spAutoFit/>
          </a:bodyPr>
          <a:lstStyle/>
          <a:p>
            <a:pPr algn="l">
              <a:lnSpc>
                <a:spcPct val="100000"/>
              </a:lnSpc>
              <a:spcAft>
                <a:spcPts val="0"/>
              </a:spcAft>
            </a:pPr>
            <a:r>
              <a:rPr sz="1050" b="1" i="0">
                <a:solidFill>
                  <a:srgbClr val="FFFFFF"/>
                </a:solidFill>
                <a:latin typeface="Poppins SemiBold"/>
              </a:rPr>
              <a:t>Step</a:t>
            </a:r>
          </a:p>
        </p:txBody>
      </p:sp>
      <p:sp>
        <p:nvSpPr>
          <p:cNvPr id="17" name="TextBox 16"/>
          <p:cNvSpPr txBox="1"/>
          <p:nvPr/>
        </p:nvSpPr>
        <p:spPr>
          <a:xfrm>
            <a:off x="3063240" y="1463040"/>
            <a:ext cx="1005840" cy="384048"/>
          </a:xfrm>
          <a:prstGeom prst="rect">
            <a:avLst/>
          </a:prstGeom>
          <a:noFill/>
        </p:spPr>
        <p:txBody>
          <a:bodyPr wrap="square" anchor="ctr" lIns="0" tIns="0" rIns="0" bIns="0">
            <a:spAutoFit/>
          </a:bodyPr>
          <a:lstStyle/>
          <a:p>
            <a:pPr algn="l">
              <a:lnSpc>
                <a:spcPct val="100000"/>
              </a:lnSpc>
              <a:spcAft>
                <a:spcPts val="0"/>
              </a:spcAft>
            </a:pPr>
            <a:r>
              <a:rPr sz="1050" b="1" i="0">
                <a:solidFill>
                  <a:srgbClr val="FFFFFF"/>
                </a:solidFill>
                <a:latin typeface="Poppins SemiBold"/>
              </a:rPr>
              <a:t>When</a:t>
            </a:r>
          </a:p>
        </p:txBody>
      </p:sp>
      <p:sp>
        <p:nvSpPr>
          <p:cNvPr id="18" name="TextBox 17"/>
          <p:cNvSpPr txBox="1"/>
          <p:nvPr/>
        </p:nvSpPr>
        <p:spPr>
          <a:xfrm>
            <a:off x="4297679" y="1463040"/>
            <a:ext cx="3749039" cy="384048"/>
          </a:xfrm>
          <a:prstGeom prst="rect">
            <a:avLst/>
          </a:prstGeom>
          <a:noFill/>
        </p:spPr>
        <p:txBody>
          <a:bodyPr wrap="square" anchor="ctr" lIns="0" tIns="0" rIns="0" bIns="0">
            <a:spAutoFit/>
          </a:bodyPr>
          <a:lstStyle/>
          <a:p>
            <a:pPr algn="l">
              <a:lnSpc>
                <a:spcPct val="100000"/>
              </a:lnSpc>
              <a:spcAft>
                <a:spcPts val="0"/>
              </a:spcAft>
            </a:pPr>
            <a:r>
              <a:rPr sz="1050" b="1" i="0">
                <a:solidFill>
                  <a:srgbClr val="FFFFFF"/>
                </a:solidFill>
                <a:latin typeface="Poppins SemiBold"/>
              </a:rPr>
              <a:t>What happens</a:t>
            </a:r>
          </a:p>
        </p:txBody>
      </p:sp>
      <p:sp>
        <p:nvSpPr>
          <p:cNvPr id="19" name="TextBox 18"/>
          <p:cNvSpPr txBox="1"/>
          <p:nvPr/>
        </p:nvSpPr>
        <p:spPr>
          <a:xfrm>
            <a:off x="8275319" y="1463040"/>
            <a:ext cx="1600200" cy="384048"/>
          </a:xfrm>
          <a:prstGeom prst="rect">
            <a:avLst/>
          </a:prstGeom>
          <a:noFill/>
        </p:spPr>
        <p:txBody>
          <a:bodyPr wrap="square" anchor="ctr" lIns="0" tIns="0" rIns="0" bIns="0">
            <a:spAutoFit/>
          </a:bodyPr>
          <a:lstStyle/>
          <a:p>
            <a:pPr algn="l">
              <a:lnSpc>
                <a:spcPct val="100000"/>
              </a:lnSpc>
              <a:spcAft>
                <a:spcPts val="0"/>
              </a:spcAft>
            </a:pPr>
            <a:r>
              <a:rPr sz="1050" b="1" i="0">
                <a:solidFill>
                  <a:srgbClr val="FFFFFF"/>
                </a:solidFill>
                <a:latin typeface="Poppins SemiBold"/>
              </a:rPr>
              <a:t>Who</a:t>
            </a:r>
          </a:p>
        </p:txBody>
      </p:sp>
      <p:sp>
        <p:nvSpPr>
          <p:cNvPr id="20" name="TextBox 19"/>
          <p:cNvSpPr txBox="1"/>
          <p:nvPr/>
        </p:nvSpPr>
        <p:spPr>
          <a:xfrm>
            <a:off x="10104119" y="1463040"/>
            <a:ext cx="1463040" cy="384048"/>
          </a:xfrm>
          <a:prstGeom prst="rect">
            <a:avLst/>
          </a:prstGeom>
          <a:noFill/>
        </p:spPr>
        <p:txBody>
          <a:bodyPr wrap="square" anchor="ctr" lIns="0" tIns="0" rIns="0" bIns="0">
            <a:spAutoFit/>
          </a:bodyPr>
          <a:lstStyle/>
          <a:p>
            <a:pPr algn="l">
              <a:lnSpc>
                <a:spcPct val="100000"/>
              </a:lnSpc>
              <a:spcAft>
                <a:spcPts val="0"/>
              </a:spcAft>
            </a:pPr>
            <a:r>
              <a:rPr sz="1050" b="1" i="0">
                <a:solidFill>
                  <a:srgbClr val="FFFFFF"/>
                </a:solidFill>
                <a:latin typeface="Poppins SemiBold"/>
              </a:rPr>
              <a:t>Output</a:t>
            </a:r>
          </a:p>
        </p:txBody>
      </p:sp>
      <p:sp>
        <p:nvSpPr>
          <p:cNvPr id="21" name="Step row"/>
          <p:cNvSpPr/>
          <p:nvPr/>
        </p:nvSpPr>
        <p:spPr>
          <a:xfrm>
            <a:off x="566928" y="1920240"/>
            <a:ext cx="11064240" cy="713232"/>
          </a:xfrm>
          <a:prstGeom prst="rect">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Number"/>
          <p:cNvSpPr/>
          <p:nvPr/>
        </p:nvSpPr>
        <p:spPr>
          <a:xfrm>
            <a:off x="731520" y="2093976"/>
            <a:ext cx="365760" cy="365760"/>
          </a:xfrm>
          <a:prstGeom prst="ellipse">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0000"/>
              </a:lnSpc>
              <a:spcAft>
                <a:spcPts val="0"/>
              </a:spcAft>
            </a:pPr>
            <a:r>
              <a:rPr sz="1100" b="1" i="0">
                <a:solidFill>
                  <a:srgbClr val="FFFFFF"/>
                </a:solidFill>
                <a:latin typeface="Poppins SemiBold"/>
              </a:rPr>
              <a:t>1</a:t>
            </a:r>
          </a:p>
        </p:txBody>
      </p:sp>
      <p:sp>
        <p:nvSpPr>
          <p:cNvPr id="23" name="TextBox 22"/>
          <p:cNvSpPr txBox="1"/>
          <p:nvPr/>
        </p:nvSpPr>
        <p:spPr>
          <a:xfrm>
            <a:off x="1234440" y="1920240"/>
            <a:ext cx="1645920" cy="713232"/>
          </a:xfrm>
          <a:prstGeom prst="rect">
            <a:avLst/>
          </a:prstGeom>
          <a:noFill/>
        </p:spPr>
        <p:txBody>
          <a:bodyPr wrap="square" anchor="ctr" lIns="0" tIns="0" rIns="0" bIns="0">
            <a:spAutoFit/>
          </a:bodyPr>
          <a:lstStyle/>
          <a:p>
            <a:pPr algn="l">
              <a:lnSpc>
                <a:spcPct val="100000"/>
              </a:lnSpc>
              <a:spcAft>
                <a:spcPts val="0"/>
              </a:spcAft>
            </a:pPr>
            <a:r>
              <a:rPr sz="1150" b="1" i="0">
                <a:solidFill>
                  <a:srgbClr val="333F4F"/>
                </a:solidFill>
                <a:latin typeface="Poppins SemiBold"/>
              </a:rPr>
              <a:t>Lock the list</a:t>
            </a:r>
          </a:p>
        </p:txBody>
      </p:sp>
      <p:sp>
        <p:nvSpPr>
          <p:cNvPr id="24" name="TextBox 23"/>
          <p:cNvSpPr txBox="1"/>
          <p:nvPr/>
        </p:nvSpPr>
        <p:spPr>
          <a:xfrm>
            <a:off x="3063240" y="1920240"/>
            <a:ext cx="1051560" cy="713232"/>
          </a:xfrm>
          <a:prstGeom prst="rect">
            <a:avLst/>
          </a:prstGeom>
          <a:noFill/>
        </p:spPr>
        <p:txBody>
          <a:bodyPr wrap="square" anchor="ctr" lIns="0" tIns="0" rIns="0" bIns="0">
            <a:spAutoFit/>
          </a:bodyPr>
          <a:lstStyle/>
          <a:p>
            <a:pPr algn="l">
              <a:lnSpc>
                <a:spcPct val="100000"/>
              </a:lnSpc>
              <a:spcAft>
                <a:spcPts val="0"/>
              </a:spcAft>
            </a:pPr>
            <a:r>
              <a:rPr sz="1100" b="1" i="0">
                <a:solidFill>
                  <a:schemeClr val="accent3"/>
                </a:solidFill>
                <a:latin typeface="Poppins SemiBold"/>
              </a:rPr>
              <a:t>w/c 26 Oct</a:t>
            </a:r>
          </a:p>
        </p:txBody>
      </p:sp>
      <p:sp>
        <p:nvSpPr>
          <p:cNvPr id="25" name="TextBox 24"/>
          <p:cNvSpPr txBox="1"/>
          <p:nvPr/>
        </p:nvSpPr>
        <p:spPr>
          <a:xfrm>
            <a:off x="4297680" y="1920240"/>
            <a:ext cx="3703320" cy="713232"/>
          </a:xfrm>
          <a:prstGeom prst="rect">
            <a:avLst/>
          </a:prstGeom>
          <a:noFill/>
        </p:spPr>
        <p:txBody>
          <a:bodyPr wrap="square" anchor="ctr" lIns="0" tIns="0" rIns="0" bIns="0">
            <a:spAutoFit/>
          </a:bodyPr>
          <a:lstStyle/>
          <a:p>
            <a:pPr algn="l">
              <a:lnSpc>
                <a:spcPct val="100000"/>
              </a:lnSpc>
              <a:spcAft>
                <a:spcPts val="0"/>
              </a:spcAft>
            </a:pPr>
            <a:r>
              <a:rPr sz="950" b="0" i="0">
                <a:solidFill>
                  <a:srgbClr val="333F4F"/>
                </a:solidFill>
                <a:latin typeface="Open Sans"/>
              </a:rPr>
              <a:t>Confirm the 53 initiatives, owners and duplicates. Resolve the items marked (?).</a:t>
            </a:r>
          </a:p>
        </p:txBody>
      </p:sp>
      <p:sp>
        <p:nvSpPr>
          <p:cNvPr id="26" name="TextBox 25"/>
          <p:cNvSpPr txBox="1"/>
          <p:nvPr/>
        </p:nvSpPr>
        <p:spPr>
          <a:xfrm>
            <a:off x="8275320" y="1920240"/>
            <a:ext cx="1600200" cy="713232"/>
          </a:xfrm>
          <a:prstGeom prst="rect">
            <a:avLst/>
          </a:prstGeom>
          <a:noFill/>
        </p:spPr>
        <p:txBody>
          <a:bodyPr wrap="square" anchor="ctr" lIns="0" tIns="0" rIns="0" bIns="0">
            <a:spAutoFit/>
          </a:bodyPr>
          <a:lstStyle/>
          <a:p>
            <a:pPr algn="l">
              <a:lnSpc>
                <a:spcPct val="100000"/>
              </a:lnSpc>
              <a:spcAft>
                <a:spcPts val="0"/>
              </a:spcAft>
            </a:pPr>
            <a:r>
              <a:rPr sz="950" b="0" i="0">
                <a:solidFill>
                  <a:srgbClr val="333F4F"/>
                </a:solidFill>
                <a:latin typeface="Open Sans"/>
              </a:rPr>
              <a:t>Belinda and TSG</a:t>
            </a:r>
          </a:p>
        </p:txBody>
      </p:sp>
      <p:sp>
        <p:nvSpPr>
          <p:cNvPr id="27" name="TextBox 26"/>
          <p:cNvSpPr txBox="1"/>
          <p:nvPr/>
        </p:nvSpPr>
        <p:spPr>
          <a:xfrm>
            <a:off x="10104120" y="1920240"/>
            <a:ext cx="1463040" cy="713232"/>
          </a:xfrm>
          <a:prstGeom prst="rect">
            <a:avLst/>
          </a:prstGeom>
          <a:noFill/>
        </p:spPr>
        <p:txBody>
          <a:bodyPr wrap="square" anchor="ctr" lIns="0" tIns="0" rIns="0" bIns="0">
            <a:spAutoFit/>
          </a:bodyPr>
          <a:lstStyle/>
          <a:p>
            <a:pPr algn="l">
              <a:lnSpc>
                <a:spcPct val="100000"/>
              </a:lnSpc>
              <a:spcAft>
                <a:spcPts val="0"/>
              </a:spcAft>
            </a:pPr>
            <a:r>
              <a:rPr sz="950" b="1" i="0">
                <a:solidFill>
                  <a:srgbClr val="333F4F"/>
                </a:solidFill>
                <a:latin typeface="Open Sans"/>
              </a:rPr>
              <a:t>A validated initiative register</a:t>
            </a:r>
          </a:p>
        </p:txBody>
      </p:sp>
      <p:sp>
        <p:nvSpPr>
          <p:cNvPr id="28" name="Step row"/>
          <p:cNvSpPr/>
          <p:nvPr/>
        </p:nvSpPr>
        <p:spPr>
          <a:xfrm>
            <a:off x="566928" y="2688336"/>
            <a:ext cx="11064240" cy="713232"/>
          </a:xfrm>
          <a:prstGeom prst="rect">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Number"/>
          <p:cNvSpPr/>
          <p:nvPr/>
        </p:nvSpPr>
        <p:spPr>
          <a:xfrm>
            <a:off x="731520" y="2862072"/>
            <a:ext cx="365760" cy="365760"/>
          </a:xfrm>
          <a:prstGeom prst="ellipse">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0000"/>
              </a:lnSpc>
              <a:spcAft>
                <a:spcPts val="0"/>
              </a:spcAft>
            </a:pPr>
            <a:r>
              <a:rPr sz="1100" b="1" i="0">
                <a:solidFill>
                  <a:srgbClr val="FFFFFF"/>
                </a:solidFill>
                <a:latin typeface="Poppins SemiBold"/>
              </a:rPr>
              <a:t>2</a:t>
            </a:r>
          </a:p>
        </p:txBody>
      </p:sp>
      <p:sp>
        <p:nvSpPr>
          <p:cNvPr id="30" name="TextBox 29"/>
          <p:cNvSpPr txBox="1"/>
          <p:nvPr/>
        </p:nvSpPr>
        <p:spPr>
          <a:xfrm>
            <a:off x="1234440" y="2688336"/>
            <a:ext cx="1645920" cy="713232"/>
          </a:xfrm>
          <a:prstGeom prst="rect">
            <a:avLst/>
          </a:prstGeom>
          <a:noFill/>
        </p:spPr>
        <p:txBody>
          <a:bodyPr wrap="square" anchor="ctr" lIns="0" tIns="0" rIns="0" bIns="0">
            <a:spAutoFit/>
          </a:bodyPr>
          <a:lstStyle/>
          <a:p>
            <a:pPr algn="l">
              <a:lnSpc>
                <a:spcPct val="100000"/>
              </a:lnSpc>
              <a:spcAft>
                <a:spcPts val="0"/>
              </a:spcAft>
            </a:pPr>
            <a:r>
              <a:rPr sz="1150" b="1" i="0">
                <a:solidFill>
                  <a:srgbClr val="333F4F"/>
                </a:solidFill>
                <a:latin typeface="Poppins SemiBold"/>
              </a:rPr>
              <a:t>Map the timelines</a:t>
            </a:r>
          </a:p>
        </p:txBody>
      </p:sp>
      <p:sp>
        <p:nvSpPr>
          <p:cNvPr id="31" name="TextBox 30"/>
          <p:cNvSpPr txBox="1"/>
          <p:nvPr/>
        </p:nvSpPr>
        <p:spPr>
          <a:xfrm>
            <a:off x="3063240" y="2688336"/>
            <a:ext cx="1051560" cy="713232"/>
          </a:xfrm>
          <a:prstGeom prst="rect">
            <a:avLst/>
          </a:prstGeom>
          <a:noFill/>
        </p:spPr>
        <p:txBody>
          <a:bodyPr wrap="square" anchor="ctr" lIns="0" tIns="0" rIns="0" bIns="0">
            <a:spAutoFit/>
          </a:bodyPr>
          <a:lstStyle/>
          <a:p>
            <a:pPr algn="l">
              <a:lnSpc>
                <a:spcPct val="100000"/>
              </a:lnSpc>
              <a:spcAft>
                <a:spcPts val="0"/>
              </a:spcAft>
            </a:pPr>
            <a:r>
              <a:rPr sz="1100" b="1" i="0">
                <a:solidFill>
                  <a:schemeClr val="accent3"/>
                </a:solidFill>
                <a:latin typeface="Poppins SemiBold"/>
              </a:rPr>
              <a:t>By 13 Nov</a:t>
            </a:r>
          </a:p>
        </p:txBody>
      </p:sp>
      <p:sp>
        <p:nvSpPr>
          <p:cNvPr id="32" name="TextBox 31"/>
          <p:cNvSpPr txBox="1"/>
          <p:nvPr/>
        </p:nvSpPr>
        <p:spPr>
          <a:xfrm>
            <a:off x="4297680" y="2688336"/>
            <a:ext cx="3703320" cy="713232"/>
          </a:xfrm>
          <a:prstGeom prst="rect">
            <a:avLst/>
          </a:prstGeom>
          <a:noFill/>
        </p:spPr>
        <p:txBody>
          <a:bodyPr wrap="square" anchor="ctr" lIns="0" tIns="0" rIns="0" bIns="0">
            <a:spAutoFit/>
          </a:bodyPr>
          <a:lstStyle/>
          <a:p>
            <a:pPr algn="l">
              <a:lnSpc>
                <a:spcPct val="100000"/>
              </a:lnSpc>
              <a:spcAft>
                <a:spcPts val="0"/>
              </a:spcAft>
            </a:pPr>
            <a:r>
              <a:rPr sz="950" b="0" i="0">
                <a:solidFill>
                  <a:srgbClr val="333F4F"/>
                </a:solidFill>
                <a:latin typeface="Open Sans"/>
              </a:rPr>
              <a:t>For each initiative: start, end, key milestones and what has already been delivered. CMI and CS Health first.</a:t>
            </a:r>
          </a:p>
        </p:txBody>
      </p:sp>
      <p:sp>
        <p:nvSpPr>
          <p:cNvPr id="33" name="TextBox 32"/>
          <p:cNvSpPr txBox="1"/>
          <p:nvPr/>
        </p:nvSpPr>
        <p:spPr>
          <a:xfrm>
            <a:off x="8275320" y="2688336"/>
            <a:ext cx="1600200" cy="713232"/>
          </a:xfrm>
          <a:prstGeom prst="rect">
            <a:avLst/>
          </a:prstGeom>
          <a:noFill/>
        </p:spPr>
        <p:txBody>
          <a:bodyPr wrap="square" anchor="ctr" lIns="0" tIns="0" rIns="0" bIns="0">
            <a:spAutoFit/>
          </a:bodyPr>
          <a:lstStyle/>
          <a:p>
            <a:pPr algn="l">
              <a:lnSpc>
                <a:spcPct val="100000"/>
              </a:lnSpc>
              <a:spcAft>
                <a:spcPts val="0"/>
              </a:spcAft>
            </a:pPr>
            <a:r>
              <a:rPr sz="950" b="0" i="0">
                <a:solidFill>
                  <a:srgbClr val="333F4F"/>
                </a:solidFill>
                <a:latin typeface="Open Sans"/>
              </a:rPr>
              <a:t>TSG and Belinda, with BU owners</a:t>
            </a:r>
          </a:p>
        </p:txBody>
      </p:sp>
      <p:sp>
        <p:nvSpPr>
          <p:cNvPr id="34" name="TextBox 33"/>
          <p:cNvSpPr txBox="1"/>
          <p:nvPr/>
        </p:nvSpPr>
        <p:spPr>
          <a:xfrm>
            <a:off x="10104120" y="2688336"/>
            <a:ext cx="1463040" cy="713232"/>
          </a:xfrm>
          <a:prstGeom prst="rect">
            <a:avLst/>
          </a:prstGeom>
          <a:noFill/>
        </p:spPr>
        <p:txBody>
          <a:bodyPr wrap="square" anchor="ctr" lIns="0" tIns="0" rIns="0" bIns="0">
            <a:spAutoFit/>
          </a:bodyPr>
          <a:lstStyle/>
          <a:p>
            <a:pPr algn="l">
              <a:lnSpc>
                <a:spcPct val="100000"/>
              </a:lnSpc>
              <a:spcAft>
                <a:spcPts val="0"/>
              </a:spcAft>
            </a:pPr>
            <a:r>
              <a:rPr sz="950" b="1" i="0">
                <a:solidFill>
                  <a:srgbClr val="333F4F"/>
                </a:solidFill>
                <a:latin typeface="Open Sans"/>
              </a:rPr>
              <a:t>One roadmap of now, next and later</a:t>
            </a:r>
          </a:p>
        </p:txBody>
      </p:sp>
      <p:sp>
        <p:nvSpPr>
          <p:cNvPr id="35" name="Step row"/>
          <p:cNvSpPr/>
          <p:nvPr/>
        </p:nvSpPr>
        <p:spPr>
          <a:xfrm>
            <a:off x="566928" y="3456432"/>
            <a:ext cx="11064240" cy="713232"/>
          </a:xfrm>
          <a:prstGeom prst="rect">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Number"/>
          <p:cNvSpPr/>
          <p:nvPr/>
        </p:nvSpPr>
        <p:spPr>
          <a:xfrm>
            <a:off x="731520" y="3630168"/>
            <a:ext cx="365760" cy="365760"/>
          </a:xfrm>
          <a:prstGeom prst="ellipse">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0000"/>
              </a:lnSpc>
              <a:spcAft>
                <a:spcPts val="0"/>
              </a:spcAft>
            </a:pPr>
            <a:r>
              <a:rPr sz="1100" b="1" i="0">
                <a:solidFill>
                  <a:srgbClr val="FFFFFF"/>
                </a:solidFill>
                <a:latin typeface="Poppins SemiBold"/>
              </a:rPr>
              <a:t>3</a:t>
            </a:r>
          </a:p>
        </p:txBody>
      </p:sp>
      <p:sp>
        <p:nvSpPr>
          <p:cNvPr id="37" name="TextBox 36"/>
          <p:cNvSpPr txBox="1"/>
          <p:nvPr/>
        </p:nvSpPr>
        <p:spPr>
          <a:xfrm>
            <a:off x="1234440" y="3456432"/>
            <a:ext cx="1645920" cy="713232"/>
          </a:xfrm>
          <a:prstGeom prst="rect">
            <a:avLst/>
          </a:prstGeom>
          <a:noFill/>
        </p:spPr>
        <p:txBody>
          <a:bodyPr wrap="square" anchor="ctr" lIns="0" tIns="0" rIns="0" bIns="0">
            <a:spAutoFit/>
          </a:bodyPr>
          <a:lstStyle/>
          <a:p>
            <a:pPr algn="l">
              <a:lnSpc>
                <a:spcPct val="100000"/>
              </a:lnSpc>
              <a:spcAft>
                <a:spcPts val="0"/>
              </a:spcAft>
            </a:pPr>
            <a:r>
              <a:rPr sz="1150" b="1" i="0">
                <a:solidFill>
                  <a:srgbClr val="333F4F"/>
                </a:solidFill>
                <a:latin typeface="Poppins SemiBold"/>
              </a:rPr>
              <a:t>Prioritise what goes back</a:t>
            </a:r>
          </a:p>
        </p:txBody>
      </p:sp>
      <p:sp>
        <p:nvSpPr>
          <p:cNvPr id="38" name="TextBox 37"/>
          <p:cNvSpPr txBox="1"/>
          <p:nvPr/>
        </p:nvSpPr>
        <p:spPr>
          <a:xfrm>
            <a:off x="3063240" y="3456432"/>
            <a:ext cx="1051560" cy="713232"/>
          </a:xfrm>
          <a:prstGeom prst="rect">
            <a:avLst/>
          </a:prstGeom>
          <a:noFill/>
        </p:spPr>
        <p:txBody>
          <a:bodyPr wrap="square" anchor="ctr" lIns="0" tIns="0" rIns="0" bIns="0">
            <a:spAutoFit/>
          </a:bodyPr>
          <a:lstStyle/>
          <a:p>
            <a:pPr algn="l">
              <a:lnSpc>
                <a:spcPct val="100000"/>
              </a:lnSpc>
              <a:spcAft>
                <a:spcPts val="0"/>
              </a:spcAft>
            </a:pPr>
            <a:r>
              <a:rPr sz="1100" b="1" i="0">
                <a:solidFill>
                  <a:schemeClr val="accent3"/>
                </a:solidFill>
                <a:latin typeface="Poppins SemiBold"/>
              </a:rPr>
              <a:t>By 20 Nov</a:t>
            </a:r>
          </a:p>
        </p:txBody>
      </p:sp>
      <p:sp>
        <p:nvSpPr>
          <p:cNvPr id="39" name="TextBox 38"/>
          <p:cNvSpPr txBox="1"/>
          <p:nvPr/>
        </p:nvSpPr>
        <p:spPr>
          <a:xfrm>
            <a:off x="4297680" y="3456432"/>
            <a:ext cx="3703320" cy="713232"/>
          </a:xfrm>
          <a:prstGeom prst="rect">
            <a:avLst/>
          </a:prstGeom>
          <a:noFill/>
        </p:spPr>
        <p:txBody>
          <a:bodyPr wrap="square" anchor="ctr" lIns="0" tIns="0" rIns="0" bIns="0">
            <a:spAutoFit/>
          </a:bodyPr>
          <a:lstStyle/>
          <a:p>
            <a:pPr algn="l">
              <a:lnSpc>
                <a:spcPct val="100000"/>
              </a:lnSpc>
              <a:spcAft>
                <a:spcPts val="0"/>
              </a:spcAft>
            </a:pPr>
            <a:r>
              <a:rPr sz="950" b="0" i="0">
                <a:solidFill>
                  <a:srgbClr val="333F4F"/>
                </a:solidFill>
                <a:latin typeface="Open Sans"/>
              </a:rPr>
              <a:t>Shortlist what industry will feel, can see progress on soon, and ties to Service Experience &amp; Consistency. Tag each as progress, awareness or result.</a:t>
            </a:r>
          </a:p>
        </p:txBody>
      </p:sp>
      <p:sp>
        <p:nvSpPr>
          <p:cNvPr id="40" name="TextBox 39"/>
          <p:cNvSpPr txBox="1"/>
          <p:nvPr/>
        </p:nvSpPr>
        <p:spPr>
          <a:xfrm>
            <a:off x="8275320" y="3456432"/>
            <a:ext cx="1600200" cy="713232"/>
          </a:xfrm>
          <a:prstGeom prst="rect">
            <a:avLst/>
          </a:prstGeom>
          <a:noFill/>
        </p:spPr>
        <p:txBody>
          <a:bodyPr wrap="square" anchor="ctr" lIns="0" tIns="0" rIns="0" bIns="0">
            <a:spAutoFit/>
          </a:bodyPr>
          <a:lstStyle/>
          <a:p>
            <a:pPr algn="l">
              <a:lnSpc>
                <a:spcPct val="100000"/>
              </a:lnSpc>
              <a:spcAft>
                <a:spcPts val="0"/>
              </a:spcAft>
            </a:pPr>
            <a:r>
              <a:rPr sz="950" b="0" i="0">
                <a:solidFill>
                  <a:srgbClr val="333F4F"/>
                </a:solidFill>
                <a:latin typeface="Open Sans"/>
              </a:rPr>
              <a:t>Belinda and TSG, Angela to sign off</a:t>
            </a:r>
          </a:p>
        </p:txBody>
      </p:sp>
      <p:sp>
        <p:nvSpPr>
          <p:cNvPr id="41" name="TextBox 40"/>
          <p:cNvSpPr txBox="1"/>
          <p:nvPr/>
        </p:nvSpPr>
        <p:spPr>
          <a:xfrm>
            <a:off x="10104120" y="3456432"/>
            <a:ext cx="1463040" cy="713232"/>
          </a:xfrm>
          <a:prstGeom prst="rect">
            <a:avLst/>
          </a:prstGeom>
          <a:noFill/>
        </p:spPr>
        <p:txBody>
          <a:bodyPr wrap="square" anchor="ctr" lIns="0" tIns="0" rIns="0" bIns="0">
            <a:spAutoFit/>
          </a:bodyPr>
          <a:lstStyle/>
          <a:p>
            <a:pPr algn="l">
              <a:lnSpc>
                <a:spcPct val="100000"/>
              </a:lnSpc>
              <a:spcAft>
                <a:spcPts val="0"/>
              </a:spcAft>
            </a:pPr>
            <a:r>
              <a:rPr sz="950" b="1" i="0">
                <a:solidFill>
                  <a:srgbClr val="333F4F"/>
                </a:solidFill>
                <a:latin typeface="Open Sans"/>
              </a:rPr>
              <a:t>A shortlist of 6 to 8 items to take back</a:t>
            </a:r>
          </a:p>
        </p:txBody>
      </p:sp>
      <p:sp>
        <p:nvSpPr>
          <p:cNvPr id="42" name="Step row"/>
          <p:cNvSpPr/>
          <p:nvPr/>
        </p:nvSpPr>
        <p:spPr>
          <a:xfrm>
            <a:off x="566928" y="4224528"/>
            <a:ext cx="11064240" cy="713232"/>
          </a:xfrm>
          <a:prstGeom prst="rect">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Number"/>
          <p:cNvSpPr/>
          <p:nvPr/>
        </p:nvSpPr>
        <p:spPr>
          <a:xfrm>
            <a:off x="731520" y="4398264"/>
            <a:ext cx="365760" cy="365760"/>
          </a:xfrm>
          <a:prstGeom prst="ellipse">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0000"/>
              </a:lnSpc>
              <a:spcAft>
                <a:spcPts val="0"/>
              </a:spcAft>
            </a:pPr>
            <a:r>
              <a:rPr sz="1100" b="1" i="0">
                <a:solidFill>
                  <a:srgbClr val="FFFFFF"/>
                </a:solidFill>
                <a:latin typeface="Poppins SemiBold"/>
              </a:rPr>
              <a:t>4</a:t>
            </a:r>
          </a:p>
        </p:txBody>
      </p:sp>
      <p:sp>
        <p:nvSpPr>
          <p:cNvPr id="44" name="TextBox 43"/>
          <p:cNvSpPr txBox="1"/>
          <p:nvPr/>
        </p:nvSpPr>
        <p:spPr>
          <a:xfrm>
            <a:off x="1234440" y="4224528"/>
            <a:ext cx="1645920" cy="713232"/>
          </a:xfrm>
          <a:prstGeom prst="rect">
            <a:avLst/>
          </a:prstGeom>
          <a:noFill/>
        </p:spPr>
        <p:txBody>
          <a:bodyPr wrap="square" anchor="ctr" lIns="0" tIns="0" rIns="0" bIns="0">
            <a:spAutoFit/>
          </a:bodyPr>
          <a:lstStyle/>
          <a:p>
            <a:pPr algn="l">
              <a:lnSpc>
                <a:spcPct val="100000"/>
              </a:lnSpc>
              <a:spcAft>
                <a:spcPts val="0"/>
              </a:spcAft>
            </a:pPr>
            <a:r>
              <a:rPr sz="1150" b="1" i="0">
                <a:solidFill>
                  <a:srgbClr val="333F4F"/>
                </a:solidFill>
                <a:latin typeface="Poppins SemiBold"/>
              </a:rPr>
              <a:t>Build the comms approach</a:t>
            </a:r>
          </a:p>
        </p:txBody>
      </p:sp>
      <p:sp>
        <p:nvSpPr>
          <p:cNvPr id="45" name="TextBox 44"/>
          <p:cNvSpPr txBox="1"/>
          <p:nvPr/>
        </p:nvSpPr>
        <p:spPr>
          <a:xfrm>
            <a:off x="3063240" y="4224528"/>
            <a:ext cx="1051560" cy="713232"/>
          </a:xfrm>
          <a:prstGeom prst="rect">
            <a:avLst/>
          </a:prstGeom>
          <a:noFill/>
        </p:spPr>
        <p:txBody>
          <a:bodyPr wrap="square" anchor="ctr" lIns="0" tIns="0" rIns="0" bIns="0">
            <a:spAutoFit/>
          </a:bodyPr>
          <a:lstStyle/>
          <a:p>
            <a:pPr algn="l">
              <a:lnSpc>
                <a:spcPct val="100000"/>
              </a:lnSpc>
              <a:spcAft>
                <a:spcPts val="0"/>
              </a:spcAft>
            </a:pPr>
            <a:r>
              <a:rPr sz="1100" b="1" i="0">
                <a:solidFill>
                  <a:schemeClr val="accent3"/>
                </a:solidFill>
                <a:latin typeface="Poppins SemiBold"/>
              </a:rPr>
              <a:t>By 4 Dec</a:t>
            </a:r>
          </a:p>
        </p:txBody>
      </p:sp>
      <p:sp>
        <p:nvSpPr>
          <p:cNvPr id="46" name="TextBox 45"/>
          <p:cNvSpPr txBox="1"/>
          <p:nvPr/>
        </p:nvSpPr>
        <p:spPr>
          <a:xfrm>
            <a:off x="4297680" y="4224528"/>
            <a:ext cx="3703320" cy="713232"/>
          </a:xfrm>
          <a:prstGeom prst="rect">
            <a:avLst/>
          </a:prstGeom>
          <a:noFill/>
        </p:spPr>
        <p:txBody>
          <a:bodyPr wrap="square" anchor="ctr" lIns="0" tIns="0" rIns="0" bIns="0">
            <a:spAutoFit/>
          </a:bodyPr>
          <a:lstStyle/>
          <a:p>
            <a:pPr algn="l">
              <a:lnSpc>
                <a:spcPct val="100000"/>
              </a:lnSpc>
              <a:spcAft>
                <a:spcPts val="0"/>
              </a:spcAft>
            </a:pPr>
            <a:r>
              <a:rPr sz="950" b="0" i="0">
                <a:solidFill>
                  <a:srgbClr val="333F4F"/>
                </a:solidFill>
                <a:latin typeface="Open Sans"/>
              </a:rPr>
              <a:t>Map stakeholders, name the owner of each relationship (incl. the MC and MEU liaison), set the cadence and channels.</a:t>
            </a:r>
          </a:p>
        </p:txBody>
      </p:sp>
      <p:sp>
        <p:nvSpPr>
          <p:cNvPr id="47" name="TextBox 46"/>
          <p:cNvSpPr txBox="1"/>
          <p:nvPr/>
        </p:nvSpPr>
        <p:spPr>
          <a:xfrm>
            <a:off x="8275320" y="4224528"/>
            <a:ext cx="1600200" cy="713232"/>
          </a:xfrm>
          <a:prstGeom prst="rect">
            <a:avLst/>
          </a:prstGeom>
          <a:noFill/>
        </p:spPr>
        <p:txBody>
          <a:bodyPr wrap="square" anchor="ctr" lIns="0" tIns="0" rIns="0" bIns="0">
            <a:spAutoFit/>
          </a:bodyPr>
          <a:lstStyle/>
          <a:p>
            <a:pPr algn="l">
              <a:lnSpc>
                <a:spcPct val="100000"/>
              </a:lnSpc>
              <a:spcAft>
                <a:spcPts val="0"/>
              </a:spcAft>
            </a:pPr>
            <a:r>
              <a:rPr sz="950" b="0" i="0">
                <a:solidFill>
                  <a:srgbClr val="333F4F"/>
                </a:solidFill>
                <a:latin typeface="Open Sans"/>
              </a:rPr>
              <a:t>TSG and Belinda</a:t>
            </a:r>
          </a:p>
        </p:txBody>
      </p:sp>
      <p:sp>
        <p:nvSpPr>
          <p:cNvPr id="48" name="TextBox 47"/>
          <p:cNvSpPr txBox="1"/>
          <p:nvPr/>
        </p:nvSpPr>
        <p:spPr>
          <a:xfrm>
            <a:off x="10104120" y="4224528"/>
            <a:ext cx="1463040" cy="713232"/>
          </a:xfrm>
          <a:prstGeom prst="rect">
            <a:avLst/>
          </a:prstGeom>
          <a:noFill/>
        </p:spPr>
        <p:txBody>
          <a:bodyPr wrap="square" anchor="ctr" lIns="0" tIns="0" rIns="0" bIns="0">
            <a:spAutoFit/>
          </a:bodyPr>
          <a:lstStyle/>
          <a:p>
            <a:pPr algn="l">
              <a:lnSpc>
                <a:spcPct val="100000"/>
              </a:lnSpc>
              <a:spcAft>
                <a:spcPts val="0"/>
              </a:spcAft>
            </a:pPr>
            <a:r>
              <a:rPr sz="950" b="1" i="0">
                <a:solidFill>
                  <a:srgbClr val="333F4F"/>
                </a:solidFill>
                <a:latin typeface="Open Sans"/>
              </a:rPr>
              <a:t>A quarterly engagement framework and first update drafted</a:t>
            </a:r>
          </a:p>
        </p:txBody>
      </p:sp>
      <p:sp>
        <p:nvSpPr>
          <p:cNvPr id="49" name="Step row"/>
          <p:cNvSpPr/>
          <p:nvPr/>
        </p:nvSpPr>
        <p:spPr>
          <a:xfrm>
            <a:off x="566928" y="4992624"/>
            <a:ext cx="11064240" cy="713232"/>
          </a:xfrm>
          <a:prstGeom prst="rect">
            <a:avLst/>
          </a:prstGeom>
          <a:solidFill>
            <a:schemeClr val="accent3">
              <a:lumMod val="15000"/>
              <a:lumOff val="8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Number"/>
          <p:cNvSpPr/>
          <p:nvPr/>
        </p:nvSpPr>
        <p:spPr>
          <a:xfrm>
            <a:off x="731520" y="5166360"/>
            <a:ext cx="365760" cy="365760"/>
          </a:xfrm>
          <a:prstGeom prst="ellipse">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0000"/>
              </a:lnSpc>
              <a:spcAft>
                <a:spcPts val="0"/>
              </a:spcAft>
            </a:pPr>
            <a:r>
              <a:rPr sz="1100" b="1" i="0">
                <a:solidFill>
                  <a:srgbClr val="FFFFFF"/>
                </a:solidFill>
                <a:latin typeface="Poppins SemiBold"/>
              </a:rPr>
              <a:t>5</a:t>
            </a:r>
          </a:p>
        </p:txBody>
      </p:sp>
      <p:sp>
        <p:nvSpPr>
          <p:cNvPr id="51" name="TextBox 50"/>
          <p:cNvSpPr txBox="1"/>
          <p:nvPr/>
        </p:nvSpPr>
        <p:spPr>
          <a:xfrm>
            <a:off x="1234440" y="4992624"/>
            <a:ext cx="1645920" cy="713232"/>
          </a:xfrm>
          <a:prstGeom prst="rect">
            <a:avLst/>
          </a:prstGeom>
          <a:noFill/>
        </p:spPr>
        <p:txBody>
          <a:bodyPr wrap="square" anchor="ctr" lIns="0" tIns="0" rIns="0" bIns="0">
            <a:spAutoFit/>
          </a:bodyPr>
          <a:lstStyle/>
          <a:p>
            <a:pPr algn="l">
              <a:lnSpc>
                <a:spcPct val="100000"/>
              </a:lnSpc>
              <a:spcAft>
                <a:spcPts val="0"/>
              </a:spcAft>
            </a:pPr>
            <a:r>
              <a:rPr sz="1150" b="1" i="0">
                <a:solidFill>
                  <a:srgbClr val="333F4F"/>
                </a:solidFill>
                <a:latin typeface="Poppins SemiBold"/>
              </a:rPr>
              <a:t>Go back to industry</a:t>
            </a:r>
          </a:p>
        </p:txBody>
      </p:sp>
      <p:sp>
        <p:nvSpPr>
          <p:cNvPr id="52" name="TextBox 51"/>
          <p:cNvSpPr txBox="1"/>
          <p:nvPr/>
        </p:nvSpPr>
        <p:spPr>
          <a:xfrm>
            <a:off x="3063240" y="4992624"/>
            <a:ext cx="1051560" cy="713232"/>
          </a:xfrm>
          <a:prstGeom prst="rect">
            <a:avLst/>
          </a:prstGeom>
          <a:noFill/>
        </p:spPr>
        <p:txBody>
          <a:bodyPr wrap="square" anchor="ctr" lIns="0" tIns="0" rIns="0" bIns="0">
            <a:spAutoFit/>
          </a:bodyPr>
          <a:lstStyle/>
          <a:p>
            <a:pPr algn="l">
              <a:lnSpc>
                <a:spcPct val="100000"/>
              </a:lnSpc>
              <a:spcAft>
                <a:spcPts val="0"/>
              </a:spcAft>
            </a:pPr>
            <a:r>
              <a:rPr sz="1100" b="1" i="0">
                <a:solidFill>
                  <a:schemeClr val="accent3"/>
                </a:solidFill>
                <a:latin typeface="Poppins SemiBold"/>
              </a:rPr>
              <a:t>Mid Dec (TBC)</a:t>
            </a:r>
          </a:p>
        </p:txBody>
      </p:sp>
      <p:sp>
        <p:nvSpPr>
          <p:cNvPr id="53" name="TextBox 52"/>
          <p:cNvSpPr txBox="1"/>
          <p:nvPr/>
        </p:nvSpPr>
        <p:spPr>
          <a:xfrm>
            <a:off x="4297680" y="4992624"/>
            <a:ext cx="3703320" cy="713232"/>
          </a:xfrm>
          <a:prstGeom prst="rect">
            <a:avLst/>
          </a:prstGeom>
          <a:noFill/>
        </p:spPr>
        <p:txBody>
          <a:bodyPr wrap="square" anchor="ctr" lIns="0" tIns="0" rIns="0" bIns="0">
            <a:spAutoFit/>
          </a:bodyPr>
          <a:lstStyle/>
          <a:p>
            <a:pPr algn="l">
              <a:lnSpc>
                <a:spcPct val="100000"/>
              </a:lnSpc>
              <a:spcAft>
                <a:spcPts val="0"/>
              </a:spcAft>
            </a:pPr>
            <a:r>
              <a:rPr sz="950" b="0" i="0">
                <a:solidFill>
                  <a:srgbClr val="333F4F"/>
                </a:solidFill>
                <a:latin typeface="Open Sans"/>
              </a:rPr>
              <a:t>Share ‘what you said, what we’ve done, what’s next’ through the MC and MEU working groups, then quarterly.</a:t>
            </a:r>
          </a:p>
        </p:txBody>
      </p:sp>
      <p:sp>
        <p:nvSpPr>
          <p:cNvPr id="54" name="TextBox 53"/>
          <p:cNvSpPr txBox="1"/>
          <p:nvPr/>
        </p:nvSpPr>
        <p:spPr>
          <a:xfrm>
            <a:off x="8275320" y="4992624"/>
            <a:ext cx="1600200" cy="713232"/>
          </a:xfrm>
          <a:prstGeom prst="rect">
            <a:avLst/>
          </a:prstGeom>
          <a:noFill/>
        </p:spPr>
        <p:txBody>
          <a:bodyPr wrap="square" anchor="ctr" lIns="0" tIns="0" rIns="0" bIns="0">
            <a:spAutoFit/>
          </a:bodyPr>
          <a:lstStyle/>
          <a:p>
            <a:pPr algn="l">
              <a:lnSpc>
                <a:spcPct val="100000"/>
              </a:lnSpc>
              <a:spcAft>
                <a:spcPts val="0"/>
              </a:spcAft>
            </a:pPr>
            <a:r>
              <a:rPr sz="950" b="0" i="0">
                <a:solidFill>
                  <a:srgbClr val="333F4F"/>
                </a:solidFill>
                <a:latin typeface="Open Sans"/>
              </a:rPr>
              <a:t>Angela and Belinda</a:t>
            </a:r>
          </a:p>
        </p:txBody>
      </p:sp>
      <p:sp>
        <p:nvSpPr>
          <p:cNvPr id="55" name="TextBox 54"/>
          <p:cNvSpPr txBox="1"/>
          <p:nvPr/>
        </p:nvSpPr>
        <p:spPr>
          <a:xfrm>
            <a:off x="10104120" y="4992624"/>
            <a:ext cx="1463040" cy="713232"/>
          </a:xfrm>
          <a:prstGeom prst="rect">
            <a:avLst/>
          </a:prstGeom>
          <a:noFill/>
        </p:spPr>
        <p:txBody>
          <a:bodyPr wrap="square" anchor="ctr" lIns="0" tIns="0" rIns="0" bIns="0">
            <a:spAutoFit/>
          </a:bodyPr>
          <a:lstStyle/>
          <a:p>
            <a:pPr algn="l">
              <a:lnSpc>
                <a:spcPct val="100000"/>
              </a:lnSpc>
              <a:spcAft>
                <a:spcPts val="0"/>
              </a:spcAft>
            </a:pPr>
            <a:r>
              <a:rPr sz="950" b="1" i="0">
                <a:solidFill>
                  <a:srgbClr val="333F4F"/>
                </a:solidFill>
                <a:latin typeface="Open Sans"/>
              </a:rPr>
              <a:t>First progress update delivered</a:t>
            </a:r>
          </a:p>
        </p:txBody>
      </p:sp>
      <p:sp>
        <p:nvSpPr>
          <p:cNvPr id="56" name="Principle"/>
          <p:cNvSpPr/>
          <p:nvPr/>
        </p:nvSpPr>
        <p:spPr>
          <a:xfrm>
            <a:off x="566928" y="5870448"/>
            <a:ext cx="11064240" cy="548640"/>
          </a:xfrm>
          <a:prstGeom prst="rect">
            <a:avLst/>
          </a:prstGeom>
          <a:solidFill>
            <a:srgbClr val="445469"/>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rIns="274320" tIns="0" bIns="0" wrap="square"/>
          <a:lstStyle/>
          <a:p>
            <a:pPr algn="l">
              <a:lnSpc>
                <a:spcPct val="100000"/>
              </a:lnSpc>
              <a:spcAft>
                <a:spcPts val="0"/>
              </a:spcAft>
            </a:pPr>
            <a:r>
              <a:rPr sz="1200" b="1" i="0">
                <a:solidFill>
                  <a:schemeClr val="accent5"/>
                </a:solidFill>
                <a:latin typeface="Poppins SemiBold"/>
              </a:rPr>
              <a:t>Principle  </a:t>
            </a:r>
            <a:r>
              <a:rPr sz="1150" b="0" i="0">
                <a:solidFill>
                  <a:srgbClr val="FFFFFF"/>
                </a:solidFill>
                <a:latin typeface="Open Sans"/>
              </a:rPr>
              <a:t>Lead with progress, not commitments. Only take back what has been delivered or has a date attached.</a:t>
            </a:r>
          </a:p>
        </p:txBody>
      </p:sp>
      <p:sp>
        <p:nvSpPr>
          <p:cNvPr id="57" name="TextBox 56"/>
          <p:cNvSpPr txBox="1"/>
          <p:nvPr/>
        </p:nvSpPr>
        <p:spPr>
          <a:xfrm>
            <a:off x="566928" y="6492240"/>
            <a:ext cx="10058400" cy="201168"/>
          </a:xfrm>
          <a:prstGeom prst="rect">
            <a:avLst/>
          </a:prstGeom>
          <a:noFill/>
        </p:spPr>
        <p:txBody>
          <a:bodyPr wrap="square" anchor="t" lIns="0" tIns="0" rIns="0" bIns="0">
            <a:spAutoFit/>
          </a:bodyPr>
          <a:lstStyle/>
          <a:p>
            <a:pPr algn="l">
              <a:lnSpc>
                <a:spcPct val="100000"/>
              </a:lnSpc>
              <a:spcAft>
                <a:spcPts val="0"/>
              </a:spcAft>
            </a:pPr>
            <a:r>
              <a:rPr sz="800" b="0" i="1">
                <a:solidFill>
                  <a:srgbClr val="445469"/>
                </a:solidFill>
                <a:latin typeface="Open Sans"/>
              </a:rPr>
              <a:t>Dates are proposed, to confirm with Belinda.</a:t>
            </a:r>
          </a:p>
        </p:txBody>
      </p:sp>
    </p:spTree>
    <p:extLst>
      <p:ext uri="{BB962C8B-B14F-4D97-AF65-F5344CB8AC3E}">
        <p14:creationId xmlns:p14="http://schemas.microsoft.com/office/powerpoint/2010/main" val="129514326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E04E26-E604-813E-86D3-014AA1D9C32E}"/>
            </a:ext>
          </a:extLst>
        </p:cNvPr>
        <p:cNvGrpSpPr/>
        <p:nvPr/>
      </p:nvGrpSpPr>
      <p:grpSpPr>
        <a:xfrm>
          <a:off x="0" y="0"/>
          <a:ext cx="0" cy="0"/>
          <a:chOff x="0" y="0"/>
          <a:chExt cx="0" cy="0"/>
        </a:xfrm>
      </p:grpSpPr>
      <p:cxnSp>
        <p:nvCxnSpPr>
          <p:cNvPr id="5" name="Straight Connector 4">
            <a:extLst>
              <a:ext uri="{FF2B5EF4-FFF2-40B4-BE49-F238E27FC236}">
                <a16:creationId xmlns:a16="http://schemas.microsoft.com/office/drawing/2014/main" id="{3608ACD3-B5DF-52A8-4DE1-4D5D28F05B17}"/>
              </a:ext>
            </a:extLst>
          </p:cNvPr>
          <p:cNvCxnSpPr>
            <a:cxnSpLocks/>
            <a:stCxn id="6" idx="3"/>
          </p:cNvCxnSpPr>
          <p:nvPr/>
        </p:nvCxnSpPr>
        <p:spPr>
          <a:xfrm>
            <a:off x="2609641" y="277669"/>
            <a:ext cx="9582359" cy="0"/>
          </a:xfrm>
          <a:prstGeom prst="line">
            <a:avLst/>
          </a:prstGeom>
          <a:ln w="3175">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3" name="Straight Connector 2">
            <a:extLst>
              <a:ext uri="{FF2B5EF4-FFF2-40B4-BE49-F238E27FC236}">
                <a16:creationId xmlns:a16="http://schemas.microsoft.com/office/drawing/2014/main" id="{555E4999-7C88-D24F-75F2-28872F004E5D}"/>
              </a:ext>
            </a:extLst>
          </p:cNvPr>
          <p:cNvCxnSpPr>
            <a:cxnSpLocks/>
            <a:endCxn id="6" idx="1"/>
          </p:cNvCxnSpPr>
          <p:nvPr/>
        </p:nvCxnSpPr>
        <p:spPr>
          <a:xfrm>
            <a:off x="0" y="277669"/>
            <a:ext cx="548641" cy="0"/>
          </a:xfrm>
          <a:prstGeom prst="line">
            <a:avLst/>
          </a:prstGeom>
          <a:ln w="3175">
            <a:solidFill>
              <a:schemeClr val="accent6"/>
            </a:solidFill>
          </a:ln>
        </p:spPr>
        <p:style>
          <a:lnRef idx="1">
            <a:schemeClr val="accent1"/>
          </a:lnRef>
          <a:fillRef idx="0">
            <a:schemeClr val="accent1"/>
          </a:fillRef>
          <a:effectRef idx="0">
            <a:schemeClr val="accent1"/>
          </a:effectRef>
          <a:fontRef idx="minor">
            <a:schemeClr val="tx1"/>
          </a:fontRef>
        </p:style>
      </p:cxnSp>
      <p:sp>
        <p:nvSpPr>
          <p:cNvPr id="6" name="Text 0">
            <a:extLst>
              <a:ext uri="{FF2B5EF4-FFF2-40B4-BE49-F238E27FC236}">
                <a16:creationId xmlns:a16="http://schemas.microsoft.com/office/drawing/2014/main" id="{93F24A76-699F-A050-BCAC-71BD08B264A2}"/>
              </a:ext>
            </a:extLst>
          </p:cNvPr>
          <p:cNvSpPr/>
          <p:nvPr/>
        </p:nvSpPr>
        <p:spPr>
          <a:xfrm>
            <a:off x="548641" y="165782"/>
            <a:ext cx="2061000" cy="223773"/>
          </a:xfrm>
          <a:prstGeom prst="roundRect">
            <a:avLst>
              <a:gd name="adj" fmla="val 50000"/>
            </a:avLst>
          </a:prstGeom>
          <a:noFill/>
          <a:ln w="3175">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i="0" u="none" strike="noStrike" kern="0" cap="none" normalizeH="0" baseline="0" noProof="0">
                <a:ln>
                  <a:noFill/>
                </a:ln>
                <a:solidFill>
                  <a:schemeClr val="accent6"/>
                </a:solidFill>
                <a:effectLst/>
                <a:uLnTx/>
                <a:uFillTx/>
                <a:latin typeface="Poppins" pitchFamily="34" charset="0"/>
                <a:ea typeface="Poppins" pitchFamily="34" charset="-122"/>
                <a:cs typeface="Poppins" pitchFamily="34" charset="-120"/>
              </a:rPr>
              <a:t>ISS GMT Working Session</a:t>
            </a:r>
          </a:p>
        </p:txBody>
      </p:sp>
      <p:sp>
        <p:nvSpPr>
          <p:cNvPr id="14" name="Title 4">
            <a:extLst>
              <a:ext uri="{FF2B5EF4-FFF2-40B4-BE49-F238E27FC236}">
                <a16:creationId xmlns:a16="http://schemas.microsoft.com/office/drawing/2014/main" id="{15B0D0C6-2A12-4A64-5CA6-AFD820857D29}"/>
              </a:ext>
            </a:extLst>
          </p:cNvPr>
          <p:cNvSpPr txBox="1">
            <a:spLocks/>
          </p:cNvSpPr>
          <p:nvPr/>
        </p:nvSpPr>
        <p:spPr>
          <a:xfrm>
            <a:off x="525018" y="573082"/>
            <a:ext cx="11200000" cy="880000"/>
          </a:xfrm>
          <a:prstGeom prst="rect">
            <a:avLst/>
          </a:prstGeom>
        </p:spPr>
        <p:txBody>
          <a:bodyPr vert="horz" lIns="91440" tIns="45720" rIns="91440" bIns="45720" rtlCol="0" anchor="t">
            <a:noAutofit/>
          </a:bodyPr>
          <a:lstStyle>
            <a:defPPr>
              <a:defRPr lang="en-US"/>
            </a:defPPr>
            <a:lvl1pPr>
              <a:lnSpc>
                <a:spcPct val="114000"/>
              </a:lnSpc>
              <a:spcBef>
                <a:spcPct val="0"/>
              </a:spcBef>
              <a:buNone/>
              <a:defRPr sz="2200">
                <a:solidFill>
                  <a:schemeClr val="accent6">
                    <a:lumMod val="75000"/>
                  </a:schemeClr>
                </a:solidFill>
                <a:latin typeface="Poppins SemiBold" panose="00000700000000000000" pitchFamily="2" charset="0"/>
                <a:ea typeface="+mj-ea"/>
                <a:cs typeface="Poppins SemiBold" panose="00000700000000000000" pitchFamily="2" charset="0"/>
              </a:defRPr>
            </a:lvl1pPr>
          </a:lstStyle>
          <a:p>
            <a:r>
              <a:rPr lang="en-AU">
                <a:solidFill/>
              </a:rPr>
              <a:t>What we need from Belinda </a:t>
            </a:r>
            <a:r>
              <a:rPr lang="en-AU">
                <a:solidFill>
                  <a:schemeClr val="accent3"/>
                </a:solidFill>
              </a:rPr>
              <a:t>this week</a:t>
            </a:r>
          </a:p>
        </p:txBody>
      </p:sp>
      <p:sp>
        <p:nvSpPr>
          <p:cNvPr id="2" name="Slide Number Placeholder 1">
            <a:extLst>
              <a:ext uri="{FF2B5EF4-FFF2-40B4-BE49-F238E27FC236}">
                <a16:creationId xmlns:a16="http://schemas.microsoft.com/office/drawing/2014/main" id="{2B6BE33A-60B5-E311-CB42-7B2F0308709E}"/>
              </a:ext>
            </a:extLst>
          </p:cNvPr>
          <p:cNvSpPr txBox="1">
            <a:spLocks/>
          </p:cNvSpPr>
          <p:nvPr/>
        </p:nvSpPr>
        <p:spPr>
          <a:xfrm>
            <a:off x="9309830" y="6429863"/>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9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FA8BD019-05FF-F145-A6E1-6EE5A88665E4}" type="slidenum">
              <a:rPr kumimoji="0" lang="en-AU" sz="900" b="0" i="0" u="none" strike="noStrike" kern="1200" cap="none" spc="0" normalizeH="0" baseline="0" noProof="0" smtClean="0">
                <a:ln>
                  <a:noFill/>
                </a:ln>
                <a:solidFill>
                  <a:schemeClr val="bg2">
                    <a:lumMod val="10000"/>
                  </a:schemeClr>
                </a:solidFill>
                <a:effectLst/>
                <a:uLnTx/>
                <a:uFillTx/>
                <a:latin typeface="Aptos" panose="020B0004020202020204" pitchFamily="34" charset="0"/>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AU" sz="900" b="0" i="0" u="none" strike="noStrike" kern="1200" cap="none" spc="0" normalizeH="0" baseline="0" noProof="0">
              <a:ln>
                <a:noFill/>
              </a:ln>
              <a:solidFill>
                <a:schemeClr val="bg2">
                  <a:lumMod val="10000"/>
                </a:schemeClr>
              </a:solidFill>
              <a:effectLst/>
              <a:uLnTx/>
              <a:uFillTx/>
              <a:latin typeface="Aptos" panose="020B0004020202020204" pitchFamily="34" charset="0"/>
              <a:ea typeface="+mn-ea"/>
              <a:cs typeface="+mn-cs"/>
            </a:endParaRPr>
          </a:p>
        </p:txBody>
      </p:sp>
      <p:sp>
        <p:nvSpPr>
          <p:cNvPr id="15" name="Ask panel"/>
          <p:cNvSpPr/>
          <p:nvPr/>
        </p:nvSpPr>
        <p:spPr>
          <a:xfrm>
            <a:off x="566928" y="1481328"/>
            <a:ext cx="6035040" cy="4526280"/>
          </a:xfrm>
          <a:prstGeom prst="rect">
            <a:avLst/>
          </a:prstGeom>
          <a:solidFill>
            <a:srgbClr val="44546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TextBox 15"/>
          <p:cNvSpPr txBox="1"/>
          <p:nvPr/>
        </p:nvSpPr>
        <p:spPr>
          <a:xfrm>
            <a:off x="841247" y="1645920"/>
            <a:ext cx="5486400" cy="411480"/>
          </a:xfrm>
          <a:prstGeom prst="rect">
            <a:avLst/>
          </a:prstGeom>
          <a:noFill/>
        </p:spPr>
        <p:txBody>
          <a:bodyPr wrap="square" anchor="ctr" lIns="0" tIns="0" rIns="0" bIns="0">
            <a:spAutoFit/>
          </a:bodyPr>
          <a:lstStyle/>
          <a:p>
            <a:pPr algn="l">
              <a:lnSpc>
                <a:spcPct val="100000"/>
              </a:lnSpc>
              <a:spcAft>
                <a:spcPts val="0"/>
              </a:spcAft>
            </a:pPr>
            <a:r>
              <a:rPr sz="1500" b="1" i="0">
                <a:solidFill>
                  <a:srgbClr val="FFFFFF"/>
                </a:solidFill>
                <a:latin typeface="Poppins SemiBold"/>
              </a:rPr>
              <a:t>Belinda</a:t>
            </a:r>
          </a:p>
        </p:txBody>
      </p:sp>
      <p:sp>
        <p:nvSpPr>
          <p:cNvPr id="17" name="Number"/>
          <p:cNvSpPr/>
          <p:nvPr/>
        </p:nvSpPr>
        <p:spPr>
          <a:xfrm>
            <a:off x="841247" y="2258568"/>
            <a:ext cx="365760" cy="365760"/>
          </a:xfrm>
          <a:prstGeom prst="ellipse">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0000"/>
              </a:lnSpc>
              <a:spcAft>
                <a:spcPts val="0"/>
              </a:spcAft>
            </a:pPr>
            <a:r>
              <a:rPr sz="1100" b="1" i="0">
                <a:solidFill>
                  <a:srgbClr val="FFFFFF"/>
                </a:solidFill>
                <a:latin typeface="Poppins SemiBold"/>
              </a:rPr>
              <a:t>1</a:t>
            </a:r>
          </a:p>
        </p:txBody>
      </p:sp>
      <p:sp>
        <p:nvSpPr>
          <p:cNvPr id="18" name="TextBox 17"/>
          <p:cNvSpPr txBox="1"/>
          <p:nvPr/>
        </p:nvSpPr>
        <p:spPr>
          <a:xfrm>
            <a:off x="1344168" y="2212848"/>
            <a:ext cx="4983479" cy="731520"/>
          </a:xfrm>
          <a:prstGeom prst="rect">
            <a:avLst/>
          </a:prstGeom>
          <a:noFill/>
        </p:spPr>
        <p:txBody>
          <a:bodyPr wrap="square" anchor="t" lIns="0" tIns="0" rIns="0" bIns="0">
            <a:spAutoFit/>
          </a:bodyPr>
          <a:lstStyle/>
          <a:p>
            <a:pPr algn="l">
              <a:lnSpc>
                <a:spcPct val="100000"/>
              </a:lnSpc>
              <a:spcAft>
                <a:spcPts val="200"/>
              </a:spcAft>
            </a:pPr>
            <a:r>
              <a:rPr sz="1200" b="1" i="0">
                <a:solidFill>
                  <a:srgbClr val="FFFFFF"/>
                </a:solidFill>
                <a:latin typeface="Poppins SemiBold"/>
              </a:rPr>
              <a:t>Book a two-hour mapping session with TSG</a:t>
            </a:r>
          </a:p>
          <a:p>
            <a:pPr algn="l">
              <a:lnSpc>
                <a:spcPct val="100000"/>
              </a:lnSpc>
              <a:spcAft>
                <a:spcPts val="200"/>
              </a:spcAft>
            </a:pPr>
            <a:r>
              <a:rPr sz="1000" b="0" i="0">
                <a:solidFill>
                  <a:srgbClr val="C9D6E3"/>
                </a:solidFill>
                <a:latin typeface="Open Sans"/>
              </a:rPr>
              <a:t>w/c 26 Oct, to lock the list and start the roadmap</a:t>
            </a:r>
          </a:p>
        </p:txBody>
      </p:sp>
      <p:sp>
        <p:nvSpPr>
          <p:cNvPr id="19" name="Number"/>
          <p:cNvSpPr/>
          <p:nvPr/>
        </p:nvSpPr>
        <p:spPr>
          <a:xfrm>
            <a:off x="841247" y="3008375"/>
            <a:ext cx="365760" cy="365760"/>
          </a:xfrm>
          <a:prstGeom prst="ellipse">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0000"/>
              </a:lnSpc>
              <a:spcAft>
                <a:spcPts val="0"/>
              </a:spcAft>
            </a:pPr>
            <a:r>
              <a:rPr sz="1100" b="1" i="0">
                <a:solidFill>
                  <a:srgbClr val="FFFFFF"/>
                </a:solidFill>
                <a:latin typeface="Poppins SemiBold"/>
              </a:rPr>
              <a:t>2</a:t>
            </a:r>
          </a:p>
        </p:txBody>
      </p:sp>
      <p:sp>
        <p:nvSpPr>
          <p:cNvPr id="20" name="TextBox 19"/>
          <p:cNvSpPr txBox="1"/>
          <p:nvPr/>
        </p:nvSpPr>
        <p:spPr>
          <a:xfrm>
            <a:off x="1344168" y="2962656"/>
            <a:ext cx="4983479" cy="731520"/>
          </a:xfrm>
          <a:prstGeom prst="rect">
            <a:avLst/>
          </a:prstGeom>
          <a:noFill/>
        </p:spPr>
        <p:txBody>
          <a:bodyPr wrap="square" anchor="t" lIns="0" tIns="0" rIns="0" bIns="0">
            <a:spAutoFit/>
          </a:bodyPr>
          <a:lstStyle/>
          <a:p>
            <a:pPr algn="l">
              <a:lnSpc>
                <a:spcPct val="100000"/>
              </a:lnSpc>
              <a:spcAft>
                <a:spcPts val="200"/>
              </a:spcAft>
            </a:pPr>
            <a:r>
              <a:rPr sz="1200" b="1" i="0">
                <a:solidFill>
                  <a:srgbClr val="FFFFFF"/>
                </a:solidFill>
                <a:latin typeface="Poppins SemiBold"/>
              </a:rPr>
              <a:t>Nominate one contact per BU who can confirm dates</a:t>
            </a:r>
          </a:p>
          <a:p>
            <a:pPr algn="l">
              <a:lnSpc>
                <a:spcPct val="100000"/>
              </a:lnSpc>
              <a:spcAft>
                <a:spcPts val="200"/>
              </a:spcAft>
            </a:pPr>
            <a:r>
              <a:rPr sz="1000" b="0" i="0">
                <a:solidFill>
                  <a:srgbClr val="C9D6E3"/>
                </a:solidFill>
                <a:latin typeface="Open Sans"/>
              </a:rPr>
              <a:t>CMI and CS Health first, as they carry the most change</a:t>
            </a:r>
          </a:p>
        </p:txBody>
      </p:sp>
      <p:sp>
        <p:nvSpPr>
          <p:cNvPr id="21" name="Number"/>
          <p:cNvSpPr/>
          <p:nvPr/>
        </p:nvSpPr>
        <p:spPr>
          <a:xfrm>
            <a:off x="841247" y="3758183"/>
            <a:ext cx="365760" cy="365760"/>
          </a:xfrm>
          <a:prstGeom prst="ellipse">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0000"/>
              </a:lnSpc>
              <a:spcAft>
                <a:spcPts val="0"/>
              </a:spcAft>
            </a:pPr>
            <a:r>
              <a:rPr sz="1100" b="1" i="0">
                <a:solidFill>
                  <a:srgbClr val="FFFFFF"/>
                </a:solidFill>
                <a:latin typeface="Poppins SemiBold"/>
              </a:rPr>
              <a:t>3</a:t>
            </a:r>
          </a:p>
        </p:txBody>
      </p:sp>
      <p:sp>
        <p:nvSpPr>
          <p:cNvPr id="22" name="TextBox 21"/>
          <p:cNvSpPr txBox="1"/>
          <p:nvPr/>
        </p:nvSpPr>
        <p:spPr>
          <a:xfrm>
            <a:off x="1344168" y="3712463"/>
            <a:ext cx="4983479" cy="731520"/>
          </a:xfrm>
          <a:prstGeom prst="rect">
            <a:avLst/>
          </a:prstGeom>
          <a:noFill/>
        </p:spPr>
        <p:txBody>
          <a:bodyPr wrap="square" anchor="t" lIns="0" tIns="0" rIns="0" bIns="0">
            <a:spAutoFit/>
          </a:bodyPr>
          <a:lstStyle/>
          <a:p>
            <a:pPr algn="l">
              <a:lnSpc>
                <a:spcPct val="100000"/>
              </a:lnSpc>
              <a:spcAft>
                <a:spcPts val="200"/>
              </a:spcAft>
            </a:pPr>
            <a:r>
              <a:rPr sz="1200" b="1" i="0">
                <a:solidFill>
                  <a:srgbClr val="FFFFFF"/>
                </a:solidFill>
                <a:latin typeface="Poppins SemiBold"/>
              </a:rPr>
              <a:t>Confirm the +3pp per year decision</a:t>
            </a:r>
          </a:p>
          <a:p>
            <a:pPr algn="l">
              <a:lnSpc>
                <a:spcPct val="100000"/>
              </a:lnSpc>
              <a:spcAft>
                <a:spcPts val="200"/>
              </a:spcAft>
            </a:pPr>
            <a:r>
              <a:rPr sz="1000" b="0" i="0">
                <a:solidFill>
                  <a:srgbClr val="C9D6E3"/>
                </a:solidFill>
                <a:latin typeface="Open Sans"/>
              </a:rPr>
              <a:t>The target sets how ambitious the first update can be</a:t>
            </a:r>
          </a:p>
        </p:txBody>
      </p:sp>
      <p:sp>
        <p:nvSpPr>
          <p:cNvPr id="23" name="Number"/>
          <p:cNvSpPr/>
          <p:nvPr/>
        </p:nvSpPr>
        <p:spPr>
          <a:xfrm>
            <a:off x="841247" y="4507992"/>
            <a:ext cx="365760" cy="365760"/>
          </a:xfrm>
          <a:prstGeom prst="ellipse">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0000"/>
              </a:lnSpc>
              <a:spcAft>
                <a:spcPts val="0"/>
              </a:spcAft>
            </a:pPr>
            <a:r>
              <a:rPr sz="1100" b="1" i="0">
                <a:solidFill>
                  <a:srgbClr val="FFFFFF"/>
                </a:solidFill>
                <a:latin typeface="Poppins SemiBold"/>
              </a:rPr>
              <a:t>4</a:t>
            </a:r>
          </a:p>
        </p:txBody>
      </p:sp>
      <p:sp>
        <p:nvSpPr>
          <p:cNvPr id="24" name="TextBox 23"/>
          <p:cNvSpPr txBox="1"/>
          <p:nvPr/>
        </p:nvSpPr>
        <p:spPr>
          <a:xfrm>
            <a:off x="1344168" y="4462272"/>
            <a:ext cx="4983479" cy="731520"/>
          </a:xfrm>
          <a:prstGeom prst="rect">
            <a:avLst/>
          </a:prstGeom>
          <a:noFill/>
        </p:spPr>
        <p:txBody>
          <a:bodyPr wrap="square" anchor="t" lIns="0" tIns="0" rIns="0" bIns="0">
            <a:spAutoFit/>
          </a:bodyPr>
          <a:lstStyle/>
          <a:p>
            <a:pPr algn="l">
              <a:lnSpc>
                <a:spcPct val="100000"/>
              </a:lnSpc>
              <a:spcAft>
                <a:spcPts val="200"/>
              </a:spcAft>
            </a:pPr>
            <a:r>
              <a:rPr sz="1200" b="1" i="0">
                <a:solidFill>
                  <a:srgbClr val="FFFFFF"/>
                </a:solidFill>
                <a:latin typeface="Poppins SemiBold"/>
              </a:rPr>
              <a:t>Decide who owns the MC and MEU relationships</a:t>
            </a:r>
          </a:p>
          <a:p>
            <a:pPr algn="l">
              <a:lnSpc>
                <a:spcPct val="100000"/>
              </a:lnSpc>
              <a:spcAft>
                <a:spcPts val="200"/>
              </a:spcAft>
            </a:pPr>
            <a:r>
              <a:rPr sz="1000" b="0" i="0">
                <a:solidFill>
                  <a:srgbClr val="C9D6E3"/>
                </a:solidFill>
                <a:latin typeface="Open Sans"/>
              </a:rPr>
              <a:t>The GMT asked for a named liaison through the transformation</a:t>
            </a:r>
          </a:p>
        </p:txBody>
      </p:sp>
      <p:sp>
        <p:nvSpPr>
          <p:cNvPr id="25" name="Number"/>
          <p:cNvSpPr/>
          <p:nvPr/>
        </p:nvSpPr>
        <p:spPr>
          <a:xfrm>
            <a:off x="841247" y="5257800"/>
            <a:ext cx="365760" cy="365760"/>
          </a:xfrm>
          <a:prstGeom prst="ellipse">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0000"/>
              </a:lnSpc>
              <a:spcAft>
                <a:spcPts val="0"/>
              </a:spcAft>
            </a:pPr>
            <a:r>
              <a:rPr sz="1100" b="1" i="0">
                <a:solidFill>
                  <a:srgbClr val="FFFFFF"/>
                </a:solidFill>
                <a:latin typeface="Poppins SemiBold"/>
              </a:rPr>
              <a:t>5</a:t>
            </a:r>
          </a:p>
        </p:txBody>
      </p:sp>
      <p:sp>
        <p:nvSpPr>
          <p:cNvPr id="26" name="TextBox 25"/>
          <p:cNvSpPr txBox="1"/>
          <p:nvPr/>
        </p:nvSpPr>
        <p:spPr>
          <a:xfrm>
            <a:off x="1344168" y="5212080"/>
            <a:ext cx="4983479" cy="731520"/>
          </a:xfrm>
          <a:prstGeom prst="rect">
            <a:avLst/>
          </a:prstGeom>
          <a:noFill/>
        </p:spPr>
        <p:txBody>
          <a:bodyPr wrap="square" anchor="t" lIns="0" tIns="0" rIns="0" bIns="0">
            <a:spAutoFit/>
          </a:bodyPr>
          <a:lstStyle/>
          <a:p>
            <a:pPr algn="l">
              <a:lnSpc>
                <a:spcPct val="100000"/>
              </a:lnSpc>
              <a:spcAft>
                <a:spcPts val="200"/>
              </a:spcAft>
            </a:pPr>
            <a:r>
              <a:rPr sz="1200" b="1" i="0">
                <a:solidFill>
                  <a:srgbClr val="FFFFFF"/>
                </a:solidFill>
                <a:latin typeface="Poppins SemiBold"/>
              </a:rPr>
              <a:t>Agree what we are comfortable sharing externally</a:t>
            </a:r>
          </a:p>
          <a:p>
            <a:pPr algn="l">
              <a:lnSpc>
                <a:spcPct val="100000"/>
              </a:lnSpc>
              <a:spcAft>
                <a:spcPts val="200"/>
              </a:spcAft>
            </a:pPr>
            <a:r>
              <a:rPr sz="1000" b="0" i="0">
                <a:solidFill>
                  <a:srgbClr val="C9D6E3"/>
                </a:solidFill>
                <a:latin typeface="Open Sans"/>
              </a:rPr>
              <a:t>For example service standards, performance data and premium detail</a:t>
            </a:r>
          </a:p>
        </p:txBody>
      </p:sp>
      <p:sp>
        <p:nvSpPr>
          <p:cNvPr id="27" name="Ask panel"/>
          <p:cNvSpPr/>
          <p:nvPr/>
        </p:nvSpPr>
        <p:spPr>
          <a:xfrm>
            <a:off x="6784848" y="1481328"/>
            <a:ext cx="4846320" cy="4526280"/>
          </a:xfrm>
          <a:prstGeom prst="rect">
            <a:avLst/>
          </a:prstGeom>
          <a:gradFill flip="none" rotWithShape="1">
            <a:gsLst>
              <a:gs pos="0">
                <a:schemeClr val="accent5">
                  <a:lumMod val="5000"/>
                  <a:lumOff val="95000"/>
                </a:schemeClr>
              </a:gs>
              <a:gs pos="100000">
                <a:schemeClr val="accent5">
                  <a:lumMod val="20000"/>
                  <a:lumOff val="80000"/>
                  <a:alpha val="68823"/>
                </a:schemeClr>
              </a:gs>
            </a:gsLst>
            <a:lin ang="5400000" scaled="1"/>
            <a:tileRect/>
          </a:gra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7059168" y="1645920"/>
            <a:ext cx="4297680" cy="411480"/>
          </a:xfrm>
          <a:prstGeom prst="rect">
            <a:avLst/>
          </a:prstGeom>
          <a:noFill/>
        </p:spPr>
        <p:txBody>
          <a:bodyPr wrap="square" anchor="ctr" lIns="0" tIns="0" rIns="0" bIns="0">
            <a:spAutoFit/>
          </a:bodyPr>
          <a:lstStyle/>
          <a:p>
            <a:pPr algn="l">
              <a:lnSpc>
                <a:spcPct val="100000"/>
              </a:lnSpc>
              <a:spcAft>
                <a:spcPts val="0"/>
              </a:spcAft>
            </a:pPr>
            <a:r>
              <a:rPr sz="1500" b="1" i="0">
                <a:solidFill>
                  <a:srgbClr val="333F4F"/>
                </a:solidFill>
                <a:latin typeface="Poppins SemiBold"/>
              </a:rPr>
              <a:t>TSG</a:t>
            </a:r>
          </a:p>
        </p:txBody>
      </p:sp>
      <p:sp>
        <p:nvSpPr>
          <p:cNvPr id="29" name="Number"/>
          <p:cNvSpPr/>
          <p:nvPr/>
        </p:nvSpPr>
        <p:spPr>
          <a:xfrm>
            <a:off x="7059168" y="2258568"/>
            <a:ext cx="365760" cy="365760"/>
          </a:xfrm>
          <a:prstGeom prst="ellipse">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0000"/>
              </a:lnSpc>
              <a:spcAft>
                <a:spcPts val="0"/>
              </a:spcAft>
            </a:pPr>
            <a:r>
              <a:rPr sz="1100" b="1" i="0">
                <a:solidFill>
                  <a:srgbClr val="FFFFFF"/>
                </a:solidFill>
                <a:latin typeface="Poppins SemiBold"/>
              </a:rPr>
              <a:t>1</a:t>
            </a:r>
          </a:p>
        </p:txBody>
      </p:sp>
      <p:sp>
        <p:nvSpPr>
          <p:cNvPr id="30" name="TextBox 29"/>
          <p:cNvSpPr txBox="1"/>
          <p:nvPr/>
        </p:nvSpPr>
        <p:spPr>
          <a:xfrm>
            <a:off x="7562088" y="2212848"/>
            <a:ext cx="3794760" cy="731520"/>
          </a:xfrm>
          <a:prstGeom prst="rect">
            <a:avLst/>
          </a:prstGeom>
          <a:noFill/>
        </p:spPr>
        <p:txBody>
          <a:bodyPr wrap="square" anchor="t" lIns="0" tIns="0" rIns="0" bIns="0">
            <a:spAutoFit/>
          </a:bodyPr>
          <a:lstStyle/>
          <a:p>
            <a:pPr algn="l">
              <a:lnSpc>
                <a:spcPct val="100000"/>
              </a:lnSpc>
              <a:spcAft>
                <a:spcPts val="200"/>
              </a:spcAft>
            </a:pPr>
            <a:r>
              <a:rPr sz="1200" b="1" i="0">
                <a:solidFill>
                  <a:srgbClr val="333F4F"/>
                </a:solidFill>
                <a:latin typeface="Poppins SemiBold"/>
              </a:rPr>
              <a:t>Send the validated register and a roadmap template</a:t>
            </a:r>
          </a:p>
          <a:p>
            <a:pPr algn="l">
              <a:lnSpc>
                <a:spcPct val="100000"/>
              </a:lnSpc>
              <a:spcAft>
                <a:spcPts val="200"/>
              </a:spcAft>
            </a:pPr>
            <a:r>
              <a:rPr sz="1000" b="0" i="0">
                <a:solidFill>
                  <a:srgbClr val="445469"/>
                </a:solidFill>
                <a:latin typeface="Open Sans"/>
              </a:rPr>
              <a:t>Before the mapping session</a:t>
            </a:r>
          </a:p>
        </p:txBody>
      </p:sp>
      <p:sp>
        <p:nvSpPr>
          <p:cNvPr id="31" name="Number"/>
          <p:cNvSpPr/>
          <p:nvPr/>
        </p:nvSpPr>
        <p:spPr>
          <a:xfrm>
            <a:off x="7059168" y="3008375"/>
            <a:ext cx="365760" cy="365760"/>
          </a:xfrm>
          <a:prstGeom prst="ellipse">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0000"/>
              </a:lnSpc>
              <a:spcAft>
                <a:spcPts val="0"/>
              </a:spcAft>
            </a:pPr>
            <a:r>
              <a:rPr sz="1100" b="1" i="0">
                <a:solidFill>
                  <a:srgbClr val="FFFFFF"/>
                </a:solidFill>
                <a:latin typeface="Poppins SemiBold"/>
              </a:rPr>
              <a:t>2</a:t>
            </a:r>
          </a:p>
        </p:txBody>
      </p:sp>
      <p:sp>
        <p:nvSpPr>
          <p:cNvPr id="32" name="TextBox 31"/>
          <p:cNvSpPr txBox="1"/>
          <p:nvPr/>
        </p:nvSpPr>
        <p:spPr>
          <a:xfrm>
            <a:off x="7562088" y="2962656"/>
            <a:ext cx="3794760" cy="731520"/>
          </a:xfrm>
          <a:prstGeom prst="rect">
            <a:avLst/>
          </a:prstGeom>
          <a:noFill/>
        </p:spPr>
        <p:txBody>
          <a:bodyPr wrap="square" anchor="t" lIns="0" tIns="0" rIns="0" bIns="0">
            <a:spAutoFit/>
          </a:bodyPr>
          <a:lstStyle/>
          <a:p>
            <a:pPr algn="l">
              <a:lnSpc>
                <a:spcPct val="100000"/>
              </a:lnSpc>
              <a:spcAft>
                <a:spcPts val="200"/>
              </a:spcAft>
            </a:pPr>
            <a:r>
              <a:rPr sz="1200" b="1" i="0">
                <a:solidFill>
                  <a:srgbClr val="333F4F"/>
                </a:solidFill>
                <a:latin typeface="Poppins SemiBold"/>
              </a:rPr>
              <a:t>Draft the prioritisation criteria and a first shortlist</a:t>
            </a:r>
          </a:p>
          <a:p>
            <a:pPr algn="l">
              <a:lnSpc>
                <a:spcPct val="100000"/>
              </a:lnSpc>
              <a:spcAft>
                <a:spcPts val="200"/>
              </a:spcAft>
            </a:pPr>
            <a:r>
              <a:rPr sz="1000" b="0" i="0">
                <a:solidFill>
                  <a:srgbClr val="445469"/>
                </a:solidFill>
                <a:latin typeface="Open Sans"/>
              </a:rPr>
              <a:t>For Belinda to review by 20 Nov</a:t>
            </a:r>
          </a:p>
        </p:txBody>
      </p:sp>
      <p:sp>
        <p:nvSpPr>
          <p:cNvPr id="33" name="Number"/>
          <p:cNvSpPr/>
          <p:nvPr/>
        </p:nvSpPr>
        <p:spPr>
          <a:xfrm>
            <a:off x="7059168" y="3758183"/>
            <a:ext cx="365760" cy="365760"/>
          </a:xfrm>
          <a:prstGeom prst="ellipse">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0000"/>
              </a:lnSpc>
              <a:spcAft>
                <a:spcPts val="0"/>
              </a:spcAft>
            </a:pPr>
            <a:r>
              <a:rPr sz="1100" b="1" i="0">
                <a:solidFill>
                  <a:srgbClr val="FFFFFF"/>
                </a:solidFill>
                <a:latin typeface="Poppins SemiBold"/>
              </a:rPr>
              <a:t>3</a:t>
            </a:r>
          </a:p>
        </p:txBody>
      </p:sp>
      <p:sp>
        <p:nvSpPr>
          <p:cNvPr id="34" name="TextBox 33"/>
          <p:cNvSpPr txBox="1"/>
          <p:nvPr/>
        </p:nvSpPr>
        <p:spPr>
          <a:xfrm>
            <a:off x="7562088" y="3712463"/>
            <a:ext cx="3794760" cy="731520"/>
          </a:xfrm>
          <a:prstGeom prst="rect">
            <a:avLst/>
          </a:prstGeom>
          <a:noFill/>
        </p:spPr>
        <p:txBody>
          <a:bodyPr wrap="square" anchor="t" lIns="0" tIns="0" rIns="0" bIns="0">
            <a:spAutoFit/>
          </a:bodyPr>
          <a:lstStyle/>
          <a:p>
            <a:pPr algn="l">
              <a:lnSpc>
                <a:spcPct val="100000"/>
              </a:lnSpc>
              <a:spcAft>
                <a:spcPts val="200"/>
              </a:spcAft>
            </a:pPr>
            <a:r>
              <a:rPr sz="1200" b="1" i="0">
                <a:solidFill>
                  <a:srgbClr val="333F4F"/>
                </a:solidFill>
                <a:latin typeface="Poppins SemiBold"/>
              </a:rPr>
              <a:t>Draft the stakeholder map and quarterly framework</a:t>
            </a:r>
          </a:p>
          <a:p>
            <a:pPr algn="l">
              <a:lnSpc>
                <a:spcPct val="100000"/>
              </a:lnSpc>
              <a:spcAft>
                <a:spcPts val="200"/>
              </a:spcAft>
            </a:pPr>
            <a:r>
              <a:rPr sz="1000" b="0" i="0">
                <a:solidFill>
                  <a:srgbClr val="445469"/>
                </a:solidFill>
                <a:latin typeface="Open Sans"/>
              </a:rPr>
              <a:t>Building on the channels raised on the day</a:t>
            </a:r>
          </a:p>
        </p:txBody>
      </p:sp>
      <p:sp>
        <p:nvSpPr>
          <p:cNvPr id="35" name="Number"/>
          <p:cNvSpPr/>
          <p:nvPr/>
        </p:nvSpPr>
        <p:spPr>
          <a:xfrm>
            <a:off x="7059168" y="4507992"/>
            <a:ext cx="365760" cy="365760"/>
          </a:xfrm>
          <a:prstGeom prst="ellipse">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0000"/>
              </a:lnSpc>
              <a:spcAft>
                <a:spcPts val="0"/>
              </a:spcAft>
            </a:pPr>
            <a:r>
              <a:rPr sz="1100" b="1" i="0">
                <a:solidFill>
                  <a:srgbClr val="FFFFFF"/>
                </a:solidFill>
                <a:latin typeface="Poppins SemiBold"/>
              </a:rPr>
              <a:t>4</a:t>
            </a:r>
          </a:p>
        </p:txBody>
      </p:sp>
      <p:sp>
        <p:nvSpPr>
          <p:cNvPr id="36" name="TextBox 35"/>
          <p:cNvSpPr txBox="1"/>
          <p:nvPr/>
        </p:nvSpPr>
        <p:spPr>
          <a:xfrm>
            <a:off x="7562088" y="4462272"/>
            <a:ext cx="3794760" cy="731520"/>
          </a:xfrm>
          <a:prstGeom prst="rect">
            <a:avLst/>
          </a:prstGeom>
          <a:noFill/>
        </p:spPr>
        <p:txBody>
          <a:bodyPr wrap="square" anchor="t" lIns="0" tIns="0" rIns="0" bIns="0">
            <a:spAutoFit/>
          </a:bodyPr>
          <a:lstStyle/>
          <a:p>
            <a:pPr algn="l">
              <a:lnSpc>
                <a:spcPct val="100000"/>
              </a:lnSpc>
              <a:spcAft>
                <a:spcPts val="200"/>
              </a:spcAft>
            </a:pPr>
            <a:r>
              <a:rPr sz="1200" b="1" i="0">
                <a:solidFill>
                  <a:srgbClr val="333F4F"/>
                </a:solidFill>
                <a:latin typeface="Poppins SemiBold"/>
              </a:rPr>
              <a:t>Draft the first industry update for Angela</a:t>
            </a:r>
          </a:p>
          <a:p>
            <a:pPr algn="l">
              <a:lnSpc>
                <a:spcPct val="100000"/>
              </a:lnSpc>
              <a:spcAft>
                <a:spcPts val="200"/>
              </a:spcAft>
            </a:pPr>
            <a:r>
              <a:rPr sz="1000" b="0" i="0">
                <a:solidFill>
                  <a:srgbClr val="445469"/>
                </a:solidFill>
                <a:latin typeface="Open Sans"/>
              </a:rPr>
              <a:t>Ready to go to the MC and MEU working groups</a:t>
            </a:r>
          </a:p>
        </p:txBody>
      </p:sp>
      <p:sp>
        <p:nvSpPr>
          <p:cNvPr id="37" name="Outcome"/>
          <p:cNvSpPr/>
          <p:nvPr/>
        </p:nvSpPr>
        <p:spPr>
          <a:xfrm>
            <a:off x="566928" y="6144768"/>
            <a:ext cx="11064240" cy="457200"/>
          </a:xfrm>
          <a:prstGeom prst="rect">
            <a:avLst/>
          </a:prstGeom>
          <a:solidFill>
            <a:schemeClr val="accent3">
              <a:lumMod val="15000"/>
              <a:lumOff val="8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lIns="228600" rIns="182880" tIns="0" bIns="0" wrap="square"/>
          <a:lstStyle/>
          <a:p>
            <a:pPr algn="l">
              <a:lnSpc>
                <a:spcPct val="100000"/>
              </a:lnSpc>
              <a:spcAft>
                <a:spcPts val="0"/>
              </a:spcAft>
            </a:pPr>
            <a:r>
              <a:rPr sz="1100" b="1" i="0">
                <a:solidFill>
                  <a:schemeClr val="accent3"/>
                </a:solidFill>
                <a:latin typeface="Poppins SemiBold"/>
              </a:rPr>
              <a:t>Outcome  </a:t>
            </a:r>
            <a:r>
              <a:rPr sz="1100" b="0" i="0">
                <a:solidFill>
                  <a:srgbClr val="333F4F"/>
                </a:solidFill>
                <a:latin typeface="Open Sans"/>
              </a:rPr>
              <a:t>A first progress update in front of industry before the end of the year, built on work that is already moving.</a:t>
            </a:r>
          </a:p>
        </p:txBody>
      </p:sp>
    </p:spTree>
    <p:extLst>
      <p:ext uri="{BB962C8B-B14F-4D97-AF65-F5344CB8AC3E}">
        <p14:creationId xmlns:p14="http://schemas.microsoft.com/office/powerpoint/2010/main" val="1295143267"/>
      </p:ext>
    </p:extLst>
  </p:cSld>
  <p:clrMapOvr>
    <a:masterClrMapping/>
  </p:clrMapOvr>
</p:sld>
</file>

<file path=ppt/theme/theme1.xml><?xml version="1.0" encoding="utf-8"?>
<a:theme xmlns:a="http://schemas.openxmlformats.org/drawingml/2006/main" name="The Strategy Group - 2022">
  <a:themeElements>
    <a:clrScheme name="The Strategy Group - 2022">
      <a:dk1>
        <a:srgbClr val="000000"/>
      </a:dk1>
      <a:lt1>
        <a:srgbClr val="FFFFFF"/>
      </a:lt1>
      <a:dk2>
        <a:srgbClr val="3C3C3C"/>
      </a:dk2>
      <a:lt2>
        <a:srgbClr val="E5E6EB"/>
      </a:lt2>
      <a:accent1>
        <a:srgbClr val="F38047"/>
      </a:accent1>
      <a:accent2>
        <a:srgbClr val="EE2B79"/>
      </a:accent2>
      <a:accent3>
        <a:srgbClr val="0E98D7"/>
      </a:accent3>
      <a:accent4>
        <a:srgbClr val="2EB88A"/>
      </a:accent4>
      <a:accent5>
        <a:srgbClr val="54C8E9"/>
      </a:accent5>
      <a:accent6>
        <a:srgbClr val="445469"/>
      </a:accent6>
      <a:hlink>
        <a:srgbClr val="0E98D7"/>
      </a:hlink>
      <a:folHlink>
        <a:srgbClr val="445469"/>
      </a:folHlink>
    </a:clrScheme>
    <a:fontScheme name="TSG-Font theme">
      <a:majorFont>
        <a:latin typeface="Poppins"/>
        <a:ea typeface=""/>
        <a:cs typeface=""/>
      </a:majorFont>
      <a:minorFont>
        <a:latin typeface="Open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The Strategy Group - 2022">
  <a:themeElements>
    <a:clrScheme name="The Strategy Group - 2022">
      <a:dk1>
        <a:srgbClr val="000000"/>
      </a:dk1>
      <a:lt1>
        <a:srgbClr val="FFFFFF"/>
      </a:lt1>
      <a:dk2>
        <a:srgbClr val="3C3C3C"/>
      </a:dk2>
      <a:lt2>
        <a:srgbClr val="E5E6EB"/>
      </a:lt2>
      <a:accent1>
        <a:srgbClr val="F38047"/>
      </a:accent1>
      <a:accent2>
        <a:srgbClr val="EE2B79"/>
      </a:accent2>
      <a:accent3>
        <a:srgbClr val="0E98D7"/>
      </a:accent3>
      <a:accent4>
        <a:srgbClr val="2EB88A"/>
      </a:accent4>
      <a:accent5>
        <a:srgbClr val="54C8E9"/>
      </a:accent5>
      <a:accent6>
        <a:srgbClr val="445469"/>
      </a:accent6>
      <a:hlink>
        <a:srgbClr val="0E98D7"/>
      </a:hlink>
      <a:folHlink>
        <a:srgbClr val="445469"/>
      </a:folHlink>
    </a:clrScheme>
    <a:fontScheme name="TSG-Font theme">
      <a:majorFont>
        <a:latin typeface="Poppins"/>
        <a:ea typeface=""/>
        <a:cs typeface=""/>
      </a:majorFont>
      <a:minorFont>
        <a:latin typeface="Open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 Id="rId3" Type="http://schemas.microsoft.com/office/2011/relationships/webextension" Target="webextension3.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700" row="0">
    <wetp:webextensionref xmlns:r="http://schemas.openxmlformats.org/officeDocument/2006/relationships" r:id="rId2"/>
  </wetp:taskpane>
  <wetp:taskpane dockstate="right" visibility="0" width="350" row="1">
    <wetp:webextensionref xmlns:r="http://schemas.openxmlformats.org/officeDocument/2006/relationships" r:id="rId3"/>
  </wetp:taskpane>
</wetp:taskpanes>
</file>

<file path=ppt/webextensions/webextension1.xml><?xml version="1.0" encoding="utf-8"?>
<we:webextension xmlns:we="http://schemas.microsoft.com/office/webextensions/webextension/2010/11" id="{E25CDEDE-93DF-C647-B5D8-A467E7AD6B70}">
  <we:reference id="wa104381063" version="1.0.0.1" store="en-GB"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D008E564-8F99-4EDF-B2EB-65FCC5B53607}">
  <we:reference id="WA200010001" version="1.0.0.0" store="Omex" storeType="OMEX"/>
  <we:alternateReferences>
    <we:reference id="WA200010001" version="1.0.0.0" store="WA200010001" storeType="OMEX"/>
  </we:alternateReferences>
  <we:properties>
    <we:property name="Office.AutoShowTaskpaneWithDocument" value="true"/>
    <we:property name="claude.fileId" value="&quot;8e7109f5-cc27-4dee-92c6-993b70563417&quot;"/>
  </we:properties>
  <we:bindings/>
  <we:snapshot xmlns:r="http://schemas.openxmlformats.org/officeDocument/2006/relationships"/>
</we:webextension>
</file>

<file path=ppt/webextensions/webextension3.xml><?xml version="1.0" encoding="utf-8"?>
<we:webextension xmlns:we="http://schemas.microsoft.com/office/webextensions/webextension/2010/11" id="{5E2B939A-A0AD-43B7-9FF7-30F71938C10C}">
  <we:reference id="f5f369e5-aa35-49d7-ad7b-638152ddb008" version="1.0.0.1" store="excatalog" storeType="excatalog"/>
  <we:alternateReferences>
    <we:reference id="WA200010001" version="1.0.0.1" store="en-gb" storeType="omex"/>
  </we:alternateReferences>
  <we:properties>
    <we:property name="claude.fileId" value="&quot;a2abae90-18fa-4d27-b228-3bd469c0ebe3&quot;"/>
  </we:properties>
  <we:bindings/>
  <we:snapshot xmlns:r="http://schemas.openxmlformats.org/officeDocument/2006/relationships"/>
  <we:extLst>
    <a:ext xmlns:a="http://schemas.openxmlformats.org/drawingml/2006/main" uri="{0858819E-0033-43BF-8937-05EC82904868}">
      <we:backgroundApp state="0" runtimeId="Taskpane.Url"/>
    </a:ext>
  </we:extLst>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TaxCatchAll xmlns="cc335e2b-7f42-41d0-87ab-ac8237d9a47e" xsi:nil="true"/>
    <lcf76f155ced4ddcb4097134ff3c332f xmlns="6287a675-f086-4c05-9b8c-42540f50c347">
      <Terms xmlns="http://schemas.microsoft.com/office/infopath/2007/PartnerControls"/>
    </lcf76f155ced4ddcb4097134ff3c332f>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B65015FF0C4D0D4A84ACD5C5EC18BC34" ma:contentTypeVersion="19" ma:contentTypeDescription="Create a new document." ma:contentTypeScope="" ma:versionID="48ad552dc4ee1b4fa7ea69b2730e5273">
  <xsd:schema xmlns:xsd="http://www.w3.org/2001/XMLSchema" xmlns:xs="http://www.w3.org/2001/XMLSchema" xmlns:p="http://schemas.microsoft.com/office/2006/metadata/properties" xmlns:ns2="6287a675-f086-4c05-9b8c-42540f50c347" xmlns:ns3="cc335e2b-7f42-41d0-87ab-ac8237d9a47e" targetNamespace="http://schemas.microsoft.com/office/2006/metadata/properties" ma:root="true" ma:fieldsID="e2c4e7ddbc6a9a755bb796a3d33b9e2d" ns2:_="" ns3:_="">
    <xsd:import namespace="6287a675-f086-4c05-9b8c-42540f50c347"/>
    <xsd:import namespace="cc335e2b-7f42-41d0-87ab-ac8237d9a47e"/>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AutoTags" minOccurs="0"/>
                <xsd:element ref="ns2:MediaServiceOCR" minOccurs="0"/>
                <xsd:element ref="ns2:MediaServiceGenerationTime" minOccurs="0"/>
                <xsd:element ref="ns2:MediaServiceEventHashCode" minOccurs="0"/>
                <xsd:element ref="ns2:MediaServiceDateTaken" minOccurs="0"/>
                <xsd:element ref="ns2:MediaServiceLocation" minOccurs="0"/>
                <xsd:element ref="ns3:SharedWithUsers" minOccurs="0"/>
                <xsd:element ref="ns3:SharedWithDetails" minOccurs="0"/>
                <xsd:element ref="ns2:MediaLengthInSeconds" minOccurs="0"/>
                <xsd:element ref="ns2:lcf76f155ced4ddcb4097134ff3c332f" minOccurs="0"/>
                <xsd:element ref="ns3:TaxCatchAll"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287a675-f086-4c05-9b8c-42540f50c347"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AutoTags" ma:index="12" nillable="true" ma:displayName="Tags" ma:internalName="MediaServiceAutoTags"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DateTaken" ma:index="16" nillable="true" ma:displayName="MediaServiceDateTaken" ma:hidden="true" ma:internalName="MediaServiceDateTaken" ma:readOnly="true">
      <xsd:simpleType>
        <xsd:restriction base="dms:Text"/>
      </xsd:simpleType>
    </xsd:element>
    <xsd:element name="MediaServiceLocation" ma:index="17" nillable="true" ma:displayName="Location" ma:internalName="MediaServiceLocation" ma:readOnly="true">
      <xsd:simpleType>
        <xsd:restriction base="dms:Text"/>
      </xsd:simpleType>
    </xsd:element>
    <xsd:element name="MediaLengthInSeconds" ma:index="20" nillable="true" ma:displayName="MediaLengthInSeconds" ma:hidden="true" ma:internalName="MediaLengthInSeconds" ma:readOnly="true">
      <xsd:simpleType>
        <xsd:restriction base="dms:Unknown"/>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a5682369-6b18-44d4-a163-e404b92d838d"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4"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cc335e2b-7f42-41d0-87ab-ac8237d9a47e" elementFormDefault="qualified">
    <xsd:import namespace="http://schemas.microsoft.com/office/2006/documentManagement/types"/>
    <xsd:import namespace="http://schemas.microsoft.com/office/infopath/2007/PartnerControls"/>
    <xsd:element name="SharedWithUsers" ma:index="1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9" nillable="true" ma:displayName="Shared With Details" ma:internalName="SharedWithDetails" ma:readOnly="true">
      <xsd:simpleType>
        <xsd:restriction base="dms:Note">
          <xsd:maxLength value="255"/>
        </xsd:restriction>
      </xsd:simpleType>
    </xsd:element>
    <xsd:element name="TaxCatchAll" ma:index="23" nillable="true" ma:displayName="Taxonomy Catch All Column" ma:hidden="true" ma:list="{1045b74b-362b-4bc9-9c37-0e1824aef99d}" ma:internalName="TaxCatchAll" ma:showField="CatchAllData" ma:web="cc335e2b-7f42-41d0-87ab-ac8237d9a47e">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6705A753-6E37-42CF-A494-5F3AA9FF7B7D}">
  <ds:schemaRefs>
    <ds:schemaRef ds:uri="http://schemas.openxmlformats.org/package/2006/metadata/core-properties"/>
    <ds:schemaRef ds:uri="6287a675-f086-4c05-9b8c-42540f50c347"/>
    <ds:schemaRef ds:uri="http://schemas.microsoft.com/office/infopath/2007/PartnerControls"/>
    <ds:schemaRef ds:uri="http://schemas.microsoft.com/office/2006/documentManagement/types"/>
    <ds:schemaRef ds:uri="http://purl.org/dc/elements/1.1/"/>
    <ds:schemaRef ds:uri="http://schemas.microsoft.com/office/2006/metadata/properties"/>
    <ds:schemaRef ds:uri="http://www.w3.org/XML/1998/namespace"/>
    <ds:schemaRef ds:uri="http://purl.org/dc/dcmitype/"/>
    <ds:schemaRef ds:uri="http://purl.org/dc/terms/"/>
    <ds:schemaRef ds:uri="cc335e2b-7f42-41d0-87ab-ac8237d9a47e"/>
  </ds:schemaRefs>
</ds:datastoreItem>
</file>

<file path=customXml/itemProps2.xml><?xml version="1.0" encoding="utf-8"?>
<ds:datastoreItem xmlns:ds="http://schemas.openxmlformats.org/officeDocument/2006/customXml" ds:itemID="{01DB2E5F-D3D3-441D-A755-9F61C052A9B5}">
  <ds:schemaRefs>
    <ds:schemaRef ds:uri="http://schemas.microsoft.com/sharepoint/v3/contenttype/forms"/>
  </ds:schemaRefs>
</ds:datastoreItem>
</file>

<file path=customXml/itemProps3.xml><?xml version="1.0" encoding="utf-8"?>
<ds:datastoreItem xmlns:ds="http://schemas.openxmlformats.org/officeDocument/2006/customXml" ds:itemID="{582AA5A5-98B4-437E-B556-5EED2ACC049C}">
  <ds:schemaRefs>
    <ds:schemaRef ds:uri="6287a675-f086-4c05-9b8c-42540f50c347"/>
    <ds:schemaRef ds:uri="cc335e2b-7f42-41d0-87ab-ac8237d9a47e"/>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0/xmlns/"/>
    <ds:schemaRef ds:uri="http://www.w3.org/2001/XMLSchema"/>
  </ds:schemaRefs>
</ds:datastoreItem>
</file>

<file path=docProps/app.xml><?xml version="1.0" encoding="utf-8"?>
<Properties xmlns="http://schemas.openxmlformats.org/officeDocument/2006/extended-properties" xmlns:vt="http://schemas.openxmlformats.org/officeDocument/2006/docPropsVTypes">
  <TotalTime>0</TotalTime>
  <Words>5510</Words>
  <Application>Microsoft Office PowerPoint</Application>
  <PresentationFormat>Widescreen</PresentationFormat>
  <Paragraphs>718</Paragraphs>
  <Slides>28</Slides>
  <Notes>20</Notes>
  <HiddenSlides>1</HiddenSlides>
  <MMClips>0</MMClips>
  <ScaleCrop>false</ScaleCrop>
  <HeadingPairs>
    <vt:vector size="6" baseType="variant">
      <vt:variant>
        <vt:lpstr>Fonts Used</vt:lpstr>
      </vt:variant>
      <vt:variant>
        <vt:i4>12</vt:i4>
      </vt:variant>
      <vt:variant>
        <vt:lpstr>Theme</vt:lpstr>
      </vt:variant>
      <vt:variant>
        <vt:i4>2</vt:i4>
      </vt:variant>
      <vt:variant>
        <vt:lpstr>Slide Titles</vt:lpstr>
      </vt:variant>
      <vt:variant>
        <vt:i4>28</vt:i4>
      </vt:variant>
    </vt:vector>
  </HeadingPairs>
  <TitlesOfParts>
    <vt:vector size="42" baseType="lpstr">
      <vt:lpstr>Aptos</vt:lpstr>
      <vt:lpstr>Arial</vt:lpstr>
      <vt:lpstr>Arial Nova</vt:lpstr>
      <vt:lpstr>Calibri</vt:lpstr>
      <vt:lpstr>Open Sans</vt:lpstr>
      <vt:lpstr>Open Sans Light</vt:lpstr>
      <vt:lpstr>Open Sans Semibold</vt:lpstr>
      <vt:lpstr>Poppins</vt:lpstr>
      <vt:lpstr>Poppins ExtraBold</vt:lpstr>
      <vt:lpstr>Poppins Light</vt:lpstr>
      <vt:lpstr>Poppins SemiBold</vt:lpstr>
      <vt:lpstr>Roboto</vt:lpstr>
      <vt:lpstr>The Strategy Group - 2022</vt:lpstr>
      <vt:lpstr>1_The Strategy Group - 2022</vt:lpstr>
      <vt:lpstr>Industry Sentiment Scorecard: From Insight To Action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vt:lpstr>
    </vt:vector>
  </TitlesOfParts>
  <Company>Razer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Tim Halling</dc:creator>
  <cp:lastModifiedBy>Alycia Wolf</cp:lastModifiedBy>
  <cp:revision>1</cp:revision>
  <cp:lastPrinted>2026-06-05T05:24:36Z</cp:lastPrinted>
  <dcterms:created xsi:type="dcterms:W3CDTF">2017-07-17T06:01:31Z</dcterms:created>
  <dcterms:modified xsi:type="dcterms:W3CDTF">2026-10-22T05:16:11Z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0x010100B65015FF0C4D0D4A84ACD5C5EC18BC34</vt:lpwstr>
  </property>
  <property fmtid="{D5CDD505-2E9C-101B-9397-08002B2CF9AE}" pid="3" name="MediaServiceImageTags">
    <vt:lpwstr/>
  </property>
</Properties>
</file>