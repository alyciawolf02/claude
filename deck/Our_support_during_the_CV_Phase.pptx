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ngesInfos/changesInfo1.xml" ContentType="application/vnd.ms-powerpoint.changesinfo+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13.svg" ContentType="image/svg+xml"/>
  <Override PartName="/ppt/media/image3.svg" ContentType="image/svg+xml"/>
  <Override PartName="/ppt/media/image4.svg" ContentType="image/svg+xml"/>
  <Override PartName="/ppt/media/image5.svg" ContentType="image/svg+xml"/>
  <Override PartName="/ppt/media/image6.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44" r:id="rId4"/>
    <p:sldMasterId id="2147483926" r:id="rId5"/>
  </p:sldMasterIdLst>
  <p:notesMasterIdLst>
    <p:notesMasterId r:id="rId15"/>
  </p:notesMasterIdLst>
  <p:handoutMasterIdLst>
    <p:handoutMasterId r:id="rId16"/>
  </p:handoutMasterIdLst>
  <p:sldIdLst>
    <p:sldId id="2147474616" r:id="rId6"/>
    <p:sldId id="2147474618" r:id="rId7"/>
    <p:sldId id="258" r:id="rId8"/>
    <p:sldId id="259" r:id="rId9"/>
    <p:sldId id="260" r:id="rId10"/>
    <p:sldId id="263" r:id="rId13"/>
    <p:sldId id="264" r:id="rId14"/>
    <p:sldId id="261" r:id="rId11"/>
    <p:sldId id="262"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66270B2-8F53-BD49-570B-6812A4EA1E43}" name="Pierre Schaupp" initials="PS" userId="S::pierre@thestrategygroup.com.au::b910f653-e3ec-49e2-a16b-41bba1208509" providerId="AD"/>
  <p188:author id="{E38D6DFE-8075-8B96-8568-A158DDC43B24}" name="Marcus Naoum" initials="MN" userId="S::marcus@thestrategygroup.com.au::4578fcc8-dbf2-452a-b11c-6b75cc6176d4"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Michelle Tabart" initials="MT"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FDFA"/>
    <a:srgbClr val="EF4136"/>
    <a:srgbClr val="C31057"/>
    <a:srgbClr val="0E98D7"/>
    <a:srgbClr val="F38047"/>
    <a:srgbClr val="F58550"/>
    <a:srgbClr val="FFF6EE"/>
    <a:srgbClr val="F7F7F7"/>
    <a:srgbClr val="F67F45"/>
    <a:srgbClr val="F57F4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4C44E6E-7DCC-42BB-B00A-3062F33315C0}" v="24" dt="2026-10-19T01:04:29.73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6" d="100"/>
          <a:sy n="76" d="100"/>
        </p:scale>
        <p:origin x="687"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notesMaster" Target="notesMasters/notesMaster1.xml"/><Relationship Id="rId16" Type="http://schemas.openxmlformats.org/officeDocument/2006/relationships/handoutMaster" Target="handoutMasters/handoutMaster1.xml"/><Relationship Id="rId17" Type="http://schemas.openxmlformats.org/officeDocument/2006/relationships/commentAuthors" Target="commentAuthors.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 Id="rId22" Type="http://schemas.microsoft.com/office/2016/11/relationships/changesInfo" Target="changesInfos/changesInfo1.xml"/><Relationship Id="rId23" Type="http://schemas.microsoft.com/office/2015/10/relationships/revisionInfo" Target="revisionInfo.xml"/><Relationship Id="rId24"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ycia Wolf" userId="c3aef7f7-6659-44db-bf40-576699cfa133" providerId="ADAL" clId="{0050FAD3-4552-4704-84A6-01FEAEE1C93F}"/>
    <pc:docChg chg="undo redo custSel addSld delSld modSld sldOrd delMainMaster modMainMaster delSection modSection">
      <pc:chgData name="Alycia Wolf" userId="c3aef7f7-6659-44db-bf40-576699cfa133" providerId="ADAL" clId="{0050FAD3-4552-4704-84A6-01FEAEE1C93F}" dt="2026-10-19T01:06:37.953" v="3693" actId="20577"/>
      <pc:docMkLst>
        <pc:docMk/>
      </pc:docMkLst>
      <pc:sldChg chg="addSp modSp add del mod">
        <pc:chgData name="Alycia Wolf" userId="c3aef7f7-6659-44db-bf40-576699cfa133" providerId="ADAL" clId="{0050FAD3-4552-4704-84A6-01FEAEE1C93F}" dt="2026-10-19T00:54:25.545" v="3544" actId="14100"/>
        <pc:sldMkLst>
          <pc:docMk/>
          <pc:sldMk cId="0" sldId="258"/>
        </pc:sldMkLst>
        <pc:spChg chg="mod">
          <ac:chgData name="Alycia Wolf" userId="c3aef7f7-6659-44db-bf40-576699cfa133" providerId="ADAL" clId="{0050FAD3-4552-4704-84A6-01FEAEE1C93F}" dt="2026-10-18T23:00:15.903" v="3461" actId="1076"/>
          <ac:spMkLst>
            <pc:docMk/>
            <pc:sldMk cId="0" sldId="258"/>
            <ac:spMk id="8" creationId="{00000000-0000-0000-0000-000000000000}"/>
          </ac:spMkLst>
        </pc:spChg>
        <pc:graphicFrameChg chg="mod modGraphic">
          <ac:chgData name="Alycia Wolf" userId="c3aef7f7-6659-44db-bf40-576699cfa133" providerId="ADAL" clId="{0050FAD3-4552-4704-84A6-01FEAEE1C93F}" dt="2026-10-18T23:31:44.379" v="3538" actId="20577"/>
          <ac:graphicFrameMkLst>
            <pc:docMk/>
            <pc:sldMk cId="0" sldId="258"/>
            <ac:graphicFrameMk id="4" creationId="{00000000-0000-0000-0000-000000000000}"/>
          </ac:graphicFrameMkLst>
        </pc:graphicFrameChg>
        <pc:picChg chg="mod">
          <ac:chgData name="Alycia Wolf" userId="c3aef7f7-6659-44db-bf40-576699cfa133" providerId="ADAL" clId="{0050FAD3-4552-4704-84A6-01FEAEE1C93F}" dt="2026-10-18T23:00:15.903" v="3461" actId="1076"/>
          <ac:picMkLst>
            <pc:docMk/>
            <pc:sldMk cId="0" sldId="258"/>
            <ac:picMk id="7" creationId="{00000000-0000-0000-0000-000000000000}"/>
          </ac:picMkLst>
        </pc:picChg>
        <pc:cxnChg chg="add mod">
          <ac:chgData name="Alycia Wolf" userId="c3aef7f7-6659-44db-bf40-576699cfa133" providerId="ADAL" clId="{0050FAD3-4552-4704-84A6-01FEAEE1C93F}" dt="2026-10-19T00:54:25.545" v="3544" actId="14100"/>
          <ac:cxnSpMkLst>
            <pc:docMk/>
            <pc:sldMk cId="0" sldId="258"/>
            <ac:cxnSpMk id="9" creationId="{A02670A5-B829-156E-8504-B19852474FD1}"/>
          </ac:cxnSpMkLst>
        </pc:cxnChg>
        <pc:cxnChg chg="add mod">
          <ac:chgData name="Alycia Wolf" userId="c3aef7f7-6659-44db-bf40-576699cfa133" providerId="ADAL" clId="{0050FAD3-4552-4704-84A6-01FEAEE1C93F}" dt="2026-10-19T00:54:21.397" v="3542" actId="14100"/>
          <ac:cxnSpMkLst>
            <pc:docMk/>
            <pc:sldMk cId="0" sldId="258"/>
            <ac:cxnSpMk id="10" creationId="{EA52C308-E5BB-A9FC-F430-B49720A1C0EB}"/>
          </ac:cxnSpMkLst>
        </pc:cxnChg>
      </pc:sldChg>
      <pc:sldChg chg="modSp add del mod">
        <pc:chgData name="Alycia Wolf" userId="c3aef7f7-6659-44db-bf40-576699cfa133" providerId="ADAL" clId="{0050FAD3-4552-4704-84A6-01FEAEE1C93F}" dt="2026-10-18T23:02:38.652" v="3511" actId="20577"/>
        <pc:sldMkLst>
          <pc:docMk/>
          <pc:sldMk cId="0" sldId="259"/>
        </pc:sldMkLst>
        <pc:spChg chg="mod">
          <ac:chgData name="Alycia Wolf" userId="c3aef7f7-6659-44db-bf40-576699cfa133" providerId="ADAL" clId="{0050FAD3-4552-4704-84A6-01FEAEE1C93F}" dt="2026-10-16T04:12:25.615" v="3441" actId="27636"/>
          <ac:spMkLst>
            <pc:docMk/>
            <pc:sldMk cId="0" sldId="259"/>
            <ac:spMk id="3" creationId="{00000000-0000-0000-0000-000000000000}"/>
          </ac:spMkLst>
        </pc:spChg>
        <pc:spChg chg="mod">
          <ac:chgData name="Alycia Wolf" userId="c3aef7f7-6659-44db-bf40-576699cfa133" providerId="ADAL" clId="{0050FAD3-4552-4704-84A6-01FEAEE1C93F}" dt="2026-10-18T23:02:38.652" v="3511" actId="20577"/>
          <ac:spMkLst>
            <pc:docMk/>
            <pc:sldMk cId="0" sldId="259"/>
            <ac:spMk id="33" creationId="{00000000-0000-0000-0000-000000000000}"/>
          </ac:spMkLst>
        </pc:spChg>
      </pc:sldChg>
      <pc:sldChg chg="modSp add del mod">
        <pc:chgData name="Alycia Wolf" userId="c3aef7f7-6659-44db-bf40-576699cfa133" providerId="ADAL" clId="{0050FAD3-4552-4704-84A6-01FEAEE1C93F}" dt="2026-10-19T01:05:57.188" v="3686" actId="20577"/>
        <pc:sldMkLst>
          <pc:docMk/>
          <pc:sldMk cId="0" sldId="260"/>
        </pc:sldMkLst>
        <pc:spChg chg="mod">
          <ac:chgData name="Alycia Wolf" userId="c3aef7f7-6659-44db-bf40-576699cfa133" providerId="ADAL" clId="{0050FAD3-4552-4704-84A6-01FEAEE1C93F}" dt="2026-10-19T01:04:29.736" v="3574"/>
          <ac:spMkLst>
            <pc:docMk/>
            <pc:sldMk cId="0" sldId="260"/>
            <ac:spMk id="3" creationId="{00000000-0000-0000-0000-000000000000}"/>
          </ac:spMkLst>
        </pc:spChg>
        <pc:spChg chg="mod">
          <ac:chgData name="Alycia Wolf" userId="c3aef7f7-6659-44db-bf40-576699cfa133" providerId="ADAL" clId="{0050FAD3-4552-4704-84A6-01FEAEE1C93F}" dt="2026-10-19T01:05:57.188" v="3686" actId="20577"/>
          <ac:spMkLst>
            <pc:docMk/>
            <pc:sldMk cId="0" sldId="260"/>
            <ac:spMk id="7" creationId="{83CECE0D-DA6F-204D-DC98-D3470A981B84}"/>
          </ac:spMkLst>
        </pc:spChg>
        <pc:graphicFrameChg chg="modGraphic">
          <ac:chgData name="Alycia Wolf" userId="c3aef7f7-6659-44db-bf40-576699cfa133" providerId="ADAL" clId="{0050FAD3-4552-4704-84A6-01FEAEE1C93F}" dt="2026-10-18T22:57:48.737" v="3460" actId="207"/>
          <ac:graphicFrameMkLst>
            <pc:docMk/>
            <pc:sldMk cId="0" sldId="260"/>
            <ac:graphicFrameMk id="6" creationId="{00000000-0000-0000-0000-000000000000}"/>
          </ac:graphicFrameMkLst>
        </pc:graphicFrameChg>
      </pc:sldChg>
      <pc:sldChg chg="add del">
        <pc:chgData name="Alycia Wolf" userId="c3aef7f7-6659-44db-bf40-576699cfa133" providerId="ADAL" clId="{0050FAD3-4552-4704-84A6-01FEAEE1C93F}" dt="2026-10-18T22:46:57.040" v="3443"/>
        <pc:sldMkLst>
          <pc:docMk/>
          <pc:sldMk cId="0" sldId="261"/>
        </pc:sldMkLst>
      </pc:sldChg>
      <pc:sldChg chg="modSp add del mod">
        <pc:chgData name="Alycia Wolf" userId="c3aef7f7-6659-44db-bf40-576699cfa133" providerId="ADAL" clId="{0050FAD3-4552-4704-84A6-01FEAEE1C93F}" dt="2026-10-19T01:06:37.953" v="3693" actId="20577"/>
        <pc:sldMkLst>
          <pc:docMk/>
          <pc:sldMk cId="0" sldId="262"/>
        </pc:sldMkLst>
        <pc:spChg chg="mod">
          <ac:chgData name="Alycia Wolf" userId="c3aef7f7-6659-44db-bf40-576699cfa133" providerId="ADAL" clId="{0050FAD3-4552-4704-84A6-01FEAEE1C93F}" dt="2026-10-19T01:06:37.953" v="3693" actId="20577"/>
          <ac:spMkLst>
            <pc:docMk/>
            <pc:sldMk cId="0" sldId="262"/>
            <ac:spMk id="118" creationId="{F0F39A47-506E-6F5D-53ED-DABCCF6FFBB5}"/>
          </ac:spMkLst>
        </pc:spChg>
      </pc:sldChg>
      <pc:sldChg chg="modSp add del mod">
        <pc:chgData name="Alycia Wolf" userId="c3aef7f7-6659-44db-bf40-576699cfa133" providerId="ADAL" clId="{0050FAD3-4552-4704-84A6-01FEAEE1C93F}" dt="2026-10-19T01:03:18.197" v="3572" actId="20577"/>
        <pc:sldMkLst>
          <pc:docMk/>
          <pc:sldMk cId="0" sldId="263"/>
        </pc:sldMkLst>
        <pc:spChg chg="mod">
          <ac:chgData name="Alycia Wolf" userId="c3aef7f7-6659-44db-bf40-576699cfa133" providerId="ADAL" clId="{0050FAD3-4552-4704-84A6-01FEAEE1C93F}" dt="2026-10-19T01:03:18.197" v="3572" actId="20577"/>
          <ac:spMkLst>
            <pc:docMk/>
            <pc:sldMk cId="0" sldId="263"/>
            <ac:spMk id="3" creationId="{00000000-0000-0000-0000-000000000000}"/>
          </ac:spMkLst>
        </pc:spChg>
        <pc:spChg chg="mod">
          <ac:chgData name="Alycia Wolf" userId="c3aef7f7-6659-44db-bf40-576699cfa133" providerId="ADAL" clId="{0050FAD3-4552-4704-84A6-01FEAEE1C93F}" dt="2026-10-19T00:55:08.509" v="3560" actId="207"/>
          <ac:spMkLst>
            <pc:docMk/>
            <pc:sldMk cId="0" sldId="263"/>
            <ac:spMk id="79" creationId="{74820031-475F-4D19-72C0-861632795C76}"/>
          </ac:spMkLst>
        </pc:spChg>
      </pc:sldChg>
      <pc:sldChg chg="modSp add del modNotesTx">
        <pc:chgData name="Alycia Wolf" userId="c3aef7f7-6659-44db-bf40-576699cfa133" providerId="ADAL" clId="{0050FAD3-4552-4704-84A6-01FEAEE1C93F}" dt="2026-10-19T01:03:36.173" v="3573"/>
        <pc:sldMkLst>
          <pc:docMk/>
          <pc:sldMk cId="0" sldId="264"/>
        </pc:sldMkLst>
        <pc:spChg chg="mod">
          <ac:chgData name="Alycia Wolf" userId="c3aef7f7-6659-44db-bf40-576699cfa133" providerId="ADAL" clId="{0050FAD3-4552-4704-84A6-01FEAEE1C93F}" dt="2026-10-19T01:03:36.173" v="3573"/>
          <ac:spMkLst>
            <pc:docMk/>
            <pc:sldMk cId="0" sldId="264"/>
            <ac:spMk id="3" creationId="{00000000-0000-0000-0000-000000000000}"/>
          </ac:spMkLst>
        </pc:spChg>
      </pc:sldChg>
      <pc:sldChg chg="modSp add del mod">
        <pc:chgData name="Alycia Wolf" userId="c3aef7f7-6659-44db-bf40-576699cfa133" providerId="ADAL" clId="{0050FAD3-4552-4704-84A6-01FEAEE1C93F}" dt="2026-10-18T22:56:26.713" v="3456" actId="20577"/>
        <pc:sldMkLst>
          <pc:docMk/>
          <pc:sldMk cId="3936197946" sldId="2147474616"/>
        </pc:sldMkLst>
        <pc:spChg chg="mod">
          <ac:chgData name="Alycia Wolf" userId="c3aef7f7-6659-44db-bf40-576699cfa133" providerId="ADAL" clId="{0050FAD3-4552-4704-84A6-01FEAEE1C93F}" dt="2026-10-18T22:56:26.713" v="3456" actId="20577"/>
          <ac:spMkLst>
            <pc:docMk/>
            <pc:sldMk cId="3936197946" sldId="2147474616"/>
            <ac:spMk id="7" creationId="{45931A76-FA21-1C15-5AE0-7A6CAF273255}"/>
          </ac:spMkLst>
        </pc:spChg>
      </pc:sldChg>
      <pc:sldChg chg="modSp add del mod">
        <pc:chgData name="Alycia Wolf" userId="c3aef7f7-6659-44db-bf40-576699cfa133" providerId="ADAL" clId="{0050FAD3-4552-4704-84A6-01FEAEE1C93F}" dt="2026-10-19T01:04:57.515" v="3596" actId="1036"/>
        <pc:sldMkLst>
          <pc:docMk/>
          <pc:sldMk cId="1764087127" sldId="2147474618"/>
        </pc:sldMkLst>
        <pc:spChg chg="mod">
          <ac:chgData name="Alycia Wolf" userId="c3aef7f7-6659-44db-bf40-576699cfa133" providerId="ADAL" clId="{0050FAD3-4552-4704-84A6-01FEAEE1C93F}" dt="2026-10-19T01:04:57.515" v="3596" actId="1036"/>
          <ac:spMkLst>
            <pc:docMk/>
            <pc:sldMk cId="1764087127" sldId="2147474618"/>
            <ac:spMk id="78" creationId="{FBBF6103-EEDE-08EC-AFBC-B73F987705ED}"/>
          </ac:spMkLst>
        </pc:spChg>
        <pc:spChg chg="mod">
          <ac:chgData name="Alycia Wolf" userId="c3aef7f7-6659-44db-bf40-576699cfa133" providerId="ADAL" clId="{0050FAD3-4552-4704-84A6-01FEAEE1C93F}" dt="2026-10-19T01:04:57.515" v="3596" actId="1036"/>
          <ac:spMkLst>
            <pc:docMk/>
            <pc:sldMk cId="1764087127" sldId="2147474618"/>
            <ac:spMk id="79" creationId="{0AF454E8-FBD4-8DFD-5857-51B9E09FA2AE}"/>
          </ac:spMkLst>
        </pc:spChg>
        <pc:spChg chg="mod">
          <ac:chgData name="Alycia Wolf" userId="c3aef7f7-6659-44db-bf40-576699cfa133" providerId="ADAL" clId="{0050FAD3-4552-4704-84A6-01FEAEE1C93F}" dt="2026-10-19T01:04:57.515" v="3596" actId="1036"/>
          <ac:spMkLst>
            <pc:docMk/>
            <pc:sldMk cId="1764087127" sldId="2147474618"/>
            <ac:spMk id="80" creationId="{F2AF289B-844A-6CC9-3590-39A2038AFC4E}"/>
          </ac:spMkLst>
        </pc:spChg>
        <pc:spChg chg="mod">
          <ac:chgData name="Alycia Wolf" userId="c3aef7f7-6659-44db-bf40-576699cfa133" providerId="ADAL" clId="{0050FAD3-4552-4704-84A6-01FEAEE1C93F}" dt="2026-10-19T01:04:57.515" v="3596" actId="1036"/>
          <ac:spMkLst>
            <pc:docMk/>
            <pc:sldMk cId="1764087127" sldId="2147474618"/>
            <ac:spMk id="88" creationId="{EBBD081B-3DFF-CB34-A8B3-CCDBB61E0512}"/>
          </ac:spMkLst>
        </pc:spChg>
        <pc:spChg chg="mod">
          <ac:chgData name="Alycia Wolf" userId="c3aef7f7-6659-44db-bf40-576699cfa133" providerId="ADAL" clId="{0050FAD3-4552-4704-84A6-01FEAEE1C93F}" dt="2026-10-19T01:04:57.515" v="3596" actId="1036"/>
          <ac:spMkLst>
            <pc:docMk/>
            <pc:sldMk cId="1764087127" sldId="2147474618"/>
            <ac:spMk id="103" creationId="{57EE88F4-1B39-2A0F-F136-F0E228FB984B}"/>
          </ac:spMkLst>
        </pc:spChg>
        <pc:cxnChg chg="mod">
          <ac:chgData name="Alycia Wolf" userId="c3aef7f7-6659-44db-bf40-576699cfa133" providerId="ADAL" clId="{0050FAD3-4552-4704-84A6-01FEAEE1C93F}" dt="2026-10-19T01:04:57.515" v="3596" actId="1036"/>
          <ac:cxnSpMkLst>
            <pc:docMk/>
            <pc:sldMk cId="1764087127" sldId="2147474618"/>
            <ac:cxnSpMk id="84" creationId="{499E4100-7F53-83CB-5E32-31339368E8B4}"/>
          </ac:cxnSpMkLst>
        </pc:cxnChg>
        <pc:cxnChg chg="mod">
          <ac:chgData name="Alycia Wolf" userId="c3aef7f7-6659-44db-bf40-576699cfa133" providerId="ADAL" clId="{0050FAD3-4552-4704-84A6-01FEAEE1C93F}" dt="2026-10-19T01:04:57.515" v="3596" actId="1036"/>
          <ac:cxnSpMkLst>
            <pc:docMk/>
            <pc:sldMk cId="1764087127" sldId="2147474618"/>
            <ac:cxnSpMk id="87" creationId="{41BBAA69-8B90-B691-DD78-6A8453EF1B7A}"/>
          </ac:cxnSpMkLst>
        </pc:cxnChg>
      </pc:sldChg>
      <pc:sldMasterChg chg="addSp delSp mod delSldLayout">
        <pc:chgData name="Alycia Wolf" userId="c3aef7f7-6659-44db-bf40-576699cfa133" providerId="ADAL" clId="{0050FAD3-4552-4704-84A6-01FEAEE1C93F}" dt="2026-10-18T22:46:53.833" v="3442" actId="47"/>
        <pc:sldMasterMkLst>
          <pc:docMk/>
          <pc:sldMasterMk cId="766684962" sldId="2147483844"/>
        </pc:sldMasterMkLst>
        <pc:picChg chg="add">
          <ac:chgData name="Alycia Wolf" userId="c3aef7f7-6659-44db-bf40-576699cfa133" providerId="ADAL" clId="{0050FAD3-4552-4704-84A6-01FEAEE1C93F}" dt="2026-09-28T03:17:09.231" v="604" actId="22"/>
          <ac:picMkLst>
            <pc:docMk/>
            <pc:sldMasterMk cId="766684962" sldId="2147483844"/>
            <ac:picMk id="10" creationId="{95EB2FFE-FAAE-C8EB-5AAC-40F0A3B05D3F}"/>
          </ac:picMkLst>
        </pc:picChg>
        <pc:sldLayoutChg chg="del">
          <pc:chgData name="Alycia Wolf" userId="c3aef7f7-6659-44db-bf40-576699cfa133" providerId="ADAL" clId="{0050FAD3-4552-4704-84A6-01FEAEE1C93F}" dt="2026-10-18T22:46:53.833" v="3442" actId="47"/>
          <pc:sldLayoutMkLst>
            <pc:docMk/>
            <pc:sldMasterMk cId="766684962" sldId="2147483844"/>
            <pc:sldLayoutMk cId="2436543354" sldId="2147483926"/>
          </pc:sldLayoutMkLst>
        </pc:sldLayoutChg>
      </pc:sldMasterChg>
    </pc:docChg>
  </pc:docChgLst>
  <pc:docChgLst>
    <pc:chgData name="Jeffrey Tobias" userId="9ceb8861-4a13-48a9-ba56-a8c90f5fbffd" providerId="ADAL" clId="{9F870BBE-3130-516C-8D7D-FE4AA782BA08}"/>
    <pc:docChg chg="undo custSel addSld delSld modSld sldOrd">
      <pc:chgData name="Jeffrey Tobias" userId="9ceb8861-4a13-48a9-ba56-a8c90f5fbffd" providerId="ADAL" clId="{9F870BBE-3130-516C-8D7D-FE4AA782BA08}" dt="2026-09-28T05:12:26.975" v="93"/>
      <pc:docMkLst>
        <pc:docMk/>
      </pc:docMkLst>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6C5D396-7B96-4346-AAAE-754D44F7F52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04D405ED-F3C3-C64D-896E-A82D517A682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DBF9414-3D7D-694D-A4D4-2A38CD631945}" type="datetimeFigureOut">
              <a:rPr lang="en-US" smtClean="0"/>
              <a:t>10/27/2026</a:t>
            </a:fld>
            <a:endParaRPr lang="en-US"/>
          </a:p>
        </p:txBody>
      </p:sp>
      <p:sp>
        <p:nvSpPr>
          <p:cNvPr id="4" name="Footer Placeholder 3">
            <a:extLst>
              <a:ext uri="{FF2B5EF4-FFF2-40B4-BE49-F238E27FC236}">
                <a16:creationId xmlns:a16="http://schemas.microsoft.com/office/drawing/2014/main" id="{CEA3EAB3-9FA5-9449-9881-6508ECDCCE6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35250E67-DC67-0A48-968B-2D9E1032923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B9C1F1D-0F54-3E40-B5C3-72C471D17D1E}" type="slidenum">
              <a:rPr lang="en-US" smtClean="0"/>
              <a:t>‹#›</a:t>
            </a:fld>
            <a:endParaRPr lang="en-US"/>
          </a:p>
        </p:txBody>
      </p:sp>
    </p:spTree>
    <p:extLst>
      <p:ext uri="{BB962C8B-B14F-4D97-AF65-F5344CB8AC3E}">
        <p14:creationId xmlns:p14="http://schemas.microsoft.com/office/powerpoint/2010/main" val="19724352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DB8B409-6AE1-413F-AD0F-8F9B711D0698}" type="datetimeFigureOut">
              <a:rPr lang="en-AU" smtClean="0"/>
              <a:t>27/10/2026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CA7197-82FF-4B06-884D-DB6B1218D975}" type="slidenum">
              <a:rPr lang="en-AU" smtClean="0"/>
              <a:t>‹#›</a:t>
            </a:fld>
            <a:endParaRPr lang="en-AU"/>
          </a:p>
        </p:txBody>
      </p:sp>
    </p:spTree>
    <p:extLst>
      <p:ext uri="{BB962C8B-B14F-4D97-AF65-F5344CB8AC3E}">
        <p14:creationId xmlns:p14="http://schemas.microsoft.com/office/powerpoint/2010/main" val="40990367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10C96F-E94B-C087-5266-F6FC3C287A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7891BD-30F8-C3C1-EB20-FD9750D381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271813-822B-6CFC-1F43-0615C589D487}"/>
              </a:ext>
            </a:extLst>
          </p:cNvPr>
          <p:cNvSpPr>
            <a:spLocks noGrp="1"/>
          </p:cNvSpPr>
          <p:nvPr>
            <p:ph type="body" idx="1"/>
          </p:nvPr>
        </p:nvSpPr>
        <p:spPr/>
        <p:txBody>
          <a:bodyPr/>
          <a:lstStyle/>
          <a:p>
            <a:r>
              <a:rPr lang="en-US" dirty="0"/>
              <a:t>Budget as contracted. Pre-ECI interactive preparation was reduced to $10,000 for goodwill and paid separately. The C&amp;V Phase allocation is $81,600.</a:t>
            </a:r>
          </a:p>
        </p:txBody>
      </p:sp>
      <p:sp>
        <p:nvSpPr>
          <p:cNvPr id="4" name="Slide Number Placeholder 3">
            <a:extLst>
              <a:ext uri="{FF2B5EF4-FFF2-40B4-BE49-F238E27FC236}">
                <a16:creationId xmlns:a16="http://schemas.microsoft.com/office/drawing/2014/main" id="{B6FF3925-E753-C896-D604-3FD9C4987D1B}"/>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2510943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Budget as contracted. Pre-ECI interactive preparation was reduced to $10,000 for goodwill and paid separately. The C&amp;V Phase allocation is $81,600.</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Four further interactives and three submissions, delivered within the remaining C&amp;V Phase budget. Alignment #4 is the priority, as the team needs to present updated designs for both the Baseline and the Alternate Alignment.</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Interactives 1 to 8 are complete. We propose to support four of the remaining sessions and three submissions. We have prioritised Alignment #4, where GoFar must present updated Baseline and Alternate Alignment designs, and the station design and construction methodology sessions, where GoFar's differentiation is strongest. RS&amp;SD #3 and AMF and MMC run at the same time on 12 November and may be combined.</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Funded from the Foundation Sessions allocation. These sessions respond directly to what we have heard: building a one-team culture, agreeing how the JV works together in the ECI, and entering the ECI with a clear strategy. We can shape the format and length around the team's availability in December.</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final submission interactives we add a deep content review against everything HSRA has said, asked and signalled, narrative calibration to show GoFar has listened and adapted, and intensive rehearsal with TSG attending live.</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Lesson 1: in the 13 October session, a GoFar team member noted they knew far more than they would have without preparing. Lesson 2: after the 15 October Fire and Life Safety workshop, HSRA used GoFar's slides as the agenda. Lesson 3: the 6 October debrief noted GoFar built on HSRA's own work. Lesson 4: customer centricity is the thread through all of these, and the one to keep building on in the ECI.</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Drawn from conversations with the team and the October preparation and debrief sessions. Use this slide to open the floor before moving to the proposed December workshops.</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sv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sv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sv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sv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sv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sv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sv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sv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sv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ubheader and Content">
    <p:spTree>
      <p:nvGrpSpPr>
        <p:cNvPr id="1" name=""/>
        <p:cNvGrpSpPr/>
        <p:nvPr/>
      </p:nvGrpSpPr>
      <p:grpSpPr>
        <a:xfrm>
          <a:off x="0" y="0"/>
          <a:ext cx="0" cy="0"/>
          <a:chOff x="0" y="0"/>
          <a:chExt cx="0" cy="0"/>
        </a:xfrm>
      </p:grpSpPr>
      <p:sp>
        <p:nvSpPr>
          <p:cNvPr id="6" name="Slide Number Placeholder 3">
            <a:extLst>
              <a:ext uri="{FF2B5EF4-FFF2-40B4-BE49-F238E27FC236}">
                <a16:creationId xmlns:a16="http://schemas.microsoft.com/office/drawing/2014/main" id="{8FE57028-D915-D943-99D7-8DF74265968B}"/>
              </a:ext>
            </a:extLst>
          </p:cNvPr>
          <p:cNvSpPr>
            <a:spLocks noGrp="1"/>
          </p:cNvSpPr>
          <p:nvPr>
            <p:ph type="sldNum" sz="quarter" idx="4"/>
          </p:nvPr>
        </p:nvSpPr>
        <p:spPr>
          <a:xfrm>
            <a:off x="8600440" y="6241428"/>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A8BD019-05FF-F145-A6E1-6EE5A88665E4}" type="slidenum">
              <a:rPr lang="en-US" smtClean="0"/>
              <a:pPr/>
              <a:t>‹#›</a:t>
            </a:fld>
            <a:endParaRPr lang="en-US"/>
          </a:p>
        </p:txBody>
      </p:sp>
      <p:sp>
        <p:nvSpPr>
          <p:cNvPr id="5" name="Content Placeholder 2">
            <a:extLst>
              <a:ext uri="{FF2B5EF4-FFF2-40B4-BE49-F238E27FC236}">
                <a16:creationId xmlns:a16="http://schemas.microsoft.com/office/drawing/2014/main" id="{FFB002A0-5D60-0A4B-429C-D6178E03B636}"/>
              </a:ext>
            </a:extLst>
          </p:cNvPr>
          <p:cNvSpPr>
            <a:spLocks noGrp="1"/>
          </p:cNvSpPr>
          <p:nvPr>
            <p:ph idx="1"/>
          </p:nvPr>
        </p:nvSpPr>
        <p:spPr>
          <a:xfrm>
            <a:off x="525018" y="2417763"/>
            <a:ext cx="11151033" cy="3532188"/>
          </a:xfrm>
        </p:spPr>
        <p:txBody>
          <a:bodyPr>
            <a:normAutofit/>
          </a:bodyPr>
          <a:lstStyle>
            <a:lvl1pPr>
              <a:lnSpc>
                <a:spcPct val="100000"/>
              </a:lnSpc>
              <a:defRPr lang="en-US" sz="1400" kern="1200" dirty="0">
                <a:solidFill>
                  <a:schemeClr val="tx1"/>
                </a:solidFill>
                <a:latin typeface="+mn-lt"/>
                <a:ea typeface="Open Sans" panose="020B0606030504020204" pitchFamily="34" charset="0"/>
                <a:cs typeface="Open Sans" panose="020B0606030504020204" pitchFamily="34" charset="0"/>
              </a:defRPr>
            </a:lvl1pPr>
            <a:lvl2pPr>
              <a:lnSpc>
                <a:spcPct val="100000"/>
              </a:lnSpc>
              <a:defRPr sz="1200"/>
            </a:lvl2pPr>
            <a:lvl3pPr>
              <a:lnSpc>
                <a:spcPct val="100000"/>
              </a:lnSpc>
              <a:defRPr sz="1100"/>
            </a:lvl3pPr>
            <a:lvl4pPr>
              <a:lnSpc>
                <a:spcPct val="100000"/>
              </a:lnSpc>
              <a:defRPr sz="1050"/>
            </a:lvl4pPr>
            <a:lvl5pPr>
              <a:lnSpc>
                <a:spcPct val="100000"/>
              </a:lnSpc>
              <a:defRPr sz="1000"/>
            </a:lvl5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Content Placeholder 2">
            <a:extLst>
              <a:ext uri="{FF2B5EF4-FFF2-40B4-BE49-F238E27FC236}">
                <a16:creationId xmlns:a16="http://schemas.microsoft.com/office/drawing/2014/main" id="{54C61C60-001A-8AA7-CFB2-86D7AE8BD73A}"/>
              </a:ext>
            </a:extLst>
          </p:cNvPr>
          <p:cNvSpPr>
            <a:spLocks noGrp="1"/>
          </p:cNvSpPr>
          <p:nvPr>
            <p:ph idx="10"/>
          </p:nvPr>
        </p:nvSpPr>
        <p:spPr>
          <a:xfrm>
            <a:off x="525018" y="1489075"/>
            <a:ext cx="11151033" cy="708026"/>
          </a:xfrm>
        </p:spPr>
        <p:txBody>
          <a:bodyPr/>
          <a:lstStyle>
            <a:lvl1pPr>
              <a:lnSpc>
                <a:spcPct val="100000"/>
              </a:lnSpc>
              <a:defRPr lang="en-US" sz="1800" kern="1200" dirty="0">
                <a:solidFill>
                  <a:schemeClr val="tx2"/>
                </a:solidFill>
                <a:latin typeface="Poppins" pitchFamily="2" charset="77"/>
                <a:ea typeface="Open Sans" panose="020B0606030504020204" pitchFamily="34" charset="0"/>
                <a:cs typeface="Poppins" pitchFamily="2" charset="77"/>
              </a:defRPr>
            </a:lvl1pPr>
            <a:lvl2pPr>
              <a:defRPr sz="1600"/>
            </a:lvl2pPr>
            <a:lvl3pPr>
              <a:defRPr sz="1400"/>
            </a:lvl3pPr>
            <a:lvl4pPr>
              <a:defRPr sz="1200"/>
            </a:lvl4pPr>
            <a:lvl5pPr>
              <a:defRPr sz="1100"/>
            </a:lvl5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 styles</a:t>
            </a:r>
          </a:p>
        </p:txBody>
      </p:sp>
      <p:sp>
        <p:nvSpPr>
          <p:cNvPr id="3" name="Title 2">
            <a:extLst>
              <a:ext uri="{FF2B5EF4-FFF2-40B4-BE49-F238E27FC236}">
                <a16:creationId xmlns:a16="http://schemas.microsoft.com/office/drawing/2014/main" id="{51C5F644-741F-5183-DF81-735EC2E22418}"/>
              </a:ext>
            </a:extLst>
          </p:cNvPr>
          <p:cNvSpPr>
            <a:spLocks noGrp="1"/>
          </p:cNvSpPr>
          <p:nvPr>
            <p:ph type="title"/>
          </p:nvPr>
        </p:nvSpPr>
        <p:spPr/>
        <p:txBody>
          <a:bodyPr/>
          <a:lstStyle/>
          <a:p>
            <a:r>
              <a:rPr lang="en-GB"/>
              <a:t>Click to edit Master title style</a:t>
            </a:r>
            <a:endParaRPr lang="en-US"/>
          </a:p>
        </p:txBody>
      </p:sp>
    </p:spTree>
    <p:extLst>
      <p:ext uri="{BB962C8B-B14F-4D97-AF65-F5344CB8AC3E}">
        <p14:creationId xmlns:p14="http://schemas.microsoft.com/office/powerpoint/2010/main" val="8935647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 name="Slide Number Placeholder 3">
            <a:extLst>
              <a:ext uri="{FF2B5EF4-FFF2-40B4-BE49-F238E27FC236}">
                <a16:creationId xmlns:a16="http://schemas.microsoft.com/office/drawing/2014/main" id="{8FE57028-D915-D943-99D7-8DF74265968B}"/>
              </a:ext>
            </a:extLst>
          </p:cNvPr>
          <p:cNvSpPr>
            <a:spLocks noGrp="1"/>
          </p:cNvSpPr>
          <p:nvPr>
            <p:ph type="sldNum" sz="quarter" idx="4"/>
          </p:nvPr>
        </p:nvSpPr>
        <p:spPr>
          <a:xfrm>
            <a:off x="8600440" y="6241428"/>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A8BD019-05FF-F145-A6E1-6EE5A88665E4}" type="slidenum">
              <a:rPr lang="en-US" smtClean="0"/>
              <a:pPr/>
              <a:t>‹#›</a:t>
            </a:fld>
            <a:endParaRPr lang="en-US"/>
          </a:p>
        </p:txBody>
      </p:sp>
      <p:sp>
        <p:nvSpPr>
          <p:cNvPr id="4" name="Title 1">
            <a:extLst>
              <a:ext uri="{FF2B5EF4-FFF2-40B4-BE49-F238E27FC236}">
                <a16:creationId xmlns:a16="http://schemas.microsoft.com/office/drawing/2014/main" id="{872B019C-4E51-5CE7-5B1D-95225561FA84}"/>
              </a:ext>
            </a:extLst>
          </p:cNvPr>
          <p:cNvSpPr>
            <a:spLocks noGrp="1"/>
          </p:cNvSpPr>
          <p:nvPr>
            <p:ph type="title"/>
          </p:nvPr>
        </p:nvSpPr>
        <p:spPr>
          <a:xfrm>
            <a:off x="525019" y="368300"/>
            <a:ext cx="11151032" cy="900114"/>
          </a:xfrm>
        </p:spPr>
        <p:txBody>
          <a:bodyPr>
            <a:normAutofit/>
          </a:bodyPr>
          <a:lstStyle>
            <a:lvl1pPr>
              <a:defRPr sz="2800"/>
            </a:lvl1pPr>
          </a:lstStyle>
          <a:p>
            <a:r>
              <a:rPr lang="en-US"/>
              <a:t>Click to edit Master title style</a:t>
            </a:r>
          </a:p>
        </p:txBody>
      </p:sp>
      <p:sp>
        <p:nvSpPr>
          <p:cNvPr id="5" name="Content Placeholder 2">
            <a:extLst>
              <a:ext uri="{FF2B5EF4-FFF2-40B4-BE49-F238E27FC236}">
                <a16:creationId xmlns:a16="http://schemas.microsoft.com/office/drawing/2014/main" id="{FFB002A0-5D60-0A4B-429C-D6178E03B636}"/>
              </a:ext>
            </a:extLst>
          </p:cNvPr>
          <p:cNvSpPr>
            <a:spLocks noGrp="1"/>
          </p:cNvSpPr>
          <p:nvPr>
            <p:ph idx="1"/>
          </p:nvPr>
        </p:nvSpPr>
        <p:spPr>
          <a:xfrm>
            <a:off x="525018" y="1449389"/>
            <a:ext cx="11151033" cy="4500562"/>
          </a:xfrm>
        </p:spPr>
        <p:txBody>
          <a:bodyPr>
            <a:normAutofit/>
          </a:bodyPr>
          <a:lstStyle>
            <a:lvl1pPr>
              <a:lnSpc>
                <a:spcPct val="100000"/>
              </a:lnSpc>
              <a:defRPr lang="en-US" sz="1400" kern="1200" dirty="0">
                <a:solidFill>
                  <a:schemeClr val="tx1"/>
                </a:solidFill>
                <a:latin typeface="+mn-lt"/>
                <a:ea typeface="Open Sans" panose="020B0606030504020204" pitchFamily="34" charset="0"/>
                <a:cs typeface="Open Sans" panose="020B0606030504020204" pitchFamily="34" charset="0"/>
              </a:defRPr>
            </a:lvl1pPr>
            <a:lvl2pPr>
              <a:lnSpc>
                <a:spcPct val="100000"/>
              </a:lnSpc>
              <a:defRPr sz="1200"/>
            </a:lvl2pPr>
            <a:lvl3pPr>
              <a:lnSpc>
                <a:spcPct val="100000"/>
              </a:lnSpc>
              <a:defRPr sz="1100"/>
            </a:lvl3pPr>
            <a:lvl4pPr>
              <a:lnSpc>
                <a:spcPct val="100000"/>
              </a:lnSpc>
              <a:defRPr sz="1050"/>
            </a:lvl4pPr>
            <a:lvl5pPr>
              <a:lnSpc>
                <a:spcPct val="100000"/>
              </a:lnSpc>
              <a:defRPr sz="1000"/>
            </a:lvl5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885646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range Header">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D183A61-EB54-06EF-DE47-F7E9A571DB61}"/>
              </a:ext>
            </a:extLst>
          </p:cNvPr>
          <p:cNvSpPr/>
          <p:nvPr userDrawn="1"/>
        </p:nvSpPr>
        <p:spPr>
          <a:xfrm>
            <a:off x="0" y="0"/>
            <a:ext cx="12192000" cy="1316019"/>
          </a:xfrm>
          <a:prstGeom prst="rect">
            <a:avLst/>
          </a:prstGeom>
          <a:gradFill>
            <a:gsLst>
              <a:gs pos="0">
                <a:schemeClr val="accent1"/>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Roboto"/>
              <a:ea typeface="+mn-ea"/>
              <a:cs typeface="+mn-cs"/>
            </a:endParaRPr>
          </a:p>
        </p:txBody>
      </p:sp>
      <p:sp>
        <p:nvSpPr>
          <p:cNvPr id="6" name="Slide Number Placeholder 3">
            <a:extLst>
              <a:ext uri="{FF2B5EF4-FFF2-40B4-BE49-F238E27FC236}">
                <a16:creationId xmlns:a16="http://schemas.microsoft.com/office/drawing/2014/main" id="{8FE57028-D915-D943-99D7-8DF74265968B}"/>
              </a:ext>
            </a:extLst>
          </p:cNvPr>
          <p:cNvSpPr>
            <a:spLocks noGrp="1"/>
          </p:cNvSpPr>
          <p:nvPr>
            <p:ph type="sldNum" sz="quarter" idx="4"/>
          </p:nvPr>
        </p:nvSpPr>
        <p:spPr>
          <a:xfrm>
            <a:off x="8600440" y="6241428"/>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A8BD019-05FF-F145-A6E1-6EE5A88665E4}" type="slidenum">
              <a:rPr lang="en-US" smtClean="0"/>
              <a:pPr/>
              <a:t>‹#›</a:t>
            </a:fld>
            <a:endParaRPr lang="en-US"/>
          </a:p>
        </p:txBody>
      </p:sp>
      <p:sp>
        <p:nvSpPr>
          <p:cNvPr id="4" name="Title 1">
            <a:extLst>
              <a:ext uri="{FF2B5EF4-FFF2-40B4-BE49-F238E27FC236}">
                <a16:creationId xmlns:a16="http://schemas.microsoft.com/office/drawing/2014/main" id="{872B019C-4E51-5CE7-5B1D-95225561FA84}"/>
              </a:ext>
            </a:extLst>
          </p:cNvPr>
          <p:cNvSpPr>
            <a:spLocks noGrp="1"/>
          </p:cNvSpPr>
          <p:nvPr>
            <p:ph type="title"/>
          </p:nvPr>
        </p:nvSpPr>
        <p:spPr>
          <a:xfrm>
            <a:off x="525019" y="368300"/>
            <a:ext cx="11151032" cy="900114"/>
          </a:xfrm>
        </p:spPr>
        <p:txBody>
          <a:bodyPr>
            <a:normAutofit/>
          </a:bodyPr>
          <a:lstStyle>
            <a:lvl1pPr>
              <a:defRPr sz="2800">
                <a:solidFill>
                  <a:schemeClr val="bg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E8291A93-4081-00FE-8D86-B78BC1877C06}"/>
              </a:ext>
            </a:extLst>
          </p:cNvPr>
          <p:cNvSpPr>
            <a:spLocks noGrp="1"/>
          </p:cNvSpPr>
          <p:nvPr>
            <p:ph idx="10"/>
          </p:nvPr>
        </p:nvSpPr>
        <p:spPr>
          <a:xfrm>
            <a:off x="525018" y="1489075"/>
            <a:ext cx="11151033" cy="708026"/>
          </a:xfrm>
        </p:spPr>
        <p:txBody>
          <a:bodyPr/>
          <a:lstStyle>
            <a:lvl1pPr>
              <a:lnSpc>
                <a:spcPct val="100000"/>
              </a:lnSpc>
              <a:defRPr lang="en-US" sz="1800" kern="1200" dirty="0">
                <a:solidFill>
                  <a:schemeClr val="accent1"/>
                </a:solidFill>
                <a:latin typeface="Poppins" pitchFamily="2" charset="77"/>
                <a:ea typeface="Open Sans" panose="020B0606030504020204" pitchFamily="34" charset="0"/>
                <a:cs typeface="Poppins" pitchFamily="2" charset="77"/>
              </a:defRPr>
            </a:lvl1pPr>
            <a:lvl2pPr>
              <a:defRPr sz="1600"/>
            </a:lvl2pPr>
            <a:lvl3pPr>
              <a:defRPr sz="1400"/>
            </a:lvl3pPr>
            <a:lvl4pPr>
              <a:defRPr sz="1200"/>
            </a:lvl4pPr>
            <a:lvl5pPr>
              <a:defRPr sz="1100"/>
            </a:lvl5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 styles</a:t>
            </a:r>
          </a:p>
        </p:txBody>
      </p:sp>
      <p:sp>
        <p:nvSpPr>
          <p:cNvPr id="7" name="Content Placeholder 2">
            <a:extLst>
              <a:ext uri="{FF2B5EF4-FFF2-40B4-BE49-F238E27FC236}">
                <a16:creationId xmlns:a16="http://schemas.microsoft.com/office/drawing/2014/main" id="{52FB8B8D-4649-478B-33F3-D7E4AF2E3D6B}"/>
              </a:ext>
            </a:extLst>
          </p:cNvPr>
          <p:cNvSpPr>
            <a:spLocks noGrp="1"/>
          </p:cNvSpPr>
          <p:nvPr>
            <p:ph idx="1"/>
          </p:nvPr>
        </p:nvSpPr>
        <p:spPr>
          <a:xfrm>
            <a:off x="525018" y="2417763"/>
            <a:ext cx="11151033" cy="3532188"/>
          </a:xfrm>
        </p:spPr>
        <p:txBody>
          <a:bodyPr>
            <a:normAutofit/>
          </a:bodyPr>
          <a:lstStyle>
            <a:lvl1pPr>
              <a:lnSpc>
                <a:spcPct val="100000"/>
              </a:lnSpc>
              <a:defRPr lang="en-US" sz="1400" kern="1200" dirty="0">
                <a:solidFill>
                  <a:schemeClr val="tx1"/>
                </a:solidFill>
                <a:latin typeface="+mn-lt"/>
                <a:ea typeface="Open Sans" panose="020B0606030504020204" pitchFamily="34" charset="0"/>
                <a:cs typeface="Open Sans" panose="020B0606030504020204" pitchFamily="34" charset="0"/>
              </a:defRPr>
            </a:lvl1pPr>
            <a:lvl2pPr>
              <a:lnSpc>
                <a:spcPct val="100000"/>
              </a:lnSpc>
              <a:defRPr sz="1200"/>
            </a:lvl2pPr>
            <a:lvl3pPr>
              <a:lnSpc>
                <a:spcPct val="100000"/>
              </a:lnSpc>
              <a:defRPr sz="1100"/>
            </a:lvl3pPr>
            <a:lvl4pPr>
              <a:lnSpc>
                <a:spcPct val="100000"/>
              </a:lnSpc>
              <a:defRPr sz="1050"/>
            </a:lvl4pPr>
            <a:lvl5pPr>
              <a:lnSpc>
                <a:spcPct val="100000"/>
              </a:lnSpc>
              <a:defRPr sz="1000"/>
            </a:lvl5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685747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lue Header">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D183A61-EB54-06EF-DE47-F7E9A571DB61}"/>
              </a:ext>
            </a:extLst>
          </p:cNvPr>
          <p:cNvSpPr/>
          <p:nvPr userDrawn="1"/>
        </p:nvSpPr>
        <p:spPr>
          <a:xfrm>
            <a:off x="0" y="0"/>
            <a:ext cx="12192000" cy="1316019"/>
          </a:xfrm>
          <a:prstGeom prst="rect">
            <a:avLst/>
          </a:prstGeom>
          <a:gradFill>
            <a:gsLst>
              <a:gs pos="0">
                <a:schemeClr val="accent3"/>
              </a:gs>
              <a:gs pos="100000">
                <a:schemeClr val="accent3">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Roboto"/>
              <a:ea typeface="+mn-ea"/>
              <a:cs typeface="+mn-cs"/>
            </a:endParaRPr>
          </a:p>
        </p:txBody>
      </p:sp>
      <p:sp>
        <p:nvSpPr>
          <p:cNvPr id="6" name="Slide Number Placeholder 3">
            <a:extLst>
              <a:ext uri="{FF2B5EF4-FFF2-40B4-BE49-F238E27FC236}">
                <a16:creationId xmlns:a16="http://schemas.microsoft.com/office/drawing/2014/main" id="{8FE57028-D915-D943-99D7-8DF74265968B}"/>
              </a:ext>
            </a:extLst>
          </p:cNvPr>
          <p:cNvSpPr>
            <a:spLocks noGrp="1"/>
          </p:cNvSpPr>
          <p:nvPr>
            <p:ph type="sldNum" sz="quarter" idx="4"/>
          </p:nvPr>
        </p:nvSpPr>
        <p:spPr>
          <a:xfrm>
            <a:off x="8600440" y="6241428"/>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A8BD019-05FF-F145-A6E1-6EE5A88665E4}" type="slidenum">
              <a:rPr lang="en-US" smtClean="0"/>
              <a:pPr/>
              <a:t>‹#›</a:t>
            </a:fld>
            <a:endParaRPr lang="en-US"/>
          </a:p>
        </p:txBody>
      </p:sp>
      <p:sp>
        <p:nvSpPr>
          <p:cNvPr id="4" name="Title 1">
            <a:extLst>
              <a:ext uri="{FF2B5EF4-FFF2-40B4-BE49-F238E27FC236}">
                <a16:creationId xmlns:a16="http://schemas.microsoft.com/office/drawing/2014/main" id="{872B019C-4E51-5CE7-5B1D-95225561FA84}"/>
              </a:ext>
            </a:extLst>
          </p:cNvPr>
          <p:cNvSpPr>
            <a:spLocks noGrp="1"/>
          </p:cNvSpPr>
          <p:nvPr>
            <p:ph type="title"/>
          </p:nvPr>
        </p:nvSpPr>
        <p:spPr>
          <a:xfrm>
            <a:off x="525019" y="368300"/>
            <a:ext cx="11151032" cy="900114"/>
          </a:xfrm>
        </p:spPr>
        <p:txBody>
          <a:bodyPr>
            <a:normAutofit/>
          </a:bodyPr>
          <a:lstStyle>
            <a:lvl1pPr>
              <a:defRPr sz="2800">
                <a:solidFill>
                  <a:schemeClr val="bg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BB47E750-3802-FBF8-E08F-9C1738888FF9}"/>
              </a:ext>
            </a:extLst>
          </p:cNvPr>
          <p:cNvSpPr>
            <a:spLocks noGrp="1"/>
          </p:cNvSpPr>
          <p:nvPr>
            <p:ph idx="10"/>
          </p:nvPr>
        </p:nvSpPr>
        <p:spPr>
          <a:xfrm>
            <a:off x="525018" y="1489075"/>
            <a:ext cx="11151033" cy="708026"/>
          </a:xfrm>
        </p:spPr>
        <p:txBody>
          <a:bodyPr/>
          <a:lstStyle>
            <a:lvl1pPr>
              <a:lnSpc>
                <a:spcPct val="100000"/>
              </a:lnSpc>
              <a:defRPr lang="en-US" sz="1800" kern="1200" dirty="0">
                <a:solidFill>
                  <a:schemeClr val="accent3"/>
                </a:solidFill>
                <a:latin typeface="Poppins" pitchFamily="2" charset="77"/>
                <a:ea typeface="Open Sans" panose="020B0606030504020204" pitchFamily="34" charset="0"/>
                <a:cs typeface="Poppins" pitchFamily="2" charset="77"/>
              </a:defRPr>
            </a:lvl1pPr>
            <a:lvl2pPr>
              <a:defRPr sz="1600"/>
            </a:lvl2pPr>
            <a:lvl3pPr>
              <a:defRPr sz="1400"/>
            </a:lvl3pPr>
            <a:lvl4pPr>
              <a:defRPr sz="1200"/>
            </a:lvl4pPr>
            <a:lvl5pPr>
              <a:defRPr sz="1100"/>
            </a:lvl5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 styles</a:t>
            </a:r>
          </a:p>
        </p:txBody>
      </p:sp>
      <p:sp>
        <p:nvSpPr>
          <p:cNvPr id="7" name="Content Placeholder 2">
            <a:extLst>
              <a:ext uri="{FF2B5EF4-FFF2-40B4-BE49-F238E27FC236}">
                <a16:creationId xmlns:a16="http://schemas.microsoft.com/office/drawing/2014/main" id="{9D0B6D57-446C-1D88-4F2F-B161F686A3E3}"/>
              </a:ext>
            </a:extLst>
          </p:cNvPr>
          <p:cNvSpPr>
            <a:spLocks noGrp="1"/>
          </p:cNvSpPr>
          <p:nvPr>
            <p:ph idx="1"/>
          </p:nvPr>
        </p:nvSpPr>
        <p:spPr>
          <a:xfrm>
            <a:off x="525018" y="2417763"/>
            <a:ext cx="11151033" cy="3532188"/>
          </a:xfrm>
        </p:spPr>
        <p:txBody>
          <a:bodyPr>
            <a:normAutofit/>
          </a:bodyPr>
          <a:lstStyle>
            <a:lvl1pPr>
              <a:lnSpc>
                <a:spcPct val="100000"/>
              </a:lnSpc>
              <a:defRPr lang="en-US" sz="1400" kern="1200" dirty="0">
                <a:solidFill>
                  <a:schemeClr val="tx1"/>
                </a:solidFill>
                <a:latin typeface="+mn-lt"/>
                <a:ea typeface="Open Sans" panose="020B0606030504020204" pitchFamily="34" charset="0"/>
                <a:cs typeface="Open Sans" panose="020B0606030504020204" pitchFamily="34" charset="0"/>
              </a:defRPr>
            </a:lvl1pPr>
            <a:lvl2pPr>
              <a:lnSpc>
                <a:spcPct val="100000"/>
              </a:lnSpc>
              <a:defRPr sz="1200"/>
            </a:lvl2pPr>
            <a:lvl3pPr>
              <a:lnSpc>
                <a:spcPct val="100000"/>
              </a:lnSpc>
              <a:defRPr sz="1100"/>
            </a:lvl3pPr>
            <a:lvl4pPr>
              <a:lnSpc>
                <a:spcPct val="100000"/>
              </a:lnSpc>
              <a:defRPr sz="1050"/>
            </a:lvl4pPr>
            <a:lvl5pPr>
              <a:lnSpc>
                <a:spcPct val="100000"/>
              </a:lnSpc>
              <a:defRPr sz="1000"/>
            </a:lvl5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138719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Pink Header">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D183A61-EB54-06EF-DE47-F7E9A571DB61}"/>
              </a:ext>
            </a:extLst>
          </p:cNvPr>
          <p:cNvSpPr/>
          <p:nvPr userDrawn="1"/>
        </p:nvSpPr>
        <p:spPr>
          <a:xfrm>
            <a:off x="0" y="0"/>
            <a:ext cx="12192000" cy="1316019"/>
          </a:xfrm>
          <a:prstGeom prst="rect">
            <a:avLst/>
          </a:prstGeom>
          <a:gradFill>
            <a:gsLst>
              <a:gs pos="0">
                <a:schemeClr val="accent2"/>
              </a:gs>
              <a:gs pos="100000">
                <a:schemeClr val="accent2">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Roboto"/>
              <a:ea typeface="+mn-ea"/>
              <a:cs typeface="+mn-cs"/>
            </a:endParaRPr>
          </a:p>
        </p:txBody>
      </p:sp>
      <p:sp>
        <p:nvSpPr>
          <p:cNvPr id="6" name="Slide Number Placeholder 3">
            <a:extLst>
              <a:ext uri="{FF2B5EF4-FFF2-40B4-BE49-F238E27FC236}">
                <a16:creationId xmlns:a16="http://schemas.microsoft.com/office/drawing/2014/main" id="{8FE57028-D915-D943-99D7-8DF74265968B}"/>
              </a:ext>
            </a:extLst>
          </p:cNvPr>
          <p:cNvSpPr>
            <a:spLocks noGrp="1"/>
          </p:cNvSpPr>
          <p:nvPr>
            <p:ph type="sldNum" sz="quarter" idx="4"/>
          </p:nvPr>
        </p:nvSpPr>
        <p:spPr>
          <a:xfrm>
            <a:off x="8600440" y="6241428"/>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A8BD019-05FF-F145-A6E1-6EE5A88665E4}" type="slidenum">
              <a:rPr lang="en-US" smtClean="0"/>
              <a:pPr/>
              <a:t>‹#›</a:t>
            </a:fld>
            <a:endParaRPr lang="en-US"/>
          </a:p>
        </p:txBody>
      </p:sp>
      <p:sp>
        <p:nvSpPr>
          <p:cNvPr id="4" name="Title 1">
            <a:extLst>
              <a:ext uri="{FF2B5EF4-FFF2-40B4-BE49-F238E27FC236}">
                <a16:creationId xmlns:a16="http://schemas.microsoft.com/office/drawing/2014/main" id="{872B019C-4E51-5CE7-5B1D-95225561FA84}"/>
              </a:ext>
            </a:extLst>
          </p:cNvPr>
          <p:cNvSpPr>
            <a:spLocks noGrp="1"/>
          </p:cNvSpPr>
          <p:nvPr>
            <p:ph type="title"/>
          </p:nvPr>
        </p:nvSpPr>
        <p:spPr>
          <a:xfrm>
            <a:off x="525019" y="368300"/>
            <a:ext cx="11151032" cy="900114"/>
          </a:xfrm>
        </p:spPr>
        <p:txBody>
          <a:bodyPr>
            <a:normAutofit/>
          </a:bodyPr>
          <a:lstStyle>
            <a:lvl1pPr>
              <a:defRPr sz="2800">
                <a:solidFill>
                  <a:schemeClr val="bg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444391AA-EE75-B38C-13B8-EDA655F21AB1}"/>
              </a:ext>
            </a:extLst>
          </p:cNvPr>
          <p:cNvSpPr>
            <a:spLocks noGrp="1"/>
          </p:cNvSpPr>
          <p:nvPr>
            <p:ph idx="10"/>
          </p:nvPr>
        </p:nvSpPr>
        <p:spPr>
          <a:xfrm>
            <a:off x="525018" y="1489075"/>
            <a:ext cx="11151033" cy="708026"/>
          </a:xfrm>
        </p:spPr>
        <p:txBody>
          <a:bodyPr/>
          <a:lstStyle>
            <a:lvl1pPr>
              <a:lnSpc>
                <a:spcPct val="100000"/>
              </a:lnSpc>
              <a:defRPr lang="en-US" sz="1800" kern="1200" dirty="0">
                <a:solidFill>
                  <a:schemeClr val="accent2"/>
                </a:solidFill>
                <a:latin typeface="Poppins" pitchFamily="2" charset="77"/>
                <a:ea typeface="Open Sans" panose="020B0606030504020204" pitchFamily="34" charset="0"/>
                <a:cs typeface="Poppins" pitchFamily="2" charset="77"/>
              </a:defRPr>
            </a:lvl1pPr>
            <a:lvl2pPr>
              <a:defRPr sz="1600"/>
            </a:lvl2pPr>
            <a:lvl3pPr>
              <a:defRPr sz="1400"/>
            </a:lvl3pPr>
            <a:lvl4pPr>
              <a:defRPr sz="1200"/>
            </a:lvl4pPr>
            <a:lvl5pPr>
              <a:defRPr sz="1100"/>
            </a:lvl5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 styles</a:t>
            </a:r>
          </a:p>
        </p:txBody>
      </p:sp>
      <p:sp>
        <p:nvSpPr>
          <p:cNvPr id="7" name="Content Placeholder 2">
            <a:extLst>
              <a:ext uri="{FF2B5EF4-FFF2-40B4-BE49-F238E27FC236}">
                <a16:creationId xmlns:a16="http://schemas.microsoft.com/office/drawing/2014/main" id="{305D6275-EA83-B059-B695-A7028EF622A9}"/>
              </a:ext>
            </a:extLst>
          </p:cNvPr>
          <p:cNvSpPr>
            <a:spLocks noGrp="1"/>
          </p:cNvSpPr>
          <p:nvPr>
            <p:ph idx="1"/>
          </p:nvPr>
        </p:nvSpPr>
        <p:spPr>
          <a:xfrm>
            <a:off x="525018" y="2417763"/>
            <a:ext cx="11151033" cy="3532188"/>
          </a:xfrm>
        </p:spPr>
        <p:txBody>
          <a:bodyPr>
            <a:normAutofit/>
          </a:bodyPr>
          <a:lstStyle>
            <a:lvl1pPr>
              <a:lnSpc>
                <a:spcPct val="100000"/>
              </a:lnSpc>
              <a:defRPr lang="en-US" sz="1400" kern="1200" dirty="0">
                <a:solidFill>
                  <a:schemeClr val="tx1"/>
                </a:solidFill>
                <a:latin typeface="+mn-lt"/>
                <a:ea typeface="Open Sans" panose="020B0606030504020204" pitchFamily="34" charset="0"/>
                <a:cs typeface="Open Sans" panose="020B0606030504020204" pitchFamily="34" charset="0"/>
              </a:defRPr>
            </a:lvl1pPr>
            <a:lvl2pPr>
              <a:lnSpc>
                <a:spcPct val="100000"/>
              </a:lnSpc>
              <a:defRPr sz="1200"/>
            </a:lvl2pPr>
            <a:lvl3pPr>
              <a:lnSpc>
                <a:spcPct val="100000"/>
              </a:lnSpc>
              <a:defRPr sz="1100"/>
            </a:lvl3pPr>
            <a:lvl4pPr>
              <a:lnSpc>
                <a:spcPct val="100000"/>
              </a:lnSpc>
              <a:defRPr sz="1050"/>
            </a:lvl4pPr>
            <a:lvl5pPr>
              <a:lnSpc>
                <a:spcPct val="100000"/>
              </a:lnSpc>
              <a:defRPr sz="1000"/>
            </a:lvl5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587218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p:bg>
      <p:bgRef idx="1001">
        <a:schemeClr val="bg1"/>
      </p:bgRef>
    </p:bg>
    <p:spTree>
      <p:nvGrpSpPr>
        <p:cNvPr id="1" name=""/>
        <p:cNvGrpSpPr/>
        <p:nvPr/>
      </p:nvGrpSpPr>
      <p:grpSpPr>
        <a:xfrm>
          <a:off x="0" y="0"/>
          <a:ext cx="0" cy="0"/>
          <a:chOff x="0" y="0"/>
          <a:chExt cx="0" cy="0"/>
        </a:xfrm>
      </p:grpSpPr>
      <p:sp>
        <p:nvSpPr>
          <p:cNvPr id="18" name="Subtitle 2">
            <a:extLst>
              <a:ext uri="{FF2B5EF4-FFF2-40B4-BE49-F238E27FC236}">
                <a16:creationId xmlns:a16="http://schemas.microsoft.com/office/drawing/2014/main" id="{8DF9EC0C-8D8A-394C-98CB-975B46260778}"/>
              </a:ext>
            </a:extLst>
          </p:cNvPr>
          <p:cNvSpPr>
            <a:spLocks noGrp="1"/>
          </p:cNvSpPr>
          <p:nvPr>
            <p:ph type="subTitle" idx="1"/>
          </p:nvPr>
        </p:nvSpPr>
        <p:spPr>
          <a:xfrm>
            <a:off x="499110" y="5177854"/>
            <a:ext cx="9144000" cy="1655762"/>
          </a:xfrm>
        </p:spPr>
        <p:txBody>
          <a:bodyPr>
            <a:normAutofit/>
          </a:bodyPr>
          <a:lstStyle>
            <a:lvl1pPr marL="0" indent="0" algn="l">
              <a:buNone/>
              <a:defRPr sz="2000">
                <a:solidFill>
                  <a:schemeClr val="bg2"/>
                </a:solidFill>
                <a:latin typeface="Open Sans" panose="020B0606030504020204" pitchFamily="34" charset="0"/>
                <a:ea typeface="Open Sans" panose="020B0606030504020204" pitchFamily="34" charset="0"/>
                <a:cs typeface="Open Sans" panose="020B0606030504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9" name="Title 1">
            <a:extLst>
              <a:ext uri="{FF2B5EF4-FFF2-40B4-BE49-F238E27FC236}">
                <a16:creationId xmlns:a16="http://schemas.microsoft.com/office/drawing/2014/main" id="{E6174DF3-85AD-3849-AA29-99B8B3E8F7CA}"/>
              </a:ext>
            </a:extLst>
          </p:cNvPr>
          <p:cNvSpPr>
            <a:spLocks noGrp="1"/>
          </p:cNvSpPr>
          <p:nvPr>
            <p:ph type="ctrTitle"/>
          </p:nvPr>
        </p:nvSpPr>
        <p:spPr>
          <a:xfrm>
            <a:off x="499110" y="4096613"/>
            <a:ext cx="9144000" cy="947129"/>
          </a:xfrm>
        </p:spPr>
        <p:txBody>
          <a:bodyPr anchor="b">
            <a:normAutofit/>
          </a:bodyPr>
          <a:lstStyle>
            <a:lvl1pPr algn="l">
              <a:defRPr sz="4400" b="0">
                <a:solidFill>
                  <a:schemeClr val="bg1"/>
                </a:solidFill>
              </a:defRPr>
            </a:lvl1pPr>
          </a:lstStyle>
          <a:p>
            <a:r>
              <a:rPr lang="en-US"/>
              <a:t>Click to edit Master title style</a:t>
            </a:r>
          </a:p>
        </p:txBody>
      </p:sp>
      <p:sp>
        <p:nvSpPr>
          <p:cNvPr id="7" name="Slide Number Placeholder 3">
            <a:extLst>
              <a:ext uri="{FF2B5EF4-FFF2-40B4-BE49-F238E27FC236}">
                <a16:creationId xmlns:a16="http://schemas.microsoft.com/office/drawing/2014/main" id="{E155D132-6578-874E-A1F5-777D8134DC9D}"/>
              </a:ext>
            </a:extLst>
          </p:cNvPr>
          <p:cNvSpPr>
            <a:spLocks noGrp="1"/>
          </p:cNvSpPr>
          <p:nvPr>
            <p:ph type="sldNum" sz="quarter" idx="4"/>
          </p:nvPr>
        </p:nvSpPr>
        <p:spPr>
          <a:xfrm>
            <a:off x="8600440" y="6241428"/>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A8BD019-05FF-F145-A6E1-6EE5A88665E4}" type="slidenum">
              <a:rPr lang="en-US" smtClean="0"/>
              <a:pPr/>
              <a:t>‹#›</a:t>
            </a:fld>
            <a:endParaRPr lang="en-US"/>
          </a:p>
        </p:txBody>
      </p:sp>
    </p:spTree>
    <p:extLst>
      <p:ext uri="{BB962C8B-B14F-4D97-AF65-F5344CB8AC3E}">
        <p14:creationId xmlns:p14="http://schemas.microsoft.com/office/powerpoint/2010/main" val="733865409"/>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Orange Background">
    <p:bg>
      <p:bgRef idx="1001">
        <a:schemeClr val="bg1"/>
      </p:bgRef>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5C3839F8-3364-3C4E-810A-2FC99C244E37}"/>
              </a:ext>
            </a:extLst>
          </p:cNvPr>
          <p:cNvSpPr/>
          <p:nvPr userDrawn="1"/>
        </p:nvSpPr>
        <p:spPr>
          <a:xfrm>
            <a:off x="0" y="0"/>
            <a:ext cx="12192000" cy="6858000"/>
          </a:xfrm>
          <a:prstGeom prst="rect">
            <a:avLst/>
          </a:prstGeom>
          <a:gradFill>
            <a:gsLst>
              <a:gs pos="41000">
                <a:schemeClr val="accent1"/>
              </a:gs>
              <a:gs pos="100000">
                <a:srgbClr val="EF4136"/>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pic>
        <p:nvPicPr>
          <p:cNvPr id="15" name="Graphic 14">
            <a:extLst>
              <a:ext uri="{FF2B5EF4-FFF2-40B4-BE49-F238E27FC236}">
                <a16:creationId xmlns:a16="http://schemas.microsoft.com/office/drawing/2014/main" id="{DDDEA3E2-E5AD-D14C-B1EB-E632CA3CDBB3}"/>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42" r="35284" b="18720"/>
          <a:stretch/>
        </p:blipFill>
        <p:spPr>
          <a:xfrm>
            <a:off x="5545394" y="-1638142"/>
            <a:ext cx="6646606" cy="8342359"/>
          </a:xfrm>
          <a:prstGeom prst="rect">
            <a:avLst/>
          </a:prstGeom>
        </p:spPr>
      </p:pic>
    </p:spTree>
    <p:extLst>
      <p:ext uri="{BB962C8B-B14F-4D97-AF65-F5344CB8AC3E}">
        <p14:creationId xmlns:p14="http://schemas.microsoft.com/office/powerpoint/2010/main" val="3693151770"/>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ue Background">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69FE0A4-E4BF-0B4D-9AAC-30724C2FC845}"/>
              </a:ext>
            </a:extLst>
          </p:cNvPr>
          <p:cNvSpPr/>
          <p:nvPr userDrawn="1"/>
        </p:nvSpPr>
        <p:spPr>
          <a:xfrm>
            <a:off x="0" y="0"/>
            <a:ext cx="12192000" cy="6858000"/>
          </a:xfrm>
          <a:prstGeom prst="rect">
            <a:avLst/>
          </a:prstGeom>
          <a:gradFill>
            <a:gsLst>
              <a:gs pos="0">
                <a:schemeClr val="accent3"/>
              </a:gs>
              <a:gs pos="100000">
                <a:srgbClr val="1B75BC"/>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5A6D41D4-8055-A24D-80E7-090637EBB6CA}"/>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11481" t="-1" r="30512" b="20969"/>
          <a:stretch/>
        </p:blipFill>
        <p:spPr>
          <a:xfrm>
            <a:off x="6393461" y="-1718316"/>
            <a:ext cx="5798540" cy="7900197"/>
          </a:xfrm>
          <a:prstGeom prst="rect">
            <a:avLst/>
          </a:prstGeom>
        </p:spPr>
      </p:pic>
    </p:spTree>
    <p:extLst>
      <p:ext uri="{BB962C8B-B14F-4D97-AF65-F5344CB8AC3E}">
        <p14:creationId xmlns:p14="http://schemas.microsoft.com/office/powerpoint/2010/main" val="942874928"/>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nk Background">
    <p:bg>
      <p:bgRef idx="1001">
        <a:schemeClr val="bg1"/>
      </p:bgRef>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81E03BB5-73A0-9740-A5A5-D1CE3064E40F}"/>
              </a:ext>
            </a:extLst>
          </p:cNvPr>
          <p:cNvSpPr/>
          <p:nvPr userDrawn="1"/>
        </p:nvSpPr>
        <p:spPr>
          <a:xfrm>
            <a:off x="0" y="0"/>
            <a:ext cx="12192000" cy="6858000"/>
          </a:xfrm>
          <a:prstGeom prst="rect">
            <a:avLst/>
          </a:prstGeom>
          <a:gradFill>
            <a:gsLst>
              <a:gs pos="0">
                <a:srgbClr val="EE2B7B"/>
              </a:gs>
              <a:gs pos="100000">
                <a:schemeClr val="accent2">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4DCF62D6-5D07-004E-99E2-0014E921AD21}"/>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36134" t="10221" r="1" b="18731"/>
          <a:stretch/>
        </p:blipFill>
        <p:spPr>
          <a:xfrm rot="10800000">
            <a:off x="5607255" y="0"/>
            <a:ext cx="6584745" cy="7325222"/>
          </a:xfrm>
          <a:prstGeom prst="rect">
            <a:avLst/>
          </a:prstGeom>
        </p:spPr>
      </p:pic>
    </p:spTree>
    <p:extLst>
      <p:ext uri="{BB962C8B-B14F-4D97-AF65-F5344CB8AC3E}">
        <p14:creationId xmlns:p14="http://schemas.microsoft.com/office/powerpoint/2010/main" val="1214708061"/>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Orange Arrow">
    <p:spTree>
      <p:nvGrpSpPr>
        <p:cNvPr id="1" name=""/>
        <p:cNvGrpSpPr/>
        <p:nvPr/>
      </p:nvGrpSpPr>
      <p:grpSpPr>
        <a:xfrm>
          <a:off x="0" y="0"/>
          <a:ext cx="0" cy="0"/>
          <a:chOff x="0" y="0"/>
          <a:chExt cx="0" cy="0"/>
        </a:xfrm>
      </p:grpSpPr>
      <p:sp>
        <p:nvSpPr>
          <p:cNvPr id="7" name="Arrow: Pentagon 6">
            <a:extLst>
              <a:ext uri="{FF2B5EF4-FFF2-40B4-BE49-F238E27FC236}">
                <a16:creationId xmlns:a16="http://schemas.microsoft.com/office/drawing/2014/main" id="{981B40DD-4CB3-499A-674B-EC5B3D14F8C2}"/>
              </a:ext>
            </a:extLst>
          </p:cNvPr>
          <p:cNvSpPr/>
          <p:nvPr userDrawn="1"/>
        </p:nvSpPr>
        <p:spPr>
          <a:xfrm>
            <a:off x="-2" y="-1"/>
            <a:ext cx="5112776" cy="6858000"/>
          </a:xfrm>
          <a:prstGeom prst="homePlate">
            <a:avLst>
              <a:gd name="adj" fmla="val 32151"/>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Arrow: Pentagon 7">
            <a:extLst>
              <a:ext uri="{FF2B5EF4-FFF2-40B4-BE49-F238E27FC236}">
                <a16:creationId xmlns:a16="http://schemas.microsoft.com/office/drawing/2014/main" id="{B77F37F6-697C-4F0B-9B07-E50867F217DA}"/>
              </a:ext>
            </a:extLst>
          </p:cNvPr>
          <p:cNvSpPr/>
          <p:nvPr userDrawn="1"/>
        </p:nvSpPr>
        <p:spPr>
          <a:xfrm>
            <a:off x="0" y="0"/>
            <a:ext cx="5014452" cy="6858000"/>
          </a:xfrm>
          <a:prstGeom prst="homePlate">
            <a:avLst>
              <a:gd name="adj" fmla="val 32151"/>
            </a:avLst>
          </a:prstGeom>
          <a:gradFill>
            <a:gsLst>
              <a:gs pos="40000">
                <a:schemeClr val="accent1"/>
              </a:gs>
              <a:gs pos="100000">
                <a:srgbClr val="E85A3C"/>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9" name="Graphic 8">
            <a:extLst>
              <a:ext uri="{FF2B5EF4-FFF2-40B4-BE49-F238E27FC236}">
                <a16:creationId xmlns:a16="http://schemas.microsoft.com/office/drawing/2014/main" id="{F8412388-ED79-C9E4-19F6-A88EF37F8AA4}"/>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18190" b="33857"/>
          <a:stretch/>
        </p:blipFill>
        <p:spPr>
          <a:xfrm rot="10800000" flipH="1">
            <a:off x="0" y="0"/>
            <a:ext cx="6959831" cy="5626984"/>
          </a:xfrm>
          <a:prstGeom prst="rect">
            <a:avLst/>
          </a:prstGeom>
        </p:spPr>
      </p:pic>
      <p:sp>
        <p:nvSpPr>
          <p:cNvPr id="4" name="Rectangle 3">
            <a:extLst>
              <a:ext uri="{FF2B5EF4-FFF2-40B4-BE49-F238E27FC236}">
                <a16:creationId xmlns:a16="http://schemas.microsoft.com/office/drawing/2014/main" id="{D983BA3F-B8C5-8046-A4E4-565E3761D642}"/>
              </a:ext>
            </a:extLst>
          </p:cNvPr>
          <p:cNvSpPr/>
          <p:nvPr userDrawn="1"/>
        </p:nvSpPr>
        <p:spPr>
          <a:xfrm>
            <a:off x="8412480" y="6126480"/>
            <a:ext cx="3127248" cy="5120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1291179-6902-E446-8B91-02FCFB894D9F}"/>
              </a:ext>
            </a:extLst>
          </p:cNvPr>
          <p:cNvSpPr>
            <a:spLocks noGrp="1"/>
          </p:cNvSpPr>
          <p:nvPr>
            <p:ph type="title"/>
          </p:nvPr>
        </p:nvSpPr>
        <p:spPr>
          <a:xfrm>
            <a:off x="5719665" y="368300"/>
            <a:ext cx="5956398" cy="900114"/>
          </a:xfrm>
        </p:spPr>
        <p:txBody>
          <a:bodyPr>
            <a:normAutofit/>
          </a:bodyPr>
          <a:lstStyle>
            <a:lvl1pPr>
              <a:defRPr sz="2800"/>
            </a:lvl1pPr>
          </a:lstStyle>
          <a:p>
            <a:r>
              <a:rPr lang="en-US"/>
              <a:t>Click to edit Master title style</a:t>
            </a:r>
          </a:p>
        </p:txBody>
      </p:sp>
      <p:sp>
        <p:nvSpPr>
          <p:cNvPr id="3" name="Content Placeholder 2">
            <a:extLst>
              <a:ext uri="{FF2B5EF4-FFF2-40B4-BE49-F238E27FC236}">
                <a16:creationId xmlns:a16="http://schemas.microsoft.com/office/drawing/2014/main" id="{539103F3-BB36-094B-8F56-34F5177C7F92}"/>
              </a:ext>
            </a:extLst>
          </p:cNvPr>
          <p:cNvSpPr>
            <a:spLocks noGrp="1"/>
          </p:cNvSpPr>
          <p:nvPr>
            <p:ph idx="1"/>
          </p:nvPr>
        </p:nvSpPr>
        <p:spPr>
          <a:xfrm>
            <a:off x="5719653" y="1449388"/>
            <a:ext cx="5956398" cy="5040311"/>
          </a:xfrm>
        </p:spPr>
        <p:txBody>
          <a:bodyPr/>
          <a:lstStyle>
            <a:lvl1pPr>
              <a:defRPr sz="1800">
                <a:latin typeface="Poppins Light" panose="00000400000000000000" pitchFamily="2" charset="0"/>
                <a:cs typeface="Poppins Light" panose="00000400000000000000" pitchFamily="2" charset="0"/>
              </a:defRPr>
            </a:lvl1pPr>
            <a:lvl2pPr>
              <a:defRPr sz="1600"/>
            </a:lvl2pPr>
            <a:lvl3pPr>
              <a:defRPr sz="1400"/>
            </a:lvl3pPr>
            <a:lvl4pPr>
              <a:defRPr sz="1100"/>
            </a:lvl4pPr>
            <a:lvl5pP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163592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Blue Arrow">
    <p:spTree>
      <p:nvGrpSpPr>
        <p:cNvPr id="1" name=""/>
        <p:cNvGrpSpPr/>
        <p:nvPr/>
      </p:nvGrpSpPr>
      <p:grpSpPr>
        <a:xfrm>
          <a:off x="0" y="0"/>
          <a:ext cx="0" cy="0"/>
          <a:chOff x="0" y="0"/>
          <a:chExt cx="0" cy="0"/>
        </a:xfrm>
      </p:grpSpPr>
      <p:sp>
        <p:nvSpPr>
          <p:cNvPr id="7" name="Arrow: Pentagon 6">
            <a:extLst>
              <a:ext uri="{FF2B5EF4-FFF2-40B4-BE49-F238E27FC236}">
                <a16:creationId xmlns:a16="http://schemas.microsoft.com/office/drawing/2014/main" id="{981B40DD-4CB3-499A-674B-EC5B3D14F8C2}"/>
              </a:ext>
            </a:extLst>
          </p:cNvPr>
          <p:cNvSpPr/>
          <p:nvPr userDrawn="1"/>
        </p:nvSpPr>
        <p:spPr>
          <a:xfrm>
            <a:off x="-2" y="-1"/>
            <a:ext cx="5112776" cy="6858000"/>
          </a:xfrm>
          <a:prstGeom prst="homePlate">
            <a:avLst>
              <a:gd name="adj" fmla="val 32151"/>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Arrow: Pentagon 7">
            <a:extLst>
              <a:ext uri="{FF2B5EF4-FFF2-40B4-BE49-F238E27FC236}">
                <a16:creationId xmlns:a16="http://schemas.microsoft.com/office/drawing/2014/main" id="{B77F37F6-697C-4F0B-9B07-E50867F217DA}"/>
              </a:ext>
            </a:extLst>
          </p:cNvPr>
          <p:cNvSpPr/>
          <p:nvPr userDrawn="1"/>
        </p:nvSpPr>
        <p:spPr>
          <a:xfrm>
            <a:off x="0" y="0"/>
            <a:ext cx="5014452" cy="6858000"/>
          </a:xfrm>
          <a:prstGeom prst="homePlate">
            <a:avLst>
              <a:gd name="adj" fmla="val 32151"/>
            </a:avLst>
          </a:prstGeom>
          <a:gradFill>
            <a:gsLst>
              <a:gs pos="40000">
                <a:schemeClr val="accent3"/>
              </a:gs>
              <a:gs pos="100000">
                <a:srgbClr val="1B75BC"/>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9" name="Graphic 8">
            <a:extLst>
              <a:ext uri="{FF2B5EF4-FFF2-40B4-BE49-F238E27FC236}">
                <a16:creationId xmlns:a16="http://schemas.microsoft.com/office/drawing/2014/main" id="{F8412388-ED79-C9E4-19F6-A88EF37F8AA4}"/>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18190" b="33857"/>
          <a:stretch/>
        </p:blipFill>
        <p:spPr>
          <a:xfrm rot="10800000" flipH="1">
            <a:off x="0" y="0"/>
            <a:ext cx="6959831" cy="5626984"/>
          </a:xfrm>
          <a:prstGeom prst="rect">
            <a:avLst/>
          </a:prstGeom>
        </p:spPr>
      </p:pic>
      <p:sp>
        <p:nvSpPr>
          <p:cNvPr id="4" name="Rectangle 3">
            <a:extLst>
              <a:ext uri="{FF2B5EF4-FFF2-40B4-BE49-F238E27FC236}">
                <a16:creationId xmlns:a16="http://schemas.microsoft.com/office/drawing/2014/main" id="{D983BA3F-B8C5-8046-A4E4-565E3761D642}"/>
              </a:ext>
            </a:extLst>
          </p:cNvPr>
          <p:cNvSpPr/>
          <p:nvPr userDrawn="1"/>
        </p:nvSpPr>
        <p:spPr>
          <a:xfrm>
            <a:off x="8412480" y="6126480"/>
            <a:ext cx="3127248" cy="5120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1291179-6902-E446-8B91-02FCFB894D9F}"/>
              </a:ext>
            </a:extLst>
          </p:cNvPr>
          <p:cNvSpPr>
            <a:spLocks noGrp="1"/>
          </p:cNvSpPr>
          <p:nvPr>
            <p:ph type="title"/>
          </p:nvPr>
        </p:nvSpPr>
        <p:spPr>
          <a:xfrm>
            <a:off x="5719665" y="368300"/>
            <a:ext cx="5956398" cy="900114"/>
          </a:xfrm>
        </p:spPr>
        <p:txBody>
          <a:bodyPr>
            <a:normAutofit/>
          </a:bodyPr>
          <a:lstStyle>
            <a:lvl1pPr>
              <a:defRPr sz="2800"/>
            </a:lvl1pPr>
          </a:lstStyle>
          <a:p>
            <a:r>
              <a:rPr lang="en-US"/>
              <a:t>Click to edit Master title style</a:t>
            </a:r>
          </a:p>
        </p:txBody>
      </p:sp>
      <p:sp>
        <p:nvSpPr>
          <p:cNvPr id="3" name="Content Placeholder 2">
            <a:extLst>
              <a:ext uri="{FF2B5EF4-FFF2-40B4-BE49-F238E27FC236}">
                <a16:creationId xmlns:a16="http://schemas.microsoft.com/office/drawing/2014/main" id="{539103F3-BB36-094B-8F56-34F5177C7F92}"/>
              </a:ext>
            </a:extLst>
          </p:cNvPr>
          <p:cNvSpPr>
            <a:spLocks noGrp="1"/>
          </p:cNvSpPr>
          <p:nvPr>
            <p:ph idx="1"/>
          </p:nvPr>
        </p:nvSpPr>
        <p:spPr>
          <a:xfrm>
            <a:off x="5719653" y="1449388"/>
            <a:ext cx="5956398" cy="5040311"/>
          </a:xfrm>
        </p:spPr>
        <p:txBody>
          <a:bodyPr/>
          <a:lstStyle>
            <a:lvl1pPr>
              <a:defRPr sz="1800">
                <a:latin typeface="Poppins Light" panose="00000400000000000000" pitchFamily="2" charset="0"/>
                <a:cs typeface="Poppins Light" panose="00000400000000000000" pitchFamily="2" charset="0"/>
              </a:defRPr>
            </a:lvl1pPr>
            <a:lvl2pPr>
              <a:defRPr sz="1600"/>
            </a:lvl2pPr>
            <a:lvl3pPr>
              <a:defRPr sz="1400"/>
            </a:lvl3pPr>
            <a:lvl4pPr>
              <a:defRPr sz="1100"/>
            </a:lvl4pPr>
            <a:lvl5pP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97945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Pink Arrow">
    <p:spTree>
      <p:nvGrpSpPr>
        <p:cNvPr id="1" name=""/>
        <p:cNvGrpSpPr/>
        <p:nvPr/>
      </p:nvGrpSpPr>
      <p:grpSpPr>
        <a:xfrm>
          <a:off x="0" y="0"/>
          <a:ext cx="0" cy="0"/>
          <a:chOff x="0" y="0"/>
          <a:chExt cx="0" cy="0"/>
        </a:xfrm>
      </p:grpSpPr>
      <p:sp>
        <p:nvSpPr>
          <p:cNvPr id="7" name="Arrow: Pentagon 6">
            <a:extLst>
              <a:ext uri="{FF2B5EF4-FFF2-40B4-BE49-F238E27FC236}">
                <a16:creationId xmlns:a16="http://schemas.microsoft.com/office/drawing/2014/main" id="{981B40DD-4CB3-499A-674B-EC5B3D14F8C2}"/>
              </a:ext>
            </a:extLst>
          </p:cNvPr>
          <p:cNvSpPr/>
          <p:nvPr userDrawn="1"/>
        </p:nvSpPr>
        <p:spPr>
          <a:xfrm>
            <a:off x="-2" y="-1"/>
            <a:ext cx="5112776" cy="6858000"/>
          </a:xfrm>
          <a:prstGeom prst="homePlate">
            <a:avLst>
              <a:gd name="adj" fmla="val 32151"/>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Arrow: Pentagon 7">
            <a:extLst>
              <a:ext uri="{FF2B5EF4-FFF2-40B4-BE49-F238E27FC236}">
                <a16:creationId xmlns:a16="http://schemas.microsoft.com/office/drawing/2014/main" id="{B77F37F6-697C-4F0B-9B07-E50867F217DA}"/>
              </a:ext>
            </a:extLst>
          </p:cNvPr>
          <p:cNvSpPr/>
          <p:nvPr userDrawn="1"/>
        </p:nvSpPr>
        <p:spPr>
          <a:xfrm>
            <a:off x="0" y="0"/>
            <a:ext cx="5014452" cy="6858000"/>
          </a:xfrm>
          <a:prstGeom prst="homePlate">
            <a:avLst>
              <a:gd name="adj" fmla="val 32151"/>
            </a:avLst>
          </a:prstGeom>
          <a:gradFill>
            <a:gsLst>
              <a:gs pos="40000">
                <a:schemeClr val="accent2"/>
              </a:gs>
              <a:gs pos="100000">
                <a:schemeClr val="accent2">
                  <a:lumMod val="75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9" name="Graphic 8">
            <a:extLst>
              <a:ext uri="{FF2B5EF4-FFF2-40B4-BE49-F238E27FC236}">
                <a16:creationId xmlns:a16="http://schemas.microsoft.com/office/drawing/2014/main" id="{F8412388-ED79-C9E4-19F6-A88EF37F8AA4}"/>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18190" b="33857"/>
          <a:stretch/>
        </p:blipFill>
        <p:spPr>
          <a:xfrm rot="10800000" flipH="1">
            <a:off x="0" y="0"/>
            <a:ext cx="6959831" cy="5626984"/>
          </a:xfrm>
          <a:prstGeom prst="rect">
            <a:avLst/>
          </a:prstGeom>
        </p:spPr>
      </p:pic>
      <p:sp>
        <p:nvSpPr>
          <p:cNvPr id="4" name="Rectangle 3">
            <a:extLst>
              <a:ext uri="{FF2B5EF4-FFF2-40B4-BE49-F238E27FC236}">
                <a16:creationId xmlns:a16="http://schemas.microsoft.com/office/drawing/2014/main" id="{D983BA3F-B8C5-8046-A4E4-565E3761D642}"/>
              </a:ext>
            </a:extLst>
          </p:cNvPr>
          <p:cNvSpPr/>
          <p:nvPr userDrawn="1"/>
        </p:nvSpPr>
        <p:spPr>
          <a:xfrm>
            <a:off x="8412480" y="6126480"/>
            <a:ext cx="3127248" cy="5120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1291179-6902-E446-8B91-02FCFB894D9F}"/>
              </a:ext>
            </a:extLst>
          </p:cNvPr>
          <p:cNvSpPr>
            <a:spLocks noGrp="1"/>
          </p:cNvSpPr>
          <p:nvPr>
            <p:ph type="title"/>
          </p:nvPr>
        </p:nvSpPr>
        <p:spPr>
          <a:xfrm>
            <a:off x="5719665" y="368300"/>
            <a:ext cx="5956398" cy="900114"/>
          </a:xfrm>
        </p:spPr>
        <p:txBody>
          <a:bodyPr>
            <a:normAutofit/>
          </a:bodyPr>
          <a:lstStyle>
            <a:lvl1pPr>
              <a:defRPr sz="2800"/>
            </a:lvl1pPr>
          </a:lstStyle>
          <a:p>
            <a:r>
              <a:rPr lang="en-US"/>
              <a:t>Click to edit Master title style</a:t>
            </a:r>
          </a:p>
        </p:txBody>
      </p:sp>
      <p:sp>
        <p:nvSpPr>
          <p:cNvPr id="3" name="Content Placeholder 2">
            <a:extLst>
              <a:ext uri="{FF2B5EF4-FFF2-40B4-BE49-F238E27FC236}">
                <a16:creationId xmlns:a16="http://schemas.microsoft.com/office/drawing/2014/main" id="{539103F3-BB36-094B-8F56-34F5177C7F92}"/>
              </a:ext>
            </a:extLst>
          </p:cNvPr>
          <p:cNvSpPr>
            <a:spLocks noGrp="1"/>
          </p:cNvSpPr>
          <p:nvPr>
            <p:ph idx="1"/>
          </p:nvPr>
        </p:nvSpPr>
        <p:spPr>
          <a:xfrm>
            <a:off x="5719653" y="1449388"/>
            <a:ext cx="5956398" cy="5040311"/>
          </a:xfrm>
        </p:spPr>
        <p:txBody>
          <a:bodyPr/>
          <a:lstStyle>
            <a:lvl1pPr>
              <a:defRPr sz="1800">
                <a:latin typeface="Poppins Light" panose="00000400000000000000" pitchFamily="2" charset="0"/>
                <a:cs typeface="Poppins Light" panose="00000400000000000000" pitchFamily="2" charset="0"/>
              </a:defRPr>
            </a:lvl1pPr>
            <a:lvl2pPr>
              <a:defRPr sz="1600"/>
            </a:lvl2pPr>
            <a:lvl3pPr>
              <a:defRPr sz="1400"/>
            </a:lvl3pPr>
            <a:lvl4pPr>
              <a:defRPr sz="1100"/>
            </a:lvl4pPr>
            <a:lvl5pP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670090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Green Arrow">
    <p:spTree>
      <p:nvGrpSpPr>
        <p:cNvPr id="1" name=""/>
        <p:cNvGrpSpPr/>
        <p:nvPr/>
      </p:nvGrpSpPr>
      <p:grpSpPr>
        <a:xfrm>
          <a:off x="0" y="0"/>
          <a:ext cx="0" cy="0"/>
          <a:chOff x="0" y="0"/>
          <a:chExt cx="0" cy="0"/>
        </a:xfrm>
      </p:grpSpPr>
      <p:sp>
        <p:nvSpPr>
          <p:cNvPr id="7" name="Arrow: Pentagon 6">
            <a:extLst>
              <a:ext uri="{FF2B5EF4-FFF2-40B4-BE49-F238E27FC236}">
                <a16:creationId xmlns:a16="http://schemas.microsoft.com/office/drawing/2014/main" id="{981B40DD-4CB3-499A-674B-EC5B3D14F8C2}"/>
              </a:ext>
            </a:extLst>
          </p:cNvPr>
          <p:cNvSpPr/>
          <p:nvPr userDrawn="1"/>
        </p:nvSpPr>
        <p:spPr>
          <a:xfrm>
            <a:off x="-2" y="-1"/>
            <a:ext cx="5112776" cy="6858000"/>
          </a:xfrm>
          <a:prstGeom prst="homePlate">
            <a:avLst>
              <a:gd name="adj" fmla="val 32151"/>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Arrow: Pentagon 7">
            <a:extLst>
              <a:ext uri="{FF2B5EF4-FFF2-40B4-BE49-F238E27FC236}">
                <a16:creationId xmlns:a16="http://schemas.microsoft.com/office/drawing/2014/main" id="{B77F37F6-697C-4F0B-9B07-E50867F217DA}"/>
              </a:ext>
            </a:extLst>
          </p:cNvPr>
          <p:cNvSpPr/>
          <p:nvPr userDrawn="1"/>
        </p:nvSpPr>
        <p:spPr>
          <a:xfrm>
            <a:off x="0" y="0"/>
            <a:ext cx="5014452" cy="6858000"/>
          </a:xfrm>
          <a:prstGeom prst="homePlate">
            <a:avLst>
              <a:gd name="adj" fmla="val 32151"/>
            </a:avLst>
          </a:prstGeom>
          <a:gradFill>
            <a:gsLst>
              <a:gs pos="40000">
                <a:schemeClr val="accent4"/>
              </a:gs>
              <a:gs pos="100000">
                <a:schemeClr val="accent4">
                  <a:lumMod val="75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9" name="Graphic 8">
            <a:extLst>
              <a:ext uri="{FF2B5EF4-FFF2-40B4-BE49-F238E27FC236}">
                <a16:creationId xmlns:a16="http://schemas.microsoft.com/office/drawing/2014/main" id="{F8412388-ED79-C9E4-19F6-A88EF37F8AA4}"/>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18190" b="33857"/>
          <a:stretch/>
        </p:blipFill>
        <p:spPr>
          <a:xfrm rot="10800000" flipH="1">
            <a:off x="0" y="0"/>
            <a:ext cx="6959831" cy="5626984"/>
          </a:xfrm>
          <a:prstGeom prst="rect">
            <a:avLst/>
          </a:prstGeom>
        </p:spPr>
      </p:pic>
      <p:sp>
        <p:nvSpPr>
          <p:cNvPr id="4" name="Rectangle 3">
            <a:extLst>
              <a:ext uri="{FF2B5EF4-FFF2-40B4-BE49-F238E27FC236}">
                <a16:creationId xmlns:a16="http://schemas.microsoft.com/office/drawing/2014/main" id="{D983BA3F-B8C5-8046-A4E4-565E3761D642}"/>
              </a:ext>
            </a:extLst>
          </p:cNvPr>
          <p:cNvSpPr/>
          <p:nvPr userDrawn="1"/>
        </p:nvSpPr>
        <p:spPr>
          <a:xfrm>
            <a:off x="8412480" y="6126480"/>
            <a:ext cx="3127248" cy="5120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1291179-6902-E446-8B91-02FCFB894D9F}"/>
              </a:ext>
            </a:extLst>
          </p:cNvPr>
          <p:cNvSpPr>
            <a:spLocks noGrp="1"/>
          </p:cNvSpPr>
          <p:nvPr>
            <p:ph type="title"/>
          </p:nvPr>
        </p:nvSpPr>
        <p:spPr>
          <a:xfrm>
            <a:off x="5719665" y="368300"/>
            <a:ext cx="5956398" cy="900114"/>
          </a:xfrm>
        </p:spPr>
        <p:txBody>
          <a:bodyPr>
            <a:normAutofit/>
          </a:bodyPr>
          <a:lstStyle>
            <a:lvl1pPr>
              <a:defRPr sz="2800"/>
            </a:lvl1pPr>
          </a:lstStyle>
          <a:p>
            <a:r>
              <a:rPr lang="en-US"/>
              <a:t>Click to edit Master title style</a:t>
            </a:r>
          </a:p>
        </p:txBody>
      </p:sp>
      <p:sp>
        <p:nvSpPr>
          <p:cNvPr id="3" name="Content Placeholder 2">
            <a:extLst>
              <a:ext uri="{FF2B5EF4-FFF2-40B4-BE49-F238E27FC236}">
                <a16:creationId xmlns:a16="http://schemas.microsoft.com/office/drawing/2014/main" id="{539103F3-BB36-094B-8F56-34F5177C7F92}"/>
              </a:ext>
            </a:extLst>
          </p:cNvPr>
          <p:cNvSpPr>
            <a:spLocks noGrp="1"/>
          </p:cNvSpPr>
          <p:nvPr>
            <p:ph idx="1"/>
          </p:nvPr>
        </p:nvSpPr>
        <p:spPr>
          <a:xfrm>
            <a:off x="5719653" y="1449388"/>
            <a:ext cx="5956398" cy="5040311"/>
          </a:xfrm>
        </p:spPr>
        <p:txBody>
          <a:bodyPr/>
          <a:lstStyle>
            <a:lvl1pPr>
              <a:defRPr sz="1800">
                <a:latin typeface="Poppins Light" panose="00000400000000000000" pitchFamily="2" charset="0"/>
                <a:cs typeface="Poppins Light" panose="00000400000000000000" pitchFamily="2" charset="0"/>
              </a:defRPr>
            </a:lvl1pPr>
            <a:lvl2pPr>
              <a:defRPr sz="1600"/>
            </a:lvl2pPr>
            <a:lvl3pPr>
              <a:defRPr sz="1400"/>
            </a:lvl3pPr>
            <a:lvl4pPr>
              <a:defRPr sz="1100"/>
            </a:lvl4pPr>
            <a:lvl5pP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9119238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Grey Arrow">
    <p:spTree>
      <p:nvGrpSpPr>
        <p:cNvPr id="1" name=""/>
        <p:cNvGrpSpPr/>
        <p:nvPr/>
      </p:nvGrpSpPr>
      <p:grpSpPr>
        <a:xfrm>
          <a:off x="0" y="0"/>
          <a:ext cx="0" cy="0"/>
          <a:chOff x="0" y="0"/>
          <a:chExt cx="0" cy="0"/>
        </a:xfrm>
      </p:grpSpPr>
      <p:sp>
        <p:nvSpPr>
          <p:cNvPr id="7" name="Arrow: Pentagon 6">
            <a:extLst>
              <a:ext uri="{FF2B5EF4-FFF2-40B4-BE49-F238E27FC236}">
                <a16:creationId xmlns:a16="http://schemas.microsoft.com/office/drawing/2014/main" id="{981B40DD-4CB3-499A-674B-EC5B3D14F8C2}"/>
              </a:ext>
            </a:extLst>
          </p:cNvPr>
          <p:cNvSpPr/>
          <p:nvPr userDrawn="1"/>
        </p:nvSpPr>
        <p:spPr>
          <a:xfrm>
            <a:off x="-2" y="-1"/>
            <a:ext cx="5112776" cy="6858000"/>
          </a:xfrm>
          <a:prstGeom prst="homePlate">
            <a:avLst>
              <a:gd name="adj" fmla="val 32151"/>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Arrow: Pentagon 7">
            <a:extLst>
              <a:ext uri="{FF2B5EF4-FFF2-40B4-BE49-F238E27FC236}">
                <a16:creationId xmlns:a16="http://schemas.microsoft.com/office/drawing/2014/main" id="{B77F37F6-697C-4F0B-9B07-E50867F217DA}"/>
              </a:ext>
            </a:extLst>
          </p:cNvPr>
          <p:cNvSpPr/>
          <p:nvPr userDrawn="1"/>
        </p:nvSpPr>
        <p:spPr>
          <a:xfrm>
            <a:off x="0" y="0"/>
            <a:ext cx="5014452" cy="6858000"/>
          </a:xfrm>
          <a:prstGeom prst="homePlate">
            <a:avLst>
              <a:gd name="adj" fmla="val 32151"/>
            </a:avLst>
          </a:prstGeom>
          <a:gradFill>
            <a:gsLst>
              <a:gs pos="40000">
                <a:schemeClr val="accent6"/>
              </a:gs>
              <a:gs pos="100000">
                <a:schemeClr val="accent6">
                  <a:lumMod val="75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9" name="Graphic 8">
            <a:extLst>
              <a:ext uri="{FF2B5EF4-FFF2-40B4-BE49-F238E27FC236}">
                <a16:creationId xmlns:a16="http://schemas.microsoft.com/office/drawing/2014/main" id="{F8412388-ED79-C9E4-19F6-A88EF37F8AA4}"/>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18190" b="33857"/>
          <a:stretch/>
        </p:blipFill>
        <p:spPr>
          <a:xfrm rot="10800000" flipH="1">
            <a:off x="0" y="0"/>
            <a:ext cx="6959831" cy="5626984"/>
          </a:xfrm>
          <a:prstGeom prst="rect">
            <a:avLst/>
          </a:prstGeom>
        </p:spPr>
      </p:pic>
      <p:sp>
        <p:nvSpPr>
          <p:cNvPr id="4" name="Rectangle 3">
            <a:extLst>
              <a:ext uri="{FF2B5EF4-FFF2-40B4-BE49-F238E27FC236}">
                <a16:creationId xmlns:a16="http://schemas.microsoft.com/office/drawing/2014/main" id="{D983BA3F-B8C5-8046-A4E4-565E3761D642}"/>
              </a:ext>
            </a:extLst>
          </p:cNvPr>
          <p:cNvSpPr/>
          <p:nvPr userDrawn="1"/>
        </p:nvSpPr>
        <p:spPr>
          <a:xfrm>
            <a:off x="8412480" y="6126480"/>
            <a:ext cx="3127248" cy="5120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1291179-6902-E446-8B91-02FCFB894D9F}"/>
              </a:ext>
            </a:extLst>
          </p:cNvPr>
          <p:cNvSpPr>
            <a:spLocks noGrp="1"/>
          </p:cNvSpPr>
          <p:nvPr>
            <p:ph type="title"/>
          </p:nvPr>
        </p:nvSpPr>
        <p:spPr>
          <a:xfrm>
            <a:off x="5719665" y="368300"/>
            <a:ext cx="5956398" cy="900114"/>
          </a:xfrm>
        </p:spPr>
        <p:txBody>
          <a:bodyPr>
            <a:normAutofit/>
          </a:bodyPr>
          <a:lstStyle>
            <a:lvl1pPr>
              <a:defRPr sz="2800"/>
            </a:lvl1pPr>
          </a:lstStyle>
          <a:p>
            <a:r>
              <a:rPr lang="en-US"/>
              <a:t>Click to edit Master title style</a:t>
            </a:r>
          </a:p>
        </p:txBody>
      </p:sp>
      <p:sp>
        <p:nvSpPr>
          <p:cNvPr id="3" name="Content Placeholder 2">
            <a:extLst>
              <a:ext uri="{FF2B5EF4-FFF2-40B4-BE49-F238E27FC236}">
                <a16:creationId xmlns:a16="http://schemas.microsoft.com/office/drawing/2014/main" id="{539103F3-BB36-094B-8F56-34F5177C7F92}"/>
              </a:ext>
            </a:extLst>
          </p:cNvPr>
          <p:cNvSpPr>
            <a:spLocks noGrp="1"/>
          </p:cNvSpPr>
          <p:nvPr>
            <p:ph idx="1"/>
          </p:nvPr>
        </p:nvSpPr>
        <p:spPr>
          <a:xfrm>
            <a:off x="5719653" y="1449388"/>
            <a:ext cx="5956398" cy="5040311"/>
          </a:xfrm>
        </p:spPr>
        <p:txBody>
          <a:bodyPr/>
          <a:lstStyle>
            <a:lvl1pPr>
              <a:defRPr sz="1800">
                <a:latin typeface="Poppins Light" panose="00000400000000000000" pitchFamily="2" charset="0"/>
                <a:cs typeface="Poppins Light" panose="00000400000000000000" pitchFamily="2" charset="0"/>
              </a:defRPr>
            </a:lvl1pPr>
            <a:lvl2pPr>
              <a:defRPr sz="1600"/>
            </a:lvl2pPr>
            <a:lvl3pPr>
              <a:defRPr sz="1400"/>
            </a:lvl3pPr>
            <a:lvl4pPr>
              <a:defRPr sz="1100"/>
            </a:lvl4pPr>
            <a:lvl5pP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1266868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Light Blue Arrow">
    <p:spTree>
      <p:nvGrpSpPr>
        <p:cNvPr id="1" name=""/>
        <p:cNvGrpSpPr/>
        <p:nvPr/>
      </p:nvGrpSpPr>
      <p:grpSpPr>
        <a:xfrm>
          <a:off x="0" y="0"/>
          <a:ext cx="0" cy="0"/>
          <a:chOff x="0" y="0"/>
          <a:chExt cx="0" cy="0"/>
        </a:xfrm>
      </p:grpSpPr>
      <p:sp>
        <p:nvSpPr>
          <p:cNvPr id="7" name="Arrow: Pentagon 6">
            <a:extLst>
              <a:ext uri="{FF2B5EF4-FFF2-40B4-BE49-F238E27FC236}">
                <a16:creationId xmlns:a16="http://schemas.microsoft.com/office/drawing/2014/main" id="{981B40DD-4CB3-499A-674B-EC5B3D14F8C2}"/>
              </a:ext>
            </a:extLst>
          </p:cNvPr>
          <p:cNvSpPr/>
          <p:nvPr userDrawn="1"/>
        </p:nvSpPr>
        <p:spPr>
          <a:xfrm>
            <a:off x="-2" y="-1"/>
            <a:ext cx="5112776" cy="6858000"/>
          </a:xfrm>
          <a:prstGeom prst="homePlate">
            <a:avLst>
              <a:gd name="adj" fmla="val 32151"/>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Arrow: Pentagon 7">
            <a:extLst>
              <a:ext uri="{FF2B5EF4-FFF2-40B4-BE49-F238E27FC236}">
                <a16:creationId xmlns:a16="http://schemas.microsoft.com/office/drawing/2014/main" id="{B77F37F6-697C-4F0B-9B07-E50867F217DA}"/>
              </a:ext>
            </a:extLst>
          </p:cNvPr>
          <p:cNvSpPr/>
          <p:nvPr userDrawn="1"/>
        </p:nvSpPr>
        <p:spPr>
          <a:xfrm>
            <a:off x="0" y="0"/>
            <a:ext cx="5014452" cy="6858000"/>
          </a:xfrm>
          <a:prstGeom prst="homePlate">
            <a:avLst>
              <a:gd name="adj" fmla="val 32151"/>
            </a:avLst>
          </a:prstGeom>
          <a:gradFill>
            <a:gsLst>
              <a:gs pos="40000">
                <a:schemeClr val="accent5"/>
              </a:gs>
              <a:gs pos="99000">
                <a:schemeClr val="accent5">
                  <a:lumMod val="75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9" name="Graphic 8">
            <a:extLst>
              <a:ext uri="{FF2B5EF4-FFF2-40B4-BE49-F238E27FC236}">
                <a16:creationId xmlns:a16="http://schemas.microsoft.com/office/drawing/2014/main" id="{F8412388-ED79-C9E4-19F6-A88EF37F8AA4}"/>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18190" b="33857"/>
          <a:stretch/>
        </p:blipFill>
        <p:spPr>
          <a:xfrm rot="10800000" flipH="1">
            <a:off x="0" y="0"/>
            <a:ext cx="6959831" cy="5626984"/>
          </a:xfrm>
          <a:prstGeom prst="rect">
            <a:avLst/>
          </a:prstGeom>
        </p:spPr>
      </p:pic>
      <p:sp>
        <p:nvSpPr>
          <p:cNvPr id="4" name="Rectangle 3">
            <a:extLst>
              <a:ext uri="{FF2B5EF4-FFF2-40B4-BE49-F238E27FC236}">
                <a16:creationId xmlns:a16="http://schemas.microsoft.com/office/drawing/2014/main" id="{D983BA3F-B8C5-8046-A4E4-565E3761D642}"/>
              </a:ext>
            </a:extLst>
          </p:cNvPr>
          <p:cNvSpPr/>
          <p:nvPr userDrawn="1"/>
        </p:nvSpPr>
        <p:spPr>
          <a:xfrm>
            <a:off x="8412480" y="6126480"/>
            <a:ext cx="3127248" cy="5120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1291179-6902-E446-8B91-02FCFB894D9F}"/>
              </a:ext>
            </a:extLst>
          </p:cNvPr>
          <p:cNvSpPr>
            <a:spLocks noGrp="1"/>
          </p:cNvSpPr>
          <p:nvPr>
            <p:ph type="title"/>
          </p:nvPr>
        </p:nvSpPr>
        <p:spPr>
          <a:xfrm>
            <a:off x="5719665" y="368300"/>
            <a:ext cx="5956398" cy="900114"/>
          </a:xfrm>
        </p:spPr>
        <p:txBody>
          <a:bodyPr>
            <a:normAutofit/>
          </a:bodyPr>
          <a:lstStyle>
            <a:lvl1pPr>
              <a:defRPr sz="2800"/>
            </a:lvl1pPr>
          </a:lstStyle>
          <a:p>
            <a:r>
              <a:rPr lang="en-US"/>
              <a:t>Click to edit Master title style</a:t>
            </a:r>
          </a:p>
        </p:txBody>
      </p:sp>
      <p:sp>
        <p:nvSpPr>
          <p:cNvPr id="3" name="Content Placeholder 2">
            <a:extLst>
              <a:ext uri="{FF2B5EF4-FFF2-40B4-BE49-F238E27FC236}">
                <a16:creationId xmlns:a16="http://schemas.microsoft.com/office/drawing/2014/main" id="{539103F3-BB36-094B-8F56-34F5177C7F92}"/>
              </a:ext>
            </a:extLst>
          </p:cNvPr>
          <p:cNvSpPr>
            <a:spLocks noGrp="1"/>
          </p:cNvSpPr>
          <p:nvPr>
            <p:ph idx="1"/>
          </p:nvPr>
        </p:nvSpPr>
        <p:spPr>
          <a:xfrm>
            <a:off x="5719653" y="1449388"/>
            <a:ext cx="5956398" cy="5040311"/>
          </a:xfrm>
        </p:spPr>
        <p:txBody>
          <a:bodyPr/>
          <a:lstStyle>
            <a:lvl1pPr>
              <a:defRPr sz="1800">
                <a:latin typeface="Poppins Light" panose="00000400000000000000" pitchFamily="2" charset="0"/>
                <a:cs typeface="Poppins Light" panose="00000400000000000000" pitchFamily="2" charset="0"/>
              </a:defRPr>
            </a:lvl1pPr>
            <a:lvl2pPr>
              <a:defRPr sz="1600"/>
            </a:lvl2pPr>
            <a:lvl3pPr>
              <a:defRPr sz="1400"/>
            </a:lvl3pPr>
            <a:lvl4pPr>
              <a:defRPr sz="1100"/>
            </a:lvl4pPr>
            <a:lvl5pP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6679775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Orange Long Side Graphic">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93187DA-91A8-9543-9044-A3EDC175753C}"/>
              </a:ext>
            </a:extLst>
          </p:cNvPr>
          <p:cNvSpPr/>
          <p:nvPr userDrawn="1"/>
        </p:nvSpPr>
        <p:spPr>
          <a:xfrm>
            <a:off x="8241475" y="6000547"/>
            <a:ext cx="2648198" cy="51900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29">
            <a:extLst>
              <a:ext uri="{FF2B5EF4-FFF2-40B4-BE49-F238E27FC236}">
                <a16:creationId xmlns:a16="http://schemas.microsoft.com/office/drawing/2014/main" id="{01C706FE-8F3E-CE27-4809-462B78AE473B}"/>
              </a:ext>
            </a:extLst>
          </p:cNvPr>
          <p:cNvSpPr/>
          <p:nvPr userDrawn="1"/>
        </p:nvSpPr>
        <p:spPr>
          <a:xfrm rot="16200000">
            <a:off x="7645400" y="2320583"/>
            <a:ext cx="6857999" cy="2235200"/>
          </a:xfrm>
          <a:custGeom>
            <a:avLst/>
            <a:gdLst>
              <a:gd name="connsiteX0" fmla="*/ 0 w 4411579"/>
              <a:gd name="connsiteY0" fmla="*/ 0 h 9601200"/>
              <a:gd name="connsiteX1" fmla="*/ 4411579 w 4411579"/>
              <a:gd name="connsiteY1" fmla="*/ 0 h 9601200"/>
              <a:gd name="connsiteX2" fmla="*/ 4411579 w 4411579"/>
              <a:gd name="connsiteY2" fmla="*/ 9601200 h 9601200"/>
              <a:gd name="connsiteX3" fmla="*/ 0 w 4411579"/>
              <a:gd name="connsiteY3" fmla="*/ 9601200 h 9601200"/>
              <a:gd name="connsiteX4" fmla="*/ 0 w 4411579"/>
              <a:gd name="connsiteY4" fmla="*/ 0 h 9601200"/>
              <a:gd name="connsiteX0" fmla="*/ 0 w 4411579"/>
              <a:gd name="connsiteY0" fmla="*/ 0 h 9601200"/>
              <a:gd name="connsiteX1" fmla="*/ 1909010 w 4411579"/>
              <a:gd name="connsiteY1" fmla="*/ 4475747 h 9601200"/>
              <a:gd name="connsiteX2" fmla="*/ 4411579 w 4411579"/>
              <a:gd name="connsiteY2" fmla="*/ 9601200 h 9601200"/>
              <a:gd name="connsiteX3" fmla="*/ 0 w 4411579"/>
              <a:gd name="connsiteY3" fmla="*/ 9601200 h 9601200"/>
              <a:gd name="connsiteX4" fmla="*/ 0 w 4411579"/>
              <a:gd name="connsiteY4" fmla="*/ 0 h 9601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1579" h="9601200">
                <a:moveTo>
                  <a:pt x="0" y="0"/>
                </a:moveTo>
                <a:lnTo>
                  <a:pt x="1909010" y="4475747"/>
                </a:lnTo>
                <a:lnTo>
                  <a:pt x="4411579" y="9601200"/>
                </a:lnTo>
                <a:lnTo>
                  <a:pt x="0" y="9601200"/>
                </a:lnTo>
                <a:lnTo>
                  <a:pt x="0" y="0"/>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endParaRPr lang="en-US" sz="3200">
              <a:solidFill>
                <a:prstClr val="white"/>
              </a:solidFill>
              <a:latin typeface="Roboto"/>
            </a:endParaRPr>
          </a:p>
        </p:txBody>
      </p:sp>
      <p:sp>
        <p:nvSpPr>
          <p:cNvPr id="8" name="Rectangle 29">
            <a:extLst>
              <a:ext uri="{FF2B5EF4-FFF2-40B4-BE49-F238E27FC236}">
                <a16:creationId xmlns:a16="http://schemas.microsoft.com/office/drawing/2014/main" id="{5ABDBB91-4825-3149-B88C-7BEECA042FB7}"/>
              </a:ext>
            </a:extLst>
          </p:cNvPr>
          <p:cNvSpPr/>
          <p:nvPr userDrawn="1"/>
        </p:nvSpPr>
        <p:spPr>
          <a:xfrm rot="16200000">
            <a:off x="7731228" y="2397225"/>
            <a:ext cx="6858001" cy="2063551"/>
          </a:xfrm>
          <a:custGeom>
            <a:avLst/>
            <a:gdLst>
              <a:gd name="connsiteX0" fmla="*/ 0 w 4411579"/>
              <a:gd name="connsiteY0" fmla="*/ 0 h 9601200"/>
              <a:gd name="connsiteX1" fmla="*/ 4411579 w 4411579"/>
              <a:gd name="connsiteY1" fmla="*/ 0 h 9601200"/>
              <a:gd name="connsiteX2" fmla="*/ 4411579 w 4411579"/>
              <a:gd name="connsiteY2" fmla="*/ 9601200 h 9601200"/>
              <a:gd name="connsiteX3" fmla="*/ 0 w 4411579"/>
              <a:gd name="connsiteY3" fmla="*/ 9601200 h 9601200"/>
              <a:gd name="connsiteX4" fmla="*/ 0 w 4411579"/>
              <a:gd name="connsiteY4" fmla="*/ 0 h 9601200"/>
              <a:gd name="connsiteX0" fmla="*/ 0 w 4411579"/>
              <a:gd name="connsiteY0" fmla="*/ 0 h 9601200"/>
              <a:gd name="connsiteX1" fmla="*/ 1909010 w 4411579"/>
              <a:gd name="connsiteY1" fmla="*/ 4475747 h 9601200"/>
              <a:gd name="connsiteX2" fmla="*/ 4411579 w 4411579"/>
              <a:gd name="connsiteY2" fmla="*/ 9601200 h 9601200"/>
              <a:gd name="connsiteX3" fmla="*/ 0 w 4411579"/>
              <a:gd name="connsiteY3" fmla="*/ 9601200 h 9601200"/>
              <a:gd name="connsiteX4" fmla="*/ 0 w 4411579"/>
              <a:gd name="connsiteY4" fmla="*/ 0 h 9601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1579" h="9601200">
                <a:moveTo>
                  <a:pt x="0" y="0"/>
                </a:moveTo>
                <a:lnTo>
                  <a:pt x="1909010" y="4475747"/>
                </a:lnTo>
                <a:lnTo>
                  <a:pt x="4411579" y="9601200"/>
                </a:lnTo>
                <a:lnTo>
                  <a:pt x="0" y="9601200"/>
                </a:lnTo>
                <a:lnTo>
                  <a:pt x="0" y="0"/>
                </a:lnTo>
                <a:close/>
              </a:path>
            </a:pathLst>
          </a:custGeom>
          <a:gradFill>
            <a:gsLst>
              <a:gs pos="0">
                <a:schemeClr val="accent1"/>
              </a:gs>
              <a:gs pos="100000">
                <a:srgbClr val="EF4136"/>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endParaRPr lang="en-US" sz="3200">
              <a:solidFill>
                <a:prstClr val="white"/>
              </a:solidFill>
              <a:latin typeface="Roboto"/>
            </a:endParaRPr>
          </a:p>
        </p:txBody>
      </p:sp>
      <p:sp>
        <p:nvSpPr>
          <p:cNvPr id="5" name="Title 1">
            <a:extLst>
              <a:ext uri="{FF2B5EF4-FFF2-40B4-BE49-F238E27FC236}">
                <a16:creationId xmlns:a16="http://schemas.microsoft.com/office/drawing/2014/main" id="{785E208D-C5D8-6524-F56F-4BD1174247AC}"/>
              </a:ext>
            </a:extLst>
          </p:cNvPr>
          <p:cNvSpPr>
            <a:spLocks noGrp="1"/>
          </p:cNvSpPr>
          <p:nvPr>
            <p:ph type="title"/>
          </p:nvPr>
        </p:nvSpPr>
        <p:spPr>
          <a:xfrm>
            <a:off x="525019" y="368300"/>
            <a:ext cx="11151044" cy="900114"/>
          </a:xfrm>
        </p:spPr>
        <p:txBody>
          <a:bodyPr>
            <a:normAutofit/>
          </a:bodyPr>
          <a:lstStyle>
            <a:lvl1pPr>
              <a:defRPr sz="2800"/>
            </a:lvl1pPr>
          </a:lstStyle>
          <a:p>
            <a:r>
              <a:rPr lang="en-US"/>
              <a:t>Click to edit Master title style</a:t>
            </a:r>
          </a:p>
        </p:txBody>
      </p:sp>
      <p:sp>
        <p:nvSpPr>
          <p:cNvPr id="2" name="Content Placeholder 2">
            <a:extLst>
              <a:ext uri="{FF2B5EF4-FFF2-40B4-BE49-F238E27FC236}">
                <a16:creationId xmlns:a16="http://schemas.microsoft.com/office/drawing/2014/main" id="{6D0DA3B5-E9B5-9E73-6E4A-E6A8D4226CBE}"/>
              </a:ext>
            </a:extLst>
          </p:cNvPr>
          <p:cNvSpPr>
            <a:spLocks noGrp="1"/>
          </p:cNvSpPr>
          <p:nvPr>
            <p:ph idx="10"/>
          </p:nvPr>
        </p:nvSpPr>
        <p:spPr>
          <a:xfrm>
            <a:off x="525018" y="1489075"/>
            <a:ext cx="11151033" cy="708026"/>
          </a:xfrm>
        </p:spPr>
        <p:txBody>
          <a:bodyPr/>
          <a:lstStyle>
            <a:lvl1pPr>
              <a:defRPr lang="en-US" sz="1800" kern="1200" dirty="0">
                <a:solidFill>
                  <a:schemeClr val="accent1"/>
                </a:solidFill>
                <a:latin typeface="Poppins" pitchFamily="2" charset="77"/>
                <a:ea typeface="Open Sans" panose="020B0606030504020204" pitchFamily="34" charset="0"/>
                <a:cs typeface="Poppins" pitchFamily="2" charset="77"/>
              </a:defRPr>
            </a:lvl1pPr>
            <a:lvl2pPr>
              <a:defRPr sz="1600"/>
            </a:lvl2pPr>
            <a:lvl3pPr>
              <a:defRPr sz="1400"/>
            </a:lvl3pPr>
            <a:lvl4pPr>
              <a:defRPr sz="1200"/>
            </a:lvl4pPr>
            <a:lvl5pPr>
              <a:defRPr sz="1100"/>
            </a:lvl5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 styles</a:t>
            </a:r>
          </a:p>
        </p:txBody>
      </p:sp>
      <p:sp>
        <p:nvSpPr>
          <p:cNvPr id="3" name="Content Placeholder 2">
            <a:extLst>
              <a:ext uri="{FF2B5EF4-FFF2-40B4-BE49-F238E27FC236}">
                <a16:creationId xmlns:a16="http://schemas.microsoft.com/office/drawing/2014/main" id="{7FB55E82-4F67-E441-5FA4-A49E2A16A71B}"/>
              </a:ext>
            </a:extLst>
          </p:cNvPr>
          <p:cNvSpPr>
            <a:spLocks noGrp="1"/>
          </p:cNvSpPr>
          <p:nvPr>
            <p:ph idx="1"/>
          </p:nvPr>
        </p:nvSpPr>
        <p:spPr>
          <a:xfrm>
            <a:off x="525018" y="2417763"/>
            <a:ext cx="11151033" cy="3532188"/>
          </a:xfrm>
        </p:spPr>
        <p:txBody>
          <a:bodyPr>
            <a:normAutofit/>
          </a:bodyPr>
          <a:lstStyle>
            <a:lvl1pPr>
              <a:defRPr lang="en-US" sz="1400" kern="1200" dirty="0">
                <a:solidFill>
                  <a:schemeClr val="tx1"/>
                </a:solidFill>
                <a:latin typeface="+mn-lt"/>
                <a:ea typeface="Open Sans" panose="020B0606030504020204" pitchFamily="34" charset="0"/>
                <a:cs typeface="Open Sans" panose="020B0606030504020204" pitchFamily="34" charset="0"/>
              </a:defRPr>
            </a:lvl1pPr>
            <a:lvl2pPr>
              <a:defRPr sz="1200"/>
            </a:lvl2pPr>
            <a:lvl3pPr>
              <a:defRPr sz="1100"/>
            </a:lvl3pPr>
            <a:lvl4pPr>
              <a:defRPr sz="1050"/>
            </a:lvl4pPr>
            <a:lvl5pPr>
              <a:defRPr sz="1000"/>
            </a:lvl5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7764937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Blue Long Side Graphic">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93187DA-91A8-9543-9044-A3EDC175753C}"/>
              </a:ext>
            </a:extLst>
          </p:cNvPr>
          <p:cNvSpPr/>
          <p:nvPr userDrawn="1"/>
        </p:nvSpPr>
        <p:spPr>
          <a:xfrm>
            <a:off x="8241475" y="6000547"/>
            <a:ext cx="2648198" cy="51900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1291179-6902-E446-8B91-02FCFB894D9F}"/>
              </a:ext>
            </a:extLst>
          </p:cNvPr>
          <p:cNvSpPr>
            <a:spLocks noGrp="1"/>
          </p:cNvSpPr>
          <p:nvPr>
            <p:ph type="title"/>
          </p:nvPr>
        </p:nvSpPr>
        <p:spPr/>
        <p:txBody>
          <a:bodyPr>
            <a:normAutofit/>
          </a:bodyPr>
          <a:lstStyle>
            <a:lvl1pPr>
              <a:defRPr sz="2800"/>
            </a:lvl1pPr>
          </a:lstStyle>
          <a:p>
            <a:r>
              <a:rPr lang="en-US"/>
              <a:t>Click to edit Master title style</a:t>
            </a:r>
          </a:p>
        </p:txBody>
      </p:sp>
      <p:sp>
        <p:nvSpPr>
          <p:cNvPr id="6" name="Rectangle 29">
            <a:extLst>
              <a:ext uri="{FF2B5EF4-FFF2-40B4-BE49-F238E27FC236}">
                <a16:creationId xmlns:a16="http://schemas.microsoft.com/office/drawing/2014/main" id="{A31108C3-F34C-8C45-A897-FE6DA9684A4F}"/>
              </a:ext>
            </a:extLst>
          </p:cNvPr>
          <p:cNvSpPr/>
          <p:nvPr userDrawn="1"/>
        </p:nvSpPr>
        <p:spPr>
          <a:xfrm rot="16200000">
            <a:off x="7645400" y="2320583"/>
            <a:ext cx="6857999" cy="2235200"/>
          </a:xfrm>
          <a:custGeom>
            <a:avLst/>
            <a:gdLst>
              <a:gd name="connsiteX0" fmla="*/ 0 w 4411579"/>
              <a:gd name="connsiteY0" fmla="*/ 0 h 9601200"/>
              <a:gd name="connsiteX1" fmla="*/ 4411579 w 4411579"/>
              <a:gd name="connsiteY1" fmla="*/ 0 h 9601200"/>
              <a:gd name="connsiteX2" fmla="*/ 4411579 w 4411579"/>
              <a:gd name="connsiteY2" fmla="*/ 9601200 h 9601200"/>
              <a:gd name="connsiteX3" fmla="*/ 0 w 4411579"/>
              <a:gd name="connsiteY3" fmla="*/ 9601200 h 9601200"/>
              <a:gd name="connsiteX4" fmla="*/ 0 w 4411579"/>
              <a:gd name="connsiteY4" fmla="*/ 0 h 9601200"/>
              <a:gd name="connsiteX0" fmla="*/ 0 w 4411579"/>
              <a:gd name="connsiteY0" fmla="*/ 0 h 9601200"/>
              <a:gd name="connsiteX1" fmla="*/ 1909010 w 4411579"/>
              <a:gd name="connsiteY1" fmla="*/ 4475747 h 9601200"/>
              <a:gd name="connsiteX2" fmla="*/ 4411579 w 4411579"/>
              <a:gd name="connsiteY2" fmla="*/ 9601200 h 9601200"/>
              <a:gd name="connsiteX3" fmla="*/ 0 w 4411579"/>
              <a:gd name="connsiteY3" fmla="*/ 9601200 h 9601200"/>
              <a:gd name="connsiteX4" fmla="*/ 0 w 4411579"/>
              <a:gd name="connsiteY4" fmla="*/ 0 h 9601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1579" h="9601200">
                <a:moveTo>
                  <a:pt x="0" y="0"/>
                </a:moveTo>
                <a:lnTo>
                  <a:pt x="1909010" y="4475747"/>
                </a:lnTo>
                <a:lnTo>
                  <a:pt x="4411579" y="9601200"/>
                </a:lnTo>
                <a:lnTo>
                  <a:pt x="0" y="9601200"/>
                </a:lnTo>
                <a:lnTo>
                  <a:pt x="0" y="0"/>
                </a:lnTo>
                <a:close/>
              </a:path>
            </a:pathLst>
          </a:cu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endParaRPr lang="en-US" sz="3200">
              <a:solidFill>
                <a:prstClr val="white"/>
              </a:solidFill>
              <a:latin typeface="Roboto"/>
            </a:endParaRPr>
          </a:p>
        </p:txBody>
      </p:sp>
      <p:sp>
        <p:nvSpPr>
          <p:cNvPr id="8" name="Rectangle 29">
            <a:extLst>
              <a:ext uri="{FF2B5EF4-FFF2-40B4-BE49-F238E27FC236}">
                <a16:creationId xmlns:a16="http://schemas.microsoft.com/office/drawing/2014/main" id="{5ABDBB91-4825-3149-B88C-7BEECA042FB7}"/>
              </a:ext>
            </a:extLst>
          </p:cNvPr>
          <p:cNvSpPr/>
          <p:nvPr userDrawn="1"/>
        </p:nvSpPr>
        <p:spPr>
          <a:xfrm rot="16200000">
            <a:off x="7731228" y="2397225"/>
            <a:ext cx="6858001" cy="2063551"/>
          </a:xfrm>
          <a:custGeom>
            <a:avLst/>
            <a:gdLst>
              <a:gd name="connsiteX0" fmla="*/ 0 w 4411579"/>
              <a:gd name="connsiteY0" fmla="*/ 0 h 9601200"/>
              <a:gd name="connsiteX1" fmla="*/ 4411579 w 4411579"/>
              <a:gd name="connsiteY1" fmla="*/ 0 h 9601200"/>
              <a:gd name="connsiteX2" fmla="*/ 4411579 w 4411579"/>
              <a:gd name="connsiteY2" fmla="*/ 9601200 h 9601200"/>
              <a:gd name="connsiteX3" fmla="*/ 0 w 4411579"/>
              <a:gd name="connsiteY3" fmla="*/ 9601200 h 9601200"/>
              <a:gd name="connsiteX4" fmla="*/ 0 w 4411579"/>
              <a:gd name="connsiteY4" fmla="*/ 0 h 9601200"/>
              <a:gd name="connsiteX0" fmla="*/ 0 w 4411579"/>
              <a:gd name="connsiteY0" fmla="*/ 0 h 9601200"/>
              <a:gd name="connsiteX1" fmla="*/ 1909010 w 4411579"/>
              <a:gd name="connsiteY1" fmla="*/ 4475747 h 9601200"/>
              <a:gd name="connsiteX2" fmla="*/ 4411579 w 4411579"/>
              <a:gd name="connsiteY2" fmla="*/ 9601200 h 9601200"/>
              <a:gd name="connsiteX3" fmla="*/ 0 w 4411579"/>
              <a:gd name="connsiteY3" fmla="*/ 9601200 h 9601200"/>
              <a:gd name="connsiteX4" fmla="*/ 0 w 4411579"/>
              <a:gd name="connsiteY4" fmla="*/ 0 h 9601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1579" h="9601200">
                <a:moveTo>
                  <a:pt x="0" y="0"/>
                </a:moveTo>
                <a:lnTo>
                  <a:pt x="1909010" y="4475747"/>
                </a:lnTo>
                <a:lnTo>
                  <a:pt x="4411579" y="9601200"/>
                </a:lnTo>
                <a:lnTo>
                  <a:pt x="0" y="9601200"/>
                </a:lnTo>
                <a:lnTo>
                  <a:pt x="0" y="0"/>
                </a:lnTo>
                <a:close/>
              </a:path>
            </a:pathLst>
          </a:custGeom>
          <a:gradFill>
            <a:gsLst>
              <a:gs pos="0">
                <a:srgbClr val="00AEEF"/>
              </a:gs>
              <a:gs pos="100000">
                <a:srgbClr val="1B75BC"/>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endParaRPr lang="en-US" sz="3200">
              <a:solidFill>
                <a:prstClr val="white"/>
              </a:solidFill>
              <a:latin typeface="Roboto"/>
            </a:endParaRPr>
          </a:p>
        </p:txBody>
      </p:sp>
      <p:sp>
        <p:nvSpPr>
          <p:cNvPr id="5" name="Content Placeholder 2">
            <a:extLst>
              <a:ext uri="{FF2B5EF4-FFF2-40B4-BE49-F238E27FC236}">
                <a16:creationId xmlns:a16="http://schemas.microsoft.com/office/drawing/2014/main" id="{29049417-149F-92E6-29AE-727BB8EE3AC5}"/>
              </a:ext>
            </a:extLst>
          </p:cNvPr>
          <p:cNvSpPr>
            <a:spLocks noGrp="1"/>
          </p:cNvSpPr>
          <p:nvPr>
            <p:ph idx="10"/>
          </p:nvPr>
        </p:nvSpPr>
        <p:spPr>
          <a:xfrm>
            <a:off x="525018" y="1489075"/>
            <a:ext cx="11151033" cy="708026"/>
          </a:xfrm>
        </p:spPr>
        <p:txBody>
          <a:bodyPr/>
          <a:lstStyle>
            <a:lvl1pPr>
              <a:defRPr lang="en-US" sz="1800" kern="1200" dirty="0">
                <a:solidFill>
                  <a:schemeClr val="accent3"/>
                </a:solidFill>
                <a:latin typeface="Poppins" pitchFamily="2" charset="77"/>
                <a:ea typeface="Open Sans" panose="020B0606030504020204" pitchFamily="34" charset="0"/>
                <a:cs typeface="Poppins" pitchFamily="2" charset="77"/>
              </a:defRPr>
            </a:lvl1pPr>
            <a:lvl2pPr>
              <a:defRPr sz="1600"/>
            </a:lvl2pPr>
            <a:lvl3pPr>
              <a:defRPr sz="1400"/>
            </a:lvl3pPr>
            <a:lvl4pPr>
              <a:defRPr sz="1200"/>
            </a:lvl4pPr>
            <a:lvl5pPr>
              <a:defRPr sz="1100"/>
            </a:lvl5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 styles</a:t>
            </a:r>
          </a:p>
        </p:txBody>
      </p:sp>
      <p:sp>
        <p:nvSpPr>
          <p:cNvPr id="7" name="Content Placeholder 2">
            <a:extLst>
              <a:ext uri="{FF2B5EF4-FFF2-40B4-BE49-F238E27FC236}">
                <a16:creationId xmlns:a16="http://schemas.microsoft.com/office/drawing/2014/main" id="{EA224E19-2466-3A21-E067-E2334736B2B8}"/>
              </a:ext>
            </a:extLst>
          </p:cNvPr>
          <p:cNvSpPr>
            <a:spLocks noGrp="1"/>
          </p:cNvSpPr>
          <p:nvPr>
            <p:ph idx="1"/>
          </p:nvPr>
        </p:nvSpPr>
        <p:spPr>
          <a:xfrm>
            <a:off x="525018" y="2417763"/>
            <a:ext cx="11151033" cy="3532188"/>
          </a:xfrm>
        </p:spPr>
        <p:txBody>
          <a:bodyPr>
            <a:normAutofit/>
          </a:bodyPr>
          <a:lstStyle>
            <a:lvl1pPr>
              <a:defRPr lang="en-US" sz="1400" kern="1200" dirty="0">
                <a:solidFill>
                  <a:schemeClr val="tx1"/>
                </a:solidFill>
                <a:latin typeface="+mn-lt"/>
                <a:ea typeface="Open Sans" panose="020B0606030504020204" pitchFamily="34" charset="0"/>
                <a:cs typeface="Open Sans" panose="020B0606030504020204" pitchFamily="34" charset="0"/>
              </a:defRPr>
            </a:lvl1pPr>
            <a:lvl2pPr>
              <a:defRPr sz="1200"/>
            </a:lvl2pPr>
            <a:lvl3pPr>
              <a:defRPr sz="1100"/>
            </a:lvl3pPr>
            <a:lvl4pPr>
              <a:defRPr sz="1050"/>
            </a:lvl4pPr>
            <a:lvl5pPr>
              <a:defRPr sz="1000"/>
            </a:lvl5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3201024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Pink Long Side Graphic">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93187DA-91A8-9543-9044-A3EDC175753C}"/>
              </a:ext>
            </a:extLst>
          </p:cNvPr>
          <p:cNvSpPr/>
          <p:nvPr userDrawn="1"/>
        </p:nvSpPr>
        <p:spPr>
          <a:xfrm>
            <a:off x="8241475" y="6000547"/>
            <a:ext cx="2648198" cy="51900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29">
            <a:extLst>
              <a:ext uri="{FF2B5EF4-FFF2-40B4-BE49-F238E27FC236}">
                <a16:creationId xmlns:a16="http://schemas.microsoft.com/office/drawing/2014/main" id="{01C706FE-8F3E-CE27-4809-462B78AE473B}"/>
              </a:ext>
            </a:extLst>
          </p:cNvPr>
          <p:cNvSpPr/>
          <p:nvPr userDrawn="1"/>
        </p:nvSpPr>
        <p:spPr>
          <a:xfrm rot="16200000">
            <a:off x="7645400" y="2320583"/>
            <a:ext cx="6857999" cy="2235200"/>
          </a:xfrm>
          <a:custGeom>
            <a:avLst/>
            <a:gdLst>
              <a:gd name="connsiteX0" fmla="*/ 0 w 4411579"/>
              <a:gd name="connsiteY0" fmla="*/ 0 h 9601200"/>
              <a:gd name="connsiteX1" fmla="*/ 4411579 w 4411579"/>
              <a:gd name="connsiteY1" fmla="*/ 0 h 9601200"/>
              <a:gd name="connsiteX2" fmla="*/ 4411579 w 4411579"/>
              <a:gd name="connsiteY2" fmla="*/ 9601200 h 9601200"/>
              <a:gd name="connsiteX3" fmla="*/ 0 w 4411579"/>
              <a:gd name="connsiteY3" fmla="*/ 9601200 h 9601200"/>
              <a:gd name="connsiteX4" fmla="*/ 0 w 4411579"/>
              <a:gd name="connsiteY4" fmla="*/ 0 h 9601200"/>
              <a:gd name="connsiteX0" fmla="*/ 0 w 4411579"/>
              <a:gd name="connsiteY0" fmla="*/ 0 h 9601200"/>
              <a:gd name="connsiteX1" fmla="*/ 1909010 w 4411579"/>
              <a:gd name="connsiteY1" fmla="*/ 4475747 h 9601200"/>
              <a:gd name="connsiteX2" fmla="*/ 4411579 w 4411579"/>
              <a:gd name="connsiteY2" fmla="*/ 9601200 h 9601200"/>
              <a:gd name="connsiteX3" fmla="*/ 0 w 4411579"/>
              <a:gd name="connsiteY3" fmla="*/ 9601200 h 9601200"/>
              <a:gd name="connsiteX4" fmla="*/ 0 w 4411579"/>
              <a:gd name="connsiteY4" fmla="*/ 0 h 9601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1579" h="9601200">
                <a:moveTo>
                  <a:pt x="0" y="0"/>
                </a:moveTo>
                <a:lnTo>
                  <a:pt x="1909010" y="4475747"/>
                </a:lnTo>
                <a:lnTo>
                  <a:pt x="4411579" y="9601200"/>
                </a:lnTo>
                <a:lnTo>
                  <a:pt x="0" y="9601200"/>
                </a:lnTo>
                <a:lnTo>
                  <a:pt x="0" y="0"/>
                </a:lnTo>
                <a:close/>
              </a:path>
            </a:pathLst>
          </a:cu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endParaRPr lang="en-US" sz="3200">
              <a:solidFill>
                <a:prstClr val="white"/>
              </a:solidFill>
              <a:latin typeface="Roboto"/>
            </a:endParaRPr>
          </a:p>
        </p:txBody>
      </p:sp>
      <p:sp>
        <p:nvSpPr>
          <p:cNvPr id="8" name="Rectangle 29">
            <a:extLst>
              <a:ext uri="{FF2B5EF4-FFF2-40B4-BE49-F238E27FC236}">
                <a16:creationId xmlns:a16="http://schemas.microsoft.com/office/drawing/2014/main" id="{5ABDBB91-4825-3149-B88C-7BEECA042FB7}"/>
              </a:ext>
            </a:extLst>
          </p:cNvPr>
          <p:cNvSpPr/>
          <p:nvPr userDrawn="1"/>
        </p:nvSpPr>
        <p:spPr>
          <a:xfrm rot="16200000">
            <a:off x="7731228" y="2397225"/>
            <a:ext cx="6858001" cy="2063551"/>
          </a:xfrm>
          <a:custGeom>
            <a:avLst/>
            <a:gdLst>
              <a:gd name="connsiteX0" fmla="*/ 0 w 4411579"/>
              <a:gd name="connsiteY0" fmla="*/ 0 h 9601200"/>
              <a:gd name="connsiteX1" fmla="*/ 4411579 w 4411579"/>
              <a:gd name="connsiteY1" fmla="*/ 0 h 9601200"/>
              <a:gd name="connsiteX2" fmla="*/ 4411579 w 4411579"/>
              <a:gd name="connsiteY2" fmla="*/ 9601200 h 9601200"/>
              <a:gd name="connsiteX3" fmla="*/ 0 w 4411579"/>
              <a:gd name="connsiteY3" fmla="*/ 9601200 h 9601200"/>
              <a:gd name="connsiteX4" fmla="*/ 0 w 4411579"/>
              <a:gd name="connsiteY4" fmla="*/ 0 h 9601200"/>
              <a:gd name="connsiteX0" fmla="*/ 0 w 4411579"/>
              <a:gd name="connsiteY0" fmla="*/ 0 h 9601200"/>
              <a:gd name="connsiteX1" fmla="*/ 1909010 w 4411579"/>
              <a:gd name="connsiteY1" fmla="*/ 4475747 h 9601200"/>
              <a:gd name="connsiteX2" fmla="*/ 4411579 w 4411579"/>
              <a:gd name="connsiteY2" fmla="*/ 9601200 h 9601200"/>
              <a:gd name="connsiteX3" fmla="*/ 0 w 4411579"/>
              <a:gd name="connsiteY3" fmla="*/ 9601200 h 9601200"/>
              <a:gd name="connsiteX4" fmla="*/ 0 w 4411579"/>
              <a:gd name="connsiteY4" fmla="*/ 0 h 9601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1579" h="9601200">
                <a:moveTo>
                  <a:pt x="0" y="0"/>
                </a:moveTo>
                <a:lnTo>
                  <a:pt x="1909010" y="4475747"/>
                </a:lnTo>
                <a:lnTo>
                  <a:pt x="4411579" y="9601200"/>
                </a:lnTo>
                <a:lnTo>
                  <a:pt x="0" y="9601200"/>
                </a:lnTo>
                <a:lnTo>
                  <a:pt x="0" y="0"/>
                </a:lnTo>
                <a:close/>
              </a:path>
            </a:pathLst>
          </a:custGeom>
          <a:gradFill>
            <a:gsLst>
              <a:gs pos="0">
                <a:schemeClr val="accent2"/>
              </a:gs>
              <a:gs pos="100000">
                <a:schemeClr val="accent2">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endParaRPr lang="en-US" sz="3200">
              <a:solidFill>
                <a:prstClr val="white"/>
              </a:solidFill>
              <a:latin typeface="Roboto"/>
            </a:endParaRPr>
          </a:p>
        </p:txBody>
      </p:sp>
      <p:sp>
        <p:nvSpPr>
          <p:cNvPr id="9" name="Title 1">
            <a:extLst>
              <a:ext uri="{FF2B5EF4-FFF2-40B4-BE49-F238E27FC236}">
                <a16:creationId xmlns:a16="http://schemas.microsoft.com/office/drawing/2014/main" id="{6D41C234-8CDF-C44A-2B85-C29AF0F0E254}"/>
              </a:ext>
            </a:extLst>
          </p:cNvPr>
          <p:cNvSpPr>
            <a:spLocks noGrp="1"/>
          </p:cNvSpPr>
          <p:nvPr>
            <p:ph type="title"/>
          </p:nvPr>
        </p:nvSpPr>
        <p:spPr>
          <a:xfrm>
            <a:off x="525019" y="368300"/>
            <a:ext cx="11151044" cy="900114"/>
          </a:xfrm>
        </p:spPr>
        <p:txBody>
          <a:bodyPr>
            <a:normAutofit/>
          </a:bodyPr>
          <a:lstStyle>
            <a:lvl1pPr>
              <a:defRPr sz="2800"/>
            </a:lvl1pPr>
          </a:lstStyle>
          <a:p>
            <a:r>
              <a:rPr lang="en-US"/>
              <a:t>Click to edit Master title style</a:t>
            </a:r>
          </a:p>
        </p:txBody>
      </p:sp>
      <p:sp>
        <p:nvSpPr>
          <p:cNvPr id="2" name="Content Placeholder 2">
            <a:extLst>
              <a:ext uri="{FF2B5EF4-FFF2-40B4-BE49-F238E27FC236}">
                <a16:creationId xmlns:a16="http://schemas.microsoft.com/office/drawing/2014/main" id="{572FD90D-CA92-67F9-C4F4-64875ACA3247}"/>
              </a:ext>
            </a:extLst>
          </p:cNvPr>
          <p:cNvSpPr>
            <a:spLocks noGrp="1"/>
          </p:cNvSpPr>
          <p:nvPr>
            <p:ph idx="10"/>
          </p:nvPr>
        </p:nvSpPr>
        <p:spPr>
          <a:xfrm>
            <a:off x="525018" y="1489075"/>
            <a:ext cx="11151033" cy="708026"/>
          </a:xfrm>
        </p:spPr>
        <p:txBody>
          <a:bodyPr/>
          <a:lstStyle>
            <a:lvl1pPr>
              <a:defRPr lang="en-US" sz="1800" kern="1200" dirty="0">
                <a:solidFill>
                  <a:schemeClr val="accent2"/>
                </a:solidFill>
                <a:latin typeface="Poppins" pitchFamily="2" charset="77"/>
                <a:ea typeface="Open Sans" panose="020B0606030504020204" pitchFamily="34" charset="0"/>
                <a:cs typeface="Poppins" pitchFamily="2" charset="77"/>
              </a:defRPr>
            </a:lvl1pPr>
            <a:lvl2pPr>
              <a:defRPr sz="1600"/>
            </a:lvl2pPr>
            <a:lvl3pPr>
              <a:defRPr sz="1400"/>
            </a:lvl3pPr>
            <a:lvl4pPr>
              <a:defRPr sz="1200"/>
            </a:lvl4pPr>
            <a:lvl5pPr>
              <a:defRPr sz="1100"/>
            </a:lvl5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 styles</a:t>
            </a:r>
          </a:p>
        </p:txBody>
      </p:sp>
      <p:sp>
        <p:nvSpPr>
          <p:cNvPr id="3" name="Content Placeholder 2">
            <a:extLst>
              <a:ext uri="{FF2B5EF4-FFF2-40B4-BE49-F238E27FC236}">
                <a16:creationId xmlns:a16="http://schemas.microsoft.com/office/drawing/2014/main" id="{56FF4714-C7CB-771D-F435-2E5C8A82F40B}"/>
              </a:ext>
            </a:extLst>
          </p:cNvPr>
          <p:cNvSpPr>
            <a:spLocks noGrp="1"/>
          </p:cNvSpPr>
          <p:nvPr>
            <p:ph idx="1"/>
          </p:nvPr>
        </p:nvSpPr>
        <p:spPr>
          <a:xfrm>
            <a:off x="525018" y="2417763"/>
            <a:ext cx="11151033" cy="3532188"/>
          </a:xfrm>
        </p:spPr>
        <p:txBody>
          <a:bodyPr>
            <a:normAutofit/>
          </a:bodyPr>
          <a:lstStyle>
            <a:lvl1pPr>
              <a:defRPr lang="en-US" sz="1400" kern="1200" dirty="0">
                <a:solidFill>
                  <a:schemeClr val="tx1"/>
                </a:solidFill>
                <a:latin typeface="+mn-lt"/>
                <a:ea typeface="Open Sans" panose="020B0606030504020204" pitchFamily="34" charset="0"/>
                <a:cs typeface="Open Sans" panose="020B0606030504020204" pitchFamily="34" charset="0"/>
              </a:defRPr>
            </a:lvl1pPr>
            <a:lvl2pPr>
              <a:defRPr sz="1200"/>
            </a:lvl2pPr>
            <a:lvl3pPr>
              <a:defRPr sz="1100"/>
            </a:lvl3pPr>
            <a:lvl4pPr>
              <a:defRPr sz="1050"/>
            </a:lvl4pPr>
            <a:lvl5pPr>
              <a:defRPr sz="1000"/>
            </a:lvl5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1829685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Orange Corner Graphic">
    <p:spTree>
      <p:nvGrpSpPr>
        <p:cNvPr id="1" name=""/>
        <p:cNvGrpSpPr/>
        <p:nvPr/>
      </p:nvGrpSpPr>
      <p:grpSpPr>
        <a:xfrm>
          <a:off x="0" y="0"/>
          <a:ext cx="0" cy="0"/>
          <a:chOff x="0" y="0"/>
          <a:chExt cx="0" cy="0"/>
        </a:xfrm>
      </p:grpSpPr>
      <p:sp>
        <p:nvSpPr>
          <p:cNvPr id="8" name="Rectangle 3">
            <a:extLst>
              <a:ext uri="{FF2B5EF4-FFF2-40B4-BE49-F238E27FC236}">
                <a16:creationId xmlns:a16="http://schemas.microsoft.com/office/drawing/2014/main" id="{6E2B82B2-7313-CACC-3F46-AF2D3AD1FAC3}"/>
              </a:ext>
            </a:extLst>
          </p:cNvPr>
          <p:cNvSpPr/>
          <p:nvPr userDrawn="1"/>
        </p:nvSpPr>
        <p:spPr>
          <a:xfrm>
            <a:off x="10261600" y="-1"/>
            <a:ext cx="1930400" cy="1984375"/>
          </a:xfrm>
          <a:custGeom>
            <a:avLst/>
            <a:gdLst>
              <a:gd name="connsiteX0" fmla="*/ 0 w 1803400"/>
              <a:gd name="connsiteY0" fmla="*/ 0 h 1803400"/>
              <a:gd name="connsiteX1" fmla="*/ 1803400 w 1803400"/>
              <a:gd name="connsiteY1" fmla="*/ 0 h 1803400"/>
              <a:gd name="connsiteX2" fmla="*/ 1803400 w 1803400"/>
              <a:gd name="connsiteY2" fmla="*/ 1803400 h 1803400"/>
              <a:gd name="connsiteX3" fmla="*/ 0 w 1803400"/>
              <a:gd name="connsiteY3" fmla="*/ 1803400 h 1803400"/>
              <a:gd name="connsiteX4" fmla="*/ 0 w 1803400"/>
              <a:gd name="connsiteY4" fmla="*/ 0 h 1803400"/>
              <a:gd name="connsiteX0" fmla="*/ 0 w 1803400"/>
              <a:gd name="connsiteY0" fmla="*/ 0 h 1803400"/>
              <a:gd name="connsiteX1" fmla="*/ 1803400 w 1803400"/>
              <a:gd name="connsiteY1" fmla="*/ 0 h 1803400"/>
              <a:gd name="connsiteX2" fmla="*/ 1803400 w 1803400"/>
              <a:gd name="connsiteY2" fmla="*/ 1803400 h 1803400"/>
              <a:gd name="connsiteX3" fmla="*/ 0 w 1803400"/>
              <a:gd name="connsiteY3" fmla="*/ 0 h 1803400"/>
            </a:gdLst>
            <a:ahLst/>
            <a:cxnLst>
              <a:cxn ang="0">
                <a:pos x="connsiteX0" y="connsiteY0"/>
              </a:cxn>
              <a:cxn ang="0">
                <a:pos x="connsiteX1" y="connsiteY1"/>
              </a:cxn>
              <a:cxn ang="0">
                <a:pos x="connsiteX2" y="connsiteY2"/>
              </a:cxn>
              <a:cxn ang="0">
                <a:pos x="connsiteX3" y="connsiteY3"/>
              </a:cxn>
            </a:cxnLst>
            <a:rect l="l" t="t" r="r" b="b"/>
            <a:pathLst>
              <a:path w="1803400" h="1803400">
                <a:moveTo>
                  <a:pt x="0" y="0"/>
                </a:moveTo>
                <a:lnTo>
                  <a:pt x="1803400" y="0"/>
                </a:lnTo>
                <a:lnTo>
                  <a:pt x="1803400" y="1803400"/>
                </a:lnTo>
                <a:lnTo>
                  <a:pt x="0" y="0"/>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 name="Title 1">
            <a:extLst>
              <a:ext uri="{FF2B5EF4-FFF2-40B4-BE49-F238E27FC236}">
                <a16:creationId xmlns:a16="http://schemas.microsoft.com/office/drawing/2014/main" id="{A1291179-6902-E446-8B91-02FCFB894D9F}"/>
              </a:ext>
            </a:extLst>
          </p:cNvPr>
          <p:cNvSpPr>
            <a:spLocks noGrp="1"/>
          </p:cNvSpPr>
          <p:nvPr>
            <p:ph type="title"/>
          </p:nvPr>
        </p:nvSpPr>
        <p:spPr>
          <a:xfrm>
            <a:off x="525019" y="368300"/>
            <a:ext cx="9863581" cy="900114"/>
          </a:xfrm>
        </p:spPr>
        <p:txBody>
          <a:bodyPr>
            <a:normAutofit/>
          </a:bodyPr>
          <a:lstStyle>
            <a:lvl1pPr>
              <a:defRPr sz="2800"/>
            </a:lvl1pPr>
          </a:lstStyle>
          <a:p>
            <a:r>
              <a:rPr lang="en-US"/>
              <a:t>Click to edit Master title style</a:t>
            </a:r>
          </a:p>
        </p:txBody>
      </p:sp>
      <p:sp>
        <p:nvSpPr>
          <p:cNvPr id="7" name="Slide Number Placeholder 3">
            <a:extLst>
              <a:ext uri="{FF2B5EF4-FFF2-40B4-BE49-F238E27FC236}">
                <a16:creationId xmlns:a16="http://schemas.microsoft.com/office/drawing/2014/main" id="{6C1160CB-3EDC-5A4B-9028-588350DCACB1}"/>
              </a:ext>
            </a:extLst>
          </p:cNvPr>
          <p:cNvSpPr>
            <a:spLocks noGrp="1"/>
          </p:cNvSpPr>
          <p:nvPr>
            <p:ph type="sldNum" sz="quarter" idx="4"/>
          </p:nvPr>
        </p:nvSpPr>
        <p:spPr>
          <a:xfrm>
            <a:off x="8600440" y="6241428"/>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A8BD019-05FF-F145-A6E1-6EE5A88665E4}" type="slidenum">
              <a:rPr lang="en-US" smtClean="0"/>
              <a:pPr/>
              <a:t>‹#›</a:t>
            </a:fld>
            <a:endParaRPr lang="en-US"/>
          </a:p>
        </p:txBody>
      </p:sp>
      <p:sp>
        <p:nvSpPr>
          <p:cNvPr id="4" name="Rectangle 3">
            <a:extLst>
              <a:ext uri="{FF2B5EF4-FFF2-40B4-BE49-F238E27FC236}">
                <a16:creationId xmlns:a16="http://schemas.microsoft.com/office/drawing/2014/main" id="{F8E380DB-5D7C-D077-1CD7-69080BB74ADA}"/>
              </a:ext>
            </a:extLst>
          </p:cNvPr>
          <p:cNvSpPr/>
          <p:nvPr userDrawn="1"/>
        </p:nvSpPr>
        <p:spPr>
          <a:xfrm>
            <a:off x="10388600" y="0"/>
            <a:ext cx="1803400" cy="1803400"/>
          </a:xfrm>
          <a:custGeom>
            <a:avLst/>
            <a:gdLst>
              <a:gd name="connsiteX0" fmla="*/ 0 w 1803400"/>
              <a:gd name="connsiteY0" fmla="*/ 0 h 1803400"/>
              <a:gd name="connsiteX1" fmla="*/ 1803400 w 1803400"/>
              <a:gd name="connsiteY1" fmla="*/ 0 h 1803400"/>
              <a:gd name="connsiteX2" fmla="*/ 1803400 w 1803400"/>
              <a:gd name="connsiteY2" fmla="*/ 1803400 h 1803400"/>
              <a:gd name="connsiteX3" fmla="*/ 0 w 1803400"/>
              <a:gd name="connsiteY3" fmla="*/ 1803400 h 1803400"/>
              <a:gd name="connsiteX4" fmla="*/ 0 w 1803400"/>
              <a:gd name="connsiteY4" fmla="*/ 0 h 1803400"/>
              <a:gd name="connsiteX0" fmla="*/ 0 w 1803400"/>
              <a:gd name="connsiteY0" fmla="*/ 0 h 1803400"/>
              <a:gd name="connsiteX1" fmla="*/ 1803400 w 1803400"/>
              <a:gd name="connsiteY1" fmla="*/ 0 h 1803400"/>
              <a:gd name="connsiteX2" fmla="*/ 1803400 w 1803400"/>
              <a:gd name="connsiteY2" fmla="*/ 1803400 h 1803400"/>
              <a:gd name="connsiteX3" fmla="*/ 0 w 1803400"/>
              <a:gd name="connsiteY3" fmla="*/ 0 h 1803400"/>
            </a:gdLst>
            <a:ahLst/>
            <a:cxnLst>
              <a:cxn ang="0">
                <a:pos x="connsiteX0" y="connsiteY0"/>
              </a:cxn>
              <a:cxn ang="0">
                <a:pos x="connsiteX1" y="connsiteY1"/>
              </a:cxn>
              <a:cxn ang="0">
                <a:pos x="connsiteX2" y="connsiteY2"/>
              </a:cxn>
              <a:cxn ang="0">
                <a:pos x="connsiteX3" y="connsiteY3"/>
              </a:cxn>
            </a:cxnLst>
            <a:rect l="l" t="t" r="r" b="b"/>
            <a:pathLst>
              <a:path w="1803400" h="1803400">
                <a:moveTo>
                  <a:pt x="0" y="0"/>
                </a:moveTo>
                <a:lnTo>
                  <a:pt x="1803400" y="0"/>
                </a:lnTo>
                <a:lnTo>
                  <a:pt x="1803400" y="1803400"/>
                </a:lnTo>
                <a:lnTo>
                  <a:pt x="0" y="0"/>
                </a:lnTo>
                <a:close/>
              </a:path>
            </a:pathLst>
          </a:custGeom>
          <a:gradFill>
            <a:gsLst>
              <a:gs pos="40000">
                <a:schemeClr val="accent1"/>
              </a:gs>
              <a:gs pos="100000">
                <a:srgbClr val="EF4136"/>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Content Placeholder 2">
            <a:extLst>
              <a:ext uri="{FF2B5EF4-FFF2-40B4-BE49-F238E27FC236}">
                <a16:creationId xmlns:a16="http://schemas.microsoft.com/office/drawing/2014/main" id="{7A46BE76-DCE2-F95E-B217-5A073CE32881}"/>
              </a:ext>
            </a:extLst>
          </p:cNvPr>
          <p:cNvSpPr>
            <a:spLocks noGrp="1"/>
          </p:cNvSpPr>
          <p:nvPr>
            <p:ph idx="10"/>
          </p:nvPr>
        </p:nvSpPr>
        <p:spPr>
          <a:xfrm>
            <a:off x="525018" y="1489075"/>
            <a:ext cx="11151033" cy="708026"/>
          </a:xfrm>
        </p:spPr>
        <p:txBody>
          <a:bodyPr/>
          <a:lstStyle>
            <a:lvl1pPr>
              <a:defRPr lang="en-US" sz="1800" kern="1200" dirty="0">
                <a:solidFill>
                  <a:schemeClr val="accent1"/>
                </a:solidFill>
                <a:latin typeface="Poppins" pitchFamily="2" charset="77"/>
                <a:ea typeface="Open Sans" panose="020B0606030504020204" pitchFamily="34" charset="0"/>
                <a:cs typeface="Poppins" pitchFamily="2" charset="77"/>
              </a:defRPr>
            </a:lvl1pPr>
            <a:lvl2pPr>
              <a:defRPr sz="1600"/>
            </a:lvl2pPr>
            <a:lvl3pPr>
              <a:defRPr sz="1400"/>
            </a:lvl3pPr>
            <a:lvl4pPr>
              <a:defRPr sz="1200"/>
            </a:lvl4pPr>
            <a:lvl5pPr>
              <a:defRPr sz="1100"/>
            </a:lvl5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 styles</a:t>
            </a:r>
          </a:p>
        </p:txBody>
      </p:sp>
      <p:sp>
        <p:nvSpPr>
          <p:cNvPr id="6" name="Content Placeholder 2">
            <a:extLst>
              <a:ext uri="{FF2B5EF4-FFF2-40B4-BE49-F238E27FC236}">
                <a16:creationId xmlns:a16="http://schemas.microsoft.com/office/drawing/2014/main" id="{860B162B-9DE8-B5C5-0029-E19F7D82FA5D}"/>
              </a:ext>
            </a:extLst>
          </p:cNvPr>
          <p:cNvSpPr>
            <a:spLocks noGrp="1"/>
          </p:cNvSpPr>
          <p:nvPr>
            <p:ph idx="1"/>
          </p:nvPr>
        </p:nvSpPr>
        <p:spPr>
          <a:xfrm>
            <a:off x="525018" y="2417763"/>
            <a:ext cx="11151033" cy="3532188"/>
          </a:xfrm>
        </p:spPr>
        <p:txBody>
          <a:bodyPr>
            <a:normAutofit/>
          </a:bodyPr>
          <a:lstStyle>
            <a:lvl1pPr>
              <a:defRPr lang="en-US" sz="1400" kern="1200" dirty="0">
                <a:solidFill>
                  <a:schemeClr val="tx1"/>
                </a:solidFill>
                <a:latin typeface="+mn-lt"/>
                <a:ea typeface="Open Sans" panose="020B0606030504020204" pitchFamily="34" charset="0"/>
                <a:cs typeface="Open Sans" panose="020B0606030504020204" pitchFamily="34" charset="0"/>
              </a:defRPr>
            </a:lvl1pPr>
            <a:lvl2pPr>
              <a:defRPr sz="1200"/>
            </a:lvl2pPr>
            <a:lvl3pPr>
              <a:defRPr sz="1100"/>
            </a:lvl3pPr>
            <a:lvl4pPr>
              <a:defRPr sz="1050"/>
            </a:lvl4pPr>
            <a:lvl5pPr>
              <a:defRPr sz="1000"/>
            </a:lvl5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7439847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lue Corner Graphic">
    <p:spTree>
      <p:nvGrpSpPr>
        <p:cNvPr id="1" name=""/>
        <p:cNvGrpSpPr/>
        <p:nvPr/>
      </p:nvGrpSpPr>
      <p:grpSpPr>
        <a:xfrm>
          <a:off x="0" y="0"/>
          <a:ext cx="0" cy="0"/>
          <a:chOff x="0" y="0"/>
          <a:chExt cx="0" cy="0"/>
        </a:xfrm>
      </p:grpSpPr>
      <p:sp>
        <p:nvSpPr>
          <p:cNvPr id="8" name="Rectangle 3">
            <a:extLst>
              <a:ext uri="{FF2B5EF4-FFF2-40B4-BE49-F238E27FC236}">
                <a16:creationId xmlns:a16="http://schemas.microsoft.com/office/drawing/2014/main" id="{6E2B82B2-7313-CACC-3F46-AF2D3AD1FAC3}"/>
              </a:ext>
            </a:extLst>
          </p:cNvPr>
          <p:cNvSpPr/>
          <p:nvPr userDrawn="1"/>
        </p:nvSpPr>
        <p:spPr>
          <a:xfrm>
            <a:off x="10261600" y="-1"/>
            <a:ext cx="1930400" cy="1984375"/>
          </a:xfrm>
          <a:custGeom>
            <a:avLst/>
            <a:gdLst>
              <a:gd name="connsiteX0" fmla="*/ 0 w 1803400"/>
              <a:gd name="connsiteY0" fmla="*/ 0 h 1803400"/>
              <a:gd name="connsiteX1" fmla="*/ 1803400 w 1803400"/>
              <a:gd name="connsiteY1" fmla="*/ 0 h 1803400"/>
              <a:gd name="connsiteX2" fmla="*/ 1803400 w 1803400"/>
              <a:gd name="connsiteY2" fmla="*/ 1803400 h 1803400"/>
              <a:gd name="connsiteX3" fmla="*/ 0 w 1803400"/>
              <a:gd name="connsiteY3" fmla="*/ 1803400 h 1803400"/>
              <a:gd name="connsiteX4" fmla="*/ 0 w 1803400"/>
              <a:gd name="connsiteY4" fmla="*/ 0 h 1803400"/>
              <a:gd name="connsiteX0" fmla="*/ 0 w 1803400"/>
              <a:gd name="connsiteY0" fmla="*/ 0 h 1803400"/>
              <a:gd name="connsiteX1" fmla="*/ 1803400 w 1803400"/>
              <a:gd name="connsiteY1" fmla="*/ 0 h 1803400"/>
              <a:gd name="connsiteX2" fmla="*/ 1803400 w 1803400"/>
              <a:gd name="connsiteY2" fmla="*/ 1803400 h 1803400"/>
              <a:gd name="connsiteX3" fmla="*/ 0 w 1803400"/>
              <a:gd name="connsiteY3" fmla="*/ 0 h 1803400"/>
            </a:gdLst>
            <a:ahLst/>
            <a:cxnLst>
              <a:cxn ang="0">
                <a:pos x="connsiteX0" y="connsiteY0"/>
              </a:cxn>
              <a:cxn ang="0">
                <a:pos x="connsiteX1" y="connsiteY1"/>
              </a:cxn>
              <a:cxn ang="0">
                <a:pos x="connsiteX2" y="connsiteY2"/>
              </a:cxn>
              <a:cxn ang="0">
                <a:pos x="connsiteX3" y="connsiteY3"/>
              </a:cxn>
            </a:cxnLst>
            <a:rect l="l" t="t" r="r" b="b"/>
            <a:pathLst>
              <a:path w="1803400" h="1803400">
                <a:moveTo>
                  <a:pt x="0" y="0"/>
                </a:moveTo>
                <a:lnTo>
                  <a:pt x="1803400" y="0"/>
                </a:lnTo>
                <a:lnTo>
                  <a:pt x="1803400" y="1803400"/>
                </a:lnTo>
                <a:lnTo>
                  <a:pt x="0" y="0"/>
                </a:lnTo>
                <a:close/>
              </a:path>
            </a:pathLst>
          </a:cu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 name="Title 1">
            <a:extLst>
              <a:ext uri="{FF2B5EF4-FFF2-40B4-BE49-F238E27FC236}">
                <a16:creationId xmlns:a16="http://schemas.microsoft.com/office/drawing/2014/main" id="{A1291179-6902-E446-8B91-02FCFB894D9F}"/>
              </a:ext>
            </a:extLst>
          </p:cNvPr>
          <p:cNvSpPr>
            <a:spLocks noGrp="1"/>
          </p:cNvSpPr>
          <p:nvPr>
            <p:ph type="title"/>
          </p:nvPr>
        </p:nvSpPr>
        <p:spPr>
          <a:xfrm>
            <a:off x="525019" y="368300"/>
            <a:ext cx="9863581" cy="900114"/>
          </a:xfrm>
        </p:spPr>
        <p:txBody>
          <a:bodyPr>
            <a:normAutofit/>
          </a:bodyPr>
          <a:lstStyle>
            <a:lvl1pPr>
              <a:defRPr sz="2800"/>
            </a:lvl1pPr>
          </a:lstStyle>
          <a:p>
            <a:r>
              <a:rPr lang="en-US"/>
              <a:t>Click to edit Master title style</a:t>
            </a:r>
          </a:p>
        </p:txBody>
      </p:sp>
      <p:sp>
        <p:nvSpPr>
          <p:cNvPr id="7" name="Slide Number Placeholder 3">
            <a:extLst>
              <a:ext uri="{FF2B5EF4-FFF2-40B4-BE49-F238E27FC236}">
                <a16:creationId xmlns:a16="http://schemas.microsoft.com/office/drawing/2014/main" id="{6C1160CB-3EDC-5A4B-9028-588350DCACB1}"/>
              </a:ext>
            </a:extLst>
          </p:cNvPr>
          <p:cNvSpPr>
            <a:spLocks noGrp="1"/>
          </p:cNvSpPr>
          <p:nvPr>
            <p:ph type="sldNum" sz="quarter" idx="4"/>
          </p:nvPr>
        </p:nvSpPr>
        <p:spPr>
          <a:xfrm>
            <a:off x="8600440" y="6241428"/>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A8BD019-05FF-F145-A6E1-6EE5A88665E4}" type="slidenum">
              <a:rPr lang="en-US" smtClean="0"/>
              <a:pPr/>
              <a:t>‹#›</a:t>
            </a:fld>
            <a:endParaRPr lang="en-US"/>
          </a:p>
        </p:txBody>
      </p:sp>
      <p:sp>
        <p:nvSpPr>
          <p:cNvPr id="4" name="Rectangle 3">
            <a:extLst>
              <a:ext uri="{FF2B5EF4-FFF2-40B4-BE49-F238E27FC236}">
                <a16:creationId xmlns:a16="http://schemas.microsoft.com/office/drawing/2014/main" id="{F8E380DB-5D7C-D077-1CD7-69080BB74ADA}"/>
              </a:ext>
            </a:extLst>
          </p:cNvPr>
          <p:cNvSpPr/>
          <p:nvPr userDrawn="1"/>
        </p:nvSpPr>
        <p:spPr>
          <a:xfrm>
            <a:off x="10388600" y="0"/>
            <a:ext cx="1803400" cy="1803400"/>
          </a:xfrm>
          <a:custGeom>
            <a:avLst/>
            <a:gdLst>
              <a:gd name="connsiteX0" fmla="*/ 0 w 1803400"/>
              <a:gd name="connsiteY0" fmla="*/ 0 h 1803400"/>
              <a:gd name="connsiteX1" fmla="*/ 1803400 w 1803400"/>
              <a:gd name="connsiteY1" fmla="*/ 0 h 1803400"/>
              <a:gd name="connsiteX2" fmla="*/ 1803400 w 1803400"/>
              <a:gd name="connsiteY2" fmla="*/ 1803400 h 1803400"/>
              <a:gd name="connsiteX3" fmla="*/ 0 w 1803400"/>
              <a:gd name="connsiteY3" fmla="*/ 1803400 h 1803400"/>
              <a:gd name="connsiteX4" fmla="*/ 0 w 1803400"/>
              <a:gd name="connsiteY4" fmla="*/ 0 h 1803400"/>
              <a:gd name="connsiteX0" fmla="*/ 0 w 1803400"/>
              <a:gd name="connsiteY0" fmla="*/ 0 h 1803400"/>
              <a:gd name="connsiteX1" fmla="*/ 1803400 w 1803400"/>
              <a:gd name="connsiteY1" fmla="*/ 0 h 1803400"/>
              <a:gd name="connsiteX2" fmla="*/ 1803400 w 1803400"/>
              <a:gd name="connsiteY2" fmla="*/ 1803400 h 1803400"/>
              <a:gd name="connsiteX3" fmla="*/ 0 w 1803400"/>
              <a:gd name="connsiteY3" fmla="*/ 0 h 1803400"/>
            </a:gdLst>
            <a:ahLst/>
            <a:cxnLst>
              <a:cxn ang="0">
                <a:pos x="connsiteX0" y="connsiteY0"/>
              </a:cxn>
              <a:cxn ang="0">
                <a:pos x="connsiteX1" y="connsiteY1"/>
              </a:cxn>
              <a:cxn ang="0">
                <a:pos x="connsiteX2" y="connsiteY2"/>
              </a:cxn>
              <a:cxn ang="0">
                <a:pos x="connsiteX3" y="connsiteY3"/>
              </a:cxn>
            </a:cxnLst>
            <a:rect l="l" t="t" r="r" b="b"/>
            <a:pathLst>
              <a:path w="1803400" h="1803400">
                <a:moveTo>
                  <a:pt x="0" y="0"/>
                </a:moveTo>
                <a:lnTo>
                  <a:pt x="1803400" y="0"/>
                </a:lnTo>
                <a:lnTo>
                  <a:pt x="1803400" y="1803400"/>
                </a:lnTo>
                <a:lnTo>
                  <a:pt x="0" y="0"/>
                </a:lnTo>
                <a:close/>
              </a:path>
            </a:pathLst>
          </a:custGeom>
          <a:gradFill>
            <a:gsLst>
              <a:gs pos="40000">
                <a:schemeClr val="accent3"/>
              </a:gs>
              <a:gs pos="100000">
                <a:srgbClr val="1B75BC"/>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Content Placeholder 2">
            <a:extLst>
              <a:ext uri="{FF2B5EF4-FFF2-40B4-BE49-F238E27FC236}">
                <a16:creationId xmlns:a16="http://schemas.microsoft.com/office/drawing/2014/main" id="{75B83C9C-027A-60BC-8557-ACD67417F97F}"/>
              </a:ext>
            </a:extLst>
          </p:cNvPr>
          <p:cNvSpPr>
            <a:spLocks noGrp="1"/>
          </p:cNvSpPr>
          <p:nvPr>
            <p:ph idx="10"/>
          </p:nvPr>
        </p:nvSpPr>
        <p:spPr>
          <a:xfrm>
            <a:off x="525018" y="1489075"/>
            <a:ext cx="11151033" cy="708026"/>
          </a:xfrm>
        </p:spPr>
        <p:txBody>
          <a:bodyPr/>
          <a:lstStyle>
            <a:lvl1pPr>
              <a:defRPr lang="en-US" sz="1800" kern="1200" dirty="0">
                <a:solidFill>
                  <a:schemeClr val="accent3"/>
                </a:solidFill>
                <a:latin typeface="Poppins" pitchFamily="2" charset="77"/>
                <a:ea typeface="Open Sans" panose="020B0606030504020204" pitchFamily="34" charset="0"/>
                <a:cs typeface="Poppins" pitchFamily="2" charset="77"/>
              </a:defRPr>
            </a:lvl1pPr>
            <a:lvl2pPr>
              <a:defRPr sz="1600"/>
            </a:lvl2pPr>
            <a:lvl3pPr>
              <a:defRPr sz="1400"/>
            </a:lvl3pPr>
            <a:lvl4pPr>
              <a:defRPr sz="1200"/>
            </a:lvl4pPr>
            <a:lvl5pPr>
              <a:defRPr sz="1100"/>
            </a:lvl5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 styles</a:t>
            </a:r>
          </a:p>
        </p:txBody>
      </p:sp>
      <p:sp>
        <p:nvSpPr>
          <p:cNvPr id="6" name="Content Placeholder 2">
            <a:extLst>
              <a:ext uri="{FF2B5EF4-FFF2-40B4-BE49-F238E27FC236}">
                <a16:creationId xmlns:a16="http://schemas.microsoft.com/office/drawing/2014/main" id="{1EBA31E1-74A9-A507-53C1-5304675B62C8}"/>
              </a:ext>
            </a:extLst>
          </p:cNvPr>
          <p:cNvSpPr>
            <a:spLocks noGrp="1"/>
          </p:cNvSpPr>
          <p:nvPr>
            <p:ph idx="1"/>
          </p:nvPr>
        </p:nvSpPr>
        <p:spPr>
          <a:xfrm>
            <a:off x="525018" y="2417763"/>
            <a:ext cx="11151033" cy="3532188"/>
          </a:xfrm>
        </p:spPr>
        <p:txBody>
          <a:bodyPr>
            <a:normAutofit/>
          </a:bodyPr>
          <a:lstStyle>
            <a:lvl1pPr>
              <a:defRPr lang="en-US" sz="1400" kern="1200" dirty="0">
                <a:solidFill>
                  <a:schemeClr val="tx1"/>
                </a:solidFill>
                <a:latin typeface="+mn-lt"/>
                <a:ea typeface="Open Sans" panose="020B0606030504020204" pitchFamily="34" charset="0"/>
                <a:cs typeface="Open Sans" panose="020B0606030504020204" pitchFamily="34" charset="0"/>
              </a:defRPr>
            </a:lvl1pPr>
            <a:lvl2pPr>
              <a:defRPr sz="1200"/>
            </a:lvl2pPr>
            <a:lvl3pPr>
              <a:defRPr sz="1100"/>
            </a:lvl3pPr>
            <a:lvl4pPr>
              <a:defRPr sz="1050"/>
            </a:lvl4pPr>
            <a:lvl5pPr>
              <a:defRPr sz="1000"/>
            </a:lvl5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0814875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Pink Corner Graphic">
    <p:spTree>
      <p:nvGrpSpPr>
        <p:cNvPr id="1" name=""/>
        <p:cNvGrpSpPr/>
        <p:nvPr/>
      </p:nvGrpSpPr>
      <p:grpSpPr>
        <a:xfrm>
          <a:off x="0" y="0"/>
          <a:ext cx="0" cy="0"/>
          <a:chOff x="0" y="0"/>
          <a:chExt cx="0" cy="0"/>
        </a:xfrm>
      </p:grpSpPr>
      <p:sp>
        <p:nvSpPr>
          <p:cNvPr id="8" name="Rectangle 3">
            <a:extLst>
              <a:ext uri="{FF2B5EF4-FFF2-40B4-BE49-F238E27FC236}">
                <a16:creationId xmlns:a16="http://schemas.microsoft.com/office/drawing/2014/main" id="{6E2B82B2-7313-CACC-3F46-AF2D3AD1FAC3}"/>
              </a:ext>
            </a:extLst>
          </p:cNvPr>
          <p:cNvSpPr/>
          <p:nvPr userDrawn="1"/>
        </p:nvSpPr>
        <p:spPr>
          <a:xfrm>
            <a:off x="10261600" y="-1"/>
            <a:ext cx="1930400" cy="1984375"/>
          </a:xfrm>
          <a:custGeom>
            <a:avLst/>
            <a:gdLst>
              <a:gd name="connsiteX0" fmla="*/ 0 w 1803400"/>
              <a:gd name="connsiteY0" fmla="*/ 0 h 1803400"/>
              <a:gd name="connsiteX1" fmla="*/ 1803400 w 1803400"/>
              <a:gd name="connsiteY1" fmla="*/ 0 h 1803400"/>
              <a:gd name="connsiteX2" fmla="*/ 1803400 w 1803400"/>
              <a:gd name="connsiteY2" fmla="*/ 1803400 h 1803400"/>
              <a:gd name="connsiteX3" fmla="*/ 0 w 1803400"/>
              <a:gd name="connsiteY3" fmla="*/ 1803400 h 1803400"/>
              <a:gd name="connsiteX4" fmla="*/ 0 w 1803400"/>
              <a:gd name="connsiteY4" fmla="*/ 0 h 1803400"/>
              <a:gd name="connsiteX0" fmla="*/ 0 w 1803400"/>
              <a:gd name="connsiteY0" fmla="*/ 0 h 1803400"/>
              <a:gd name="connsiteX1" fmla="*/ 1803400 w 1803400"/>
              <a:gd name="connsiteY1" fmla="*/ 0 h 1803400"/>
              <a:gd name="connsiteX2" fmla="*/ 1803400 w 1803400"/>
              <a:gd name="connsiteY2" fmla="*/ 1803400 h 1803400"/>
              <a:gd name="connsiteX3" fmla="*/ 0 w 1803400"/>
              <a:gd name="connsiteY3" fmla="*/ 0 h 1803400"/>
            </a:gdLst>
            <a:ahLst/>
            <a:cxnLst>
              <a:cxn ang="0">
                <a:pos x="connsiteX0" y="connsiteY0"/>
              </a:cxn>
              <a:cxn ang="0">
                <a:pos x="connsiteX1" y="connsiteY1"/>
              </a:cxn>
              <a:cxn ang="0">
                <a:pos x="connsiteX2" y="connsiteY2"/>
              </a:cxn>
              <a:cxn ang="0">
                <a:pos x="connsiteX3" y="connsiteY3"/>
              </a:cxn>
            </a:cxnLst>
            <a:rect l="l" t="t" r="r" b="b"/>
            <a:pathLst>
              <a:path w="1803400" h="1803400">
                <a:moveTo>
                  <a:pt x="0" y="0"/>
                </a:moveTo>
                <a:lnTo>
                  <a:pt x="1803400" y="0"/>
                </a:lnTo>
                <a:lnTo>
                  <a:pt x="1803400" y="1803400"/>
                </a:lnTo>
                <a:lnTo>
                  <a:pt x="0" y="0"/>
                </a:lnTo>
                <a:close/>
              </a:path>
            </a:pathLst>
          </a:cu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 name="Title 1">
            <a:extLst>
              <a:ext uri="{FF2B5EF4-FFF2-40B4-BE49-F238E27FC236}">
                <a16:creationId xmlns:a16="http://schemas.microsoft.com/office/drawing/2014/main" id="{A1291179-6902-E446-8B91-02FCFB894D9F}"/>
              </a:ext>
            </a:extLst>
          </p:cNvPr>
          <p:cNvSpPr>
            <a:spLocks noGrp="1"/>
          </p:cNvSpPr>
          <p:nvPr>
            <p:ph type="title"/>
          </p:nvPr>
        </p:nvSpPr>
        <p:spPr>
          <a:xfrm>
            <a:off x="525019" y="368300"/>
            <a:ext cx="9863581" cy="900114"/>
          </a:xfrm>
        </p:spPr>
        <p:txBody>
          <a:bodyPr>
            <a:normAutofit/>
          </a:bodyPr>
          <a:lstStyle>
            <a:lvl1pPr>
              <a:defRPr sz="2800"/>
            </a:lvl1pPr>
          </a:lstStyle>
          <a:p>
            <a:r>
              <a:rPr lang="en-US"/>
              <a:t>Click to edit Master title style</a:t>
            </a:r>
          </a:p>
        </p:txBody>
      </p:sp>
      <p:sp>
        <p:nvSpPr>
          <p:cNvPr id="7" name="Slide Number Placeholder 3">
            <a:extLst>
              <a:ext uri="{FF2B5EF4-FFF2-40B4-BE49-F238E27FC236}">
                <a16:creationId xmlns:a16="http://schemas.microsoft.com/office/drawing/2014/main" id="{6C1160CB-3EDC-5A4B-9028-588350DCACB1}"/>
              </a:ext>
            </a:extLst>
          </p:cNvPr>
          <p:cNvSpPr>
            <a:spLocks noGrp="1"/>
          </p:cNvSpPr>
          <p:nvPr>
            <p:ph type="sldNum" sz="quarter" idx="4"/>
          </p:nvPr>
        </p:nvSpPr>
        <p:spPr>
          <a:xfrm>
            <a:off x="8600440" y="6241428"/>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A8BD019-05FF-F145-A6E1-6EE5A88665E4}" type="slidenum">
              <a:rPr lang="en-US" smtClean="0"/>
              <a:pPr/>
              <a:t>‹#›</a:t>
            </a:fld>
            <a:endParaRPr lang="en-US"/>
          </a:p>
        </p:txBody>
      </p:sp>
      <p:sp>
        <p:nvSpPr>
          <p:cNvPr id="4" name="Rectangle 3">
            <a:extLst>
              <a:ext uri="{FF2B5EF4-FFF2-40B4-BE49-F238E27FC236}">
                <a16:creationId xmlns:a16="http://schemas.microsoft.com/office/drawing/2014/main" id="{F8E380DB-5D7C-D077-1CD7-69080BB74ADA}"/>
              </a:ext>
            </a:extLst>
          </p:cNvPr>
          <p:cNvSpPr/>
          <p:nvPr userDrawn="1"/>
        </p:nvSpPr>
        <p:spPr>
          <a:xfrm>
            <a:off x="10388600" y="0"/>
            <a:ext cx="1803400" cy="1803400"/>
          </a:xfrm>
          <a:custGeom>
            <a:avLst/>
            <a:gdLst>
              <a:gd name="connsiteX0" fmla="*/ 0 w 1803400"/>
              <a:gd name="connsiteY0" fmla="*/ 0 h 1803400"/>
              <a:gd name="connsiteX1" fmla="*/ 1803400 w 1803400"/>
              <a:gd name="connsiteY1" fmla="*/ 0 h 1803400"/>
              <a:gd name="connsiteX2" fmla="*/ 1803400 w 1803400"/>
              <a:gd name="connsiteY2" fmla="*/ 1803400 h 1803400"/>
              <a:gd name="connsiteX3" fmla="*/ 0 w 1803400"/>
              <a:gd name="connsiteY3" fmla="*/ 1803400 h 1803400"/>
              <a:gd name="connsiteX4" fmla="*/ 0 w 1803400"/>
              <a:gd name="connsiteY4" fmla="*/ 0 h 1803400"/>
              <a:gd name="connsiteX0" fmla="*/ 0 w 1803400"/>
              <a:gd name="connsiteY0" fmla="*/ 0 h 1803400"/>
              <a:gd name="connsiteX1" fmla="*/ 1803400 w 1803400"/>
              <a:gd name="connsiteY1" fmla="*/ 0 h 1803400"/>
              <a:gd name="connsiteX2" fmla="*/ 1803400 w 1803400"/>
              <a:gd name="connsiteY2" fmla="*/ 1803400 h 1803400"/>
              <a:gd name="connsiteX3" fmla="*/ 0 w 1803400"/>
              <a:gd name="connsiteY3" fmla="*/ 0 h 1803400"/>
            </a:gdLst>
            <a:ahLst/>
            <a:cxnLst>
              <a:cxn ang="0">
                <a:pos x="connsiteX0" y="connsiteY0"/>
              </a:cxn>
              <a:cxn ang="0">
                <a:pos x="connsiteX1" y="connsiteY1"/>
              </a:cxn>
              <a:cxn ang="0">
                <a:pos x="connsiteX2" y="connsiteY2"/>
              </a:cxn>
              <a:cxn ang="0">
                <a:pos x="connsiteX3" y="connsiteY3"/>
              </a:cxn>
            </a:cxnLst>
            <a:rect l="l" t="t" r="r" b="b"/>
            <a:pathLst>
              <a:path w="1803400" h="1803400">
                <a:moveTo>
                  <a:pt x="0" y="0"/>
                </a:moveTo>
                <a:lnTo>
                  <a:pt x="1803400" y="0"/>
                </a:lnTo>
                <a:lnTo>
                  <a:pt x="1803400" y="1803400"/>
                </a:lnTo>
                <a:lnTo>
                  <a:pt x="0" y="0"/>
                </a:lnTo>
                <a:close/>
              </a:path>
            </a:pathLst>
          </a:custGeom>
          <a:gradFill>
            <a:gsLst>
              <a:gs pos="40000">
                <a:schemeClr val="accent2"/>
              </a:gs>
              <a:gs pos="100000">
                <a:schemeClr val="accent2">
                  <a:lumMod val="75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Content Placeholder 2">
            <a:extLst>
              <a:ext uri="{FF2B5EF4-FFF2-40B4-BE49-F238E27FC236}">
                <a16:creationId xmlns:a16="http://schemas.microsoft.com/office/drawing/2014/main" id="{6C7488F1-4877-7037-BCA4-AD749C49BC09}"/>
              </a:ext>
            </a:extLst>
          </p:cNvPr>
          <p:cNvSpPr>
            <a:spLocks noGrp="1"/>
          </p:cNvSpPr>
          <p:nvPr>
            <p:ph idx="10"/>
          </p:nvPr>
        </p:nvSpPr>
        <p:spPr>
          <a:xfrm>
            <a:off x="525018" y="1489075"/>
            <a:ext cx="11151033" cy="708026"/>
          </a:xfrm>
        </p:spPr>
        <p:txBody>
          <a:bodyPr/>
          <a:lstStyle>
            <a:lvl1pPr>
              <a:defRPr lang="en-US" sz="1800" kern="1200" dirty="0">
                <a:solidFill>
                  <a:schemeClr val="accent2"/>
                </a:solidFill>
                <a:latin typeface="Poppins" pitchFamily="2" charset="77"/>
                <a:ea typeface="Open Sans" panose="020B0606030504020204" pitchFamily="34" charset="0"/>
                <a:cs typeface="Poppins" pitchFamily="2" charset="77"/>
              </a:defRPr>
            </a:lvl1pPr>
            <a:lvl2pPr>
              <a:defRPr sz="1600"/>
            </a:lvl2pPr>
            <a:lvl3pPr>
              <a:defRPr sz="1400"/>
            </a:lvl3pPr>
            <a:lvl4pPr>
              <a:defRPr sz="1200"/>
            </a:lvl4pPr>
            <a:lvl5pPr>
              <a:defRPr sz="1100"/>
            </a:lvl5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 styles</a:t>
            </a:r>
          </a:p>
        </p:txBody>
      </p:sp>
      <p:sp>
        <p:nvSpPr>
          <p:cNvPr id="6" name="Content Placeholder 2">
            <a:extLst>
              <a:ext uri="{FF2B5EF4-FFF2-40B4-BE49-F238E27FC236}">
                <a16:creationId xmlns:a16="http://schemas.microsoft.com/office/drawing/2014/main" id="{97CF355D-4967-5A79-DFCE-2773ADFFC906}"/>
              </a:ext>
            </a:extLst>
          </p:cNvPr>
          <p:cNvSpPr>
            <a:spLocks noGrp="1"/>
          </p:cNvSpPr>
          <p:nvPr>
            <p:ph idx="1"/>
          </p:nvPr>
        </p:nvSpPr>
        <p:spPr>
          <a:xfrm>
            <a:off x="525018" y="2417763"/>
            <a:ext cx="11151033" cy="3532188"/>
          </a:xfrm>
        </p:spPr>
        <p:txBody>
          <a:bodyPr>
            <a:normAutofit/>
          </a:bodyPr>
          <a:lstStyle>
            <a:lvl1pPr>
              <a:defRPr lang="en-US" sz="1400" kern="1200" dirty="0">
                <a:solidFill>
                  <a:schemeClr val="tx1"/>
                </a:solidFill>
                <a:latin typeface="+mn-lt"/>
                <a:ea typeface="Open Sans" panose="020B0606030504020204" pitchFamily="34" charset="0"/>
                <a:cs typeface="Open Sans" panose="020B0606030504020204" pitchFamily="34" charset="0"/>
              </a:defRPr>
            </a:lvl1pPr>
            <a:lvl2pPr>
              <a:defRPr sz="1200"/>
            </a:lvl2pPr>
            <a:lvl3pPr>
              <a:defRPr sz="1100"/>
            </a:lvl3pPr>
            <a:lvl4pPr>
              <a:defRPr sz="1050"/>
            </a:lvl4pPr>
            <a:lvl5pPr>
              <a:defRPr sz="1000"/>
            </a:lvl5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8893151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Orange Prism">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291179-6902-E446-8B91-02FCFB894D9F}"/>
              </a:ext>
            </a:extLst>
          </p:cNvPr>
          <p:cNvSpPr>
            <a:spLocks noGrp="1"/>
          </p:cNvSpPr>
          <p:nvPr>
            <p:ph type="title"/>
          </p:nvPr>
        </p:nvSpPr>
        <p:spPr/>
        <p:txBody>
          <a:bodyPr>
            <a:normAutofit/>
          </a:bodyPr>
          <a:lstStyle>
            <a:lvl1pPr>
              <a:defRPr sz="2800"/>
            </a:lvl1pPr>
          </a:lstStyle>
          <a:p>
            <a:r>
              <a:rPr lang="en-US"/>
              <a:t>Click to edit Master title style</a:t>
            </a:r>
          </a:p>
        </p:txBody>
      </p:sp>
      <p:grpSp>
        <p:nvGrpSpPr>
          <p:cNvPr id="15" name="Group 14">
            <a:extLst>
              <a:ext uri="{FF2B5EF4-FFF2-40B4-BE49-F238E27FC236}">
                <a16:creationId xmlns:a16="http://schemas.microsoft.com/office/drawing/2014/main" id="{83460EAF-4649-FF95-874E-A0109DF57C9B}"/>
              </a:ext>
            </a:extLst>
          </p:cNvPr>
          <p:cNvGrpSpPr/>
          <p:nvPr userDrawn="1"/>
        </p:nvGrpSpPr>
        <p:grpSpPr>
          <a:xfrm>
            <a:off x="-14763" y="4808928"/>
            <a:ext cx="7482363" cy="2067930"/>
            <a:chOff x="-14763" y="3909367"/>
            <a:chExt cx="10737232" cy="2967491"/>
          </a:xfrm>
        </p:grpSpPr>
        <p:sp>
          <p:nvSpPr>
            <p:cNvPr id="16" name="Rectangle 1">
              <a:extLst>
                <a:ext uri="{FF2B5EF4-FFF2-40B4-BE49-F238E27FC236}">
                  <a16:creationId xmlns:a16="http://schemas.microsoft.com/office/drawing/2014/main" id="{F10C9F18-66F6-E79A-6E06-65FA6FBC8669}"/>
                </a:ext>
              </a:extLst>
            </p:cNvPr>
            <p:cNvSpPr/>
            <p:nvPr userDrawn="1"/>
          </p:nvSpPr>
          <p:spPr>
            <a:xfrm>
              <a:off x="-14763" y="3909367"/>
              <a:ext cx="3570795" cy="1243814"/>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570795"/>
                <a:gd name="connsiteY0" fmla="*/ 257273 h 1158973"/>
                <a:gd name="connsiteX1" fmla="*/ 3570795 w 3570795"/>
                <a:gd name="connsiteY1" fmla="*/ 0 h 1158973"/>
                <a:gd name="connsiteX2" fmla="*/ 0 w 3570795"/>
                <a:gd name="connsiteY2" fmla="*/ 1158973 h 1158973"/>
                <a:gd name="connsiteX3" fmla="*/ 0 w 3570795"/>
                <a:gd name="connsiteY3" fmla="*/ 257273 h 1158973"/>
                <a:gd name="connsiteX0" fmla="*/ 0 w 3570795"/>
                <a:gd name="connsiteY0" fmla="*/ 257273 h 1243814"/>
                <a:gd name="connsiteX1" fmla="*/ 3570795 w 3570795"/>
                <a:gd name="connsiteY1" fmla="*/ 0 h 1243814"/>
                <a:gd name="connsiteX2" fmla="*/ 0 w 3570795"/>
                <a:gd name="connsiteY2" fmla="*/ 1243814 h 1243814"/>
                <a:gd name="connsiteX3" fmla="*/ 0 w 3570795"/>
                <a:gd name="connsiteY3" fmla="*/ 257273 h 1243814"/>
              </a:gdLst>
              <a:ahLst/>
              <a:cxnLst>
                <a:cxn ang="0">
                  <a:pos x="connsiteX0" y="connsiteY0"/>
                </a:cxn>
                <a:cxn ang="0">
                  <a:pos x="connsiteX1" y="connsiteY1"/>
                </a:cxn>
                <a:cxn ang="0">
                  <a:pos x="connsiteX2" y="connsiteY2"/>
                </a:cxn>
                <a:cxn ang="0">
                  <a:pos x="connsiteX3" y="connsiteY3"/>
                </a:cxn>
              </a:cxnLst>
              <a:rect l="l" t="t" r="r" b="b"/>
              <a:pathLst>
                <a:path w="3570795" h="1243814">
                  <a:moveTo>
                    <a:pt x="0" y="257273"/>
                  </a:moveTo>
                  <a:lnTo>
                    <a:pt x="3570795" y="0"/>
                  </a:lnTo>
                  <a:lnTo>
                    <a:pt x="0" y="1243814"/>
                  </a:lnTo>
                  <a:lnTo>
                    <a:pt x="0" y="257273"/>
                  </a:lnTo>
                  <a:close/>
                </a:path>
              </a:pathLst>
            </a:custGeom>
            <a:gradFill>
              <a:gsLst>
                <a:gs pos="45000">
                  <a:schemeClr val="accent1"/>
                </a:gs>
                <a:gs pos="100000">
                  <a:srgbClr val="EF4136"/>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7" name="Rectangle 1">
              <a:extLst>
                <a:ext uri="{FF2B5EF4-FFF2-40B4-BE49-F238E27FC236}">
                  <a16:creationId xmlns:a16="http://schemas.microsoft.com/office/drawing/2014/main" id="{03C9B154-C639-CDB7-2E12-E66ED22D2081}"/>
                </a:ext>
              </a:extLst>
            </p:cNvPr>
            <p:cNvSpPr/>
            <p:nvPr userDrawn="1"/>
          </p:nvSpPr>
          <p:spPr>
            <a:xfrm>
              <a:off x="0" y="3928225"/>
              <a:ext cx="3638746" cy="2924695"/>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606800"/>
                <a:gd name="connsiteY0" fmla="*/ 1244600 h 2146300"/>
                <a:gd name="connsiteX1" fmla="*/ 3606800 w 3606800"/>
                <a:gd name="connsiteY1" fmla="*/ 0 h 2146300"/>
                <a:gd name="connsiteX2" fmla="*/ 0 w 3606800"/>
                <a:gd name="connsiteY2" fmla="*/ 2146300 h 2146300"/>
                <a:gd name="connsiteX3" fmla="*/ 0 w 3606800"/>
                <a:gd name="connsiteY3" fmla="*/ 1244600 h 2146300"/>
                <a:gd name="connsiteX0" fmla="*/ 0 w 3606800"/>
                <a:gd name="connsiteY0" fmla="*/ 1244600 h 2857500"/>
                <a:gd name="connsiteX1" fmla="*/ 3606800 w 3606800"/>
                <a:gd name="connsiteY1" fmla="*/ 0 h 2857500"/>
                <a:gd name="connsiteX2" fmla="*/ 1727200 w 3606800"/>
                <a:gd name="connsiteY2" fmla="*/ 2857500 h 2857500"/>
                <a:gd name="connsiteX3" fmla="*/ 0 w 3606800"/>
                <a:gd name="connsiteY3" fmla="*/ 1244600 h 2857500"/>
                <a:gd name="connsiteX0" fmla="*/ 0 w 3606800"/>
                <a:gd name="connsiteY0" fmla="*/ 1244600 h 2902271"/>
                <a:gd name="connsiteX1" fmla="*/ 3606800 w 3606800"/>
                <a:gd name="connsiteY1" fmla="*/ 0 h 2902271"/>
                <a:gd name="connsiteX2" fmla="*/ 1727200 w 3606800"/>
                <a:gd name="connsiteY2" fmla="*/ 2857500 h 2902271"/>
                <a:gd name="connsiteX3" fmla="*/ 12700 w 3606800"/>
                <a:gd name="connsiteY3" fmla="*/ 2819400 h 2902271"/>
                <a:gd name="connsiteX4" fmla="*/ 0 w 3606800"/>
                <a:gd name="connsiteY4" fmla="*/ 1244600 h 2902271"/>
                <a:gd name="connsiteX0" fmla="*/ 0 w 3606800"/>
                <a:gd name="connsiteY0" fmla="*/ 1244600 h 2857500"/>
                <a:gd name="connsiteX1" fmla="*/ 3606800 w 3606800"/>
                <a:gd name="connsiteY1" fmla="*/ 0 h 2857500"/>
                <a:gd name="connsiteX2" fmla="*/ 1727200 w 3606800"/>
                <a:gd name="connsiteY2" fmla="*/ 2857500 h 2857500"/>
                <a:gd name="connsiteX3" fmla="*/ 12700 w 3606800"/>
                <a:gd name="connsiteY3" fmla="*/ 2819400 h 2857500"/>
                <a:gd name="connsiteX4" fmla="*/ 0 w 3606800"/>
                <a:gd name="connsiteY4" fmla="*/ 1244600 h 2857500"/>
                <a:gd name="connsiteX0" fmla="*/ 0 w 3606800"/>
                <a:gd name="connsiteY0" fmla="*/ 1244600 h 2866612"/>
                <a:gd name="connsiteX1" fmla="*/ 3606800 w 3606800"/>
                <a:gd name="connsiteY1" fmla="*/ 0 h 2866612"/>
                <a:gd name="connsiteX2" fmla="*/ 1727200 w 3606800"/>
                <a:gd name="connsiteY2" fmla="*/ 2857500 h 2866612"/>
                <a:gd name="connsiteX3" fmla="*/ 12700 w 3606800"/>
                <a:gd name="connsiteY3" fmla="*/ 2819400 h 2866612"/>
                <a:gd name="connsiteX4" fmla="*/ 0 w 3606800"/>
                <a:gd name="connsiteY4" fmla="*/ 1244600 h 2866612"/>
                <a:gd name="connsiteX0" fmla="*/ 0 w 3606800"/>
                <a:gd name="connsiteY0" fmla="*/ 1244600 h 2857500"/>
                <a:gd name="connsiteX1" fmla="*/ 3606800 w 3606800"/>
                <a:gd name="connsiteY1" fmla="*/ 0 h 2857500"/>
                <a:gd name="connsiteX2" fmla="*/ 1727200 w 3606800"/>
                <a:gd name="connsiteY2" fmla="*/ 2857500 h 2857500"/>
                <a:gd name="connsiteX3" fmla="*/ 12700 w 3606800"/>
                <a:gd name="connsiteY3" fmla="*/ 2819400 h 2857500"/>
                <a:gd name="connsiteX4" fmla="*/ 0 w 3606800"/>
                <a:gd name="connsiteY4" fmla="*/ 1244600 h 2857500"/>
                <a:gd name="connsiteX0" fmla="*/ 0 w 3606800"/>
                <a:gd name="connsiteY0" fmla="*/ 1244600 h 2857500"/>
                <a:gd name="connsiteX1" fmla="*/ 3606800 w 3606800"/>
                <a:gd name="connsiteY1" fmla="*/ 0 h 2857500"/>
                <a:gd name="connsiteX2" fmla="*/ 1727200 w 3606800"/>
                <a:gd name="connsiteY2" fmla="*/ 2857500 h 2857500"/>
                <a:gd name="connsiteX3" fmla="*/ 12700 w 3606800"/>
                <a:gd name="connsiteY3" fmla="*/ 2819400 h 2857500"/>
                <a:gd name="connsiteX4" fmla="*/ 0 w 3606800"/>
                <a:gd name="connsiteY4" fmla="*/ 1244600 h 2857500"/>
                <a:gd name="connsiteX0" fmla="*/ 0 w 3606800"/>
                <a:gd name="connsiteY0" fmla="*/ 1244600 h 2881832"/>
                <a:gd name="connsiteX1" fmla="*/ 3606800 w 3606800"/>
                <a:gd name="connsiteY1" fmla="*/ 0 h 2881832"/>
                <a:gd name="connsiteX2" fmla="*/ 1727200 w 3606800"/>
                <a:gd name="connsiteY2" fmla="*/ 2857500 h 2881832"/>
                <a:gd name="connsiteX3" fmla="*/ 5080 w 3606800"/>
                <a:gd name="connsiteY3" fmla="*/ 2865120 h 2881832"/>
                <a:gd name="connsiteX4" fmla="*/ 0 w 3606800"/>
                <a:gd name="connsiteY4" fmla="*/ 1244600 h 2881832"/>
                <a:gd name="connsiteX0" fmla="*/ 0 w 3606800"/>
                <a:gd name="connsiteY0" fmla="*/ 1244600 h 2865120"/>
                <a:gd name="connsiteX1" fmla="*/ 3606800 w 3606800"/>
                <a:gd name="connsiteY1" fmla="*/ 0 h 2865120"/>
                <a:gd name="connsiteX2" fmla="*/ 1727200 w 3606800"/>
                <a:gd name="connsiteY2" fmla="*/ 2857500 h 2865120"/>
                <a:gd name="connsiteX3" fmla="*/ 5080 w 3606800"/>
                <a:gd name="connsiteY3" fmla="*/ 2865120 h 2865120"/>
                <a:gd name="connsiteX4" fmla="*/ 0 w 3606800"/>
                <a:gd name="connsiteY4" fmla="*/ 1244600 h 2865120"/>
                <a:gd name="connsiteX0" fmla="*/ 0 w 3606800"/>
                <a:gd name="connsiteY0" fmla="*/ 1244600 h 2865120"/>
                <a:gd name="connsiteX1" fmla="*/ 3606800 w 3606800"/>
                <a:gd name="connsiteY1" fmla="*/ 0 h 2865120"/>
                <a:gd name="connsiteX2" fmla="*/ 1727200 w 3606800"/>
                <a:gd name="connsiteY2" fmla="*/ 2857500 h 2865120"/>
                <a:gd name="connsiteX3" fmla="*/ 5080 w 3606800"/>
                <a:gd name="connsiteY3" fmla="*/ 2865120 h 2865120"/>
                <a:gd name="connsiteX4" fmla="*/ 0 w 3606800"/>
                <a:gd name="connsiteY4" fmla="*/ 1244600 h 28651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06800" h="2865120">
                  <a:moveTo>
                    <a:pt x="0" y="1244600"/>
                  </a:moveTo>
                  <a:lnTo>
                    <a:pt x="3606800" y="0"/>
                  </a:lnTo>
                  <a:lnTo>
                    <a:pt x="1727200" y="2857500"/>
                  </a:lnTo>
                  <a:lnTo>
                    <a:pt x="5080" y="2865120"/>
                  </a:lnTo>
                  <a:cubicBezTo>
                    <a:pt x="3387" y="2324947"/>
                    <a:pt x="1693" y="1784773"/>
                    <a:pt x="0" y="1244600"/>
                  </a:cubicBezTo>
                  <a:close/>
                </a:path>
              </a:pathLst>
            </a:custGeom>
            <a:gradFill>
              <a:gsLst>
                <a:gs pos="45000">
                  <a:schemeClr val="accent1"/>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8" name="Rectangle 1">
              <a:extLst>
                <a:ext uri="{FF2B5EF4-FFF2-40B4-BE49-F238E27FC236}">
                  <a16:creationId xmlns:a16="http://schemas.microsoft.com/office/drawing/2014/main" id="{000905DE-A103-D404-B98D-ABB24F02A543}"/>
                </a:ext>
              </a:extLst>
            </p:cNvPr>
            <p:cNvSpPr/>
            <p:nvPr userDrawn="1"/>
          </p:nvSpPr>
          <p:spPr>
            <a:xfrm rot="16200000">
              <a:off x="1383972" y="4338949"/>
              <a:ext cx="2948633" cy="2127185"/>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570795"/>
                <a:gd name="connsiteY0" fmla="*/ 257273 h 1158973"/>
                <a:gd name="connsiteX1" fmla="*/ 3570795 w 3570795"/>
                <a:gd name="connsiteY1" fmla="*/ 0 h 1158973"/>
                <a:gd name="connsiteX2" fmla="*/ 0 w 3570795"/>
                <a:gd name="connsiteY2" fmla="*/ 1158973 h 1158973"/>
                <a:gd name="connsiteX3" fmla="*/ 0 w 3570795"/>
                <a:gd name="connsiteY3" fmla="*/ 257273 h 1158973"/>
                <a:gd name="connsiteX0" fmla="*/ 0 w 2835504"/>
                <a:gd name="connsiteY0" fmla="*/ 0 h 1750636"/>
                <a:gd name="connsiteX1" fmla="*/ 2835504 w 2835504"/>
                <a:gd name="connsiteY1" fmla="*/ 1750636 h 1750636"/>
                <a:gd name="connsiteX2" fmla="*/ 0 w 2835504"/>
                <a:gd name="connsiteY2" fmla="*/ 901700 h 1750636"/>
                <a:gd name="connsiteX3" fmla="*/ 0 w 2835504"/>
                <a:gd name="connsiteY3" fmla="*/ 0 h 1750636"/>
                <a:gd name="connsiteX0" fmla="*/ 0 w 2835504"/>
                <a:gd name="connsiteY0" fmla="*/ 0 h 1750636"/>
                <a:gd name="connsiteX1" fmla="*/ 2835504 w 2835504"/>
                <a:gd name="connsiteY1" fmla="*/ 1750636 h 1750636"/>
                <a:gd name="connsiteX2" fmla="*/ 0 w 2835504"/>
                <a:gd name="connsiteY2" fmla="*/ 1684125 h 1750636"/>
                <a:gd name="connsiteX3" fmla="*/ 0 w 2835504"/>
                <a:gd name="connsiteY3" fmla="*/ 0 h 1750636"/>
                <a:gd name="connsiteX0" fmla="*/ 0 w 2835504"/>
                <a:gd name="connsiteY0" fmla="*/ 0 h 1873184"/>
                <a:gd name="connsiteX1" fmla="*/ 2835504 w 2835504"/>
                <a:gd name="connsiteY1" fmla="*/ 1873184 h 1873184"/>
                <a:gd name="connsiteX2" fmla="*/ 0 w 2835504"/>
                <a:gd name="connsiteY2" fmla="*/ 1806673 h 1873184"/>
                <a:gd name="connsiteX3" fmla="*/ 0 w 2835504"/>
                <a:gd name="connsiteY3" fmla="*/ 0 h 1873184"/>
                <a:gd name="connsiteX0" fmla="*/ 0 w 2863785"/>
                <a:gd name="connsiteY0" fmla="*/ 0 h 1863758"/>
                <a:gd name="connsiteX1" fmla="*/ 2863785 w 2863785"/>
                <a:gd name="connsiteY1" fmla="*/ 1863758 h 1863758"/>
                <a:gd name="connsiteX2" fmla="*/ 0 w 2863785"/>
                <a:gd name="connsiteY2" fmla="*/ 1806673 h 1863758"/>
                <a:gd name="connsiteX3" fmla="*/ 0 w 2863785"/>
                <a:gd name="connsiteY3" fmla="*/ 0 h 1863758"/>
                <a:gd name="connsiteX0" fmla="*/ 0 w 2863787"/>
                <a:gd name="connsiteY0" fmla="*/ 0 h 1835480"/>
                <a:gd name="connsiteX1" fmla="*/ 2863787 w 2863787"/>
                <a:gd name="connsiteY1" fmla="*/ 1835480 h 1835480"/>
                <a:gd name="connsiteX2" fmla="*/ 0 w 2863787"/>
                <a:gd name="connsiteY2" fmla="*/ 1806673 h 1835480"/>
                <a:gd name="connsiteX3" fmla="*/ 0 w 2863787"/>
                <a:gd name="connsiteY3" fmla="*/ 0 h 1835480"/>
                <a:gd name="connsiteX0" fmla="*/ 18857 w 2882644"/>
                <a:gd name="connsiteY0" fmla="*/ 0 h 2051772"/>
                <a:gd name="connsiteX1" fmla="*/ 2882644 w 2882644"/>
                <a:gd name="connsiteY1" fmla="*/ 1835480 h 2051772"/>
                <a:gd name="connsiteX2" fmla="*/ 0 w 2882644"/>
                <a:gd name="connsiteY2" fmla="*/ 2051772 h 2051772"/>
                <a:gd name="connsiteX3" fmla="*/ 18857 w 2882644"/>
                <a:gd name="connsiteY3" fmla="*/ 0 h 2051772"/>
                <a:gd name="connsiteX0" fmla="*/ 18857 w 2882644"/>
                <a:gd name="connsiteY0" fmla="*/ 0 h 2127185"/>
                <a:gd name="connsiteX1" fmla="*/ 2882644 w 2882644"/>
                <a:gd name="connsiteY1" fmla="*/ 1910893 h 2127185"/>
                <a:gd name="connsiteX2" fmla="*/ 0 w 2882644"/>
                <a:gd name="connsiteY2" fmla="*/ 2127185 h 2127185"/>
                <a:gd name="connsiteX3" fmla="*/ 18857 w 2882644"/>
                <a:gd name="connsiteY3" fmla="*/ 0 h 2127185"/>
              </a:gdLst>
              <a:ahLst/>
              <a:cxnLst>
                <a:cxn ang="0">
                  <a:pos x="connsiteX0" y="connsiteY0"/>
                </a:cxn>
                <a:cxn ang="0">
                  <a:pos x="connsiteX1" y="connsiteY1"/>
                </a:cxn>
                <a:cxn ang="0">
                  <a:pos x="connsiteX2" y="connsiteY2"/>
                </a:cxn>
                <a:cxn ang="0">
                  <a:pos x="connsiteX3" y="connsiteY3"/>
                </a:cxn>
              </a:cxnLst>
              <a:rect l="l" t="t" r="r" b="b"/>
              <a:pathLst>
                <a:path w="2882644" h="2127185">
                  <a:moveTo>
                    <a:pt x="18857" y="0"/>
                  </a:moveTo>
                  <a:lnTo>
                    <a:pt x="2882644" y="1910893"/>
                  </a:lnTo>
                  <a:lnTo>
                    <a:pt x="0" y="2127185"/>
                  </a:lnTo>
                  <a:lnTo>
                    <a:pt x="18857" y="0"/>
                  </a:lnTo>
                  <a:close/>
                </a:path>
              </a:pathLst>
            </a:custGeom>
            <a:gradFill>
              <a:gsLst>
                <a:gs pos="45000">
                  <a:schemeClr val="accent1"/>
                </a:gs>
                <a:gs pos="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9" name="Rectangle 1">
              <a:extLst>
                <a:ext uri="{FF2B5EF4-FFF2-40B4-BE49-F238E27FC236}">
                  <a16:creationId xmlns:a16="http://schemas.microsoft.com/office/drawing/2014/main" id="{04B3BAE2-1CF0-CD26-7ADD-CD6A1BB9F72B}"/>
                </a:ext>
              </a:extLst>
            </p:cNvPr>
            <p:cNvSpPr/>
            <p:nvPr userDrawn="1"/>
          </p:nvSpPr>
          <p:spPr>
            <a:xfrm rot="16200000">
              <a:off x="4075788" y="3616875"/>
              <a:ext cx="2930683" cy="3572238"/>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570795"/>
                <a:gd name="connsiteY0" fmla="*/ 257273 h 1158973"/>
                <a:gd name="connsiteX1" fmla="*/ 3570795 w 3570795"/>
                <a:gd name="connsiteY1" fmla="*/ 0 h 1158973"/>
                <a:gd name="connsiteX2" fmla="*/ 0 w 3570795"/>
                <a:gd name="connsiteY2" fmla="*/ 1158973 h 1158973"/>
                <a:gd name="connsiteX3" fmla="*/ 0 w 3570795"/>
                <a:gd name="connsiteY3" fmla="*/ 257273 h 1158973"/>
                <a:gd name="connsiteX0" fmla="*/ 0 w 2835504"/>
                <a:gd name="connsiteY0" fmla="*/ 0 h 1750636"/>
                <a:gd name="connsiteX1" fmla="*/ 2835504 w 2835504"/>
                <a:gd name="connsiteY1" fmla="*/ 1750636 h 1750636"/>
                <a:gd name="connsiteX2" fmla="*/ 0 w 2835504"/>
                <a:gd name="connsiteY2" fmla="*/ 901700 h 1750636"/>
                <a:gd name="connsiteX3" fmla="*/ 0 w 2835504"/>
                <a:gd name="connsiteY3" fmla="*/ 0 h 1750636"/>
                <a:gd name="connsiteX0" fmla="*/ 0 w 2835504"/>
                <a:gd name="connsiteY0" fmla="*/ 0 h 1750636"/>
                <a:gd name="connsiteX1" fmla="*/ 2835504 w 2835504"/>
                <a:gd name="connsiteY1" fmla="*/ 1750636 h 1750636"/>
                <a:gd name="connsiteX2" fmla="*/ 0 w 2835504"/>
                <a:gd name="connsiteY2" fmla="*/ 1684125 h 1750636"/>
                <a:gd name="connsiteX3" fmla="*/ 0 w 2835504"/>
                <a:gd name="connsiteY3" fmla="*/ 0 h 1750636"/>
                <a:gd name="connsiteX0" fmla="*/ 0 w 2835504"/>
                <a:gd name="connsiteY0" fmla="*/ 0 h 1873184"/>
                <a:gd name="connsiteX1" fmla="*/ 2835504 w 2835504"/>
                <a:gd name="connsiteY1" fmla="*/ 1873184 h 1873184"/>
                <a:gd name="connsiteX2" fmla="*/ 0 w 2835504"/>
                <a:gd name="connsiteY2" fmla="*/ 1806673 h 1873184"/>
                <a:gd name="connsiteX3" fmla="*/ 0 w 2835504"/>
                <a:gd name="connsiteY3" fmla="*/ 0 h 1873184"/>
                <a:gd name="connsiteX0" fmla="*/ 0 w 2863785"/>
                <a:gd name="connsiteY0" fmla="*/ 0 h 1863758"/>
                <a:gd name="connsiteX1" fmla="*/ 2863785 w 2863785"/>
                <a:gd name="connsiteY1" fmla="*/ 1863758 h 1863758"/>
                <a:gd name="connsiteX2" fmla="*/ 0 w 2863785"/>
                <a:gd name="connsiteY2" fmla="*/ 1806673 h 1863758"/>
                <a:gd name="connsiteX3" fmla="*/ 0 w 2863785"/>
                <a:gd name="connsiteY3" fmla="*/ 0 h 1863758"/>
                <a:gd name="connsiteX0" fmla="*/ 0 w 2863787"/>
                <a:gd name="connsiteY0" fmla="*/ 0 h 1835480"/>
                <a:gd name="connsiteX1" fmla="*/ 2863787 w 2863787"/>
                <a:gd name="connsiteY1" fmla="*/ 1835480 h 1835480"/>
                <a:gd name="connsiteX2" fmla="*/ 0 w 2863787"/>
                <a:gd name="connsiteY2" fmla="*/ 1806673 h 1835480"/>
                <a:gd name="connsiteX3" fmla="*/ 0 w 2863787"/>
                <a:gd name="connsiteY3" fmla="*/ 0 h 1835480"/>
                <a:gd name="connsiteX0" fmla="*/ 18857 w 2882644"/>
                <a:gd name="connsiteY0" fmla="*/ 0 h 2051772"/>
                <a:gd name="connsiteX1" fmla="*/ 2882644 w 2882644"/>
                <a:gd name="connsiteY1" fmla="*/ 1835480 h 2051772"/>
                <a:gd name="connsiteX2" fmla="*/ 0 w 2882644"/>
                <a:gd name="connsiteY2" fmla="*/ 2051772 h 2051772"/>
                <a:gd name="connsiteX3" fmla="*/ 18857 w 2882644"/>
                <a:gd name="connsiteY3" fmla="*/ 0 h 2051772"/>
                <a:gd name="connsiteX0" fmla="*/ 18857 w 2948632"/>
                <a:gd name="connsiteY0" fmla="*/ 210137 h 2261909"/>
                <a:gd name="connsiteX1" fmla="*/ 2948632 w 2948632"/>
                <a:gd name="connsiteY1" fmla="*/ 0 h 2261909"/>
                <a:gd name="connsiteX2" fmla="*/ 0 w 2948632"/>
                <a:gd name="connsiteY2" fmla="*/ 2261909 h 2261909"/>
                <a:gd name="connsiteX3" fmla="*/ 18857 w 2948632"/>
                <a:gd name="connsiteY3" fmla="*/ 210137 h 2261909"/>
                <a:gd name="connsiteX0" fmla="*/ 9427 w 2939202"/>
                <a:gd name="connsiteY0" fmla="*/ 210137 h 3543958"/>
                <a:gd name="connsiteX1" fmla="*/ 2939202 w 2939202"/>
                <a:gd name="connsiteY1" fmla="*/ 0 h 3543958"/>
                <a:gd name="connsiteX2" fmla="*/ 0 w 2939202"/>
                <a:gd name="connsiteY2" fmla="*/ 3543958 h 3543958"/>
                <a:gd name="connsiteX3" fmla="*/ 9427 w 2939202"/>
                <a:gd name="connsiteY3" fmla="*/ 210137 h 3543958"/>
                <a:gd name="connsiteX0" fmla="*/ 9427 w 2929776"/>
                <a:gd name="connsiteY0" fmla="*/ 238417 h 3572238"/>
                <a:gd name="connsiteX1" fmla="*/ 2929776 w 2929776"/>
                <a:gd name="connsiteY1" fmla="*/ 0 h 3572238"/>
                <a:gd name="connsiteX2" fmla="*/ 0 w 2929776"/>
                <a:gd name="connsiteY2" fmla="*/ 3572238 h 3572238"/>
                <a:gd name="connsiteX3" fmla="*/ 9427 w 2929776"/>
                <a:gd name="connsiteY3" fmla="*/ 238417 h 3572238"/>
                <a:gd name="connsiteX0" fmla="*/ 907 w 2930683"/>
                <a:gd name="connsiteY0" fmla="*/ 219563 h 3572238"/>
                <a:gd name="connsiteX1" fmla="*/ 2930683 w 2930683"/>
                <a:gd name="connsiteY1" fmla="*/ 0 h 3572238"/>
                <a:gd name="connsiteX2" fmla="*/ 907 w 2930683"/>
                <a:gd name="connsiteY2" fmla="*/ 3572238 h 3572238"/>
                <a:gd name="connsiteX3" fmla="*/ 907 w 2930683"/>
                <a:gd name="connsiteY3" fmla="*/ 219563 h 3572238"/>
              </a:gdLst>
              <a:ahLst/>
              <a:cxnLst>
                <a:cxn ang="0">
                  <a:pos x="connsiteX0" y="connsiteY0"/>
                </a:cxn>
                <a:cxn ang="0">
                  <a:pos x="connsiteX1" y="connsiteY1"/>
                </a:cxn>
                <a:cxn ang="0">
                  <a:pos x="connsiteX2" y="connsiteY2"/>
                </a:cxn>
                <a:cxn ang="0">
                  <a:pos x="connsiteX3" y="connsiteY3"/>
                </a:cxn>
              </a:cxnLst>
              <a:rect l="l" t="t" r="r" b="b"/>
              <a:pathLst>
                <a:path w="2930683" h="3572238">
                  <a:moveTo>
                    <a:pt x="907" y="219563"/>
                  </a:moveTo>
                  <a:lnTo>
                    <a:pt x="2930683" y="0"/>
                  </a:lnTo>
                  <a:lnTo>
                    <a:pt x="907" y="3572238"/>
                  </a:lnTo>
                  <a:cubicBezTo>
                    <a:pt x="4049" y="2460964"/>
                    <a:pt x="-2235" y="1330837"/>
                    <a:pt x="907" y="219563"/>
                  </a:cubicBezTo>
                  <a:close/>
                </a:path>
              </a:pathLst>
            </a:custGeom>
            <a:gradFill>
              <a:gsLst>
                <a:gs pos="45000">
                  <a:schemeClr val="accent1"/>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0" name="Rectangle 1">
              <a:extLst>
                <a:ext uri="{FF2B5EF4-FFF2-40B4-BE49-F238E27FC236}">
                  <a16:creationId xmlns:a16="http://schemas.microsoft.com/office/drawing/2014/main" id="{686DEDC8-C71C-E1F8-0601-D93F92F46FB7}"/>
                </a:ext>
              </a:extLst>
            </p:cNvPr>
            <p:cNvSpPr/>
            <p:nvPr userDrawn="1"/>
          </p:nvSpPr>
          <p:spPr>
            <a:xfrm rot="16200000">
              <a:off x="7037377" y="3183243"/>
              <a:ext cx="1837173" cy="5533011"/>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570795"/>
                <a:gd name="connsiteY0" fmla="*/ 257273 h 1158973"/>
                <a:gd name="connsiteX1" fmla="*/ 3570795 w 3570795"/>
                <a:gd name="connsiteY1" fmla="*/ 0 h 1158973"/>
                <a:gd name="connsiteX2" fmla="*/ 0 w 3570795"/>
                <a:gd name="connsiteY2" fmla="*/ 1158973 h 1158973"/>
                <a:gd name="connsiteX3" fmla="*/ 0 w 3570795"/>
                <a:gd name="connsiteY3" fmla="*/ 257273 h 1158973"/>
                <a:gd name="connsiteX0" fmla="*/ 0 w 2835504"/>
                <a:gd name="connsiteY0" fmla="*/ 0 h 1750636"/>
                <a:gd name="connsiteX1" fmla="*/ 2835504 w 2835504"/>
                <a:gd name="connsiteY1" fmla="*/ 1750636 h 1750636"/>
                <a:gd name="connsiteX2" fmla="*/ 0 w 2835504"/>
                <a:gd name="connsiteY2" fmla="*/ 901700 h 1750636"/>
                <a:gd name="connsiteX3" fmla="*/ 0 w 2835504"/>
                <a:gd name="connsiteY3" fmla="*/ 0 h 1750636"/>
                <a:gd name="connsiteX0" fmla="*/ 0 w 2835504"/>
                <a:gd name="connsiteY0" fmla="*/ 0 h 1750636"/>
                <a:gd name="connsiteX1" fmla="*/ 2835504 w 2835504"/>
                <a:gd name="connsiteY1" fmla="*/ 1750636 h 1750636"/>
                <a:gd name="connsiteX2" fmla="*/ 0 w 2835504"/>
                <a:gd name="connsiteY2" fmla="*/ 1684125 h 1750636"/>
                <a:gd name="connsiteX3" fmla="*/ 0 w 2835504"/>
                <a:gd name="connsiteY3" fmla="*/ 0 h 1750636"/>
                <a:gd name="connsiteX0" fmla="*/ 0 w 2835504"/>
                <a:gd name="connsiteY0" fmla="*/ 0 h 1873184"/>
                <a:gd name="connsiteX1" fmla="*/ 2835504 w 2835504"/>
                <a:gd name="connsiteY1" fmla="*/ 1873184 h 1873184"/>
                <a:gd name="connsiteX2" fmla="*/ 0 w 2835504"/>
                <a:gd name="connsiteY2" fmla="*/ 1806673 h 1873184"/>
                <a:gd name="connsiteX3" fmla="*/ 0 w 2835504"/>
                <a:gd name="connsiteY3" fmla="*/ 0 h 1873184"/>
                <a:gd name="connsiteX0" fmla="*/ 0 w 2863785"/>
                <a:gd name="connsiteY0" fmla="*/ 0 h 1863758"/>
                <a:gd name="connsiteX1" fmla="*/ 2863785 w 2863785"/>
                <a:gd name="connsiteY1" fmla="*/ 1863758 h 1863758"/>
                <a:gd name="connsiteX2" fmla="*/ 0 w 2863785"/>
                <a:gd name="connsiteY2" fmla="*/ 1806673 h 1863758"/>
                <a:gd name="connsiteX3" fmla="*/ 0 w 2863785"/>
                <a:gd name="connsiteY3" fmla="*/ 0 h 1863758"/>
                <a:gd name="connsiteX0" fmla="*/ 0 w 2863787"/>
                <a:gd name="connsiteY0" fmla="*/ 0 h 1835480"/>
                <a:gd name="connsiteX1" fmla="*/ 2863787 w 2863787"/>
                <a:gd name="connsiteY1" fmla="*/ 1835480 h 1835480"/>
                <a:gd name="connsiteX2" fmla="*/ 0 w 2863787"/>
                <a:gd name="connsiteY2" fmla="*/ 1806673 h 1835480"/>
                <a:gd name="connsiteX3" fmla="*/ 0 w 2863787"/>
                <a:gd name="connsiteY3" fmla="*/ 0 h 1835480"/>
                <a:gd name="connsiteX0" fmla="*/ 18857 w 2882644"/>
                <a:gd name="connsiteY0" fmla="*/ 0 h 2051772"/>
                <a:gd name="connsiteX1" fmla="*/ 2882644 w 2882644"/>
                <a:gd name="connsiteY1" fmla="*/ 1835480 h 2051772"/>
                <a:gd name="connsiteX2" fmla="*/ 0 w 2882644"/>
                <a:gd name="connsiteY2" fmla="*/ 2051772 h 2051772"/>
                <a:gd name="connsiteX3" fmla="*/ 18857 w 2882644"/>
                <a:gd name="connsiteY3" fmla="*/ 0 h 2051772"/>
                <a:gd name="connsiteX0" fmla="*/ 18857 w 2948632"/>
                <a:gd name="connsiteY0" fmla="*/ 210137 h 2261909"/>
                <a:gd name="connsiteX1" fmla="*/ 2948632 w 2948632"/>
                <a:gd name="connsiteY1" fmla="*/ 0 h 2261909"/>
                <a:gd name="connsiteX2" fmla="*/ 0 w 2948632"/>
                <a:gd name="connsiteY2" fmla="*/ 2261909 h 2261909"/>
                <a:gd name="connsiteX3" fmla="*/ 18857 w 2948632"/>
                <a:gd name="connsiteY3" fmla="*/ 210137 h 2261909"/>
                <a:gd name="connsiteX0" fmla="*/ 9427 w 2939202"/>
                <a:gd name="connsiteY0" fmla="*/ 210137 h 3543958"/>
                <a:gd name="connsiteX1" fmla="*/ 2939202 w 2939202"/>
                <a:gd name="connsiteY1" fmla="*/ 0 h 3543958"/>
                <a:gd name="connsiteX2" fmla="*/ 0 w 2939202"/>
                <a:gd name="connsiteY2" fmla="*/ 3543958 h 3543958"/>
                <a:gd name="connsiteX3" fmla="*/ 9427 w 2939202"/>
                <a:gd name="connsiteY3" fmla="*/ 210137 h 3543958"/>
                <a:gd name="connsiteX0" fmla="*/ 9427 w 2929776"/>
                <a:gd name="connsiteY0" fmla="*/ 238417 h 3572238"/>
                <a:gd name="connsiteX1" fmla="*/ 2929776 w 2929776"/>
                <a:gd name="connsiteY1" fmla="*/ 0 h 3572238"/>
                <a:gd name="connsiteX2" fmla="*/ 0 w 2929776"/>
                <a:gd name="connsiteY2" fmla="*/ 3572238 h 3572238"/>
                <a:gd name="connsiteX3" fmla="*/ 9427 w 2929776"/>
                <a:gd name="connsiteY3" fmla="*/ 238417 h 3572238"/>
                <a:gd name="connsiteX0" fmla="*/ 907 w 2930683"/>
                <a:gd name="connsiteY0" fmla="*/ 219563 h 3572238"/>
                <a:gd name="connsiteX1" fmla="*/ 2930683 w 2930683"/>
                <a:gd name="connsiteY1" fmla="*/ 0 h 3572238"/>
                <a:gd name="connsiteX2" fmla="*/ 907 w 2930683"/>
                <a:gd name="connsiteY2" fmla="*/ 3572238 h 3572238"/>
                <a:gd name="connsiteX3" fmla="*/ 907 w 2930683"/>
                <a:gd name="connsiteY3" fmla="*/ 219563 h 3572238"/>
                <a:gd name="connsiteX0" fmla="*/ 907 w 1837173"/>
                <a:gd name="connsiteY0" fmla="*/ 2180336 h 5533011"/>
                <a:gd name="connsiteX1" fmla="*/ 1837173 w 1837173"/>
                <a:gd name="connsiteY1" fmla="*/ 0 h 5533011"/>
                <a:gd name="connsiteX2" fmla="*/ 907 w 1837173"/>
                <a:gd name="connsiteY2" fmla="*/ 5533011 h 5533011"/>
                <a:gd name="connsiteX3" fmla="*/ 907 w 1837173"/>
                <a:gd name="connsiteY3" fmla="*/ 2180336 h 5533011"/>
                <a:gd name="connsiteX0" fmla="*/ 907 w 1837173"/>
                <a:gd name="connsiteY0" fmla="*/ 2218043 h 5533011"/>
                <a:gd name="connsiteX1" fmla="*/ 1837173 w 1837173"/>
                <a:gd name="connsiteY1" fmla="*/ 0 h 5533011"/>
                <a:gd name="connsiteX2" fmla="*/ 907 w 1837173"/>
                <a:gd name="connsiteY2" fmla="*/ 5533011 h 5533011"/>
                <a:gd name="connsiteX3" fmla="*/ 907 w 1837173"/>
                <a:gd name="connsiteY3" fmla="*/ 2218043 h 5533011"/>
              </a:gdLst>
              <a:ahLst/>
              <a:cxnLst>
                <a:cxn ang="0">
                  <a:pos x="connsiteX0" y="connsiteY0"/>
                </a:cxn>
                <a:cxn ang="0">
                  <a:pos x="connsiteX1" y="connsiteY1"/>
                </a:cxn>
                <a:cxn ang="0">
                  <a:pos x="connsiteX2" y="connsiteY2"/>
                </a:cxn>
                <a:cxn ang="0">
                  <a:pos x="connsiteX3" y="connsiteY3"/>
                </a:cxn>
              </a:cxnLst>
              <a:rect l="l" t="t" r="r" b="b"/>
              <a:pathLst>
                <a:path w="1837173" h="5533011">
                  <a:moveTo>
                    <a:pt x="907" y="2218043"/>
                  </a:moveTo>
                  <a:lnTo>
                    <a:pt x="1837173" y="0"/>
                  </a:lnTo>
                  <a:lnTo>
                    <a:pt x="907" y="5533011"/>
                  </a:lnTo>
                  <a:cubicBezTo>
                    <a:pt x="4049" y="4421737"/>
                    <a:pt x="-2235" y="3329317"/>
                    <a:pt x="907" y="2218043"/>
                  </a:cubicBezTo>
                  <a:close/>
                </a:path>
              </a:pathLst>
            </a:custGeom>
            <a:gradFill>
              <a:gsLst>
                <a:gs pos="45000">
                  <a:schemeClr val="accent1"/>
                </a:gs>
                <a:gs pos="100000">
                  <a:schemeClr val="accent1">
                    <a:lumMod val="75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3" name="Content Placeholder 2">
            <a:extLst>
              <a:ext uri="{FF2B5EF4-FFF2-40B4-BE49-F238E27FC236}">
                <a16:creationId xmlns:a16="http://schemas.microsoft.com/office/drawing/2014/main" id="{F443B213-CFD2-A09E-12D6-B0ED72AC3E18}"/>
              </a:ext>
            </a:extLst>
          </p:cNvPr>
          <p:cNvSpPr>
            <a:spLocks noGrp="1"/>
          </p:cNvSpPr>
          <p:nvPr>
            <p:ph idx="10"/>
          </p:nvPr>
        </p:nvSpPr>
        <p:spPr>
          <a:xfrm>
            <a:off x="525018" y="1489075"/>
            <a:ext cx="11151033" cy="708026"/>
          </a:xfrm>
        </p:spPr>
        <p:txBody>
          <a:bodyPr/>
          <a:lstStyle>
            <a:lvl1pPr>
              <a:defRPr lang="en-US" sz="1800" kern="1200" dirty="0">
                <a:solidFill>
                  <a:schemeClr val="accent1"/>
                </a:solidFill>
                <a:latin typeface="Poppins" pitchFamily="2" charset="77"/>
                <a:ea typeface="Open Sans" panose="020B0606030504020204" pitchFamily="34" charset="0"/>
                <a:cs typeface="Poppins" pitchFamily="2" charset="77"/>
              </a:defRPr>
            </a:lvl1pPr>
            <a:lvl2pPr>
              <a:defRPr sz="1600"/>
            </a:lvl2pPr>
            <a:lvl3pPr>
              <a:defRPr sz="1400"/>
            </a:lvl3pPr>
            <a:lvl4pPr>
              <a:defRPr sz="1200"/>
            </a:lvl4pPr>
            <a:lvl5pPr>
              <a:defRPr sz="1100"/>
            </a:lvl5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 styles</a:t>
            </a:r>
          </a:p>
        </p:txBody>
      </p:sp>
      <p:sp>
        <p:nvSpPr>
          <p:cNvPr id="4" name="Content Placeholder 2">
            <a:extLst>
              <a:ext uri="{FF2B5EF4-FFF2-40B4-BE49-F238E27FC236}">
                <a16:creationId xmlns:a16="http://schemas.microsoft.com/office/drawing/2014/main" id="{1548AAB4-64C1-C6D1-A1EB-C4DC25877458}"/>
              </a:ext>
            </a:extLst>
          </p:cNvPr>
          <p:cNvSpPr>
            <a:spLocks noGrp="1"/>
          </p:cNvSpPr>
          <p:nvPr>
            <p:ph idx="1"/>
          </p:nvPr>
        </p:nvSpPr>
        <p:spPr>
          <a:xfrm>
            <a:off x="525018" y="2417763"/>
            <a:ext cx="11151033" cy="3532188"/>
          </a:xfrm>
        </p:spPr>
        <p:txBody>
          <a:bodyPr>
            <a:normAutofit/>
          </a:bodyPr>
          <a:lstStyle>
            <a:lvl1pPr>
              <a:defRPr lang="en-US" sz="1400" kern="1200" dirty="0">
                <a:solidFill>
                  <a:schemeClr val="tx1"/>
                </a:solidFill>
                <a:latin typeface="+mn-lt"/>
                <a:ea typeface="Open Sans" panose="020B0606030504020204" pitchFamily="34" charset="0"/>
                <a:cs typeface="Open Sans" panose="020B0606030504020204" pitchFamily="34" charset="0"/>
              </a:defRPr>
            </a:lvl1pPr>
            <a:lvl2pPr>
              <a:defRPr sz="1200"/>
            </a:lvl2pPr>
            <a:lvl3pPr>
              <a:defRPr sz="1100"/>
            </a:lvl3pPr>
            <a:lvl4pPr>
              <a:defRPr sz="1050"/>
            </a:lvl4pPr>
            <a:lvl5pPr>
              <a:defRPr sz="1000"/>
            </a:lvl5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3">
            <a:extLst>
              <a:ext uri="{FF2B5EF4-FFF2-40B4-BE49-F238E27FC236}">
                <a16:creationId xmlns:a16="http://schemas.microsoft.com/office/drawing/2014/main" id="{EC48DEC7-E5D0-3C40-AE90-EF3B7AC0BF4A}"/>
              </a:ext>
            </a:extLst>
          </p:cNvPr>
          <p:cNvSpPr>
            <a:spLocks noGrp="1"/>
          </p:cNvSpPr>
          <p:nvPr>
            <p:ph type="sldNum" sz="quarter" idx="4"/>
          </p:nvPr>
        </p:nvSpPr>
        <p:spPr>
          <a:xfrm>
            <a:off x="8600440" y="6241428"/>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A8BD019-05FF-F145-A6E1-6EE5A88665E4}" type="slidenum">
              <a:rPr lang="en-US" smtClean="0"/>
              <a:pPr/>
              <a:t>‹#›</a:t>
            </a:fld>
            <a:endParaRPr lang="en-US"/>
          </a:p>
        </p:txBody>
      </p:sp>
    </p:spTree>
    <p:extLst>
      <p:ext uri="{BB962C8B-B14F-4D97-AF65-F5344CB8AC3E}">
        <p14:creationId xmlns:p14="http://schemas.microsoft.com/office/powerpoint/2010/main" val="177457735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Blue Prism">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291179-6902-E446-8B91-02FCFB894D9F}"/>
              </a:ext>
            </a:extLst>
          </p:cNvPr>
          <p:cNvSpPr>
            <a:spLocks noGrp="1"/>
          </p:cNvSpPr>
          <p:nvPr>
            <p:ph type="title"/>
          </p:nvPr>
        </p:nvSpPr>
        <p:spPr/>
        <p:txBody>
          <a:bodyPr>
            <a:normAutofit/>
          </a:bodyPr>
          <a:lstStyle>
            <a:lvl1pPr>
              <a:defRPr sz="2800"/>
            </a:lvl1pPr>
          </a:lstStyle>
          <a:p>
            <a:r>
              <a:rPr lang="en-US"/>
              <a:t>Click to edit Master title style</a:t>
            </a:r>
          </a:p>
        </p:txBody>
      </p:sp>
      <p:grpSp>
        <p:nvGrpSpPr>
          <p:cNvPr id="15" name="Group 14">
            <a:extLst>
              <a:ext uri="{FF2B5EF4-FFF2-40B4-BE49-F238E27FC236}">
                <a16:creationId xmlns:a16="http://schemas.microsoft.com/office/drawing/2014/main" id="{83460EAF-4649-FF95-874E-A0109DF57C9B}"/>
              </a:ext>
            </a:extLst>
          </p:cNvPr>
          <p:cNvGrpSpPr/>
          <p:nvPr userDrawn="1"/>
        </p:nvGrpSpPr>
        <p:grpSpPr>
          <a:xfrm>
            <a:off x="-14763" y="4808928"/>
            <a:ext cx="7482363" cy="2067930"/>
            <a:chOff x="-14763" y="3909367"/>
            <a:chExt cx="10737232" cy="2967491"/>
          </a:xfrm>
        </p:grpSpPr>
        <p:sp>
          <p:nvSpPr>
            <p:cNvPr id="16" name="Rectangle 1">
              <a:extLst>
                <a:ext uri="{FF2B5EF4-FFF2-40B4-BE49-F238E27FC236}">
                  <a16:creationId xmlns:a16="http://schemas.microsoft.com/office/drawing/2014/main" id="{F10C9F18-66F6-E79A-6E06-65FA6FBC8669}"/>
                </a:ext>
              </a:extLst>
            </p:cNvPr>
            <p:cNvSpPr/>
            <p:nvPr userDrawn="1"/>
          </p:nvSpPr>
          <p:spPr>
            <a:xfrm>
              <a:off x="-14763" y="3909367"/>
              <a:ext cx="3570795" cy="1243814"/>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570795"/>
                <a:gd name="connsiteY0" fmla="*/ 257273 h 1158973"/>
                <a:gd name="connsiteX1" fmla="*/ 3570795 w 3570795"/>
                <a:gd name="connsiteY1" fmla="*/ 0 h 1158973"/>
                <a:gd name="connsiteX2" fmla="*/ 0 w 3570795"/>
                <a:gd name="connsiteY2" fmla="*/ 1158973 h 1158973"/>
                <a:gd name="connsiteX3" fmla="*/ 0 w 3570795"/>
                <a:gd name="connsiteY3" fmla="*/ 257273 h 1158973"/>
                <a:gd name="connsiteX0" fmla="*/ 0 w 3570795"/>
                <a:gd name="connsiteY0" fmla="*/ 257273 h 1243814"/>
                <a:gd name="connsiteX1" fmla="*/ 3570795 w 3570795"/>
                <a:gd name="connsiteY1" fmla="*/ 0 h 1243814"/>
                <a:gd name="connsiteX2" fmla="*/ 0 w 3570795"/>
                <a:gd name="connsiteY2" fmla="*/ 1243814 h 1243814"/>
                <a:gd name="connsiteX3" fmla="*/ 0 w 3570795"/>
                <a:gd name="connsiteY3" fmla="*/ 257273 h 1243814"/>
              </a:gdLst>
              <a:ahLst/>
              <a:cxnLst>
                <a:cxn ang="0">
                  <a:pos x="connsiteX0" y="connsiteY0"/>
                </a:cxn>
                <a:cxn ang="0">
                  <a:pos x="connsiteX1" y="connsiteY1"/>
                </a:cxn>
                <a:cxn ang="0">
                  <a:pos x="connsiteX2" y="connsiteY2"/>
                </a:cxn>
                <a:cxn ang="0">
                  <a:pos x="connsiteX3" y="connsiteY3"/>
                </a:cxn>
              </a:cxnLst>
              <a:rect l="l" t="t" r="r" b="b"/>
              <a:pathLst>
                <a:path w="3570795" h="1243814">
                  <a:moveTo>
                    <a:pt x="0" y="257273"/>
                  </a:moveTo>
                  <a:lnTo>
                    <a:pt x="3570795" y="0"/>
                  </a:lnTo>
                  <a:lnTo>
                    <a:pt x="0" y="1243814"/>
                  </a:lnTo>
                  <a:lnTo>
                    <a:pt x="0" y="257273"/>
                  </a:lnTo>
                  <a:close/>
                </a:path>
              </a:pathLst>
            </a:custGeom>
            <a:gradFill>
              <a:gsLst>
                <a:gs pos="45000">
                  <a:schemeClr val="accent3"/>
                </a:gs>
                <a:gs pos="100000">
                  <a:schemeClr val="accent3">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7" name="Rectangle 1">
              <a:extLst>
                <a:ext uri="{FF2B5EF4-FFF2-40B4-BE49-F238E27FC236}">
                  <a16:creationId xmlns:a16="http://schemas.microsoft.com/office/drawing/2014/main" id="{03C9B154-C639-CDB7-2E12-E66ED22D2081}"/>
                </a:ext>
              </a:extLst>
            </p:cNvPr>
            <p:cNvSpPr/>
            <p:nvPr userDrawn="1"/>
          </p:nvSpPr>
          <p:spPr>
            <a:xfrm>
              <a:off x="0" y="3928225"/>
              <a:ext cx="3638746" cy="2924695"/>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606800"/>
                <a:gd name="connsiteY0" fmla="*/ 1244600 h 2146300"/>
                <a:gd name="connsiteX1" fmla="*/ 3606800 w 3606800"/>
                <a:gd name="connsiteY1" fmla="*/ 0 h 2146300"/>
                <a:gd name="connsiteX2" fmla="*/ 0 w 3606800"/>
                <a:gd name="connsiteY2" fmla="*/ 2146300 h 2146300"/>
                <a:gd name="connsiteX3" fmla="*/ 0 w 3606800"/>
                <a:gd name="connsiteY3" fmla="*/ 1244600 h 2146300"/>
                <a:gd name="connsiteX0" fmla="*/ 0 w 3606800"/>
                <a:gd name="connsiteY0" fmla="*/ 1244600 h 2857500"/>
                <a:gd name="connsiteX1" fmla="*/ 3606800 w 3606800"/>
                <a:gd name="connsiteY1" fmla="*/ 0 h 2857500"/>
                <a:gd name="connsiteX2" fmla="*/ 1727200 w 3606800"/>
                <a:gd name="connsiteY2" fmla="*/ 2857500 h 2857500"/>
                <a:gd name="connsiteX3" fmla="*/ 0 w 3606800"/>
                <a:gd name="connsiteY3" fmla="*/ 1244600 h 2857500"/>
                <a:gd name="connsiteX0" fmla="*/ 0 w 3606800"/>
                <a:gd name="connsiteY0" fmla="*/ 1244600 h 2902271"/>
                <a:gd name="connsiteX1" fmla="*/ 3606800 w 3606800"/>
                <a:gd name="connsiteY1" fmla="*/ 0 h 2902271"/>
                <a:gd name="connsiteX2" fmla="*/ 1727200 w 3606800"/>
                <a:gd name="connsiteY2" fmla="*/ 2857500 h 2902271"/>
                <a:gd name="connsiteX3" fmla="*/ 12700 w 3606800"/>
                <a:gd name="connsiteY3" fmla="*/ 2819400 h 2902271"/>
                <a:gd name="connsiteX4" fmla="*/ 0 w 3606800"/>
                <a:gd name="connsiteY4" fmla="*/ 1244600 h 2902271"/>
                <a:gd name="connsiteX0" fmla="*/ 0 w 3606800"/>
                <a:gd name="connsiteY0" fmla="*/ 1244600 h 2857500"/>
                <a:gd name="connsiteX1" fmla="*/ 3606800 w 3606800"/>
                <a:gd name="connsiteY1" fmla="*/ 0 h 2857500"/>
                <a:gd name="connsiteX2" fmla="*/ 1727200 w 3606800"/>
                <a:gd name="connsiteY2" fmla="*/ 2857500 h 2857500"/>
                <a:gd name="connsiteX3" fmla="*/ 12700 w 3606800"/>
                <a:gd name="connsiteY3" fmla="*/ 2819400 h 2857500"/>
                <a:gd name="connsiteX4" fmla="*/ 0 w 3606800"/>
                <a:gd name="connsiteY4" fmla="*/ 1244600 h 2857500"/>
                <a:gd name="connsiteX0" fmla="*/ 0 w 3606800"/>
                <a:gd name="connsiteY0" fmla="*/ 1244600 h 2866612"/>
                <a:gd name="connsiteX1" fmla="*/ 3606800 w 3606800"/>
                <a:gd name="connsiteY1" fmla="*/ 0 h 2866612"/>
                <a:gd name="connsiteX2" fmla="*/ 1727200 w 3606800"/>
                <a:gd name="connsiteY2" fmla="*/ 2857500 h 2866612"/>
                <a:gd name="connsiteX3" fmla="*/ 12700 w 3606800"/>
                <a:gd name="connsiteY3" fmla="*/ 2819400 h 2866612"/>
                <a:gd name="connsiteX4" fmla="*/ 0 w 3606800"/>
                <a:gd name="connsiteY4" fmla="*/ 1244600 h 2866612"/>
                <a:gd name="connsiteX0" fmla="*/ 0 w 3606800"/>
                <a:gd name="connsiteY0" fmla="*/ 1244600 h 2857500"/>
                <a:gd name="connsiteX1" fmla="*/ 3606800 w 3606800"/>
                <a:gd name="connsiteY1" fmla="*/ 0 h 2857500"/>
                <a:gd name="connsiteX2" fmla="*/ 1727200 w 3606800"/>
                <a:gd name="connsiteY2" fmla="*/ 2857500 h 2857500"/>
                <a:gd name="connsiteX3" fmla="*/ 12700 w 3606800"/>
                <a:gd name="connsiteY3" fmla="*/ 2819400 h 2857500"/>
                <a:gd name="connsiteX4" fmla="*/ 0 w 3606800"/>
                <a:gd name="connsiteY4" fmla="*/ 1244600 h 2857500"/>
                <a:gd name="connsiteX0" fmla="*/ 0 w 3606800"/>
                <a:gd name="connsiteY0" fmla="*/ 1244600 h 2857500"/>
                <a:gd name="connsiteX1" fmla="*/ 3606800 w 3606800"/>
                <a:gd name="connsiteY1" fmla="*/ 0 h 2857500"/>
                <a:gd name="connsiteX2" fmla="*/ 1727200 w 3606800"/>
                <a:gd name="connsiteY2" fmla="*/ 2857500 h 2857500"/>
                <a:gd name="connsiteX3" fmla="*/ 12700 w 3606800"/>
                <a:gd name="connsiteY3" fmla="*/ 2819400 h 2857500"/>
                <a:gd name="connsiteX4" fmla="*/ 0 w 3606800"/>
                <a:gd name="connsiteY4" fmla="*/ 1244600 h 2857500"/>
                <a:gd name="connsiteX0" fmla="*/ 0 w 3606800"/>
                <a:gd name="connsiteY0" fmla="*/ 1244600 h 2881832"/>
                <a:gd name="connsiteX1" fmla="*/ 3606800 w 3606800"/>
                <a:gd name="connsiteY1" fmla="*/ 0 h 2881832"/>
                <a:gd name="connsiteX2" fmla="*/ 1727200 w 3606800"/>
                <a:gd name="connsiteY2" fmla="*/ 2857500 h 2881832"/>
                <a:gd name="connsiteX3" fmla="*/ 5080 w 3606800"/>
                <a:gd name="connsiteY3" fmla="*/ 2865120 h 2881832"/>
                <a:gd name="connsiteX4" fmla="*/ 0 w 3606800"/>
                <a:gd name="connsiteY4" fmla="*/ 1244600 h 2881832"/>
                <a:gd name="connsiteX0" fmla="*/ 0 w 3606800"/>
                <a:gd name="connsiteY0" fmla="*/ 1244600 h 2865120"/>
                <a:gd name="connsiteX1" fmla="*/ 3606800 w 3606800"/>
                <a:gd name="connsiteY1" fmla="*/ 0 h 2865120"/>
                <a:gd name="connsiteX2" fmla="*/ 1727200 w 3606800"/>
                <a:gd name="connsiteY2" fmla="*/ 2857500 h 2865120"/>
                <a:gd name="connsiteX3" fmla="*/ 5080 w 3606800"/>
                <a:gd name="connsiteY3" fmla="*/ 2865120 h 2865120"/>
                <a:gd name="connsiteX4" fmla="*/ 0 w 3606800"/>
                <a:gd name="connsiteY4" fmla="*/ 1244600 h 2865120"/>
                <a:gd name="connsiteX0" fmla="*/ 0 w 3606800"/>
                <a:gd name="connsiteY0" fmla="*/ 1244600 h 2865120"/>
                <a:gd name="connsiteX1" fmla="*/ 3606800 w 3606800"/>
                <a:gd name="connsiteY1" fmla="*/ 0 h 2865120"/>
                <a:gd name="connsiteX2" fmla="*/ 1727200 w 3606800"/>
                <a:gd name="connsiteY2" fmla="*/ 2857500 h 2865120"/>
                <a:gd name="connsiteX3" fmla="*/ 5080 w 3606800"/>
                <a:gd name="connsiteY3" fmla="*/ 2865120 h 2865120"/>
                <a:gd name="connsiteX4" fmla="*/ 0 w 3606800"/>
                <a:gd name="connsiteY4" fmla="*/ 1244600 h 28651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06800" h="2865120">
                  <a:moveTo>
                    <a:pt x="0" y="1244600"/>
                  </a:moveTo>
                  <a:lnTo>
                    <a:pt x="3606800" y="0"/>
                  </a:lnTo>
                  <a:lnTo>
                    <a:pt x="1727200" y="2857500"/>
                  </a:lnTo>
                  <a:lnTo>
                    <a:pt x="5080" y="2865120"/>
                  </a:lnTo>
                  <a:cubicBezTo>
                    <a:pt x="3387" y="2324947"/>
                    <a:pt x="1693" y="1784773"/>
                    <a:pt x="0" y="1244600"/>
                  </a:cubicBezTo>
                  <a:close/>
                </a:path>
              </a:pathLst>
            </a:custGeom>
            <a:gradFill>
              <a:gsLst>
                <a:gs pos="0">
                  <a:schemeClr val="accent3"/>
                </a:gs>
                <a:gs pos="100000">
                  <a:srgbClr val="1B75BC"/>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8" name="Rectangle 1">
              <a:extLst>
                <a:ext uri="{FF2B5EF4-FFF2-40B4-BE49-F238E27FC236}">
                  <a16:creationId xmlns:a16="http://schemas.microsoft.com/office/drawing/2014/main" id="{000905DE-A103-D404-B98D-ABB24F02A543}"/>
                </a:ext>
              </a:extLst>
            </p:cNvPr>
            <p:cNvSpPr/>
            <p:nvPr userDrawn="1"/>
          </p:nvSpPr>
          <p:spPr>
            <a:xfrm rot="16200000">
              <a:off x="1383972" y="4338949"/>
              <a:ext cx="2948633" cy="2127185"/>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570795"/>
                <a:gd name="connsiteY0" fmla="*/ 257273 h 1158973"/>
                <a:gd name="connsiteX1" fmla="*/ 3570795 w 3570795"/>
                <a:gd name="connsiteY1" fmla="*/ 0 h 1158973"/>
                <a:gd name="connsiteX2" fmla="*/ 0 w 3570795"/>
                <a:gd name="connsiteY2" fmla="*/ 1158973 h 1158973"/>
                <a:gd name="connsiteX3" fmla="*/ 0 w 3570795"/>
                <a:gd name="connsiteY3" fmla="*/ 257273 h 1158973"/>
                <a:gd name="connsiteX0" fmla="*/ 0 w 2835504"/>
                <a:gd name="connsiteY0" fmla="*/ 0 h 1750636"/>
                <a:gd name="connsiteX1" fmla="*/ 2835504 w 2835504"/>
                <a:gd name="connsiteY1" fmla="*/ 1750636 h 1750636"/>
                <a:gd name="connsiteX2" fmla="*/ 0 w 2835504"/>
                <a:gd name="connsiteY2" fmla="*/ 901700 h 1750636"/>
                <a:gd name="connsiteX3" fmla="*/ 0 w 2835504"/>
                <a:gd name="connsiteY3" fmla="*/ 0 h 1750636"/>
                <a:gd name="connsiteX0" fmla="*/ 0 w 2835504"/>
                <a:gd name="connsiteY0" fmla="*/ 0 h 1750636"/>
                <a:gd name="connsiteX1" fmla="*/ 2835504 w 2835504"/>
                <a:gd name="connsiteY1" fmla="*/ 1750636 h 1750636"/>
                <a:gd name="connsiteX2" fmla="*/ 0 w 2835504"/>
                <a:gd name="connsiteY2" fmla="*/ 1684125 h 1750636"/>
                <a:gd name="connsiteX3" fmla="*/ 0 w 2835504"/>
                <a:gd name="connsiteY3" fmla="*/ 0 h 1750636"/>
                <a:gd name="connsiteX0" fmla="*/ 0 w 2835504"/>
                <a:gd name="connsiteY0" fmla="*/ 0 h 1873184"/>
                <a:gd name="connsiteX1" fmla="*/ 2835504 w 2835504"/>
                <a:gd name="connsiteY1" fmla="*/ 1873184 h 1873184"/>
                <a:gd name="connsiteX2" fmla="*/ 0 w 2835504"/>
                <a:gd name="connsiteY2" fmla="*/ 1806673 h 1873184"/>
                <a:gd name="connsiteX3" fmla="*/ 0 w 2835504"/>
                <a:gd name="connsiteY3" fmla="*/ 0 h 1873184"/>
                <a:gd name="connsiteX0" fmla="*/ 0 w 2863785"/>
                <a:gd name="connsiteY0" fmla="*/ 0 h 1863758"/>
                <a:gd name="connsiteX1" fmla="*/ 2863785 w 2863785"/>
                <a:gd name="connsiteY1" fmla="*/ 1863758 h 1863758"/>
                <a:gd name="connsiteX2" fmla="*/ 0 w 2863785"/>
                <a:gd name="connsiteY2" fmla="*/ 1806673 h 1863758"/>
                <a:gd name="connsiteX3" fmla="*/ 0 w 2863785"/>
                <a:gd name="connsiteY3" fmla="*/ 0 h 1863758"/>
                <a:gd name="connsiteX0" fmla="*/ 0 w 2863787"/>
                <a:gd name="connsiteY0" fmla="*/ 0 h 1835480"/>
                <a:gd name="connsiteX1" fmla="*/ 2863787 w 2863787"/>
                <a:gd name="connsiteY1" fmla="*/ 1835480 h 1835480"/>
                <a:gd name="connsiteX2" fmla="*/ 0 w 2863787"/>
                <a:gd name="connsiteY2" fmla="*/ 1806673 h 1835480"/>
                <a:gd name="connsiteX3" fmla="*/ 0 w 2863787"/>
                <a:gd name="connsiteY3" fmla="*/ 0 h 1835480"/>
                <a:gd name="connsiteX0" fmla="*/ 18857 w 2882644"/>
                <a:gd name="connsiteY0" fmla="*/ 0 h 2051772"/>
                <a:gd name="connsiteX1" fmla="*/ 2882644 w 2882644"/>
                <a:gd name="connsiteY1" fmla="*/ 1835480 h 2051772"/>
                <a:gd name="connsiteX2" fmla="*/ 0 w 2882644"/>
                <a:gd name="connsiteY2" fmla="*/ 2051772 h 2051772"/>
                <a:gd name="connsiteX3" fmla="*/ 18857 w 2882644"/>
                <a:gd name="connsiteY3" fmla="*/ 0 h 2051772"/>
                <a:gd name="connsiteX0" fmla="*/ 18857 w 2882644"/>
                <a:gd name="connsiteY0" fmla="*/ 0 h 2127185"/>
                <a:gd name="connsiteX1" fmla="*/ 2882644 w 2882644"/>
                <a:gd name="connsiteY1" fmla="*/ 1910893 h 2127185"/>
                <a:gd name="connsiteX2" fmla="*/ 0 w 2882644"/>
                <a:gd name="connsiteY2" fmla="*/ 2127185 h 2127185"/>
                <a:gd name="connsiteX3" fmla="*/ 18857 w 2882644"/>
                <a:gd name="connsiteY3" fmla="*/ 0 h 2127185"/>
              </a:gdLst>
              <a:ahLst/>
              <a:cxnLst>
                <a:cxn ang="0">
                  <a:pos x="connsiteX0" y="connsiteY0"/>
                </a:cxn>
                <a:cxn ang="0">
                  <a:pos x="connsiteX1" y="connsiteY1"/>
                </a:cxn>
                <a:cxn ang="0">
                  <a:pos x="connsiteX2" y="connsiteY2"/>
                </a:cxn>
                <a:cxn ang="0">
                  <a:pos x="connsiteX3" y="connsiteY3"/>
                </a:cxn>
              </a:cxnLst>
              <a:rect l="l" t="t" r="r" b="b"/>
              <a:pathLst>
                <a:path w="2882644" h="2127185">
                  <a:moveTo>
                    <a:pt x="18857" y="0"/>
                  </a:moveTo>
                  <a:lnTo>
                    <a:pt x="2882644" y="1910893"/>
                  </a:lnTo>
                  <a:lnTo>
                    <a:pt x="0" y="2127185"/>
                  </a:lnTo>
                  <a:lnTo>
                    <a:pt x="18857" y="0"/>
                  </a:lnTo>
                  <a:close/>
                </a:path>
              </a:pathLst>
            </a:custGeom>
            <a:gradFill>
              <a:gsLst>
                <a:gs pos="100000">
                  <a:schemeClr val="accent3"/>
                </a:gs>
                <a:gs pos="0">
                  <a:srgbClr val="1B75BC"/>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9" name="Rectangle 1">
              <a:extLst>
                <a:ext uri="{FF2B5EF4-FFF2-40B4-BE49-F238E27FC236}">
                  <a16:creationId xmlns:a16="http://schemas.microsoft.com/office/drawing/2014/main" id="{04B3BAE2-1CF0-CD26-7ADD-CD6A1BB9F72B}"/>
                </a:ext>
              </a:extLst>
            </p:cNvPr>
            <p:cNvSpPr/>
            <p:nvPr userDrawn="1"/>
          </p:nvSpPr>
          <p:spPr>
            <a:xfrm rot="16200000">
              <a:off x="4075788" y="3616875"/>
              <a:ext cx="2930683" cy="3572238"/>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570795"/>
                <a:gd name="connsiteY0" fmla="*/ 257273 h 1158973"/>
                <a:gd name="connsiteX1" fmla="*/ 3570795 w 3570795"/>
                <a:gd name="connsiteY1" fmla="*/ 0 h 1158973"/>
                <a:gd name="connsiteX2" fmla="*/ 0 w 3570795"/>
                <a:gd name="connsiteY2" fmla="*/ 1158973 h 1158973"/>
                <a:gd name="connsiteX3" fmla="*/ 0 w 3570795"/>
                <a:gd name="connsiteY3" fmla="*/ 257273 h 1158973"/>
                <a:gd name="connsiteX0" fmla="*/ 0 w 2835504"/>
                <a:gd name="connsiteY0" fmla="*/ 0 h 1750636"/>
                <a:gd name="connsiteX1" fmla="*/ 2835504 w 2835504"/>
                <a:gd name="connsiteY1" fmla="*/ 1750636 h 1750636"/>
                <a:gd name="connsiteX2" fmla="*/ 0 w 2835504"/>
                <a:gd name="connsiteY2" fmla="*/ 901700 h 1750636"/>
                <a:gd name="connsiteX3" fmla="*/ 0 w 2835504"/>
                <a:gd name="connsiteY3" fmla="*/ 0 h 1750636"/>
                <a:gd name="connsiteX0" fmla="*/ 0 w 2835504"/>
                <a:gd name="connsiteY0" fmla="*/ 0 h 1750636"/>
                <a:gd name="connsiteX1" fmla="*/ 2835504 w 2835504"/>
                <a:gd name="connsiteY1" fmla="*/ 1750636 h 1750636"/>
                <a:gd name="connsiteX2" fmla="*/ 0 w 2835504"/>
                <a:gd name="connsiteY2" fmla="*/ 1684125 h 1750636"/>
                <a:gd name="connsiteX3" fmla="*/ 0 w 2835504"/>
                <a:gd name="connsiteY3" fmla="*/ 0 h 1750636"/>
                <a:gd name="connsiteX0" fmla="*/ 0 w 2835504"/>
                <a:gd name="connsiteY0" fmla="*/ 0 h 1873184"/>
                <a:gd name="connsiteX1" fmla="*/ 2835504 w 2835504"/>
                <a:gd name="connsiteY1" fmla="*/ 1873184 h 1873184"/>
                <a:gd name="connsiteX2" fmla="*/ 0 w 2835504"/>
                <a:gd name="connsiteY2" fmla="*/ 1806673 h 1873184"/>
                <a:gd name="connsiteX3" fmla="*/ 0 w 2835504"/>
                <a:gd name="connsiteY3" fmla="*/ 0 h 1873184"/>
                <a:gd name="connsiteX0" fmla="*/ 0 w 2863785"/>
                <a:gd name="connsiteY0" fmla="*/ 0 h 1863758"/>
                <a:gd name="connsiteX1" fmla="*/ 2863785 w 2863785"/>
                <a:gd name="connsiteY1" fmla="*/ 1863758 h 1863758"/>
                <a:gd name="connsiteX2" fmla="*/ 0 w 2863785"/>
                <a:gd name="connsiteY2" fmla="*/ 1806673 h 1863758"/>
                <a:gd name="connsiteX3" fmla="*/ 0 w 2863785"/>
                <a:gd name="connsiteY3" fmla="*/ 0 h 1863758"/>
                <a:gd name="connsiteX0" fmla="*/ 0 w 2863787"/>
                <a:gd name="connsiteY0" fmla="*/ 0 h 1835480"/>
                <a:gd name="connsiteX1" fmla="*/ 2863787 w 2863787"/>
                <a:gd name="connsiteY1" fmla="*/ 1835480 h 1835480"/>
                <a:gd name="connsiteX2" fmla="*/ 0 w 2863787"/>
                <a:gd name="connsiteY2" fmla="*/ 1806673 h 1835480"/>
                <a:gd name="connsiteX3" fmla="*/ 0 w 2863787"/>
                <a:gd name="connsiteY3" fmla="*/ 0 h 1835480"/>
                <a:gd name="connsiteX0" fmla="*/ 18857 w 2882644"/>
                <a:gd name="connsiteY0" fmla="*/ 0 h 2051772"/>
                <a:gd name="connsiteX1" fmla="*/ 2882644 w 2882644"/>
                <a:gd name="connsiteY1" fmla="*/ 1835480 h 2051772"/>
                <a:gd name="connsiteX2" fmla="*/ 0 w 2882644"/>
                <a:gd name="connsiteY2" fmla="*/ 2051772 h 2051772"/>
                <a:gd name="connsiteX3" fmla="*/ 18857 w 2882644"/>
                <a:gd name="connsiteY3" fmla="*/ 0 h 2051772"/>
                <a:gd name="connsiteX0" fmla="*/ 18857 w 2948632"/>
                <a:gd name="connsiteY0" fmla="*/ 210137 h 2261909"/>
                <a:gd name="connsiteX1" fmla="*/ 2948632 w 2948632"/>
                <a:gd name="connsiteY1" fmla="*/ 0 h 2261909"/>
                <a:gd name="connsiteX2" fmla="*/ 0 w 2948632"/>
                <a:gd name="connsiteY2" fmla="*/ 2261909 h 2261909"/>
                <a:gd name="connsiteX3" fmla="*/ 18857 w 2948632"/>
                <a:gd name="connsiteY3" fmla="*/ 210137 h 2261909"/>
                <a:gd name="connsiteX0" fmla="*/ 9427 w 2939202"/>
                <a:gd name="connsiteY0" fmla="*/ 210137 h 3543958"/>
                <a:gd name="connsiteX1" fmla="*/ 2939202 w 2939202"/>
                <a:gd name="connsiteY1" fmla="*/ 0 h 3543958"/>
                <a:gd name="connsiteX2" fmla="*/ 0 w 2939202"/>
                <a:gd name="connsiteY2" fmla="*/ 3543958 h 3543958"/>
                <a:gd name="connsiteX3" fmla="*/ 9427 w 2939202"/>
                <a:gd name="connsiteY3" fmla="*/ 210137 h 3543958"/>
                <a:gd name="connsiteX0" fmla="*/ 9427 w 2929776"/>
                <a:gd name="connsiteY0" fmla="*/ 238417 h 3572238"/>
                <a:gd name="connsiteX1" fmla="*/ 2929776 w 2929776"/>
                <a:gd name="connsiteY1" fmla="*/ 0 h 3572238"/>
                <a:gd name="connsiteX2" fmla="*/ 0 w 2929776"/>
                <a:gd name="connsiteY2" fmla="*/ 3572238 h 3572238"/>
                <a:gd name="connsiteX3" fmla="*/ 9427 w 2929776"/>
                <a:gd name="connsiteY3" fmla="*/ 238417 h 3572238"/>
                <a:gd name="connsiteX0" fmla="*/ 907 w 2930683"/>
                <a:gd name="connsiteY0" fmla="*/ 219563 h 3572238"/>
                <a:gd name="connsiteX1" fmla="*/ 2930683 w 2930683"/>
                <a:gd name="connsiteY1" fmla="*/ 0 h 3572238"/>
                <a:gd name="connsiteX2" fmla="*/ 907 w 2930683"/>
                <a:gd name="connsiteY2" fmla="*/ 3572238 h 3572238"/>
                <a:gd name="connsiteX3" fmla="*/ 907 w 2930683"/>
                <a:gd name="connsiteY3" fmla="*/ 219563 h 3572238"/>
              </a:gdLst>
              <a:ahLst/>
              <a:cxnLst>
                <a:cxn ang="0">
                  <a:pos x="connsiteX0" y="connsiteY0"/>
                </a:cxn>
                <a:cxn ang="0">
                  <a:pos x="connsiteX1" y="connsiteY1"/>
                </a:cxn>
                <a:cxn ang="0">
                  <a:pos x="connsiteX2" y="connsiteY2"/>
                </a:cxn>
                <a:cxn ang="0">
                  <a:pos x="connsiteX3" y="connsiteY3"/>
                </a:cxn>
              </a:cxnLst>
              <a:rect l="l" t="t" r="r" b="b"/>
              <a:pathLst>
                <a:path w="2930683" h="3572238">
                  <a:moveTo>
                    <a:pt x="907" y="219563"/>
                  </a:moveTo>
                  <a:lnTo>
                    <a:pt x="2930683" y="0"/>
                  </a:lnTo>
                  <a:lnTo>
                    <a:pt x="907" y="3572238"/>
                  </a:lnTo>
                  <a:cubicBezTo>
                    <a:pt x="4049" y="2460964"/>
                    <a:pt x="-2235" y="1330837"/>
                    <a:pt x="907" y="219563"/>
                  </a:cubicBezTo>
                  <a:close/>
                </a:path>
              </a:pathLst>
            </a:custGeom>
            <a:gradFill>
              <a:gsLst>
                <a:gs pos="0">
                  <a:schemeClr val="accent3"/>
                </a:gs>
                <a:gs pos="100000">
                  <a:schemeClr val="accent3">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0" name="Rectangle 1">
              <a:extLst>
                <a:ext uri="{FF2B5EF4-FFF2-40B4-BE49-F238E27FC236}">
                  <a16:creationId xmlns:a16="http://schemas.microsoft.com/office/drawing/2014/main" id="{686DEDC8-C71C-E1F8-0601-D93F92F46FB7}"/>
                </a:ext>
              </a:extLst>
            </p:cNvPr>
            <p:cNvSpPr/>
            <p:nvPr userDrawn="1"/>
          </p:nvSpPr>
          <p:spPr>
            <a:xfrm rot="16200000">
              <a:off x="7037377" y="3183243"/>
              <a:ext cx="1837173" cy="5533011"/>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570795"/>
                <a:gd name="connsiteY0" fmla="*/ 257273 h 1158973"/>
                <a:gd name="connsiteX1" fmla="*/ 3570795 w 3570795"/>
                <a:gd name="connsiteY1" fmla="*/ 0 h 1158973"/>
                <a:gd name="connsiteX2" fmla="*/ 0 w 3570795"/>
                <a:gd name="connsiteY2" fmla="*/ 1158973 h 1158973"/>
                <a:gd name="connsiteX3" fmla="*/ 0 w 3570795"/>
                <a:gd name="connsiteY3" fmla="*/ 257273 h 1158973"/>
                <a:gd name="connsiteX0" fmla="*/ 0 w 2835504"/>
                <a:gd name="connsiteY0" fmla="*/ 0 h 1750636"/>
                <a:gd name="connsiteX1" fmla="*/ 2835504 w 2835504"/>
                <a:gd name="connsiteY1" fmla="*/ 1750636 h 1750636"/>
                <a:gd name="connsiteX2" fmla="*/ 0 w 2835504"/>
                <a:gd name="connsiteY2" fmla="*/ 901700 h 1750636"/>
                <a:gd name="connsiteX3" fmla="*/ 0 w 2835504"/>
                <a:gd name="connsiteY3" fmla="*/ 0 h 1750636"/>
                <a:gd name="connsiteX0" fmla="*/ 0 w 2835504"/>
                <a:gd name="connsiteY0" fmla="*/ 0 h 1750636"/>
                <a:gd name="connsiteX1" fmla="*/ 2835504 w 2835504"/>
                <a:gd name="connsiteY1" fmla="*/ 1750636 h 1750636"/>
                <a:gd name="connsiteX2" fmla="*/ 0 w 2835504"/>
                <a:gd name="connsiteY2" fmla="*/ 1684125 h 1750636"/>
                <a:gd name="connsiteX3" fmla="*/ 0 w 2835504"/>
                <a:gd name="connsiteY3" fmla="*/ 0 h 1750636"/>
                <a:gd name="connsiteX0" fmla="*/ 0 w 2835504"/>
                <a:gd name="connsiteY0" fmla="*/ 0 h 1873184"/>
                <a:gd name="connsiteX1" fmla="*/ 2835504 w 2835504"/>
                <a:gd name="connsiteY1" fmla="*/ 1873184 h 1873184"/>
                <a:gd name="connsiteX2" fmla="*/ 0 w 2835504"/>
                <a:gd name="connsiteY2" fmla="*/ 1806673 h 1873184"/>
                <a:gd name="connsiteX3" fmla="*/ 0 w 2835504"/>
                <a:gd name="connsiteY3" fmla="*/ 0 h 1873184"/>
                <a:gd name="connsiteX0" fmla="*/ 0 w 2863785"/>
                <a:gd name="connsiteY0" fmla="*/ 0 h 1863758"/>
                <a:gd name="connsiteX1" fmla="*/ 2863785 w 2863785"/>
                <a:gd name="connsiteY1" fmla="*/ 1863758 h 1863758"/>
                <a:gd name="connsiteX2" fmla="*/ 0 w 2863785"/>
                <a:gd name="connsiteY2" fmla="*/ 1806673 h 1863758"/>
                <a:gd name="connsiteX3" fmla="*/ 0 w 2863785"/>
                <a:gd name="connsiteY3" fmla="*/ 0 h 1863758"/>
                <a:gd name="connsiteX0" fmla="*/ 0 w 2863787"/>
                <a:gd name="connsiteY0" fmla="*/ 0 h 1835480"/>
                <a:gd name="connsiteX1" fmla="*/ 2863787 w 2863787"/>
                <a:gd name="connsiteY1" fmla="*/ 1835480 h 1835480"/>
                <a:gd name="connsiteX2" fmla="*/ 0 w 2863787"/>
                <a:gd name="connsiteY2" fmla="*/ 1806673 h 1835480"/>
                <a:gd name="connsiteX3" fmla="*/ 0 w 2863787"/>
                <a:gd name="connsiteY3" fmla="*/ 0 h 1835480"/>
                <a:gd name="connsiteX0" fmla="*/ 18857 w 2882644"/>
                <a:gd name="connsiteY0" fmla="*/ 0 h 2051772"/>
                <a:gd name="connsiteX1" fmla="*/ 2882644 w 2882644"/>
                <a:gd name="connsiteY1" fmla="*/ 1835480 h 2051772"/>
                <a:gd name="connsiteX2" fmla="*/ 0 w 2882644"/>
                <a:gd name="connsiteY2" fmla="*/ 2051772 h 2051772"/>
                <a:gd name="connsiteX3" fmla="*/ 18857 w 2882644"/>
                <a:gd name="connsiteY3" fmla="*/ 0 h 2051772"/>
                <a:gd name="connsiteX0" fmla="*/ 18857 w 2948632"/>
                <a:gd name="connsiteY0" fmla="*/ 210137 h 2261909"/>
                <a:gd name="connsiteX1" fmla="*/ 2948632 w 2948632"/>
                <a:gd name="connsiteY1" fmla="*/ 0 h 2261909"/>
                <a:gd name="connsiteX2" fmla="*/ 0 w 2948632"/>
                <a:gd name="connsiteY2" fmla="*/ 2261909 h 2261909"/>
                <a:gd name="connsiteX3" fmla="*/ 18857 w 2948632"/>
                <a:gd name="connsiteY3" fmla="*/ 210137 h 2261909"/>
                <a:gd name="connsiteX0" fmla="*/ 9427 w 2939202"/>
                <a:gd name="connsiteY0" fmla="*/ 210137 h 3543958"/>
                <a:gd name="connsiteX1" fmla="*/ 2939202 w 2939202"/>
                <a:gd name="connsiteY1" fmla="*/ 0 h 3543958"/>
                <a:gd name="connsiteX2" fmla="*/ 0 w 2939202"/>
                <a:gd name="connsiteY2" fmla="*/ 3543958 h 3543958"/>
                <a:gd name="connsiteX3" fmla="*/ 9427 w 2939202"/>
                <a:gd name="connsiteY3" fmla="*/ 210137 h 3543958"/>
                <a:gd name="connsiteX0" fmla="*/ 9427 w 2929776"/>
                <a:gd name="connsiteY0" fmla="*/ 238417 h 3572238"/>
                <a:gd name="connsiteX1" fmla="*/ 2929776 w 2929776"/>
                <a:gd name="connsiteY1" fmla="*/ 0 h 3572238"/>
                <a:gd name="connsiteX2" fmla="*/ 0 w 2929776"/>
                <a:gd name="connsiteY2" fmla="*/ 3572238 h 3572238"/>
                <a:gd name="connsiteX3" fmla="*/ 9427 w 2929776"/>
                <a:gd name="connsiteY3" fmla="*/ 238417 h 3572238"/>
                <a:gd name="connsiteX0" fmla="*/ 907 w 2930683"/>
                <a:gd name="connsiteY0" fmla="*/ 219563 h 3572238"/>
                <a:gd name="connsiteX1" fmla="*/ 2930683 w 2930683"/>
                <a:gd name="connsiteY1" fmla="*/ 0 h 3572238"/>
                <a:gd name="connsiteX2" fmla="*/ 907 w 2930683"/>
                <a:gd name="connsiteY2" fmla="*/ 3572238 h 3572238"/>
                <a:gd name="connsiteX3" fmla="*/ 907 w 2930683"/>
                <a:gd name="connsiteY3" fmla="*/ 219563 h 3572238"/>
                <a:gd name="connsiteX0" fmla="*/ 907 w 1837173"/>
                <a:gd name="connsiteY0" fmla="*/ 2180336 h 5533011"/>
                <a:gd name="connsiteX1" fmla="*/ 1837173 w 1837173"/>
                <a:gd name="connsiteY1" fmla="*/ 0 h 5533011"/>
                <a:gd name="connsiteX2" fmla="*/ 907 w 1837173"/>
                <a:gd name="connsiteY2" fmla="*/ 5533011 h 5533011"/>
                <a:gd name="connsiteX3" fmla="*/ 907 w 1837173"/>
                <a:gd name="connsiteY3" fmla="*/ 2180336 h 5533011"/>
                <a:gd name="connsiteX0" fmla="*/ 907 w 1837173"/>
                <a:gd name="connsiteY0" fmla="*/ 2218043 h 5533011"/>
                <a:gd name="connsiteX1" fmla="*/ 1837173 w 1837173"/>
                <a:gd name="connsiteY1" fmla="*/ 0 h 5533011"/>
                <a:gd name="connsiteX2" fmla="*/ 907 w 1837173"/>
                <a:gd name="connsiteY2" fmla="*/ 5533011 h 5533011"/>
                <a:gd name="connsiteX3" fmla="*/ 907 w 1837173"/>
                <a:gd name="connsiteY3" fmla="*/ 2218043 h 5533011"/>
              </a:gdLst>
              <a:ahLst/>
              <a:cxnLst>
                <a:cxn ang="0">
                  <a:pos x="connsiteX0" y="connsiteY0"/>
                </a:cxn>
                <a:cxn ang="0">
                  <a:pos x="connsiteX1" y="connsiteY1"/>
                </a:cxn>
                <a:cxn ang="0">
                  <a:pos x="connsiteX2" y="connsiteY2"/>
                </a:cxn>
                <a:cxn ang="0">
                  <a:pos x="connsiteX3" y="connsiteY3"/>
                </a:cxn>
              </a:cxnLst>
              <a:rect l="l" t="t" r="r" b="b"/>
              <a:pathLst>
                <a:path w="1837173" h="5533011">
                  <a:moveTo>
                    <a:pt x="907" y="2218043"/>
                  </a:moveTo>
                  <a:lnTo>
                    <a:pt x="1837173" y="0"/>
                  </a:lnTo>
                  <a:lnTo>
                    <a:pt x="907" y="5533011"/>
                  </a:lnTo>
                  <a:cubicBezTo>
                    <a:pt x="4049" y="4421737"/>
                    <a:pt x="-2235" y="3329317"/>
                    <a:pt x="907" y="2218043"/>
                  </a:cubicBezTo>
                  <a:close/>
                </a:path>
              </a:pathLst>
            </a:custGeom>
            <a:gradFill>
              <a:gsLst>
                <a:gs pos="45000">
                  <a:schemeClr val="accent3"/>
                </a:gs>
                <a:gs pos="100000">
                  <a:srgbClr val="1B75BC"/>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3" name="Content Placeholder 2">
            <a:extLst>
              <a:ext uri="{FF2B5EF4-FFF2-40B4-BE49-F238E27FC236}">
                <a16:creationId xmlns:a16="http://schemas.microsoft.com/office/drawing/2014/main" id="{DB861266-E30E-B346-AA28-DA2F7843A097}"/>
              </a:ext>
            </a:extLst>
          </p:cNvPr>
          <p:cNvSpPr>
            <a:spLocks noGrp="1"/>
          </p:cNvSpPr>
          <p:nvPr>
            <p:ph idx="10"/>
          </p:nvPr>
        </p:nvSpPr>
        <p:spPr>
          <a:xfrm>
            <a:off x="525018" y="1489075"/>
            <a:ext cx="11151033" cy="708026"/>
          </a:xfrm>
        </p:spPr>
        <p:txBody>
          <a:bodyPr/>
          <a:lstStyle>
            <a:lvl1pPr>
              <a:defRPr lang="en-US" sz="1800" kern="1200" dirty="0">
                <a:solidFill>
                  <a:schemeClr val="accent3"/>
                </a:solidFill>
                <a:latin typeface="Poppins" pitchFamily="2" charset="77"/>
                <a:ea typeface="Open Sans" panose="020B0606030504020204" pitchFamily="34" charset="0"/>
                <a:cs typeface="Poppins" pitchFamily="2" charset="77"/>
              </a:defRPr>
            </a:lvl1pPr>
            <a:lvl2pPr>
              <a:defRPr sz="1600"/>
            </a:lvl2pPr>
            <a:lvl3pPr>
              <a:defRPr sz="1400"/>
            </a:lvl3pPr>
            <a:lvl4pPr>
              <a:defRPr sz="1200"/>
            </a:lvl4pPr>
            <a:lvl5pPr>
              <a:defRPr sz="1100"/>
            </a:lvl5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 styles</a:t>
            </a:r>
          </a:p>
        </p:txBody>
      </p:sp>
      <p:sp>
        <p:nvSpPr>
          <p:cNvPr id="4" name="Content Placeholder 2">
            <a:extLst>
              <a:ext uri="{FF2B5EF4-FFF2-40B4-BE49-F238E27FC236}">
                <a16:creationId xmlns:a16="http://schemas.microsoft.com/office/drawing/2014/main" id="{7825B473-433E-D951-6E94-A3B1AFFA06A4}"/>
              </a:ext>
            </a:extLst>
          </p:cNvPr>
          <p:cNvSpPr>
            <a:spLocks noGrp="1"/>
          </p:cNvSpPr>
          <p:nvPr>
            <p:ph idx="1"/>
          </p:nvPr>
        </p:nvSpPr>
        <p:spPr>
          <a:xfrm>
            <a:off x="525018" y="2417763"/>
            <a:ext cx="11151033" cy="3532188"/>
          </a:xfrm>
        </p:spPr>
        <p:txBody>
          <a:bodyPr>
            <a:normAutofit/>
          </a:bodyPr>
          <a:lstStyle>
            <a:lvl1pPr>
              <a:defRPr lang="en-US" sz="1400" kern="1200" dirty="0">
                <a:solidFill>
                  <a:schemeClr val="tx1"/>
                </a:solidFill>
                <a:latin typeface="+mn-lt"/>
                <a:ea typeface="Open Sans" panose="020B0606030504020204" pitchFamily="34" charset="0"/>
                <a:cs typeface="Open Sans" panose="020B0606030504020204" pitchFamily="34" charset="0"/>
              </a:defRPr>
            </a:lvl1pPr>
            <a:lvl2pPr>
              <a:defRPr sz="1200"/>
            </a:lvl2pPr>
            <a:lvl3pPr>
              <a:defRPr sz="1100"/>
            </a:lvl3pPr>
            <a:lvl4pPr>
              <a:defRPr sz="1050"/>
            </a:lvl4pPr>
            <a:lvl5pPr>
              <a:defRPr sz="1000"/>
            </a:lvl5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3">
            <a:extLst>
              <a:ext uri="{FF2B5EF4-FFF2-40B4-BE49-F238E27FC236}">
                <a16:creationId xmlns:a16="http://schemas.microsoft.com/office/drawing/2014/main" id="{147D8B8C-6F8D-77E4-897B-38CA0C77B099}"/>
              </a:ext>
            </a:extLst>
          </p:cNvPr>
          <p:cNvSpPr>
            <a:spLocks noGrp="1"/>
          </p:cNvSpPr>
          <p:nvPr>
            <p:ph type="sldNum" sz="quarter" idx="4"/>
          </p:nvPr>
        </p:nvSpPr>
        <p:spPr>
          <a:xfrm>
            <a:off x="8600440" y="6241428"/>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A8BD019-05FF-F145-A6E1-6EE5A88665E4}" type="slidenum">
              <a:rPr lang="en-US" smtClean="0"/>
              <a:pPr/>
              <a:t>‹#›</a:t>
            </a:fld>
            <a:endParaRPr lang="en-US"/>
          </a:p>
        </p:txBody>
      </p:sp>
    </p:spTree>
    <p:extLst>
      <p:ext uri="{BB962C8B-B14F-4D97-AF65-F5344CB8AC3E}">
        <p14:creationId xmlns:p14="http://schemas.microsoft.com/office/powerpoint/2010/main" val="124842253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Pink Prism">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291179-6902-E446-8B91-02FCFB894D9F}"/>
              </a:ext>
            </a:extLst>
          </p:cNvPr>
          <p:cNvSpPr>
            <a:spLocks noGrp="1"/>
          </p:cNvSpPr>
          <p:nvPr>
            <p:ph type="title"/>
          </p:nvPr>
        </p:nvSpPr>
        <p:spPr/>
        <p:txBody>
          <a:bodyPr>
            <a:normAutofit/>
          </a:bodyPr>
          <a:lstStyle>
            <a:lvl1pPr>
              <a:defRPr sz="2800"/>
            </a:lvl1pPr>
          </a:lstStyle>
          <a:p>
            <a:r>
              <a:rPr lang="en-US"/>
              <a:t>Click to edit Master title style</a:t>
            </a:r>
          </a:p>
        </p:txBody>
      </p:sp>
      <p:grpSp>
        <p:nvGrpSpPr>
          <p:cNvPr id="15" name="Group 14">
            <a:extLst>
              <a:ext uri="{FF2B5EF4-FFF2-40B4-BE49-F238E27FC236}">
                <a16:creationId xmlns:a16="http://schemas.microsoft.com/office/drawing/2014/main" id="{83460EAF-4649-FF95-874E-A0109DF57C9B}"/>
              </a:ext>
            </a:extLst>
          </p:cNvPr>
          <p:cNvGrpSpPr/>
          <p:nvPr userDrawn="1"/>
        </p:nvGrpSpPr>
        <p:grpSpPr>
          <a:xfrm>
            <a:off x="-14763" y="4808928"/>
            <a:ext cx="7482363" cy="2067930"/>
            <a:chOff x="-14763" y="3909367"/>
            <a:chExt cx="10737232" cy="2967491"/>
          </a:xfrm>
        </p:grpSpPr>
        <p:sp>
          <p:nvSpPr>
            <p:cNvPr id="16" name="Rectangle 1">
              <a:extLst>
                <a:ext uri="{FF2B5EF4-FFF2-40B4-BE49-F238E27FC236}">
                  <a16:creationId xmlns:a16="http://schemas.microsoft.com/office/drawing/2014/main" id="{F10C9F18-66F6-E79A-6E06-65FA6FBC8669}"/>
                </a:ext>
              </a:extLst>
            </p:cNvPr>
            <p:cNvSpPr/>
            <p:nvPr userDrawn="1"/>
          </p:nvSpPr>
          <p:spPr>
            <a:xfrm>
              <a:off x="-14763" y="3909367"/>
              <a:ext cx="3570795" cy="1243814"/>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570795"/>
                <a:gd name="connsiteY0" fmla="*/ 257273 h 1158973"/>
                <a:gd name="connsiteX1" fmla="*/ 3570795 w 3570795"/>
                <a:gd name="connsiteY1" fmla="*/ 0 h 1158973"/>
                <a:gd name="connsiteX2" fmla="*/ 0 w 3570795"/>
                <a:gd name="connsiteY2" fmla="*/ 1158973 h 1158973"/>
                <a:gd name="connsiteX3" fmla="*/ 0 w 3570795"/>
                <a:gd name="connsiteY3" fmla="*/ 257273 h 1158973"/>
                <a:gd name="connsiteX0" fmla="*/ 0 w 3570795"/>
                <a:gd name="connsiteY0" fmla="*/ 257273 h 1243814"/>
                <a:gd name="connsiteX1" fmla="*/ 3570795 w 3570795"/>
                <a:gd name="connsiteY1" fmla="*/ 0 h 1243814"/>
                <a:gd name="connsiteX2" fmla="*/ 0 w 3570795"/>
                <a:gd name="connsiteY2" fmla="*/ 1243814 h 1243814"/>
                <a:gd name="connsiteX3" fmla="*/ 0 w 3570795"/>
                <a:gd name="connsiteY3" fmla="*/ 257273 h 1243814"/>
              </a:gdLst>
              <a:ahLst/>
              <a:cxnLst>
                <a:cxn ang="0">
                  <a:pos x="connsiteX0" y="connsiteY0"/>
                </a:cxn>
                <a:cxn ang="0">
                  <a:pos x="connsiteX1" y="connsiteY1"/>
                </a:cxn>
                <a:cxn ang="0">
                  <a:pos x="connsiteX2" y="connsiteY2"/>
                </a:cxn>
                <a:cxn ang="0">
                  <a:pos x="connsiteX3" y="connsiteY3"/>
                </a:cxn>
              </a:cxnLst>
              <a:rect l="l" t="t" r="r" b="b"/>
              <a:pathLst>
                <a:path w="3570795" h="1243814">
                  <a:moveTo>
                    <a:pt x="0" y="257273"/>
                  </a:moveTo>
                  <a:lnTo>
                    <a:pt x="3570795" y="0"/>
                  </a:lnTo>
                  <a:lnTo>
                    <a:pt x="0" y="1243814"/>
                  </a:lnTo>
                  <a:lnTo>
                    <a:pt x="0" y="257273"/>
                  </a:lnTo>
                  <a:close/>
                </a:path>
              </a:pathLst>
            </a:custGeom>
            <a:gradFill>
              <a:gsLst>
                <a:gs pos="45000">
                  <a:schemeClr val="accent2"/>
                </a:gs>
                <a:gs pos="100000">
                  <a:schemeClr val="accent2">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7" name="Rectangle 1">
              <a:extLst>
                <a:ext uri="{FF2B5EF4-FFF2-40B4-BE49-F238E27FC236}">
                  <a16:creationId xmlns:a16="http://schemas.microsoft.com/office/drawing/2014/main" id="{03C9B154-C639-CDB7-2E12-E66ED22D2081}"/>
                </a:ext>
              </a:extLst>
            </p:cNvPr>
            <p:cNvSpPr/>
            <p:nvPr userDrawn="1"/>
          </p:nvSpPr>
          <p:spPr>
            <a:xfrm>
              <a:off x="0" y="3928225"/>
              <a:ext cx="3638746" cy="2924695"/>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606800"/>
                <a:gd name="connsiteY0" fmla="*/ 1244600 h 2146300"/>
                <a:gd name="connsiteX1" fmla="*/ 3606800 w 3606800"/>
                <a:gd name="connsiteY1" fmla="*/ 0 h 2146300"/>
                <a:gd name="connsiteX2" fmla="*/ 0 w 3606800"/>
                <a:gd name="connsiteY2" fmla="*/ 2146300 h 2146300"/>
                <a:gd name="connsiteX3" fmla="*/ 0 w 3606800"/>
                <a:gd name="connsiteY3" fmla="*/ 1244600 h 2146300"/>
                <a:gd name="connsiteX0" fmla="*/ 0 w 3606800"/>
                <a:gd name="connsiteY0" fmla="*/ 1244600 h 2857500"/>
                <a:gd name="connsiteX1" fmla="*/ 3606800 w 3606800"/>
                <a:gd name="connsiteY1" fmla="*/ 0 h 2857500"/>
                <a:gd name="connsiteX2" fmla="*/ 1727200 w 3606800"/>
                <a:gd name="connsiteY2" fmla="*/ 2857500 h 2857500"/>
                <a:gd name="connsiteX3" fmla="*/ 0 w 3606800"/>
                <a:gd name="connsiteY3" fmla="*/ 1244600 h 2857500"/>
                <a:gd name="connsiteX0" fmla="*/ 0 w 3606800"/>
                <a:gd name="connsiteY0" fmla="*/ 1244600 h 2902271"/>
                <a:gd name="connsiteX1" fmla="*/ 3606800 w 3606800"/>
                <a:gd name="connsiteY1" fmla="*/ 0 h 2902271"/>
                <a:gd name="connsiteX2" fmla="*/ 1727200 w 3606800"/>
                <a:gd name="connsiteY2" fmla="*/ 2857500 h 2902271"/>
                <a:gd name="connsiteX3" fmla="*/ 12700 w 3606800"/>
                <a:gd name="connsiteY3" fmla="*/ 2819400 h 2902271"/>
                <a:gd name="connsiteX4" fmla="*/ 0 w 3606800"/>
                <a:gd name="connsiteY4" fmla="*/ 1244600 h 2902271"/>
                <a:gd name="connsiteX0" fmla="*/ 0 w 3606800"/>
                <a:gd name="connsiteY0" fmla="*/ 1244600 h 2857500"/>
                <a:gd name="connsiteX1" fmla="*/ 3606800 w 3606800"/>
                <a:gd name="connsiteY1" fmla="*/ 0 h 2857500"/>
                <a:gd name="connsiteX2" fmla="*/ 1727200 w 3606800"/>
                <a:gd name="connsiteY2" fmla="*/ 2857500 h 2857500"/>
                <a:gd name="connsiteX3" fmla="*/ 12700 w 3606800"/>
                <a:gd name="connsiteY3" fmla="*/ 2819400 h 2857500"/>
                <a:gd name="connsiteX4" fmla="*/ 0 w 3606800"/>
                <a:gd name="connsiteY4" fmla="*/ 1244600 h 2857500"/>
                <a:gd name="connsiteX0" fmla="*/ 0 w 3606800"/>
                <a:gd name="connsiteY0" fmla="*/ 1244600 h 2866612"/>
                <a:gd name="connsiteX1" fmla="*/ 3606800 w 3606800"/>
                <a:gd name="connsiteY1" fmla="*/ 0 h 2866612"/>
                <a:gd name="connsiteX2" fmla="*/ 1727200 w 3606800"/>
                <a:gd name="connsiteY2" fmla="*/ 2857500 h 2866612"/>
                <a:gd name="connsiteX3" fmla="*/ 12700 w 3606800"/>
                <a:gd name="connsiteY3" fmla="*/ 2819400 h 2866612"/>
                <a:gd name="connsiteX4" fmla="*/ 0 w 3606800"/>
                <a:gd name="connsiteY4" fmla="*/ 1244600 h 2866612"/>
                <a:gd name="connsiteX0" fmla="*/ 0 w 3606800"/>
                <a:gd name="connsiteY0" fmla="*/ 1244600 h 2857500"/>
                <a:gd name="connsiteX1" fmla="*/ 3606800 w 3606800"/>
                <a:gd name="connsiteY1" fmla="*/ 0 h 2857500"/>
                <a:gd name="connsiteX2" fmla="*/ 1727200 w 3606800"/>
                <a:gd name="connsiteY2" fmla="*/ 2857500 h 2857500"/>
                <a:gd name="connsiteX3" fmla="*/ 12700 w 3606800"/>
                <a:gd name="connsiteY3" fmla="*/ 2819400 h 2857500"/>
                <a:gd name="connsiteX4" fmla="*/ 0 w 3606800"/>
                <a:gd name="connsiteY4" fmla="*/ 1244600 h 2857500"/>
                <a:gd name="connsiteX0" fmla="*/ 0 w 3606800"/>
                <a:gd name="connsiteY0" fmla="*/ 1244600 h 2857500"/>
                <a:gd name="connsiteX1" fmla="*/ 3606800 w 3606800"/>
                <a:gd name="connsiteY1" fmla="*/ 0 h 2857500"/>
                <a:gd name="connsiteX2" fmla="*/ 1727200 w 3606800"/>
                <a:gd name="connsiteY2" fmla="*/ 2857500 h 2857500"/>
                <a:gd name="connsiteX3" fmla="*/ 12700 w 3606800"/>
                <a:gd name="connsiteY3" fmla="*/ 2819400 h 2857500"/>
                <a:gd name="connsiteX4" fmla="*/ 0 w 3606800"/>
                <a:gd name="connsiteY4" fmla="*/ 1244600 h 2857500"/>
                <a:gd name="connsiteX0" fmla="*/ 0 w 3606800"/>
                <a:gd name="connsiteY0" fmla="*/ 1244600 h 2881832"/>
                <a:gd name="connsiteX1" fmla="*/ 3606800 w 3606800"/>
                <a:gd name="connsiteY1" fmla="*/ 0 h 2881832"/>
                <a:gd name="connsiteX2" fmla="*/ 1727200 w 3606800"/>
                <a:gd name="connsiteY2" fmla="*/ 2857500 h 2881832"/>
                <a:gd name="connsiteX3" fmla="*/ 5080 w 3606800"/>
                <a:gd name="connsiteY3" fmla="*/ 2865120 h 2881832"/>
                <a:gd name="connsiteX4" fmla="*/ 0 w 3606800"/>
                <a:gd name="connsiteY4" fmla="*/ 1244600 h 2881832"/>
                <a:gd name="connsiteX0" fmla="*/ 0 w 3606800"/>
                <a:gd name="connsiteY0" fmla="*/ 1244600 h 2865120"/>
                <a:gd name="connsiteX1" fmla="*/ 3606800 w 3606800"/>
                <a:gd name="connsiteY1" fmla="*/ 0 h 2865120"/>
                <a:gd name="connsiteX2" fmla="*/ 1727200 w 3606800"/>
                <a:gd name="connsiteY2" fmla="*/ 2857500 h 2865120"/>
                <a:gd name="connsiteX3" fmla="*/ 5080 w 3606800"/>
                <a:gd name="connsiteY3" fmla="*/ 2865120 h 2865120"/>
                <a:gd name="connsiteX4" fmla="*/ 0 w 3606800"/>
                <a:gd name="connsiteY4" fmla="*/ 1244600 h 2865120"/>
                <a:gd name="connsiteX0" fmla="*/ 0 w 3606800"/>
                <a:gd name="connsiteY0" fmla="*/ 1244600 h 2865120"/>
                <a:gd name="connsiteX1" fmla="*/ 3606800 w 3606800"/>
                <a:gd name="connsiteY1" fmla="*/ 0 h 2865120"/>
                <a:gd name="connsiteX2" fmla="*/ 1727200 w 3606800"/>
                <a:gd name="connsiteY2" fmla="*/ 2857500 h 2865120"/>
                <a:gd name="connsiteX3" fmla="*/ 5080 w 3606800"/>
                <a:gd name="connsiteY3" fmla="*/ 2865120 h 2865120"/>
                <a:gd name="connsiteX4" fmla="*/ 0 w 3606800"/>
                <a:gd name="connsiteY4" fmla="*/ 1244600 h 28651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06800" h="2865120">
                  <a:moveTo>
                    <a:pt x="0" y="1244600"/>
                  </a:moveTo>
                  <a:lnTo>
                    <a:pt x="3606800" y="0"/>
                  </a:lnTo>
                  <a:lnTo>
                    <a:pt x="1727200" y="2857500"/>
                  </a:lnTo>
                  <a:lnTo>
                    <a:pt x="5080" y="2865120"/>
                  </a:lnTo>
                  <a:cubicBezTo>
                    <a:pt x="3387" y="2324947"/>
                    <a:pt x="1693" y="1784773"/>
                    <a:pt x="0" y="1244600"/>
                  </a:cubicBezTo>
                  <a:close/>
                </a:path>
              </a:pathLst>
            </a:custGeom>
            <a:gradFill>
              <a:gsLst>
                <a:gs pos="45000">
                  <a:schemeClr val="accent2"/>
                </a:gs>
                <a:gs pos="100000">
                  <a:schemeClr val="accent2">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8" name="Rectangle 1">
              <a:extLst>
                <a:ext uri="{FF2B5EF4-FFF2-40B4-BE49-F238E27FC236}">
                  <a16:creationId xmlns:a16="http://schemas.microsoft.com/office/drawing/2014/main" id="{000905DE-A103-D404-B98D-ABB24F02A543}"/>
                </a:ext>
              </a:extLst>
            </p:cNvPr>
            <p:cNvSpPr/>
            <p:nvPr userDrawn="1"/>
          </p:nvSpPr>
          <p:spPr>
            <a:xfrm rot="16200000">
              <a:off x="1383972" y="4338949"/>
              <a:ext cx="2948633" cy="2127185"/>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570795"/>
                <a:gd name="connsiteY0" fmla="*/ 257273 h 1158973"/>
                <a:gd name="connsiteX1" fmla="*/ 3570795 w 3570795"/>
                <a:gd name="connsiteY1" fmla="*/ 0 h 1158973"/>
                <a:gd name="connsiteX2" fmla="*/ 0 w 3570795"/>
                <a:gd name="connsiteY2" fmla="*/ 1158973 h 1158973"/>
                <a:gd name="connsiteX3" fmla="*/ 0 w 3570795"/>
                <a:gd name="connsiteY3" fmla="*/ 257273 h 1158973"/>
                <a:gd name="connsiteX0" fmla="*/ 0 w 2835504"/>
                <a:gd name="connsiteY0" fmla="*/ 0 h 1750636"/>
                <a:gd name="connsiteX1" fmla="*/ 2835504 w 2835504"/>
                <a:gd name="connsiteY1" fmla="*/ 1750636 h 1750636"/>
                <a:gd name="connsiteX2" fmla="*/ 0 w 2835504"/>
                <a:gd name="connsiteY2" fmla="*/ 901700 h 1750636"/>
                <a:gd name="connsiteX3" fmla="*/ 0 w 2835504"/>
                <a:gd name="connsiteY3" fmla="*/ 0 h 1750636"/>
                <a:gd name="connsiteX0" fmla="*/ 0 w 2835504"/>
                <a:gd name="connsiteY0" fmla="*/ 0 h 1750636"/>
                <a:gd name="connsiteX1" fmla="*/ 2835504 w 2835504"/>
                <a:gd name="connsiteY1" fmla="*/ 1750636 h 1750636"/>
                <a:gd name="connsiteX2" fmla="*/ 0 w 2835504"/>
                <a:gd name="connsiteY2" fmla="*/ 1684125 h 1750636"/>
                <a:gd name="connsiteX3" fmla="*/ 0 w 2835504"/>
                <a:gd name="connsiteY3" fmla="*/ 0 h 1750636"/>
                <a:gd name="connsiteX0" fmla="*/ 0 w 2835504"/>
                <a:gd name="connsiteY0" fmla="*/ 0 h 1873184"/>
                <a:gd name="connsiteX1" fmla="*/ 2835504 w 2835504"/>
                <a:gd name="connsiteY1" fmla="*/ 1873184 h 1873184"/>
                <a:gd name="connsiteX2" fmla="*/ 0 w 2835504"/>
                <a:gd name="connsiteY2" fmla="*/ 1806673 h 1873184"/>
                <a:gd name="connsiteX3" fmla="*/ 0 w 2835504"/>
                <a:gd name="connsiteY3" fmla="*/ 0 h 1873184"/>
                <a:gd name="connsiteX0" fmla="*/ 0 w 2863785"/>
                <a:gd name="connsiteY0" fmla="*/ 0 h 1863758"/>
                <a:gd name="connsiteX1" fmla="*/ 2863785 w 2863785"/>
                <a:gd name="connsiteY1" fmla="*/ 1863758 h 1863758"/>
                <a:gd name="connsiteX2" fmla="*/ 0 w 2863785"/>
                <a:gd name="connsiteY2" fmla="*/ 1806673 h 1863758"/>
                <a:gd name="connsiteX3" fmla="*/ 0 w 2863785"/>
                <a:gd name="connsiteY3" fmla="*/ 0 h 1863758"/>
                <a:gd name="connsiteX0" fmla="*/ 0 w 2863787"/>
                <a:gd name="connsiteY0" fmla="*/ 0 h 1835480"/>
                <a:gd name="connsiteX1" fmla="*/ 2863787 w 2863787"/>
                <a:gd name="connsiteY1" fmla="*/ 1835480 h 1835480"/>
                <a:gd name="connsiteX2" fmla="*/ 0 w 2863787"/>
                <a:gd name="connsiteY2" fmla="*/ 1806673 h 1835480"/>
                <a:gd name="connsiteX3" fmla="*/ 0 w 2863787"/>
                <a:gd name="connsiteY3" fmla="*/ 0 h 1835480"/>
                <a:gd name="connsiteX0" fmla="*/ 18857 w 2882644"/>
                <a:gd name="connsiteY0" fmla="*/ 0 h 2051772"/>
                <a:gd name="connsiteX1" fmla="*/ 2882644 w 2882644"/>
                <a:gd name="connsiteY1" fmla="*/ 1835480 h 2051772"/>
                <a:gd name="connsiteX2" fmla="*/ 0 w 2882644"/>
                <a:gd name="connsiteY2" fmla="*/ 2051772 h 2051772"/>
                <a:gd name="connsiteX3" fmla="*/ 18857 w 2882644"/>
                <a:gd name="connsiteY3" fmla="*/ 0 h 2051772"/>
                <a:gd name="connsiteX0" fmla="*/ 18857 w 2882644"/>
                <a:gd name="connsiteY0" fmla="*/ 0 h 2127185"/>
                <a:gd name="connsiteX1" fmla="*/ 2882644 w 2882644"/>
                <a:gd name="connsiteY1" fmla="*/ 1910893 h 2127185"/>
                <a:gd name="connsiteX2" fmla="*/ 0 w 2882644"/>
                <a:gd name="connsiteY2" fmla="*/ 2127185 h 2127185"/>
                <a:gd name="connsiteX3" fmla="*/ 18857 w 2882644"/>
                <a:gd name="connsiteY3" fmla="*/ 0 h 2127185"/>
              </a:gdLst>
              <a:ahLst/>
              <a:cxnLst>
                <a:cxn ang="0">
                  <a:pos x="connsiteX0" y="connsiteY0"/>
                </a:cxn>
                <a:cxn ang="0">
                  <a:pos x="connsiteX1" y="connsiteY1"/>
                </a:cxn>
                <a:cxn ang="0">
                  <a:pos x="connsiteX2" y="connsiteY2"/>
                </a:cxn>
                <a:cxn ang="0">
                  <a:pos x="connsiteX3" y="connsiteY3"/>
                </a:cxn>
              </a:cxnLst>
              <a:rect l="l" t="t" r="r" b="b"/>
              <a:pathLst>
                <a:path w="2882644" h="2127185">
                  <a:moveTo>
                    <a:pt x="18857" y="0"/>
                  </a:moveTo>
                  <a:lnTo>
                    <a:pt x="2882644" y="1910893"/>
                  </a:lnTo>
                  <a:lnTo>
                    <a:pt x="0" y="2127185"/>
                  </a:lnTo>
                  <a:lnTo>
                    <a:pt x="18857" y="0"/>
                  </a:lnTo>
                  <a:close/>
                </a:path>
              </a:pathLst>
            </a:custGeom>
            <a:gradFill>
              <a:gsLst>
                <a:gs pos="45000">
                  <a:schemeClr val="accent2"/>
                </a:gs>
                <a:gs pos="0">
                  <a:schemeClr val="accent2">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9" name="Rectangle 1">
              <a:extLst>
                <a:ext uri="{FF2B5EF4-FFF2-40B4-BE49-F238E27FC236}">
                  <a16:creationId xmlns:a16="http://schemas.microsoft.com/office/drawing/2014/main" id="{04B3BAE2-1CF0-CD26-7ADD-CD6A1BB9F72B}"/>
                </a:ext>
              </a:extLst>
            </p:cNvPr>
            <p:cNvSpPr/>
            <p:nvPr userDrawn="1"/>
          </p:nvSpPr>
          <p:spPr>
            <a:xfrm rot="16200000">
              <a:off x="4075788" y="3616875"/>
              <a:ext cx="2930683" cy="3572238"/>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570795"/>
                <a:gd name="connsiteY0" fmla="*/ 257273 h 1158973"/>
                <a:gd name="connsiteX1" fmla="*/ 3570795 w 3570795"/>
                <a:gd name="connsiteY1" fmla="*/ 0 h 1158973"/>
                <a:gd name="connsiteX2" fmla="*/ 0 w 3570795"/>
                <a:gd name="connsiteY2" fmla="*/ 1158973 h 1158973"/>
                <a:gd name="connsiteX3" fmla="*/ 0 w 3570795"/>
                <a:gd name="connsiteY3" fmla="*/ 257273 h 1158973"/>
                <a:gd name="connsiteX0" fmla="*/ 0 w 2835504"/>
                <a:gd name="connsiteY0" fmla="*/ 0 h 1750636"/>
                <a:gd name="connsiteX1" fmla="*/ 2835504 w 2835504"/>
                <a:gd name="connsiteY1" fmla="*/ 1750636 h 1750636"/>
                <a:gd name="connsiteX2" fmla="*/ 0 w 2835504"/>
                <a:gd name="connsiteY2" fmla="*/ 901700 h 1750636"/>
                <a:gd name="connsiteX3" fmla="*/ 0 w 2835504"/>
                <a:gd name="connsiteY3" fmla="*/ 0 h 1750636"/>
                <a:gd name="connsiteX0" fmla="*/ 0 w 2835504"/>
                <a:gd name="connsiteY0" fmla="*/ 0 h 1750636"/>
                <a:gd name="connsiteX1" fmla="*/ 2835504 w 2835504"/>
                <a:gd name="connsiteY1" fmla="*/ 1750636 h 1750636"/>
                <a:gd name="connsiteX2" fmla="*/ 0 w 2835504"/>
                <a:gd name="connsiteY2" fmla="*/ 1684125 h 1750636"/>
                <a:gd name="connsiteX3" fmla="*/ 0 w 2835504"/>
                <a:gd name="connsiteY3" fmla="*/ 0 h 1750636"/>
                <a:gd name="connsiteX0" fmla="*/ 0 w 2835504"/>
                <a:gd name="connsiteY0" fmla="*/ 0 h 1873184"/>
                <a:gd name="connsiteX1" fmla="*/ 2835504 w 2835504"/>
                <a:gd name="connsiteY1" fmla="*/ 1873184 h 1873184"/>
                <a:gd name="connsiteX2" fmla="*/ 0 w 2835504"/>
                <a:gd name="connsiteY2" fmla="*/ 1806673 h 1873184"/>
                <a:gd name="connsiteX3" fmla="*/ 0 w 2835504"/>
                <a:gd name="connsiteY3" fmla="*/ 0 h 1873184"/>
                <a:gd name="connsiteX0" fmla="*/ 0 w 2863785"/>
                <a:gd name="connsiteY0" fmla="*/ 0 h 1863758"/>
                <a:gd name="connsiteX1" fmla="*/ 2863785 w 2863785"/>
                <a:gd name="connsiteY1" fmla="*/ 1863758 h 1863758"/>
                <a:gd name="connsiteX2" fmla="*/ 0 w 2863785"/>
                <a:gd name="connsiteY2" fmla="*/ 1806673 h 1863758"/>
                <a:gd name="connsiteX3" fmla="*/ 0 w 2863785"/>
                <a:gd name="connsiteY3" fmla="*/ 0 h 1863758"/>
                <a:gd name="connsiteX0" fmla="*/ 0 w 2863787"/>
                <a:gd name="connsiteY0" fmla="*/ 0 h 1835480"/>
                <a:gd name="connsiteX1" fmla="*/ 2863787 w 2863787"/>
                <a:gd name="connsiteY1" fmla="*/ 1835480 h 1835480"/>
                <a:gd name="connsiteX2" fmla="*/ 0 w 2863787"/>
                <a:gd name="connsiteY2" fmla="*/ 1806673 h 1835480"/>
                <a:gd name="connsiteX3" fmla="*/ 0 w 2863787"/>
                <a:gd name="connsiteY3" fmla="*/ 0 h 1835480"/>
                <a:gd name="connsiteX0" fmla="*/ 18857 w 2882644"/>
                <a:gd name="connsiteY0" fmla="*/ 0 h 2051772"/>
                <a:gd name="connsiteX1" fmla="*/ 2882644 w 2882644"/>
                <a:gd name="connsiteY1" fmla="*/ 1835480 h 2051772"/>
                <a:gd name="connsiteX2" fmla="*/ 0 w 2882644"/>
                <a:gd name="connsiteY2" fmla="*/ 2051772 h 2051772"/>
                <a:gd name="connsiteX3" fmla="*/ 18857 w 2882644"/>
                <a:gd name="connsiteY3" fmla="*/ 0 h 2051772"/>
                <a:gd name="connsiteX0" fmla="*/ 18857 w 2948632"/>
                <a:gd name="connsiteY0" fmla="*/ 210137 h 2261909"/>
                <a:gd name="connsiteX1" fmla="*/ 2948632 w 2948632"/>
                <a:gd name="connsiteY1" fmla="*/ 0 h 2261909"/>
                <a:gd name="connsiteX2" fmla="*/ 0 w 2948632"/>
                <a:gd name="connsiteY2" fmla="*/ 2261909 h 2261909"/>
                <a:gd name="connsiteX3" fmla="*/ 18857 w 2948632"/>
                <a:gd name="connsiteY3" fmla="*/ 210137 h 2261909"/>
                <a:gd name="connsiteX0" fmla="*/ 9427 w 2939202"/>
                <a:gd name="connsiteY0" fmla="*/ 210137 h 3543958"/>
                <a:gd name="connsiteX1" fmla="*/ 2939202 w 2939202"/>
                <a:gd name="connsiteY1" fmla="*/ 0 h 3543958"/>
                <a:gd name="connsiteX2" fmla="*/ 0 w 2939202"/>
                <a:gd name="connsiteY2" fmla="*/ 3543958 h 3543958"/>
                <a:gd name="connsiteX3" fmla="*/ 9427 w 2939202"/>
                <a:gd name="connsiteY3" fmla="*/ 210137 h 3543958"/>
                <a:gd name="connsiteX0" fmla="*/ 9427 w 2929776"/>
                <a:gd name="connsiteY0" fmla="*/ 238417 h 3572238"/>
                <a:gd name="connsiteX1" fmla="*/ 2929776 w 2929776"/>
                <a:gd name="connsiteY1" fmla="*/ 0 h 3572238"/>
                <a:gd name="connsiteX2" fmla="*/ 0 w 2929776"/>
                <a:gd name="connsiteY2" fmla="*/ 3572238 h 3572238"/>
                <a:gd name="connsiteX3" fmla="*/ 9427 w 2929776"/>
                <a:gd name="connsiteY3" fmla="*/ 238417 h 3572238"/>
                <a:gd name="connsiteX0" fmla="*/ 907 w 2930683"/>
                <a:gd name="connsiteY0" fmla="*/ 219563 h 3572238"/>
                <a:gd name="connsiteX1" fmla="*/ 2930683 w 2930683"/>
                <a:gd name="connsiteY1" fmla="*/ 0 h 3572238"/>
                <a:gd name="connsiteX2" fmla="*/ 907 w 2930683"/>
                <a:gd name="connsiteY2" fmla="*/ 3572238 h 3572238"/>
                <a:gd name="connsiteX3" fmla="*/ 907 w 2930683"/>
                <a:gd name="connsiteY3" fmla="*/ 219563 h 3572238"/>
              </a:gdLst>
              <a:ahLst/>
              <a:cxnLst>
                <a:cxn ang="0">
                  <a:pos x="connsiteX0" y="connsiteY0"/>
                </a:cxn>
                <a:cxn ang="0">
                  <a:pos x="connsiteX1" y="connsiteY1"/>
                </a:cxn>
                <a:cxn ang="0">
                  <a:pos x="connsiteX2" y="connsiteY2"/>
                </a:cxn>
                <a:cxn ang="0">
                  <a:pos x="connsiteX3" y="connsiteY3"/>
                </a:cxn>
              </a:cxnLst>
              <a:rect l="l" t="t" r="r" b="b"/>
              <a:pathLst>
                <a:path w="2930683" h="3572238">
                  <a:moveTo>
                    <a:pt x="907" y="219563"/>
                  </a:moveTo>
                  <a:lnTo>
                    <a:pt x="2930683" y="0"/>
                  </a:lnTo>
                  <a:lnTo>
                    <a:pt x="907" y="3572238"/>
                  </a:lnTo>
                  <a:cubicBezTo>
                    <a:pt x="4049" y="2460964"/>
                    <a:pt x="-2235" y="1330837"/>
                    <a:pt x="907" y="219563"/>
                  </a:cubicBezTo>
                  <a:close/>
                </a:path>
              </a:pathLst>
            </a:custGeom>
            <a:gradFill>
              <a:gsLst>
                <a:gs pos="45000">
                  <a:schemeClr val="accent2"/>
                </a:gs>
                <a:gs pos="100000">
                  <a:schemeClr val="accent2">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0" name="Rectangle 1">
              <a:extLst>
                <a:ext uri="{FF2B5EF4-FFF2-40B4-BE49-F238E27FC236}">
                  <a16:creationId xmlns:a16="http://schemas.microsoft.com/office/drawing/2014/main" id="{686DEDC8-C71C-E1F8-0601-D93F92F46FB7}"/>
                </a:ext>
              </a:extLst>
            </p:cNvPr>
            <p:cNvSpPr/>
            <p:nvPr userDrawn="1"/>
          </p:nvSpPr>
          <p:spPr>
            <a:xfrm rot="16200000">
              <a:off x="7037377" y="3183243"/>
              <a:ext cx="1837173" cy="5533011"/>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570795"/>
                <a:gd name="connsiteY0" fmla="*/ 257273 h 1158973"/>
                <a:gd name="connsiteX1" fmla="*/ 3570795 w 3570795"/>
                <a:gd name="connsiteY1" fmla="*/ 0 h 1158973"/>
                <a:gd name="connsiteX2" fmla="*/ 0 w 3570795"/>
                <a:gd name="connsiteY2" fmla="*/ 1158973 h 1158973"/>
                <a:gd name="connsiteX3" fmla="*/ 0 w 3570795"/>
                <a:gd name="connsiteY3" fmla="*/ 257273 h 1158973"/>
                <a:gd name="connsiteX0" fmla="*/ 0 w 2835504"/>
                <a:gd name="connsiteY0" fmla="*/ 0 h 1750636"/>
                <a:gd name="connsiteX1" fmla="*/ 2835504 w 2835504"/>
                <a:gd name="connsiteY1" fmla="*/ 1750636 h 1750636"/>
                <a:gd name="connsiteX2" fmla="*/ 0 w 2835504"/>
                <a:gd name="connsiteY2" fmla="*/ 901700 h 1750636"/>
                <a:gd name="connsiteX3" fmla="*/ 0 w 2835504"/>
                <a:gd name="connsiteY3" fmla="*/ 0 h 1750636"/>
                <a:gd name="connsiteX0" fmla="*/ 0 w 2835504"/>
                <a:gd name="connsiteY0" fmla="*/ 0 h 1750636"/>
                <a:gd name="connsiteX1" fmla="*/ 2835504 w 2835504"/>
                <a:gd name="connsiteY1" fmla="*/ 1750636 h 1750636"/>
                <a:gd name="connsiteX2" fmla="*/ 0 w 2835504"/>
                <a:gd name="connsiteY2" fmla="*/ 1684125 h 1750636"/>
                <a:gd name="connsiteX3" fmla="*/ 0 w 2835504"/>
                <a:gd name="connsiteY3" fmla="*/ 0 h 1750636"/>
                <a:gd name="connsiteX0" fmla="*/ 0 w 2835504"/>
                <a:gd name="connsiteY0" fmla="*/ 0 h 1873184"/>
                <a:gd name="connsiteX1" fmla="*/ 2835504 w 2835504"/>
                <a:gd name="connsiteY1" fmla="*/ 1873184 h 1873184"/>
                <a:gd name="connsiteX2" fmla="*/ 0 w 2835504"/>
                <a:gd name="connsiteY2" fmla="*/ 1806673 h 1873184"/>
                <a:gd name="connsiteX3" fmla="*/ 0 w 2835504"/>
                <a:gd name="connsiteY3" fmla="*/ 0 h 1873184"/>
                <a:gd name="connsiteX0" fmla="*/ 0 w 2863785"/>
                <a:gd name="connsiteY0" fmla="*/ 0 h 1863758"/>
                <a:gd name="connsiteX1" fmla="*/ 2863785 w 2863785"/>
                <a:gd name="connsiteY1" fmla="*/ 1863758 h 1863758"/>
                <a:gd name="connsiteX2" fmla="*/ 0 w 2863785"/>
                <a:gd name="connsiteY2" fmla="*/ 1806673 h 1863758"/>
                <a:gd name="connsiteX3" fmla="*/ 0 w 2863785"/>
                <a:gd name="connsiteY3" fmla="*/ 0 h 1863758"/>
                <a:gd name="connsiteX0" fmla="*/ 0 w 2863787"/>
                <a:gd name="connsiteY0" fmla="*/ 0 h 1835480"/>
                <a:gd name="connsiteX1" fmla="*/ 2863787 w 2863787"/>
                <a:gd name="connsiteY1" fmla="*/ 1835480 h 1835480"/>
                <a:gd name="connsiteX2" fmla="*/ 0 w 2863787"/>
                <a:gd name="connsiteY2" fmla="*/ 1806673 h 1835480"/>
                <a:gd name="connsiteX3" fmla="*/ 0 w 2863787"/>
                <a:gd name="connsiteY3" fmla="*/ 0 h 1835480"/>
                <a:gd name="connsiteX0" fmla="*/ 18857 w 2882644"/>
                <a:gd name="connsiteY0" fmla="*/ 0 h 2051772"/>
                <a:gd name="connsiteX1" fmla="*/ 2882644 w 2882644"/>
                <a:gd name="connsiteY1" fmla="*/ 1835480 h 2051772"/>
                <a:gd name="connsiteX2" fmla="*/ 0 w 2882644"/>
                <a:gd name="connsiteY2" fmla="*/ 2051772 h 2051772"/>
                <a:gd name="connsiteX3" fmla="*/ 18857 w 2882644"/>
                <a:gd name="connsiteY3" fmla="*/ 0 h 2051772"/>
                <a:gd name="connsiteX0" fmla="*/ 18857 w 2948632"/>
                <a:gd name="connsiteY0" fmla="*/ 210137 h 2261909"/>
                <a:gd name="connsiteX1" fmla="*/ 2948632 w 2948632"/>
                <a:gd name="connsiteY1" fmla="*/ 0 h 2261909"/>
                <a:gd name="connsiteX2" fmla="*/ 0 w 2948632"/>
                <a:gd name="connsiteY2" fmla="*/ 2261909 h 2261909"/>
                <a:gd name="connsiteX3" fmla="*/ 18857 w 2948632"/>
                <a:gd name="connsiteY3" fmla="*/ 210137 h 2261909"/>
                <a:gd name="connsiteX0" fmla="*/ 9427 w 2939202"/>
                <a:gd name="connsiteY0" fmla="*/ 210137 h 3543958"/>
                <a:gd name="connsiteX1" fmla="*/ 2939202 w 2939202"/>
                <a:gd name="connsiteY1" fmla="*/ 0 h 3543958"/>
                <a:gd name="connsiteX2" fmla="*/ 0 w 2939202"/>
                <a:gd name="connsiteY2" fmla="*/ 3543958 h 3543958"/>
                <a:gd name="connsiteX3" fmla="*/ 9427 w 2939202"/>
                <a:gd name="connsiteY3" fmla="*/ 210137 h 3543958"/>
                <a:gd name="connsiteX0" fmla="*/ 9427 w 2929776"/>
                <a:gd name="connsiteY0" fmla="*/ 238417 h 3572238"/>
                <a:gd name="connsiteX1" fmla="*/ 2929776 w 2929776"/>
                <a:gd name="connsiteY1" fmla="*/ 0 h 3572238"/>
                <a:gd name="connsiteX2" fmla="*/ 0 w 2929776"/>
                <a:gd name="connsiteY2" fmla="*/ 3572238 h 3572238"/>
                <a:gd name="connsiteX3" fmla="*/ 9427 w 2929776"/>
                <a:gd name="connsiteY3" fmla="*/ 238417 h 3572238"/>
                <a:gd name="connsiteX0" fmla="*/ 907 w 2930683"/>
                <a:gd name="connsiteY0" fmla="*/ 219563 h 3572238"/>
                <a:gd name="connsiteX1" fmla="*/ 2930683 w 2930683"/>
                <a:gd name="connsiteY1" fmla="*/ 0 h 3572238"/>
                <a:gd name="connsiteX2" fmla="*/ 907 w 2930683"/>
                <a:gd name="connsiteY2" fmla="*/ 3572238 h 3572238"/>
                <a:gd name="connsiteX3" fmla="*/ 907 w 2930683"/>
                <a:gd name="connsiteY3" fmla="*/ 219563 h 3572238"/>
                <a:gd name="connsiteX0" fmla="*/ 907 w 1837173"/>
                <a:gd name="connsiteY0" fmla="*/ 2180336 h 5533011"/>
                <a:gd name="connsiteX1" fmla="*/ 1837173 w 1837173"/>
                <a:gd name="connsiteY1" fmla="*/ 0 h 5533011"/>
                <a:gd name="connsiteX2" fmla="*/ 907 w 1837173"/>
                <a:gd name="connsiteY2" fmla="*/ 5533011 h 5533011"/>
                <a:gd name="connsiteX3" fmla="*/ 907 w 1837173"/>
                <a:gd name="connsiteY3" fmla="*/ 2180336 h 5533011"/>
                <a:gd name="connsiteX0" fmla="*/ 907 w 1837173"/>
                <a:gd name="connsiteY0" fmla="*/ 2218043 h 5533011"/>
                <a:gd name="connsiteX1" fmla="*/ 1837173 w 1837173"/>
                <a:gd name="connsiteY1" fmla="*/ 0 h 5533011"/>
                <a:gd name="connsiteX2" fmla="*/ 907 w 1837173"/>
                <a:gd name="connsiteY2" fmla="*/ 5533011 h 5533011"/>
                <a:gd name="connsiteX3" fmla="*/ 907 w 1837173"/>
                <a:gd name="connsiteY3" fmla="*/ 2218043 h 5533011"/>
              </a:gdLst>
              <a:ahLst/>
              <a:cxnLst>
                <a:cxn ang="0">
                  <a:pos x="connsiteX0" y="connsiteY0"/>
                </a:cxn>
                <a:cxn ang="0">
                  <a:pos x="connsiteX1" y="connsiteY1"/>
                </a:cxn>
                <a:cxn ang="0">
                  <a:pos x="connsiteX2" y="connsiteY2"/>
                </a:cxn>
                <a:cxn ang="0">
                  <a:pos x="connsiteX3" y="connsiteY3"/>
                </a:cxn>
              </a:cxnLst>
              <a:rect l="l" t="t" r="r" b="b"/>
              <a:pathLst>
                <a:path w="1837173" h="5533011">
                  <a:moveTo>
                    <a:pt x="907" y="2218043"/>
                  </a:moveTo>
                  <a:lnTo>
                    <a:pt x="1837173" y="0"/>
                  </a:lnTo>
                  <a:lnTo>
                    <a:pt x="907" y="5533011"/>
                  </a:lnTo>
                  <a:cubicBezTo>
                    <a:pt x="4049" y="4421737"/>
                    <a:pt x="-2235" y="3329317"/>
                    <a:pt x="907" y="2218043"/>
                  </a:cubicBezTo>
                  <a:close/>
                </a:path>
              </a:pathLst>
            </a:custGeom>
            <a:gradFill>
              <a:gsLst>
                <a:gs pos="45000">
                  <a:schemeClr val="accent2"/>
                </a:gs>
                <a:gs pos="100000">
                  <a:schemeClr val="accent2">
                    <a:lumMod val="75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3" name="Content Placeholder 2">
            <a:extLst>
              <a:ext uri="{FF2B5EF4-FFF2-40B4-BE49-F238E27FC236}">
                <a16:creationId xmlns:a16="http://schemas.microsoft.com/office/drawing/2014/main" id="{0A86C974-15D3-8B58-8610-2335C05DF6D3}"/>
              </a:ext>
            </a:extLst>
          </p:cNvPr>
          <p:cNvSpPr>
            <a:spLocks noGrp="1"/>
          </p:cNvSpPr>
          <p:nvPr>
            <p:ph idx="10"/>
          </p:nvPr>
        </p:nvSpPr>
        <p:spPr>
          <a:xfrm>
            <a:off x="525018" y="1489075"/>
            <a:ext cx="11151033" cy="708026"/>
          </a:xfrm>
        </p:spPr>
        <p:txBody>
          <a:bodyPr/>
          <a:lstStyle>
            <a:lvl1pPr>
              <a:defRPr lang="en-US" sz="1800" kern="1200" dirty="0">
                <a:solidFill>
                  <a:schemeClr val="accent2"/>
                </a:solidFill>
                <a:latin typeface="Poppins" pitchFamily="2" charset="77"/>
                <a:ea typeface="Open Sans" panose="020B0606030504020204" pitchFamily="34" charset="0"/>
                <a:cs typeface="Poppins" pitchFamily="2" charset="77"/>
              </a:defRPr>
            </a:lvl1pPr>
            <a:lvl2pPr>
              <a:defRPr sz="1600"/>
            </a:lvl2pPr>
            <a:lvl3pPr>
              <a:defRPr sz="1400"/>
            </a:lvl3pPr>
            <a:lvl4pPr>
              <a:defRPr sz="1200"/>
            </a:lvl4pPr>
            <a:lvl5pPr>
              <a:defRPr sz="1100"/>
            </a:lvl5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 styles</a:t>
            </a:r>
          </a:p>
        </p:txBody>
      </p:sp>
      <p:sp>
        <p:nvSpPr>
          <p:cNvPr id="4" name="Content Placeholder 2">
            <a:extLst>
              <a:ext uri="{FF2B5EF4-FFF2-40B4-BE49-F238E27FC236}">
                <a16:creationId xmlns:a16="http://schemas.microsoft.com/office/drawing/2014/main" id="{F2A6A591-31FF-756F-6264-123058C10B96}"/>
              </a:ext>
            </a:extLst>
          </p:cNvPr>
          <p:cNvSpPr>
            <a:spLocks noGrp="1"/>
          </p:cNvSpPr>
          <p:nvPr>
            <p:ph idx="1"/>
          </p:nvPr>
        </p:nvSpPr>
        <p:spPr>
          <a:xfrm>
            <a:off x="525018" y="2417763"/>
            <a:ext cx="11151033" cy="3532188"/>
          </a:xfrm>
        </p:spPr>
        <p:txBody>
          <a:bodyPr>
            <a:normAutofit/>
          </a:bodyPr>
          <a:lstStyle>
            <a:lvl1pPr>
              <a:defRPr lang="en-US" sz="1400" kern="1200" dirty="0">
                <a:solidFill>
                  <a:schemeClr val="tx1"/>
                </a:solidFill>
                <a:latin typeface="+mn-lt"/>
                <a:ea typeface="Open Sans" panose="020B0606030504020204" pitchFamily="34" charset="0"/>
                <a:cs typeface="Open Sans" panose="020B0606030504020204" pitchFamily="34" charset="0"/>
              </a:defRPr>
            </a:lvl1pPr>
            <a:lvl2pPr>
              <a:defRPr sz="1200"/>
            </a:lvl2pPr>
            <a:lvl3pPr>
              <a:defRPr sz="1100"/>
            </a:lvl3pPr>
            <a:lvl4pPr>
              <a:defRPr sz="1050"/>
            </a:lvl4pPr>
            <a:lvl5pPr>
              <a:defRPr sz="1000"/>
            </a:lvl5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3">
            <a:extLst>
              <a:ext uri="{FF2B5EF4-FFF2-40B4-BE49-F238E27FC236}">
                <a16:creationId xmlns:a16="http://schemas.microsoft.com/office/drawing/2014/main" id="{F1B1F545-BB23-5F51-9BF6-9617CB8CFF4A}"/>
              </a:ext>
            </a:extLst>
          </p:cNvPr>
          <p:cNvSpPr>
            <a:spLocks noGrp="1"/>
          </p:cNvSpPr>
          <p:nvPr>
            <p:ph type="sldNum" sz="quarter" idx="4"/>
          </p:nvPr>
        </p:nvSpPr>
        <p:spPr>
          <a:xfrm>
            <a:off x="8600440" y="6241428"/>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A8BD019-05FF-F145-A6E1-6EE5A88665E4}" type="slidenum">
              <a:rPr lang="en-US" smtClean="0"/>
              <a:pPr/>
              <a:t>‹#›</a:t>
            </a:fld>
            <a:endParaRPr lang="en-US"/>
          </a:p>
        </p:txBody>
      </p:sp>
    </p:spTree>
    <p:extLst>
      <p:ext uri="{BB962C8B-B14F-4D97-AF65-F5344CB8AC3E}">
        <p14:creationId xmlns:p14="http://schemas.microsoft.com/office/powerpoint/2010/main" val="1202980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A19B4F-E032-7842-81B5-F7DAEF0BD261}"/>
              </a:ext>
            </a:extLst>
          </p:cNvPr>
          <p:cNvSpPr>
            <a:spLocks noGrp="1"/>
          </p:cNvSpPr>
          <p:nvPr>
            <p:ph type="title"/>
          </p:nvPr>
        </p:nvSpPr>
        <p:spPr/>
        <p:txBody>
          <a:bodyPr>
            <a:normAutofit/>
          </a:bodyPr>
          <a:lstStyle>
            <a:lvl1pPr>
              <a:defRPr sz="2800"/>
            </a:lvl1pPr>
          </a:lstStyle>
          <a:p>
            <a:r>
              <a:rPr lang="en-US"/>
              <a:t>Click to edit Master title style</a:t>
            </a:r>
          </a:p>
        </p:txBody>
      </p:sp>
      <p:sp>
        <p:nvSpPr>
          <p:cNvPr id="6" name="Slide Number Placeholder 3">
            <a:extLst>
              <a:ext uri="{FF2B5EF4-FFF2-40B4-BE49-F238E27FC236}">
                <a16:creationId xmlns:a16="http://schemas.microsoft.com/office/drawing/2014/main" id="{B7A7A84D-8766-D045-8B74-31B5E18E5185}"/>
              </a:ext>
            </a:extLst>
          </p:cNvPr>
          <p:cNvSpPr>
            <a:spLocks noGrp="1"/>
          </p:cNvSpPr>
          <p:nvPr>
            <p:ph type="sldNum" sz="quarter" idx="4"/>
          </p:nvPr>
        </p:nvSpPr>
        <p:spPr>
          <a:xfrm>
            <a:off x="8600440" y="6241428"/>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A8BD019-05FF-F145-A6E1-6EE5A88665E4}" type="slidenum">
              <a:rPr lang="en-US" smtClean="0"/>
              <a:pPr/>
              <a:t>‹#›</a:t>
            </a:fld>
            <a:endParaRPr lang="en-US"/>
          </a:p>
        </p:txBody>
      </p:sp>
    </p:spTree>
    <p:extLst>
      <p:ext uri="{BB962C8B-B14F-4D97-AF65-F5344CB8AC3E}">
        <p14:creationId xmlns:p14="http://schemas.microsoft.com/office/powerpoint/2010/main" val="177842201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3F30FBA-829C-6D43-A610-2ACFFB45657D}"/>
              </a:ext>
            </a:extLst>
          </p:cNvPr>
          <p:cNvSpPr>
            <a:spLocks noGrp="1"/>
          </p:cNvSpPr>
          <p:nvPr>
            <p:ph type="sldNum" sz="quarter" idx="4"/>
          </p:nvPr>
        </p:nvSpPr>
        <p:spPr>
          <a:xfrm>
            <a:off x="8600440" y="6241428"/>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A8BD019-05FF-F145-A6E1-6EE5A88665E4}" type="slidenum">
              <a:rPr lang="en-US" smtClean="0"/>
              <a:pPr/>
              <a:t>‹#›</a:t>
            </a:fld>
            <a:endParaRPr lang="en-US"/>
          </a:p>
        </p:txBody>
      </p:sp>
    </p:spTree>
    <p:extLst>
      <p:ext uri="{BB962C8B-B14F-4D97-AF65-F5344CB8AC3E}">
        <p14:creationId xmlns:p14="http://schemas.microsoft.com/office/powerpoint/2010/main" val="291274734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300121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ITLE">
    <p:bg>
      <p:bgPr>
        <a:solidFill>
          <a:srgbClr val="2B2A2A"/>
        </a:solidFill>
        <a:effectLst/>
      </p:bgPr>
    </p:bg>
    <p:spTree>
      <p:nvGrpSpPr>
        <p:cNvPr id="1" name=""/>
        <p:cNvGrpSpPr/>
        <p:nvPr/>
      </p:nvGrpSpPr>
      <p:grpSpPr>
        <a:xfrm>
          <a:off x="0" y="0"/>
          <a:ext cx="0" cy="0"/>
          <a:chOff x="0" y="0"/>
          <a:chExt cx="0" cy="0"/>
        </a:xfrm>
      </p:grpSpPr>
      <p:pic>
        <p:nvPicPr>
          <p:cNvPr id="2" name="Image 0" descr="train.png"/>
          <p:cNvPicPr>
            <a:picLocks noChangeAspect="1"/>
          </p:cNvPicPr>
          <p:nvPr/>
        </p:nvPicPr>
        <p:blipFill>
          <a:blip r:embed="rId2"/>
          <a:src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2B2A2A">
              <a:alpha val="75000"/>
            </a:srgbClr>
          </a:solidFill>
          <a:ln/>
        </p:spPr>
        <p:txBody>
          <a:bodyPr/>
          <a:lstStyle/>
          <a:p>
            <a:endParaRPr lang="en-AU"/>
          </a:p>
        </p:txBody>
      </p:sp>
      <p:pic>
        <p:nvPicPr>
          <p:cNvPr id="4" name="Image 1" descr="geo_orange.png"/>
          <p:cNvPicPr>
            <a:picLocks noChangeAspect="1"/>
          </p:cNvPicPr>
          <p:nvPr/>
        </p:nvPicPr>
        <p:blipFill>
          <a:blip r:embed="rId3"/>
          <a:stretch>
            <a:fillRect/>
          </a:stretch>
        </p:blipFill>
        <p:spPr>
          <a:xfrm>
            <a:off x="7955280" y="457200"/>
            <a:ext cx="2926080" cy="2926080"/>
          </a:xfrm>
          <a:prstGeom prst="rect">
            <a:avLst/>
          </a:prstGeom>
        </p:spPr>
      </p:pic>
      <p:pic>
        <p:nvPicPr>
          <p:cNvPr id="5" name="Image 2" descr="geo_blue.png"/>
          <p:cNvPicPr>
            <a:picLocks noChangeAspect="1"/>
          </p:cNvPicPr>
          <p:nvPr/>
        </p:nvPicPr>
        <p:blipFill>
          <a:blip r:embed="rId4"/>
          <a:stretch>
            <a:fillRect/>
          </a:stretch>
        </p:blipFill>
        <p:spPr>
          <a:xfrm>
            <a:off x="8778240" y="1188720"/>
            <a:ext cx="2377440" cy="2377440"/>
          </a:xfrm>
          <a:prstGeom prst="rect">
            <a:avLst/>
          </a:prstGeom>
        </p:spPr>
      </p:pic>
      <p:pic>
        <p:nvPicPr>
          <p:cNvPr id="6" name="Image 3" descr="geo_pink.png"/>
          <p:cNvPicPr>
            <a:picLocks noChangeAspect="1"/>
          </p:cNvPicPr>
          <p:nvPr/>
        </p:nvPicPr>
        <p:blipFill>
          <a:blip r:embed="rId5"/>
          <a:stretch>
            <a:fillRect/>
          </a:stretch>
        </p:blipFill>
        <p:spPr>
          <a:xfrm>
            <a:off x="7498080" y="1554480"/>
            <a:ext cx="2011680" cy="2011680"/>
          </a:xfrm>
          <a:prstGeom prst="rect">
            <a:avLst/>
          </a:prstGeom>
        </p:spPr>
      </p:pic>
      <p:pic>
        <p:nvPicPr>
          <p:cNvPr id="7" name="Image 4" descr="tsg_white.png"/>
          <p:cNvPicPr>
            <a:picLocks noChangeAspect="1"/>
          </p:cNvPicPr>
          <p:nvPr/>
        </p:nvPicPr>
        <p:blipFill>
          <a:blip r:embed="rId6"/>
          <a:stretch>
            <a:fillRect/>
          </a:stretch>
        </p:blipFill>
        <p:spPr>
          <a:xfrm>
            <a:off x="548640" y="502920"/>
            <a:ext cx="1463040" cy="676656"/>
          </a:xfrm>
          <a:prstGeom prst="rect">
            <a:avLst/>
          </a:prstGeom>
        </p:spPr>
      </p:pic>
      <p:sp>
        <p:nvSpPr>
          <p:cNvPr id="8" name="Text 1"/>
          <p:cNvSpPr>
            <a:spLocks noGrp="1"/>
          </p:cNvSpPr>
          <p:nvPr>
            <p:ph type="title" idx="106" hasCustomPrompt="1"/>
          </p:nvPr>
        </p:nvSpPr>
        <p:spPr>
          <a:xfrm>
            <a:off x="548640" y="2926080"/>
            <a:ext cx="8229600" cy="1600200"/>
          </a:xfrm>
          <a:prstGeom prst="rect">
            <a:avLst/>
          </a:prstGeom>
          <a:noFill/>
          <a:ln/>
        </p:spPr>
        <p:txBody>
          <a:bodyPr wrap="square" rtlCol="0"/>
          <a:lstStyle>
            <a:lvl1pPr marL="0" indent="0" algn="l">
              <a:buNone/>
              <a:defRPr lang="en-US" sz="4400" b="1" dirty="0">
                <a:solidFill>
                  <a:schemeClr val="bg1"/>
                </a:solidFill>
              </a:defRPr>
            </a:lvl1pPr>
          </a:lstStyle>
          <a:p>
            <a:pPr marL="0" indent="0" algn="l">
              <a:buNone/>
            </a:pPr>
            <a:r>
              <a:rPr lang="en-US" sz="4400" b="1" dirty="0">
                <a:solidFill>
                  <a:schemeClr val="bg1"/>
                </a:solidFill>
              </a:rPr>
              <a:t>Title</a:t>
            </a:r>
            <a:endParaRPr lang="en-US" sz="4400" dirty="0"/>
          </a:p>
        </p:txBody>
      </p:sp>
      <p:sp>
        <p:nvSpPr>
          <p:cNvPr id="9" name="Text 1"/>
          <p:cNvSpPr>
            <a:spLocks noGrp="1"/>
          </p:cNvSpPr>
          <p:nvPr>
            <p:ph type="body" idx="107" hasCustomPrompt="1"/>
          </p:nvPr>
        </p:nvSpPr>
        <p:spPr>
          <a:xfrm>
            <a:off x="548640" y="4709160"/>
            <a:ext cx="8229600" cy="1097280"/>
          </a:xfrm>
          <a:prstGeom prst="rect">
            <a:avLst/>
          </a:prstGeom>
          <a:noFill/>
          <a:ln/>
        </p:spPr>
        <p:txBody>
          <a:bodyPr wrap="square" rtlCol="0"/>
          <a:lstStyle>
            <a:lvl1pPr marL="0" indent="0" algn="l">
              <a:buNone/>
              <a:defRPr lang="en-US" sz="1600" dirty="0">
                <a:solidFill>
                  <a:schemeClr val="bg1"/>
                </a:solidFill>
              </a:defRPr>
            </a:lvl1pPr>
          </a:lstStyle>
          <a:p>
            <a:pPr marL="0" indent="0" algn="l">
              <a:buNone/>
            </a:pPr>
            <a:r>
              <a:rPr lang="en-US" sz="1600" dirty="0">
                <a:solidFill>
                  <a:schemeClr val="bg1"/>
                </a:solidFill>
              </a:rPr>
              <a:t>Subtitle</a:t>
            </a:r>
            <a:endParaRPr lang="en-US" sz="1600" dirty="0"/>
          </a:p>
        </p:txBody>
      </p:sp>
    </p:spTree>
    <p:extLst>
      <p:ext uri="{BB962C8B-B14F-4D97-AF65-F5344CB8AC3E}">
        <p14:creationId xmlns:p14="http://schemas.microsoft.com/office/powerpoint/2010/main" val="283981049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LOSING">
    <p:bg>
      <p:bgPr>
        <a:solidFill>
          <a:srgbClr val="2B2A2A"/>
        </a:solidFill>
        <a:effectLst/>
      </p:bgPr>
    </p:bg>
    <p:spTree>
      <p:nvGrpSpPr>
        <p:cNvPr id="1" name=""/>
        <p:cNvGrpSpPr/>
        <p:nvPr/>
      </p:nvGrpSpPr>
      <p:grpSpPr>
        <a:xfrm>
          <a:off x="0" y="0"/>
          <a:ext cx="0" cy="0"/>
          <a:chOff x="0" y="0"/>
          <a:chExt cx="0" cy="0"/>
        </a:xfrm>
      </p:grpSpPr>
      <p:pic>
        <p:nvPicPr>
          <p:cNvPr id="2" name="Image 0" descr="train.png"/>
          <p:cNvPicPr>
            <a:picLocks noChangeAspect="1"/>
          </p:cNvPicPr>
          <p:nvPr/>
        </p:nvPicPr>
        <p:blipFill>
          <a:blip r:embed="rId2"/>
          <a:src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2B2A2A">
              <a:alpha val="75000"/>
            </a:srgbClr>
          </a:solidFill>
          <a:ln/>
        </p:spPr>
      </p:sp>
      <p:pic>
        <p:nvPicPr>
          <p:cNvPr id="4" name="Image 1" descr="geo_orange.png"/>
          <p:cNvPicPr>
            <a:picLocks noChangeAspect="1"/>
          </p:cNvPicPr>
          <p:nvPr/>
        </p:nvPicPr>
        <p:blipFill>
          <a:blip r:embed="rId3"/>
          <a:stretch>
            <a:fillRect/>
          </a:stretch>
        </p:blipFill>
        <p:spPr>
          <a:xfrm>
            <a:off x="7955280" y="457200"/>
            <a:ext cx="2926080" cy="2926080"/>
          </a:xfrm>
          <a:prstGeom prst="rect">
            <a:avLst/>
          </a:prstGeom>
        </p:spPr>
      </p:pic>
      <p:pic>
        <p:nvPicPr>
          <p:cNvPr id="5" name="Image 2" descr="geo_blue.png"/>
          <p:cNvPicPr>
            <a:picLocks noChangeAspect="1"/>
          </p:cNvPicPr>
          <p:nvPr/>
        </p:nvPicPr>
        <p:blipFill>
          <a:blip r:embed="rId4"/>
          <a:stretch>
            <a:fillRect/>
          </a:stretch>
        </p:blipFill>
        <p:spPr>
          <a:xfrm>
            <a:off x="8778240" y="1188720"/>
            <a:ext cx="2377440" cy="2377440"/>
          </a:xfrm>
          <a:prstGeom prst="rect">
            <a:avLst/>
          </a:prstGeom>
        </p:spPr>
      </p:pic>
      <p:pic>
        <p:nvPicPr>
          <p:cNvPr id="6" name="Image 3" descr="geo_pink.png"/>
          <p:cNvPicPr>
            <a:picLocks noChangeAspect="1"/>
          </p:cNvPicPr>
          <p:nvPr/>
        </p:nvPicPr>
        <p:blipFill>
          <a:blip r:embed="rId5"/>
          <a:stretch>
            <a:fillRect/>
          </a:stretch>
        </p:blipFill>
        <p:spPr>
          <a:xfrm>
            <a:off x="7498080" y="1554480"/>
            <a:ext cx="2011680" cy="2011680"/>
          </a:xfrm>
          <a:prstGeom prst="rect">
            <a:avLst/>
          </a:prstGeom>
        </p:spPr>
      </p:pic>
      <p:pic>
        <p:nvPicPr>
          <p:cNvPr id="7" name="Image 4" descr="tsg_white.png"/>
          <p:cNvPicPr>
            <a:picLocks noChangeAspect="1"/>
          </p:cNvPicPr>
          <p:nvPr/>
        </p:nvPicPr>
        <p:blipFill>
          <a:blip r:embed="rId6"/>
          <a:stretch>
            <a:fillRect/>
          </a:stretch>
        </p:blipFill>
        <p:spPr>
          <a:xfrm>
            <a:off x="548640" y="502920"/>
            <a:ext cx="1463040" cy="676656"/>
          </a:xfrm>
          <a:prstGeom prst="rect">
            <a:avLst/>
          </a:prstGeom>
        </p:spPr>
      </p:pic>
      <p:sp>
        <p:nvSpPr>
          <p:cNvPr id="8" name="Text 1"/>
          <p:cNvSpPr>
            <a:spLocks noGrp="1"/>
          </p:cNvSpPr>
          <p:nvPr>
            <p:ph type="title" idx="106" hasCustomPrompt="1"/>
          </p:nvPr>
        </p:nvSpPr>
        <p:spPr>
          <a:xfrm>
            <a:off x="548640" y="2743200"/>
            <a:ext cx="8229600" cy="1097280"/>
          </a:xfrm>
          <a:prstGeom prst="rect">
            <a:avLst/>
          </a:prstGeom>
          <a:noFill/>
          <a:ln/>
        </p:spPr>
        <p:txBody>
          <a:bodyPr wrap="square" rtlCol="0"/>
          <a:lstStyle>
            <a:lvl1pPr marL="0" indent="0" algn="l">
              <a:buNone/>
              <a:defRPr lang="en-US" sz="5400" b="1" dirty="0">
                <a:solidFill>
                  <a:schemeClr val="bg1"/>
                </a:solidFill>
              </a:defRPr>
            </a:lvl1pPr>
          </a:lstStyle>
          <a:p>
            <a:pPr marL="0" indent="0" algn="l">
              <a:buNone/>
            </a:pPr>
            <a:r>
              <a:rPr lang="en-US" sz="5400" b="1" dirty="0">
                <a:solidFill>
                  <a:schemeClr val="bg1"/>
                </a:solidFill>
              </a:rPr>
              <a:t>Thank you</a:t>
            </a:r>
            <a:endParaRPr lang="en-US" sz="5400" dirty="0"/>
          </a:p>
        </p:txBody>
      </p:sp>
      <p:sp>
        <p:nvSpPr>
          <p:cNvPr id="9" name="Text 1"/>
          <p:cNvSpPr>
            <a:spLocks noGrp="1"/>
          </p:cNvSpPr>
          <p:nvPr>
            <p:ph type="body" idx="107" hasCustomPrompt="1"/>
          </p:nvPr>
        </p:nvSpPr>
        <p:spPr>
          <a:xfrm>
            <a:off x="548640" y="3977640"/>
            <a:ext cx="8229600" cy="914400"/>
          </a:xfrm>
          <a:prstGeom prst="rect">
            <a:avLst/>
          </a:prstGeom>
          <a:noFill/>
          <a:ln/>
        </p:spPr>
        <p:txBody>
          <a:bodyPr wrap="square" rtlCol="0"/>
          <a:lstStyle>
            <a:lvl1pPr marL="0" indent="0" algn="l">
              <a:buNone/>
              <a:defRPr lang="en-US" sz="1600" dirty="0">
                <a:solidFill>
                  <a:schemeClr val="bg1"/>
                </a:solidFill>
              </a:defRPr>
            </a:lvl1pPr>
          </a:lstStyle>
          <a:p>
            <a:pPr marL="0" indent="0" algn="l">
              <a:buNone/>
            </a:pPr>
            <a:r>
              <a:rPr lang="en-US" sz="1600" dirty="0">
                <a:solidFill>
                  <a:schemeClr val="bg1"/>
                </a:solidFill>
              </a:rPr>
              <a:t>Body</a:t>
            </a:r>
            <a:endParaRPr lang="en-US" sz="1600" dirty="0"/>
          </a:p>
        </p:txBody>
      </p:sp>
    </p:spTree>
    <p:extLst>
      <p:ext uri="{BB962C8B-B14F-4D97-AF65-F5344CB8AC3E}">
        <p14:creationId xmlns:p14="http://schemas.microsoft.com/office/powerpoint/2010/main" val="366758540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84048"/>
            <a:ext cx="7315200" cy="274320"/>
          </a:xfrm>
          <a:prstGeom prst="rect">
            <a:avLst/>
          </a:prstGeom>
          <a:noFill/>
          <a:ln/>
        </p:spPr>
        <p:txBody>
          <a:bodyPr wrap="square" rtlCol="0"/>
          <a:lstStyle>
            <a:lvl1pPr marL="0" indent="0" algn="l">
              <a:buNone/>
              <a:defRPr lang="en-US" sz="1100" b="1" kern="0" spc="200" dirty="0">
                <a:solidFill>
                  <a:schemeClr val="accent1"/>
                </a:solidFill>
              </a:defRPr>
            </a:lvl1pPr>
          </a:lstStyle>
          <a:p>
            <a:pPr marL="0" indent="0" algn="l">
              <a:buNone/>
            </a:pPr>
            <a:r>
              <a:rPr lang="en-US" sz="1100" b="1" kern="0" spc="200" dirty="0">
                <a:solidFill>
                  <a:schemeClr val="accent1"/>
                </a:solidFill>
              </a:rPr>
              <a:t>SECTION</a:t>
            </a:r>
            <a:endParaRPr lang="en-US" sz="1100" dirty="0"/>
          </a:p>
        </p:txBody>
      </p:sp>
      <p:sp>
        <p:nvSpPr>
          <p:cNvPr id="3" name="Text 0"/>
          <p:cNvSpPr>
            <a:spLocks noGrp="1"/>
          </p:cNvSpPr>
          <p:nvPr>
            <p:ph type="title" idx="101" hasCustomPrompt="1"/>
          </p:nvPr>
        </p:nvSpPr>
        <p:spPr>
          <a:xfrm>
            <a:off x="548640" y="658368"/>
            <a:ext cx="11094415" cy="640080"/>
          </a:xfrm>
          <a:prstGeom prst="rect">
            <a:avLst/>
          </a:prstGeom>
          <a:noFill/>
          <a:ln/>
        </p:spPr>
        <p:txBody>
          <a:bodyPr wrap="square" rtlCol="0"/>
          <a:lstStyle>
            <a:lvl1pPr marL="0" indent="0" algn="l">
              <a:buNone/>
              <a:defRPr lang="en-US" sz="2800" b="1" dirty="0">
                <a:solidFill>
                  <a:schemeClr val="tx1"/>
                </a:solidFill>
              </a:defRPr>
            </a:lvl1pPr>
          </a:lstStyle>
          <a:p>
            <a:pPr marL="0" indent="0" algn="l">
              <a:buNone/>
            </a:pPr>
            <a:r>
              <a:rPr lang="en-US" sz="2800" b="1" dirty="0">
                <a:solidFill>
                  <a:schemeClr val="tx1"/>
                </a:solidFill>
              </a:rPr>
              <a:t>Title</a:t>
            </a:r>
            <a:endParaRPr lang="en-US" sz="2800" dirty="0"/>
          </a:p>
        </p:txBody>
      </p:sp>
      <p:pic>
        <p:nvPicPr>
          <p:cNvPr id="4" name="Image 0" descr="tsg.png"/>
          <p:cNvPicPr>
            <a:picLocks noChangeAspect="1"/>
          </p:cNvPicPr>
          <p:nvPr/>
        </p:nvPicPr>
        <p:blipFill>
          <a:blip r:embed="rId2"/>
          <a:stretch>
            <a:fillRect/>
          </a:stretch>
        </p:blipFill>
        <p:spPr>
          <a:xfrm>
            <a:off x="548640" y="6263640"/>
            <a:ext cx="841248" cy="393192"/>
          </a:xfrm>
          <a:prstGeom prst="rect">
            <a:avLst/>
          </a:prstGeom>
        </p:spPr>
      </p:pic>
      <p:sp>
        <p:nvSpPr>
          <p:cNvPr id="5" name="Shape 0"/>
          <p:cNvSpPr/>
          <p:nvPr/>
        </p:nvSpPr>
        <p:spPr>
          <a:xfrm>
            <a:off x="1554480" y="6281928"/>
            <a:ext cx="0" cy="347472"/>
          </a:xfrm>
          <a:prstGeom prst="line">
            <a:avLst/>
          </a:prstGeom>
          <a:noFill/>
          <a:ln w="12700">
            <a:solidFill>
              <a:srgbClr val="D9DBE0"/>
            </a:solidFill>
            <a:prstDash val="solid"/>
          </a:ln>
        </p:spPr>
        <p:txBody>
          <a:bodyPr/>
          <a:lstStyle/>
          <a:p>
            <a:endParaRPr lang="en-AU"/>
          </a:p>
        </p:txBody>
      </p:sp>
      <p:pic>
        <p:nvPicPr>
          <p:cNvPr id="6" name="Image 1" descr="gofar.png"/>
          <p:cNvPicPr>
            <a:picLocks noChangeAspect="1"/>
          </p:cNvPicPr>
          <p:nvPr/>
        </p:nvPicPr>
        <p:blipFill>
          <a:blip r:embed="rId3"/>
          <a:stretch>
            <a:fillRect/>
          </a:stretch>
        </p:blipFill>
        <p:spPr>
          <a:xfrm>
            <a:off x="1719072" y="6281928"/>
            <a:ext cx="850392" cy="347472"/>
          </a:xfrm>
          <a:prstGeom prst="rect">
            <a:avLst/>
          </a:prstGeom>
        </p:spPr>
      </p:pic>
      <p:sp>
        <p:nvSpPr>
          <p:cNvPr id="25" name="Slide Number Placeholder 0"/>
          <p:cNvSpPr>
            <a:spLocks noGrp="1"/>
          </p:cNvSpPr>
          <p:nvPr>
            <p:ph type="sldNum" sz="quarter" idx="4294967295"/>
          </p:nvPr>
        </p:nvSpPr>
        <p:spPr>
          <a:xfrm>
            <a:off x="11259007" y="6327648"/>
            <a:ext cx="384048" cy="274320"/>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000">
                <a:solidFill>
                  <a:srgbClr val="FFFFFF"/>
                </a:solidFill>
              </a:defRPr>
            </a:lvl1pPr>
          </a:lstStyle>
          <a:p>
            <a:pPr algn="ctr"/>
            <a:fld id="{F7021451-1387-4CA6-816F-3879F97B5CBC}" type="slidenum">
              <a:rPr lang="en-US" b="0"/>
              <a:t>‹#›</a:t>
            </a:fld>
            <a:endParaRPr lang="en-US"/>
          </a:p>
        </p:txBody>
      </p:sp>
    </p:spTree>
    <p:extLst>
      <p:ext uri="{BB962C8B-B14F-4D97-AF65-F5344CB8AC3E}">
        <p14:creationId xmlns:p14="http://schemas.microsoft.com/office/powerpoint/2010/main" val="234251976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theme" Target="../theme/theme1.xml"/><Relationship Id="rId28" Type="http://schemas.openxmlformats.org/officeDocument/2006/relationships/image" Target="../media/image1.png"/><Relationship Id="rId29"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slideLayout" Target="../slideLayouts/slideLayout28.xml"/><Relationship Id="rId3" Type="http://schemas.openxmlformats.org/officeDocument/2006/relationships/slideLayout" Target="../slideLayouts/slideLayout29.xml"/><Relationship Id="rId4" Type="http://schemas.openxmlformats.org/officeDocument/2006/relationships/slideLayout" Target="../slideLayouts/slideLayout30.xml"/><Relationship Id="rId5"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751D45D-9934-604D-99B4-7F9FD259C3C4}"/>
              </a:ext>
            </a:extLst>
          </p:cNvPr>
          <p:cNvSpPr>
            <a:spLocks noGrp="1"/>
          </p:cNvSpPr>
          <p:nvPr>
            <p:ph type="title"/>
          </p:nvPr>
        </p:nvSpPr>
        <p:spPr>
          <a:xfrm>
            <a:off x="525019" y="368300"/>
            <a:ext cx="11151044" cy="900114"/>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F73DDE4-94D2-5D4A-8196-76F06726BE19}"/>
              </a:ext>
            </a:extLst>
          </p:cNvPr>
          <p:cNvSpPr>
            <a:spLocks noGrp="1"/>
          </p:cNvSpPr>
          <p:nvPr>
            <p:ph type="body" idx="1"/>
          </p:nvPr>
        </p:nvSpPr>
        <p:spPr>
          <a:xfrm>
            <a:off x="525018" y="1449389"/>
            <a:ext cx="11151033" cy="450056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a:extLst>
              <a:ext uri="{FF2B5EF4-FFF2-40B4-BE49-F238E27FC236}">
                <a16:creationId xmlns:a16="http://schemas.microsoft.com/office/drawing/2014/main" id="{2718ADEF-C0A1-8B49-91E2-AFDA120F0929}"/>
              </a:ext>
            </a:extLst>
          </p:cNvPr>
          <p:cNvSpPr>
            <a:spLocks noGrp="1"/>
          </p:cNvSpPr>
          <p:nvPr>
            <p:ph type="sldNum" sz="quarter" idx="4"/>
          </p:nvPr>
        </p:nvSpPr>
        <p:spPr>
          <a:xfrm>
            <a:off x="10504448" y="6241428"/>
            <a:ext cx="839191"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A8BD019-05FF-F145-A6E1-6EE5A88665E4}" type="slidenum">
              <a:rPr lang="en-US" smtClean="0"/>
              <a:pPr/>
              <a:t>‹#›</a:t>
            </a:fld>
            <a:endParaRPr lang="en-US"/>
          </a:p>
        </p:txBody>
      </p:sp>
      <p:grpSp>
        <p:nvGrpSpPr>
          <p:cNvPr id="5" name="Group 4">
            <a:extLst>
              <a:ext uri="{FF2B5EF4-FFF2-40B4-BE49-F238E27FC236}">
                <a16:creationId xmlns:a16="http://schemas.microsoft.com/office/drawing/2014/main" id="{64482773-B2E0-D326-27CB-64C855DD4DE5}"/>
              </a:ext>
            </a:extLst>
          </p:cNvPr>
          <p:cNvGrpSpPr/>
          <p:nvPr userDrawn="1"/>
        </p:nvGrpSpPr>
        <p:grpSpPr>
          <a:xfrm>
            <a:off x="337362" y="6000547"/>
            <a:ext cx="1633336" cy="719658"/>
            <a:chOff x="160202" y="5758079"/>
            <a:chExt cx="2310184" cy="1017881"/>
          </a:xfrm>
        </p:grpSpPr>
        <p:pic>
          <p:nvPicPr>
            <p:cNvPr id="6" name="Picture 5">
              <a:extLst>
                <a:ext uri="{FF2B5EF4-FFF2-40B4-BE49-F238E27FC236}">
                  <a16:creationId xmlns:a16="http://schemas.microsoft.com/office/drawing/2014/main" id="{3551CE2F-3298-01F2-6306-63927A6420B3}"/>
                </a:ext>
              </a:extLst>
            </p:cNvPr>
            <p:cNvPicPr>
              <a:picLocks noChangeAspect="1"/>
            </p:cNvPicPr>
            <p:nvPr/>
          </p:nvPicPr>
          <p:blipFill>
            <a:blip r:embed="rId28" cstate="print">
              <a:extLst>
                <a:ext uri="{28A0092B-C50C-407E-A947-70E740481C1C}">
                  <a14:useLocalDpi xmlns:a14="http://schemas.microsoft.com/office/drawing/2010/main"/>
                </a:ext>
              </a:extLst>
            </a:blip>
            <a:stretch>
              <a:fillRect/>
            </a:stretch>
          </p:blipFill>
          <p:spPr>
            <a:xfrm>
              <a:off x="160202" y="5758079"/>
              <a:ext cx="2198685" cy="1017881"/>
            </a:xfrm>
            <a:prstGeom prst="rect">
              <a:avLst/>
            </a:prstGeom>
          </p:spPr>
        </p:pic>
        <p:cxnSp>
          <p:nvCxnSpPr>
            <p:cNvPr id="7" name="Straight Connector 6">
              <a:extLst>
                <a:ext uri="{FF2B5EF4-FFF2-40B4-BE49-F238E27FC236}">
                  <a16:creationId xmlns:a16="http://schemas.microsoft.com/office/drawing/2014/main" id="{030E8B77-A89A-2DF0-F6BE-25862EA85E77}"/>
                </a:ext>
              </a:extLst>
            </p:cNvPr>
            <p:cNvCxnSpPr>
              <a:cxnSpLocks/>
            </p:cNvCxnSpPr>
            <p:nvPr/>
          </p:nvCxnSpPr>
          <p:spPr>
            <a:xfrm>
              <a:off x="2470386" y="5980428"/>
              <a:ext cx="0" cy="573181"/>
            </a:xfrm>
            <a:prstGeom prst="line">
              <a:avLst/>
            </a:prstGeom>
            <a:ln>
              <a:solidFill>
                <a:schemeClr val="bg1">
                  <a:lumMod val="65000"/>
                </a:schemeClr>
              </a:solidFill>
            </a:ln>
          </p:spPr>
          <p:style>
            <a:lnRef idx="1">
              <a:schemeClr val="dk1"/>
            </a:lnRef>
            <a:fillRef idx="0">
              <a:schemeClr val="dk1"/>
            </a:fillRef>
            <a:effectRef idx="0">
              <a:schemeClr val="dk1"/>
            </a:effectRef>
            <a:fontRef idx="minor">
              <a:schemeClr val="tx1"/>
            </a:fontRef>
          </p:style>
        </p:cxnSp>
      </p:grpSp>
      <p:pic>
        <p:nvPicPr>
          <p:cNvPr id="10" name="Picture 9">
            <a:extLst>
              <a:ext uri="{FF2B5EF4-FFF2-40B4-BE49-F238E27FC236}">
                <a16:creationId xmlns:a16="http://schemas.microsoft.com/office/drawing/2014/main" id="{95EB2FFE-FAAE-C8EB-5AAC-40F0A3B05D3F}"/>
              </a:ext>
            </a:extLst>
          </p:cNvPr>
          <p:cNvPicPr>
            <a:picLocks noChangeAspect="1"/>
          </p:cNvPicPr>
          <p:nvPr userDrawn="1"/>
        </p:nvPicPr>
        <p:blipFill>
          <a:blip r:embed="rId29"/>
          <a:stretch>
            <a:fillRect/>
          </a:stretch>
        </p:blipFill>
        <p:spPr>
          <a:xfrm>
            <a:off x="2198542" y="6130081"/>
            <a:ext cx="1261006" cy="517004"/>
          </a:xfrm>
          <a:prstGeom prst="rect">
            <a:avLst/>
          </a:prstGeom>
        </p:spPr>
      </p:pic>
    </p:spTree>
    <p:extLst>
      <p:ext uri="{BB962C8B-B14F-4D97-AF65-F5344CB8AC3E}">
        <p14:creationId xmlns:p14="http://schemas.microsoft.com/office/powerpoint/2010/main" val="766684962"/>
      </p:ext>
    </p:extLst>
  </p:cSld>
  <p:clrMap bg1="lt1" tx1="dk1" bg2="lt2" tx2="dk2" accent1="accent1" accent2="accent2" accent3="accent3" accent4="accent4" accent5="accent5" accent6="accent6" hlink="hlink" folHlink="folHlink"/>
  <p:sldLayoutIdLst>
    <p:sldLayoutId id="2147483922" r:id="rId1"/>
    <p:sldLayoutId id="2147483846" r:id="rId2"/>
    <p:sldLayoutId id="2147483919" r:id="rId3"/>
    <p:sldLayoutId id="2147483918" r:id="rId4"/>
    <p:sldLayoutId id="2147483920" r:id="rId5"/>
    <p:sldLayoutId id="2147483891" r:id="rId6"/>
    <p:sldLayoutId id="2147483886" r:id="rId7"/>
    <p:sldLayoutId id="2147483885" r:id="rId8"/>
    <p:sldLayoutId id="2147483887" r:id="rId9"/>
    <p:sldLayoutId id="2147483898" r:id="rId10"/>
    <p:sldLayoutId id="2147483905" r:id="rId11"/>
    <p:sldLayoutId id="2147483906" r:id="rId12"/>
    <p:sldLayoutId id="2147483923" r:id="rId13"/>
    <p:sldLayoutId id="2147483924" r:id="rId14"/>
    <p:sldLayoutId id="2147483925" r:id="rId15"/>
    <p:sldLayoutId id="2147483910" r:id="rId16"/>
    <p:sldLayoutId id="2147483881" r:id="rId17"/>
    <p:sldLayoutId id="2147483877" r:id="rId18"/>
    <p:sldLayoutId id="2147483907" r:id="rId19"/>
    <p:sldLayoutId id="2147483908" r:id="rId20"/>
    <p:sldLayoutId id="2147483874" r:id="rId21"/>
    <p:sldLayoutId id="2147483911" r:id="rId22"/>
    <p:sldLayoutId id="2147483914" r:id="rId23"/>
    <p:sldLayoutId id="2147483913" r:id="rId24"/>
    <p:sldLayoutId id="2147483850" r:id="rId25"/>
    <p:sldLayoutId id="2147483851" r:id="rId26"/>
  </p:sldLayoutIdLst>
  <p:hf hdr="0" ftr="0" dt="0"/>
  <p:txStyles>
    <p:titleStyle>
      <a:lvl1pPr algn="l" defTabSz="914400" rtl="0" eaLnBrk="1" latinLnBrk="0" hangingPunct="1">
        <a:lnSpc>
          <a:spcPct val="90000"/>
        </a:lnSpc>
        <a:spcBef>
          <a:spcPct val="0"/>
        </a:spcBef>
        <a:buNone/>
        <a:defRPr sz="2800" b="0" i="0" kern="1200">
          <a:solidFill>
            <a:schemeClr val="tx1"/>
          </a:solidFill>
          <a:latin typeface="Poppins Medium" pitchFamily="2" charset="77"/>
          <a:ea typeface="+mj-ea"/>
          <a:cs typeface="Poppins Medium" pitchFamily="2" charset="77"/>
        </a:defRPr>
      </a:lvl1pPr>
    </p:titleStyle>
    <p:bodyStyle>
      <a:lvl1pPr marL="0" indent="0" algn="l" defTabSz="914400" rtl="0" eaLnBrk="1" latinLnBrk="0" hangingPunct="1">
        <a:lnSpc>
          <a:spcPct val="100000"/>
        </a:lnSpc>
        <a:spcBef>
          <a:spcPts val="1000"/>
        </a:spcBef>
        <a:buFont typeface="Arial" panose="020B0604020202020204" pitchFamily="34" charset="0"/>
        <a:buNone/>
        <a:defRPr sz="1400" kern="1200">
          <a:solidFill>
            <a:schemeClr val="tx1"/>
          </a:solidFill>
          <a:latin typeface="+mn-lt"/>
          <a:ea typeface="Open Sans" panose="020B0606030504020204" pitchFamily="34" charset="0"/>
          <a:cs typeface="Open Sans" panose="020B0606030504020204" pitchFamily="34" charset="0"/>
        </a:defRPr>
      </a:lvl1pPr>
      <a:lvl2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lvl2pPr>
      <a:lvl3pPr marL="1143000" indent="-228600" algn="l" defTabSz="914400" rtl="0" eaLnBrk="1" latinLnBrk="0" hangingPunct="1">
        <a:lnSpc>
          <a:spcPct val="100000"/>
        </a:lnSpc>
        <a:spcBef>
          <a:spcPts val="500"/>
        </a:spcBef>
        <a:buFont typeface="Arial" panose="020B0604020202020204" pitchFamily="34" charset="0"/>
        <a:buChar char="•"/>
        <a:defRPr sz="1200" kern="1200">
          <a:solidFill>
            <a:schemeClr val="tx1"/>
          </a:solidFill>
          <a:latin typeface="+mn-lt"/>
          <a:ea typeface="Lato" panose="020F0502020204030203" pitchFamily="34" charset="0"/>
          <a:cs typeface="Lato" panose="020F0502020204030203" pitchFamily="34" charset="0"/>
        </a:defRPr>
      </a:lvl3pPr>
      <a:lvl4pPr marL="1600200" indent="-228600" algn="l" defTabSz="914400" rtl="0" eaLnBrk="1" latinLnBrk="0" hangingPunct="1">
        <a:lnSpc>
          <a:spcPct val="100000"/>
        </a:lnSpc>
        <a:spcBef>
          <a:spcPts val="500"/>
        </a:spcBef>
        <a:buFont typeface="Arial" panose="020B0604020202020204" pitchFamily="34" charset="0"/>
        <a:buChar char="•"/>
        <a:defRPr sz="1100" kern="1200">
          <a:solidFill>
            <a:schemeClr val="tx1"/>
          </a:solidFill>
          <a:latin typeface="+mn-lt"/>
          <a:ea typeface="Lato" panose="020F0502020204030203" pitchFamily="34" charset="0"/>
          <a:cs typeface="Lato" panose="020F0502020204030203" pitchFamily="34" charset="0"/>
        </a:defRPr>
      </a:lvl4pPr>
      <a:lvl5pPr marL="2057400" indent="-228600" algn="l" defTabSz="914400" rtl="0" eaLnBrk="1" latinLnBrk="0" hangingPunct="1">
        <a:lnSpc>
          <a:spcPct val="100000"/>
        </a:lnSpc>
        <a:spcBef>
          <a:spcPts val="500"/>
        </a:spcBef>
        <a:buFont typeface="Arial" panose="020B0604020202020204" pitchFamily="34" charset="0"/>
        <a:buChar char="•"/>
        <a:defRPr sz="1100" kern="1200">
          <a:solidFill>
            <a:schemeClr val="tx1"/>
          </a:solidFill>
          <a:latin typeface="+mn-lt"/>
          <a:ea typeface="Lato" panose="020F0502020204030203" pitchFamily="34" charset="0"/>
          <a:cs typeface="Lato" panose="020F050202020403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25" userDrawn="1">
          <p15:clr>
            <a:srgbClr val="F26B43"/>
          </p15:clr>
        </p15:guide>
        <p15:guide id="3" pos="7355" userDrawn="1">
          <p15:clr>
            <a:srgbClr val="F26B43"/>
          </p15:clr>
        </p15:guide>
        <p15:guide id="4" pos="551" userDrawn="1">
          <p15:clr>
            <a:srgbClr val="F26B43"/>
          </p15:clr>
        </p15:guide>
        <p15:guide id="5" pos="7129" userDrawn="1">
          <p15:clr>
            <a:srgbClr val="F26B43"/>
          </p15:clr>
        </p15:guide>
        <p15:guide id="6" orient="horz" pos="232" userDrawn="1">
          <p15:clr>
            <a:srgbClr val="F26B43"/>
          </p15:clr>
        </p15:guide>
        <p15:guide id="7" orient="horz" pos="799" userDrawn="1">
          <p15:clr>
            <a:srgbClr val="F26B43"/>
          </p15:clr>
        </p15:guide>
        <p15:guide id="8" orient="horz" pos="3748" userDrawn="1">
          <p15:clr>
            <a:srgbClr val="F26B43"/>
          </p15:clr>
        </p15:guide>
        <p15:guide id="9" orient="horz" pos="913"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59007" y="6327648"/>
            <a:ext cx="384048" cy="274320"/>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000">
                <a:solidFill>
                  <a:srgbClr val="FFFFFF"/>
                </a:solidFill>
              </a:defRPr>
            </a:lvl1pPr>
          </a:lstStyle>
          <a:p>
            <a:pPr algn="ctr"/>
            <a:fld id="{F7021451-1387-4CA6-816F-3879F97B5CBC}" type="slidenum">
              <a:rPr lang="en-US" b="0"/>
              <a:t>‹#›</a:t>
            </a:fld>
            <a:endParaRPr lang="en-US"/>
          </a:p>
        </p:txBody>
      </p:sp>
    </p:spTree>
    <p:extLst>
      <p:ext uri="{BB962C8B-B14F-4D97-AF65-F5344CB8AC3E}">
        <p14:creationId xmlns:p14="http://schemas.microsoft.com/office/powerpoint/2010/main" val="804045884"/>
      </p:ext>
    </p:extLst>
  </p:cSld>
  <p:clrMap bg1="lt1" tx1="dk1" bg2="lt2" tx2="dk2" accent1="accent1" accent2="accent2" accent3="accent3" accent4="accent4" accent5="accent5" accent6="accent6" hlink="hlink" folHlink="folHlink"/>
  <p:sldLayoutIdLst>
    <p:sldLayoutId id="2147483927" r:id="rId1"/>
    <p:sldLayoutId id="2147483928" r:id="rId2"/>
    <p:sldLayoutId id="2147483929" r:id="rId3"/>
    <p:sldLayoutId id="2147483930"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7.png"/><Relationship Id="rId3" Type="http://schemas.openxmlformats.org/officeDocument/2006/relationships/image" Target="../media/image12.png"/><Relationship Id="rId4" Type="http://schemas.microsoft.com/office/2007/relationships/hdphoto" Target="../media/hdphoto1.wdp"/><Relationship Id="rId5" Type="http://schemas.openxmlformats.org/officeDocument/2006/relationships/image" Target="../media/image13.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2.xml"/><Relationship Id="rId3" Type="http://schemas.openxmlformats.org/officeDocument/2006/relationships/image" Target="../media/image14.png"/><Relationship Id="rId4" Type="http://schemas.openxmlformats.org/officeDocument/2006/relationships/image" Target="../media/image1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3.xml"/><Relationship Id="rId3" Type="http://schemas.openxmlformats.org/officeDocument/2006/relationships/image" Target="../media/image14.png"/><Relationship Id="rId4" Type="http://schemas.openxmlformats.org/officeDocument/2006/relationships/image" Target="../media/image16.png"/><Relationship Id="rId5" Type="http://schemas.openxmlformats.org/officeDocument/2006/relationships/image" Target="../media/image1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8.xml"/><Relationship Id="rId3" Type="http://schemas.openxmlformats.org/officeDocument/2006/relationships/image" Target="../media/image17.png"/><Relationship Id="rId4"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8A79E8C-9096-10F5-8459-7A47586921B4}"/>
              </a:ext>
            </a:extLst>
          </p:cNvPr>
          <p:cNvPicPr>
            <a:picLocks noChangeAspect="1"/>
          </p:cNvPicPr>
          <p:nvPr/>
        </p:nvPicPr>
        <p:blipFill>
          <a:blip r:embed="rId2"/>
          <a:srcRect r="4198"/>
          <a:stretch>
            <a:fillRect/>
          </a:stretch>
        </p:blipFill>
        <p:spPr>
          <a:xfrm>
            <a:off x="18866" y="-2770"/>
            <a:ext cx="12173133" cy="6844780"/>
          </a:xfrm>
          <a:prstGeom prst="rect">
            <a:avLst/>
          </a:prstGeom>
        </p:spPr>
      </p:pic>
      <p:sp>
        <p:nvSpPr>
          <p:cNvPr id="2" name="Rectangle 1">
            <a:extLst>
              <a:ext uri="{FF2B5EF4-FFF2-40B4-BE49-F238E27FC236}">
                <a16:creationId xmlns:a16="http://schemas.microsoft.com/office/drawing/2014/main" id="{B1914DFD-16DC-64F6-470F-BB1B2ABF17B4}"/>
              </a:ext>
            </a:extLst>
          </p:cNvPr>
          <p:cNvSpPr/>
          <p:nvPr/>
        </p:nvSpPr>
        <p:spPr>
          <a:xfrm>
            <a:off x="0" y="15990"/>
            <a:ext cx="12192000" cy="6858000"/>
          </a:xfrm>
          <a:prstGeom prst="rect">
            <a:avLst/>
          </a:prstGeom>
          <a:solidFill>
            <a:schemeClr val="tx1">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Open Sans" panose="020B0606030504020204" pitchFamily="34" charset="0"/>
              <a:ea typeface="+mn-ea"/>
              <a:cs typeface="+mn-cs"/>
            </a:endParaRPr>
          </a:p>
        </p:txBody>
      </p:sp>
      <p:sp>
        <p:nvSpPr>
          <p:cNvPr id="3" name="Title 3">
            <a:extLst>
              <a:ext uri="{FF2B5EF4-FFF2-40B4-BE49-F238E27FC236}">
                <a16:creationId xmlns:a16="http://schemas.microsoft.com/office/drawing/2014/main" id="{2E7CB030-9D95-B185-F78E-3592399D2B68}"/>
              </a:ext>
            </a:extLst>
          </p:cNvPr>
          <p:cNvSpPr txBox="1">
            <a:spLocks/>
          </p:cNvSpPr>
          <p:nvPr/>
        </p:nvSpPr>
        <p:spPr>
          <a:xfrm>
            <a:off x="499110" y="1886304"/>
            <a:ext cx="9143999" cy="3685692"/>
          </a:xfrm>
          <a:prstGeom prst="rect">
            <a:avLst/>
          </a:prstGeom>
        </p:spPr>
        <p:txBody>
          <a:bodyPr anchor="ctr">
            <a:normAutofit/>
          </a:bodyPr>
          <a:lstStyle>
            <a:lvl1pPr algn="l" defTabSz="914400" rtl="0" eaLnBrk="1" latinLnBrk="0" hangingPunct="1">
              <a:lnSpc>
                <a:spcPct val="90000"/>
              </a:lnSpc>
              <a:spcBef>
                <a:spcPct val="0"/>
              </a:spcBef>
              <a:buNone/>
              <a:defRPr sz="2800" b="0" i="0" kern="1200">
                <a:solidFill>
                  <a:schemeClr val="tx1"/>
                </a:solidFill>
                <a:latin typeface="Poppins Medium" pitchFamily="2" charset="77"/>
                <a:ea typeface="+mj-ea"/>
                <a:cs typeface="Poppins Medium" pitchFamily="2" charset="77"/>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5400" b="1" i="0" u="none" strike="noStrike" kern="1200" cap="none" spc="0" normalizeH="0" baseline="0" noProof="0">
                <a:ln>
                  <a:noFill/>
                </a:ln>
                <a:solidFill>
                  <a:srgbClr val="FFFFFF"/>
                </a:solidFill>
                <a:effectLst/>
                <a:uLnTx/>
                <a:uFillTx/>
                <a:latin typeface="Poppins SemiBold" panose="00000700000000000000" pitchFamily="2" charset="0"/>
                <a:ea typeface="+mj-ea"/>
                <a:cs typeface="Poppins SemiBold" panose="00000700000000000000" pitchFamily="2" charset="0"/>
              </a:rPr>
              <a:t>Supporting </a:t>
            </a:r>
            <a:r>
              <a:rPr kumimoji="0" lang="en-US" sz="5400" b="1" i="0" u="none" strike="noStrike" kern="1200" cap="none" spc="0" normalizeH="0" baseline="0" noProof="0" err="1">
                <a:ln>
                  <a:noFill/>
                </a:ln>
                <a:solidFill>
                  <a:srgbClr val="FFFFFF"/>
                </a:solidFill>
                <a:effectLst/>
                <a:uLnTx/>
                <a:uFillTx/>
                <a:latin typeface="Poppins SemiBold" panose="00000700000000000000" pitchFamily="2" charset="0"/>
                <a:ea typeface="+mj-ea"/>
                <a:cs typeface="Poppins SemiBold" panose="00000700000000000000" pitchFamily="2" charset="0"/>
              </a:rPr>
              <a:t>GoFar</a:t>
            </a:r>
            <a:r>
              <a:rPr kumimoji="0" lang="en-US" sz="5400" b="1" i="0" u="none" strike="noStrike" kern="1200" cap="none" spc="0" normalizeH="0" baseline="0" noProof="0">
                <a:ln>
                  <a:noFill/>
                </a:ln>
                <a:solidFill>
                  <a:srgbClr val="FFFFFF"/>
                </a:solidFill>
                <a:effectLst/>
                <a:uLnTx/>
                <a:uFillTx/>
                <a:latin typeface="Poppins SemiBold" panose="00000700000000000000" pitchFamily="2" charset="0"/>
                <a:ea typeface="+mj-ea"/>
                <a:cs typeface="Poppins SemiBold" panose="00000700000000000000" pitchFamily="2" charset="0"/>
              </a:rPr>
              <a:t> across the project</a:t>
            </a:r>
            <a:endParaRPr kumimoji="0" lang="en-US" sz="9600" b="1" i="0" u="none" strike="noStrike" kern="1200" cap="none" spc="0" normalizeH="0" baseline="0" noProof="0">
              <a:ln>
                <a:noFill/>
              </a:ln>
              <a:solidFill>
                <a:srgbClr val="FFFFFF"/>
              </a:solidFill>
              <a:effectLst/>
              <a:uLnTx/>
              <a:uFillTx/>
              <a:latin typeface="Poppins" pitchFamily="2" charset="77"/>
              <a:ea typeface="+mj-ea"/>
              <a:cs typeface="Poppins" pitchFamily="2" charset="77"/>
            </a:endParaRPr>
          </a:p>
        </p:txBody>
      </p:sp>
      <p:pic>
        <p:nvPicPr>
          <p:cNvPr id="6" name="Picture 5">
            <a:extLst>
              <a:ext uri="{FF2B5EF4-FFF2-40B4-BE49-F238E27FC236}">
                <a16:creationId xmlns:a16="http://schemas.microsoft.com/office/drawing/2014/main" id="{F759C7C1-1A5A-0B37-12DF-7268700A29C8}"/>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100000"/>
                    </a14:imgEffect>
                  </a14:imgLayer>
                </a14:imgProps>
              </a:ext>
            </a:extLst>
          </a:blip>
          <a:stretch>
            <a:fillRect/>
          </a:stretch>
        </p:blipFill>
        <p:spPr>
          <a:xfrm>
            <a:off x="655839" y="693748"/>
            <a:ext cx="2026805" cy="830977"/>
          </a:xfrm>
          <a:prstGeom prst="rect">
            <a:avLst/>
          </a:prstGeom>
        </p:spPr>
      </p:pic>
      <p:sp>
        <p:nvSpPr>
          <p:cNvPr id="7" name="Subtitle 4">
            <a:extLst>
              <a:ext uri="{FF2B5EF4-FFF2-40B4-BE49-F238E27FC236}">
                <a16:creationId xmlns:a16="http://schemas.microsoft.com/office/drawing/2014/main" id="{45931A76-FA21-1C15-5AE0-7A6CAF273255}"/>
              </a:ext>
            </a:extLst>
          </p:cNvPr>
          <p:cNvSpPr txBox="1">
            <a:spLocks/>
          </p:cNvSpPr>
          <p:nvPr/>
        </p:nvSpPr>
        <p:spPr>
          <a:xfrm>
            <a:off x="499109" y="4969512"/>
            <a:ext cx="9144000" cy="989229"/>
          </a:xfrm>
          <a:prstGeom prst="rect">
            <a:avLst/>
          </a:prstGeom>
        </p:spPr>
        <p:txBody>
          <a:bodyPr>
            <a:normAutofit/>
          </a:bodyPr>
          <a:lstStyle>
            <a:lvl1pPr marL="0" indent="0" algn="l" defTabSz="914400" rtl="0" eaLnBrk="1" latinLnBrk="0" hangingPunct="1">
              <a:lnSpc>
                <a:spcPct val="100000"/>
              </a:lnSpc>
              <a:spcBef>
                <a:spcPts val="1000"/>
              </a:spcBef>
              <a:buFont typeface="Arial" panose="020B0604020202020204" pitchFamily="34" charset="0"/>
              <a:buNone/>
              <a:defRPr sz="1400" kern="1200">
                <a:solidFill>
                  <a:schemeClr val="tx1"/>
                </a:solidFill>
                <a:latin typeface="+mn-lt"/>
                <a:ea typeface="Open Sans" panose="020B0606030504020204" pitchFamily="34" charset="0"/>
                <a:cs typeface="Open Sans" panose="020B0606030504020204" pitchFamily="34" charset="0"/>
              </a:defRPr>
            </a:lvl1pPr>
            <a:lvl2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lvl2pPr>
            <a:lvl3pPr marL="1143000" indent="-228600" algn="l" defTabSz="914400" rtl="0" eaLnBrk="1" latinLnBrk="0" hangingPunct="1">
              <a:lnSpc>
                <a:spcPct val="100000"/>
              </a:lnSpc>
              <a:spcBef>
                <a:spcPts val="500"/>
              </a:spcBef>
              <a:buFont typeface="Arial" panose="020B0604020202020204" pitchFamily="34" charset="0"/>
              <a:buChar char="•"/>
              <a:defRPr sz="1200" kern="1200">
                <a:solidFill>
                  <a:schemeClr val="tx1"/>
                </a:solidFill>
                <a:latin typeface="+mn-lt"/>
                <a:ea typeface="Lato" panose="020F0502020204030203" pitchFamily="34" charset="0"/>
                <a:cs typeface="Lato" panose="020F0502020204030203" pitchFamily="34" charset="0"/>
              </a:defRPr>
            </a:lvl3pPr>
            <a:lvl4pPr marL="1600200" indent="-228600" algn="l" defTabSz="914400" rtl="0" eaLnBrk="1" latinLnBrk="0" hangingPunct="1">
              <a:lnSpc>
                <a:spcPct val="100000"/>
              </a:lnSpc>
              <a:spcBef>
                <a:spcPts val="500"/>
              </a:spcBef>
              <a:buFont typeface="Arial" panose="020B0604020202020204" pitchFamily="34" charset="0"/>
              <a:buChar char="•"/>
              <a:defRPr sz="1100" kern="1200">
                <a:solidFill>
                  <a:schemeClr val="tx1"/>
                </a:solidFill>
                <a:latin typeface="+mn-lt"/>
                <a:ea typeface="Lato" panose="020F0502020204030203" pitchFamily="34" charset="0"/>
                <a:cs typeface="Lato" panose="020F0502020204030203" pitchFamily="34" charset="0"/>
              </a:defRPr>
            </a:lvl4pPr>
            <a:lvl5pPr marL="2057400" indent="-228600" algn="l" defTabSz="914400" rtl="0" eaLnBrk="1" latinLnBrk="0" hangingPunct="1">
              <a:lnSpc>
                <a:spcPct val="100000"/>
              </a:lnSpc>
              <a:spcBef>
                <a:spcPts val="500"/>
              </a:spcBef>
              <a:buFont typeface="Arial" panose="020B0604020202020204" pitchFamily="34" charset="0"/>
              <a:buChar char="•"/>
              <a:defRPr sz="1100" kern="1200">
                <a:solidFill>
                  <a:schemeClr val="tx1"/>
                </a:solidFill>
                <a:latin typeface="+mn-lt"/>
                <a:ea typeface="Lato" panose="020F0502020204030203" pitchFamily="34" charset="0"/>
                <a:cs typeface="Lato" panose="020F050202020403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a:pPr>
            <a:r>
              <a:rPr kumimoji="0" lang="en-US" sz="1600" b="0" i="0" u="none" strike="noStrike" kern="1200" cap="none" spc="0" normalizeH="0" baseline="0" noProof="0" dirty="0">
                <a:ln>
                  <a:noFill/>
                </a:ln>
                <a:solidFill>
                  <a:srgbClr val="FFFFFF"/>
                </a:solidFill>
                <a:effectLst/>
                <a:uLnTx/>
                <a:uFillTx/>
                <a:latin typeface="Poppins Light" panose="00000400000000000000" pitchFamily="2" charset="0"/>
                <a:ea typeface="Open Sans" panose="020B0606030504020204" pitchFamily="34" charset="0"/>
                <a:cs typeface="Poppins Light" panose="00000400000000000000" pitchFamily="2" charset="0"/>
              </a:rPr>
              <a:t>The Strategy Group</a:t>
            </a:r>
          </a:p>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a:pPr>
            <a:r>
              <a:rPr kumimoji="0" lang="en-US" sz="1600" b="0" i="0" u="none" strike="noStrike" kern="1200" cap="none" spc="0" normalizeH="0" baseline="0" noProof="0" dirty="0">
                <a:ln>
                  <a:noFill/>
                </a:ln>
                <a:solidFill>
                  <a:srgbClr val="FFFFFF"/>
                </a:solidFill>
                <a:effectLst/>
                <a:uLnTx/>
                <a:uFillTx/>
                <a:latin typeface="Poppins Light" panose="00000400000000000000" pitchFamily="2" charset="0"/>
                <a:ea typeface="Open Sans" panose="020B0606030504020204" pitchFamily="34" charset="0"/>
                <a:cs typeface="Poppins Light" panose="00000400000000000000" pitchFamily="2" charset="0"/>
              </a:rPr>
              <a:t>October 2026</a:t>
            </a:r>
          </a:p>
        </p:txBody>
      </p:sp>
      <p:pic>
        <p:nvPicPr>
          <p:cNvPr id="9" name="Graphic 8">
            <a:extLst>
              <a:ext uri="{FF2B5EF4-FFF2-40B4-BE49-F238E27FC236}">
                <a16:creationId xmlns:a16="http://schemas.microsoft.com/office/drawing/2014/main" id="{19AB1856-2B67-9D16-ADDD-BC61DD7DC841}"/>
              </a:ext>
            </a:extLst>
          </p:cNvPr>
          <p:cNvPicPr>
            <a:picLocks noChangeAspect="1"/>
          </p:cNvPicPr>
          <p:nvPr/>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5"/>
              </a:ext>
            </a:extLst>
          </a:blip>
          <a:srcRect l="-6492" t="36592" r="41734" b="8432"/>
          <a:stretch/>
        </p:blipFill>
        <p:spPr>
          <a:xfrm>
            <a:off x="7227329" y="1"/>
            <a:ext cx="4964669" cy="4214717"/>
          </a:xfrm>
          <a:prstGeom prst="rect">
            <a:avLst/>
          </a:prstGeom>
        </p:spPr>
      </p:pic>
    </p:spTree>
    <p:extLst>
      <p:ext uri="{BB962C8B-B14F-4D97-AF65-F5344CB8AC3E}">
        <p14:creationId xmlns:p14="http://schemas.microsoft.com/office/powerpoint/2010/main" val="39361979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6A1B2E-E38C-F52E-7962-3966BCE244C7}"/>
            </a:ext>
          </a:extLst>
        </p:cNvPr>
        <p:cNvGrpSpPr/>
        <p:nvPr/>
      </p:nvGrpSpPr>
      <p:grpSpPr>
        <a:xfrm>
          <a:off x="0" y="0"/>
          <a:ext cx="0" cy="0"/>
          <a:chOff x="0" y="0"/>
          <a:chExt cx="0" cy="0"/>
        </a:xfrm>
      </p:grpSpPr>
      <p:sp>
        <p:nvSpPr>
          <p:cNvPr id="25" name="Slide Number Placeholder 0">
            <a:extLst>
              <a:ext uri="{FF2B5EF4-FFF2-40B4-BE49-F238E27FC236}">
                <a16:creationId xmlns:a16="http://schemas.microsoft.com/office/drawing/2014/main" id="{55A0BDEF-977E-5BF7-EC02-2253EB2A63F4}"/>
              </a:ext>
            </a:extLst>
          </p:cNvPr>
          <p:cNvSpPr>
            <a:spLocks noGrp="1"/>
          </p:cNvSpPr>
          <p:nvPr>
            <p:ph type="sldNum" sz="quarter" idx="4294967295"/>
          </p:nvPr>
        </p:nvSpPr>
        <p:spPr>
          <a:xfrm>
            <a:off x="11259007" y="6327648"/>
            <a:ext cx="384048" cy="274320"/>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000">
                <a:solidFill>
                  <a:srgbClr val="FFFFFF"/>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000" b="0" i="0" u="none" strike="noStrike" kern="1200" cap="none" spc="0" normalizeH="0" baseline="0" noProof="0">
                <a:ln>
                  <a:noFill/>
                </a:ln>
                <a:solidFill>
                  <a:srgbClr val="FFFFFF"/>
                </a:solidFill>
                <a:effectLst/>
                <a:uLnTx/>
                <a:uFillTx/>
                <a:latin typeface="Poppins"/>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a:t>
            </a:fld>
            <a:endParaRPr kumimoji="0" lang="en-US" sz="1000" b="0" i="0" u="none" strike="noStrike" kern="1200" cap="none" spc="0" normalizeH="0" baseline="0" noProof="0">
              <a:ln>
                <a:noFill/>
              </a:ln>
              <a:solidFill>
                <a:srgbClr val="FFFFFF"/>
              </a:solidFill>
              <a:effectLst/>
              <a:uLnTx/>
              <a:uFillTx/>
              <a:latin typeface="Poppins"/>
              <a:ea typeface="+mn-ea"/>
              <a:cs typeface="+mn-cs"/>
            </a:endParaRPr>
          </a:p>
        </p:txBody>
      </p:sp>
      <p:cxnSp>
        <p:nvCxnSpPr>
          <p:cNvPr id="77" name="Straight Connector 76">
            <a:extLst>
              <a:ext uri="{FF2B5EF4-FFF2-40B4-BE49-F238E27FC236}">
                <a16:creationId xmlns:a16="http://schemas.microsoft.com/office/drawing/2014/main" id="{63666F55-3AFA-FD9D-BF8D-CEDD59F582BD}"/>
              </a:ext>
            </a:extLst>
          </p:cNvPr>
          <p:cNvCxnSpPr>
            <a:cxnSpLocks/>
          </p:cNvCxnSpPr>
          <p:nvPr/>
        </p:nvCxnSpPr>
        <p:spPr>
          <a:xfrm>
            <a:off x="-28575" y="4759659"/>
            <a:ext cx="12192000" cy="0"/>
          </a:xfrm>
          <a:prstGeom prst="line">
            <a:avLst/>
          </a:prstGeom>
          <a:noFill/>
          <a:ln w="12700" cap="rnd" cmpd="sng" algn="ctr">
            <a:solidFill>
              <a:srgbClr val="445469"/>
            </a:solidFill>
            <a:prstDash val="solid"/>
            <a:miter lim="800000"/>
          </a:ln>
          <a:effectLst/>
        </p:spPr>
      </p:cxnSp>
      <p:sp>
        <p:nvSpPr>
          <p:cNvPr id="78" name="Text 48">
            <a:extLst>
              <a:ext uri="{FF2B5EF4-FFF2-40B4-BE49-F238E27FC236}">
                <a16:creationId xmlns:a16="http://schemas.microsoft.com/office/drawing/2014/main" id="{FBBF6103-EEDE-08EC-AFBC-B73F987705ED}"/>
              </a:ext>
            </a:extLst>
          </p:cNvPr>
          <p:cNvSpPr/>
          <p:nvPr/>
        </p:nvSpPr>
        <p:spPr>
          <a:xfrm>
            <a:off x="349832" y="3071974"/>
            <a:ext cx="2306110" cy="731520"/>
          </a:xfrm>
          <a:prstGeom prst="rect">
            <a:avLst/>
          </a:prstGeom>
          <a:noFill/>
          <a:ln/>
        </p:spPr>
        <p:txBody>
          <a:bodyPr wrap="square"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445469"/>
                </a:solidFill>
                <a:effectLst/>
                <a:uLnTx/>
                <a:uFillTx/>
                <a:latin typeface="Poppins"/>
                <a:ea typeface="Open Sans" pitchFamily="34" charset="-122"/>
                <a:cs typeface="Open Sans" pitchFamily="34" charset="-120"/>
              </a:rPr>
              <a:t>EOI • July</a:t>
            </a:r>
          </a:p>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445469"/>
                </a:solidFill>
                <a:effectLst/>
                <a:uLnTx/>
                <a:uFillTx/>
                <a:latin typeface="Poppins"/>
                <a:ea typeface="Open Sans" pitchFamily="34" charset="-122"/>
                <a:cs typeface="Open Sans" pitchFamily="34" charset="-120"/>
              </a:rPr>
              <a:t>Interactive Preparation</a:t>
            </a:r>
          </a:p>
        </p:txBody>
      </p:sp>
      <p:sp>
        <p:nvSpPr>
          <p:cNvPr id="79" name="Text 50">
            <a:extLst>
              <a:ext uri="{FF2B5EF4-FFF2-40B4-BE49-F238E27FC236}">
                <a16:creationId xmlns:a16="http://schemas.microsoft.com/office/drawing/2014/main" id="{0AF454E8-FBD4-8DFD-5857-51B9E09FA2AE}"/>
              </a:ext>
            </a:extLst>
          </p:cNvPr>
          <p:cNvSpPr/>
          <p:nvPr/>
        </p:nvSpPr>
        <p:spPr>
          <a:xfrm>
            <a:off x="2763969" y="3071974"/>
            <a:ext cx="2039001" cy="731520"/>
          </a:xfrm>
          <a:prstGeom prst="rect">
            <a:avLst/>
          </a:prstGeom>
          <a:noFill/>
          <a:ln/>
        </p:spPr>
        <p:txBody>
          <a:bodyPr wrap="square"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445469"/>
                </a:solidFill>
                <a:effectLst/>
                <a:uLnTx/>
                <a:uFillTx/>
                <a:latin typeface="Poppins"/>
                <a:ea typeface="Open Sans" pitchFamily="34" charset="-122"/>
                <a:cs typeface="Open Sans" pitchFamily="34" charset="-120"/>
              </a:rPr>
              <a:t>Pre-C&amp;V • September</a:t>
            </a:r>
          </a:p>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445469"/>
                </a:solidFill>
                <a:effectLst/>
                <a:uLnTx/>
                <a:uFillTx/>
                <a:latin typeface="Poppins"/>
                <a:ea typeface="Open Sans" pitchFamily="34" charset="-122"/>
                <a:cs typeface="Open Sans" pitchFamily="34" charset="-120"/>
              </a:rPr>
              <a:t>Cultural Foundation Session</a:t>
            </a:r>
          </a:p>
        </p:txBody>
      </p:sp>
      <p:sp>
        <p:nvSpPr>
          <p:cNvPr id="80" name="Text 52">
            <a:extLst>
              <a:ext uri="{FF2B5EF4-FFF2-40B4-BE49-F238E27FC236}">
                <a16:creationId xmlns:a16="http://schemas.microsoft.com/office/drawing/2014/main" id="{F2AF289B-844A-6CC9-3590-39A2038AFC4E}"/>
              </a:ext>
            </a:extLst>
          </p:cNvPr>
          <p:cNvSpPr/>
          <p:nvPr/>
        </p:nvSpPr>
        <p:spPr>
          <a:xfrm>
            <a:off x="5082537" y="3071974"/>
            <a:ext cx="1940738" cy="731520"/>
          </a:xfrm>
          <a:prstGeom prst="rect">
            <a:avLst/>
          </a:prstGeom>
          <a:noFill/>
          <a:ln/>
        </p:spPr>
        <p:txBody>
          <a:bodyPr wrap="square"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445469"/>
                </a:solidFill>
                <a:effectLst/>
                <a:uLnTx/>
                <a:uFillTx/>
                <a:latin typeface="Poppins"/>
                <a:ea typeface="Open Sans" pitchFamily="34" charset="-122"/>
                <a:cs typeface="Open Sans" pitchFamily="34" charset="-120"/>
              </a:rPr>
              <a:t>C&amp;V Phase • Now</a:t>
            </a:r>
          </a:p>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445469"/>
                </a:solidFill>
                <a:effectLst/>
                <a:uLnTx/>
                <a:uFillTx/>
                <a:latin typeface="Poppins"/>
                <a:ea typeface="Open Sans" pitchFamily="34" charset="-122"/>
                <a:cs typeface="Open Sans" pitchFamily="34" charset="-120"/>
              </a:rPr>
              <a:t>Early Interactives &amp; Readiness</a:t>
            </a:r>
          </a:p>
        </p:txBody>
      </p:sp>
      <p:grpSp>
        <p:nvGrpSpPr>
          <p:cNvPr id="81" name="Group 80">
            <a:extLst>
              <a:ext uri="{FF2B5EF4-FFF2-40B4-BE49-F238E27FC236}">
                <a16:creationId xmlns:a16="http://schemas.microsoft.com/office/drawing/2014/main" id="{E37F9FF9-C447-85EE-54F3-A3C8923949BB}"/>
              </a:ext>
            </a:extLst>
          </p:cNvPr>
          <p:cNvGrpSpPr/>
          <p:nvPr/>
        </p:nvGrpSpPr>
        <p:grpSpPr>
          <a:xfrm>
            <a:off x="1300327" y="4547627"/>
            <a:ext cx="424783" cy="424783"/>
            <a:chOff x="548638" y="3779215"/>
            <a:chExt cx="424783" cy="424783"/>
          </a:xfrm>
        </p:grpSpPr>
        <p:sp>
          <p:nvSpPr>
            <p:cNvPr id="82" name="Oval 81">
              <a:extLst>
                <a:ext uri="{FF2B5EF4-FFF2-40B4-BE49-F238E27FC236}">
                  <a16:creationId xmlns:a16="http://schemas.microsoft.com/office/drawing/2014/main" id="{F41AC58E-E55A-114E-AE2D-F0E5D2559F61}"/>
                </a:ext>
              </a:extLst>
            </p:cNvPr>
            <p:cNvSpPr/>
            <p:nvPr/>
          </p:nvSpPr>
          <p:spPr>
            <a:xfrm>
              <a:off x="548638" y="3779215"/>
              <a:ext cx="424783" cy="424783"/>
            </a:xfrm>
            <a:prstGeom prst="ellipse">
              <a:avLst/>
            </a:prstGeom>
            <a:solidFill>
              <a:srgbClr val="445469">
                <a:lumMod val="60000"/>
                <a:lumOff val="40000"/>
                <a:alpha val="42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1" b="0" i="0" u="none" strike="noStrike" kern="0" cap="none" spc="0" normalizeH="0" baseline="0" noProof="0">
                <a:ln>
                  <a:noFill/>
                </a:ln>
                <a:solidFill>
                  <a:srgbClr val="FFFFFF"/>
                </a:solidFill>
                <a:effectLst/>
                <a:uLnTx/>
                <a:uFillTx/>
                <a:latin typeface="Open Sans"/>
                <a:ea typeface="+mn-ea"/>
                <a:cs typeface="+mn-cs"/>
              </a:endParaRPr>
            </a:p>
          </p:txBody>
        </p:sp>
        <p:sp>
          <p:nvSpPr>
            <p:cNvPr id="83" name="Oval 82">
              <a:extLst>
                <a:ext uri="{FF2B5EF4-FFF2-40B4-BE49-F238E27FC236}">
                  <a16:creationId xmlns:a16="http://schemas.microsoft.com/office/drawing/2014/main" id="{53875768-0A58-7112-C695-1EE2165F8703}"/>
                </a:ext>
              </a:extLst>
            </p:cNvPr>
            <p:cNvSpPr/>
            <p:nvPr/>
          </p:nvSpPr>
          <p:spPr>
            <a:xfrm>
              <a:off x="652443" y="3882662"/>
              <a:ext cx="217170" cy="217170"/>
            </a:xfrm>
            <a:prstGeom prst="ellipse">
              <a:avLst/>
            </a:prstGeom>
            <a:gradFill>
              <a:gsLst>
                <a:gs pos="100000">
                  <a:srgbClr val="445469">
                    <a:lumMod val="60000"/>
                    <a:lumOff val="40000"/>
                  </a:srgbClr>
                </a:gs>
                <a:gs pos="0">
                  <a:srgbClr val="445469">
                    <a:lumMod val="75000"/>
                  </a:srgbClr>
                </a:gs>
              </a:gsLst>
              <a:lin ang="21000000" scaled="0"/>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200" b="0" i="0" u="none" strike="noStrike" kern="0" cap="none" spc="0" normalizeH="0" baseline="0" noProof="0">
                <a:ln>
                  <a:noFill/>
                </a:ln>
                <a:solidFill>
                  <a:srgbClr val="FFFFFF"/>
                </a:solidFill>
                <a:effectLst/>
                <a:uLnTx/>
                <a:uFillTx/>
                <a:latin typeface="Open Sans"/>
                <a:ea typeface="+mn-ea"/>
                <a:cs typeface="Poppins" pitchFamily="2" charset="77"/>
              </a:endParaRPr>
            </a:p>
          </p:txBody>
        </p:sp>
      </p:grpSp>
      <p:cxnSp>
        <p:nvCxnSpPr>
          <p:cNvPr id="84" name="Straight Connector 83">
            <a:extLst>
              <a:ext uri="{FF2B5EF4-FFF2-40B4-BE49-F238E27FC236}">
                <a16:creationId xmlns:a16="http://schemas.microsoft.com/office/drawing/2014/main" id="{499E4100-7F53-83CB-5E32-31339368E8B4}"/>
              </a:ext>
            </a:extLst>
          </p:cNvPr>
          <p:cNvCxnSpPr>
            <a:cxnSpLocks/>
            <a:stCxn id="78" idx="2"/>
            <a:endCxn id="82" idx="0"/>
          </p:cNvCxnSpPr>
          <p:nvPr/>
        </p:nvCxnSpPr>
        <p:spPr>
          <a:xfrm>
            <a:off x="1502887" y="3803494"/>
            <a:ext cx="9832" cy="744133"/>
          </a:xfrm>
          <a:prstGeom prst="line">
            <a:avLst/>
          </a:prstGeom>
          <a:noFill/>
          <a:ln w="6350" cap="flat" cmpd="sng" algn="ctr">
            <a:solidFill>
              <a:srgbClr val="445469"/>
            </a:solidFill>
            <a:prstDash val="solid"/>
            <a:miter lim="800000"/>
          </a:ln>
          <a:effectLst/>
        </p:spPr>
      </p:cxnSp>
      <p:cxnSp>
        <p:nvCxnSpPr>
          <p:cNvPr id="85" name="Straight Connector 84">
            <a:extLst>
              <a:ext uri="{FF2B5EF4-FFF2-40B4-BE49-F238E27FC236}">
                <a16:creationId xmlns:a16="http://schemas.microsoft.com/office/drawing/2014/main" id="{A1ACEF65-5E29-8DE9-1D57-332A82B5F9FC}"/>
              </a:ext>
            </a:extLst>
          </p:cNvPr>
          <p:cNvCxnSpPr>
            <a:cxnSpLocks/>
          </p:cNvCxnSpPr>
          <p:nvPr/>
        </p:nvCxnSpPr>
        <p:spPr>
          <a:xfrm>
            <a:off x="3783470" y="3956906"/>
            <a:ext cx="2" cy="590721"/>
          </a:xfrm>
          <a:prstGeom prst="line">
            <a:avLst/>
          </a:prstGeom>
          <a:noFill/>
          <a:ln w="6350" cap="flat" cmpd="sng" algn="ctr">
            <a:solidFill>
              <a:srgbClr val="445469"/>
            </a:solidFill>
            <a:prstDash val="solid"/>
            <a:miter lim="800000"/>
          </a:ln>
          <a:effectLst/>
        </p:spPr>
      </p:cxnSp>
      <p:cxnSp>
        <p:nvCxnSpPr>
          <p:cNvPr id="86" name="Straight Connector 85">
            <a:extLst>
              <a:ext uri="{FF2B5EF4-FFF2-40B4-BE49-F238E27FC236}">
                <a16:creationId xmlns:a16="http://schemas.microsoft.com/office/drawing/2014/main" id="{69FCE28E-95D6-ED5D-6B9F-C41102DCD6BD}"/>
              </a:ext>
            </a:extLst>
          </p:cNvPr>
          <p:cNvCxnSpPr>
            <a:cxnSpLocks/>
          </p:cNvCxnSpPr>
          <p:nvPr/>
        </p:nvCxnSpPr>
        <p:spPr>
          <a:xfrm>
            <a:off x="6052906" y="3956906"/>
            <a:ext cx="2" cy="590721"/>
          </a:xfrm>
          <a:prstGeom prst="line">
            <a:avLst/>
          </a:prstGeom>
          <a:noFill/>
          <a:ln w="6350" cap="flat" cmpd="sng" algn="ctr">
            <a:solidFill>
              <a:srgbClr val="445469"/>
            </a:solidFill>
            <a:prstDash val="solid"/>
            <a:miter lim="800000"/>
          </a:ln>
          <a:effectLst/>
        </p:spPr>
      </p:cxnSp>
      <p:cxnSp>
        <p:nvCxnSpPr>
          <p:cNvPr id="87" name="Straight Connector 86">
            <a:extLst>
              <a:ext uri="{FF2B5EF4-FFF2-40B4-BE49-F238E27FC236}">
                <a16:creationId xmlns:a16="http://schemas.microsoft.com/office/drawing/2014/main" id="{41BBAA69-8B90-B691-DD78-6A8453EF1B7A}"/>
              </a:ext>
            </a:extLst>
          </p:cNvPr>
          <p:cNvCxnSpPr>
            <a:cxnSpLocks/>
            <a:stCxn id="88" idx="2"/>
            <a:endCxn id="97" idx="0"/>
          </p:cNvCxnSpPr>
          <p:nvPr/>
        </p:nvCxnSpPr>
        <p:spPr>
          <a:xfrm flipH="1">
            <a:off x="10618736" y="3803494"/>
            <a:ext cx="869" cy="746479"/>
          </a:xfrm>
          <a:prstGeom prst="line">
            <a:avLst/>
          </a:prstGeom>
          <a:noFill/>
          <a:ln w="6350" cap="flat" cmpd="sng" algn="ctr">
            <a:solidFill>
              <a:srgbClr val="445469"/>
            </a:solidFill>
            <a:prstDash val="solid"/>
            <a:miter lim="800000"/>
          </a:ln>
          <a:effectLst/>
        </p:spPr>
      </p:cxnSp>
      <p:sp>
        <p:nvSpPr>
          <p:cNvPr id="88" name="Text 57">
            <a:extLst>
              <a:ext uri="{FF2B5EF4-FFF2-40B4-BE49-F238E27FC236}">
                <a16:creationId xmlns:a16="http://schemas.microsoft.com/office/drawing/2014/main" id="{EBBD081B-3DFF-CB34-A8B3-CCDBB61E0512}"/>
              </a:ext>
            </a:extLst>
          </p:cNvPr>
          <p:cNvSpPr/>
          <p:nvPr/>
        </p:nvSpPr>
        <p:spPr>
          <a:xfrm>
            <a:off x="9563147" y="3071974"/>
            <a:ext cx="2112916" cy="731520"/>
          </a:xfrm>
          <a:prstGeom prst="rect">
            <a:avLst/>
          </a:prstGeom>
          <a:noFill/>
          <a:ln/>
        </p:spPr>
        <p:txBody>
          <a:bodyPr wrap="square"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445469"/>
                </a:solidFill>
                <a:effectLst/>
                <a:uLnTx/>
                <a:uFillTx/>
                <a:latin typeface="Poppins"/>
                <a:ea typeface="Open Sans" pitchFamily="34" charset="-122"/>
                <a:cs typeface="Open Sans" pitchFamily="34" charset="-120"/>
              </a:rPr>
              <a:t>ECI Phase • 2027</a:t>
            </a:r>
          </a:p>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445469"/>
                </a:solidFill>
                <a:effectLst/>
                <a:uLnTx/>
                <a:uFillTx/>
                <a:latin typeface="Poppins"/>
                <a:ea typeface="Open Sans" pitchFamily="34" charset="-122"/>
                <a:cs typeface="Open Sans" pitchFamily="34" charset="-120"/>
              </a:rPr>
              <a:t>Structured Interactive Phase</a:t>
            </a:r>
          </a:p>
        </p:txBody>
      </p:sp>
      <p:sp>
        <p:nvSpPr>
          <p:cNvPr id="89" name="TextBox 88">
            <a:extLst>
              <a:ext uri="{FF2B5EF4-FFF2-40B4-BE49-F238E27FC236}">
                <a16:creationId xmlns:a16="http://schemas.microsoft.com/office/drawing/2014/main" id="{8B899F53-714D-0B92-E985-59102E4A1E42}"/>
              </a:ext>
            </a:extLst>
          </p:cNvPr>
          <p:cNvSpPr txBox="1"/>
          <p:nvPr/>
        </p:nvSpPr>
        <p:spPr>
          <a:xfrm>
            <a:off x="525019" y="1331336"/>
            <a:ext cx="11066906"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800" b="0" i="0" u="none" strike="noStrike" kern="0" cap="none" spc="0" normalizeH="0" baseline="0" noProof="0" dirty="0">
                <a:ln>
                  <a:noFill/>
                </a:ln>
                <a:solidFill>
                  <a:srgbClr val="445469"/>
                </a:solidFill>
                <a:effectLst/>
                <a:uLnTx/>
                <a:uFillTx/>
                <a:latin typeface="Poppins"/>
                <a:ea typeface="+mn-ea"/>
                <a:cs typeface="+mn-cs"/>
              </a:rPr>
              <a:t>Our proposal indicates that we can provide support during the C&amp;V and ECI Phase, but has not detailed support for the RFP phase</a:t>
            </a:r>
          </a:p>
        </p:txBody>
      </p:sp>
      <p:grpSp>
        <p:nvGrpSpPr>
          <p:cNvPr id="90" name="Group 89">
            <a:extLst>
              <a:ext uri="{FF2B5EF4-FFF2-40B4-BE49-F238E27FC236}">
                <a16:creationId xmlns:a16="http://schemas.microsoft.com/office/drawing/2014/main" id="{3252A94E-125D-62F4-4558-5827AB0B8A03}"/>
              </a:ext>
            </a:extLst>
          </p:cNvPr>
          <p:cNvGrpSpPr/>
          <p:nvPr/>
        </p:nvGrpSpPr>
        <p:grpSpPr>
          <a:xfrm>
            <a:off x="3566869" y="4556461"/>
            <a:ext cx="424783" cy="424783"/>
            <a:chOff x="548638" y="3779215"/>
            <a:chExt cx="424783" cy="424783"/>
          </a:xfrm>
        </p:grpSpPr>
        <p:sp>
          <p:nvSpPr>
            <p:cNvPr id="91" name="Oval 90">
              <a:extLst>
                <a:ext uri="{FF2B5EF4-FFF2-40B4-BE49-F238E27FC236}">
                  <a16:creationId xmlns:a16="http://schemas.microsoft.com/office/drawing/2014/main" id="{FC1D7431-12DA-4B69-D471-1CA2A5F387F8}"/>
                </a:ext>
              </a:extLst>
            </p:cNvPr>
            <p:cNvSpPr/>
            <p:nvPr/>
          </p:nvSpPr>
          <p:spPr>
            <a:xfrm>
              <a:off x="548638" y="3779215"/>
              <a:ext cx="424783" cy="424783"/>
            </a:xfrm>
            <a:prstGeom prst="ellipse">
              <a:avLst/>
            </a:prstGeom>
            <a:solidFill>
              <a:srgbClr val="445469">
                <a:lumMod val="60000"/>
                <a:lumOff val="40000"/>
                <a:alpha val="42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1" b="0" i="0" u="none" strike="noStrike" kern="0" cap="none" spc="0" normalizeH="0" baseline="0" noProof="0">
                <a:ln>
                  <a:noFill/>
                </a:ln>
                <a:solidFill>
                  <a:srgbClr val="FFFFFF"/>
                </a:solidFill>
                <a:effectLst/>
                <a:uLnTx/>
                <a:uFillTx/>
                <a:latin typeface="Open Sans"/>
                <a:ea typeface="+mn-ea"/>
                <a:cs typeface="+mn-cs"/>
              </a:endParaRPr>
            </a:p>
          </p:txBody>
        </p:sp>
        <p:sp>
          <p:nvSpPr>
            <p:cNvPr id="92" name="Oval 91">
              <a:extLst>
                <a:ext uri="{FF2B5EF4-FFF2-40B4-BE49-F238E27FC236}">
                  <a16:creationId xmlns:a16="http://schemas.microsoft.com/office/drawing/2014/main" id="{61784D10-3A42-CC89-161F-DE7D1B267999}"/>
                </a:ext>
              </a:extLst>
            </p:cNvPr>
            <p:cNvSpPr/>
            <p:nvPr/>
          </p:nvSpPr>
          <p:spPr>
            <a:xfrm>
              <a:off x="652443" y="3882662"/>
              <a:ext cx="217170" cy="217170"/>
            </a:xfrm>
            <a:prstGeom prst="ellipse">
              <a:avLst/>
            </a:prstGeom>
            <a:gradFill>
              <a:gsLst>
                <a:gs pos="100000">
                  <a:srgbClr val="445469">
                    <a:lumMod val="60000"/>
                    <a:lumOff val="40000"/>
                  </a:srgbClr>
                </a:gs>
                <a:gs pos="0">
                  <a:srgbClr val="445469">
                    <a:lumMod val="75000"/>
                  </a:srgbClr>
                </a:gs>
              </a:gsLst>
              <a:lin ang="21000000" scaled="0"/>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200" b="0" i="0" u="none" strike="noStrike" kern="0" cap="none" spc="0" normalizeH="0" baseline="0" noProof="0">
                <a:ln>
                  <a:noFill/>
                </a:ln>
                <a:solidFill>
                  <a:srgbClr val="FFFFFF"/>
                </a:solidFill>
                <a:effectLst/>
                <a:uLnTx/>
                <a:uFillTx/>
                <a:latin typeface="Open Sans"/>
                <a:ea typeface="+mn-ea"/>
                <a:cs typeface="Poppins" pitchFamily="2" charset="77"/>
              </a:endParaRPr>
            </a:p>
          </p:txBody>
        </p:sp>
      </p:grpSp>
      <p:grpSp>
        <p:nvGrpSpPr>
          <p:cNvPr id="93" name="Group 92">
            <a:extLst>
              <a:ext uri="{FF2B5EF4-FFF2-40B4-BE49-F238E27FC236}">
                <a16:creationId xmlns:a16="http://schemas.microsoft.com/office/drawing/2014/main" id="{784EADCD-40E1-6C7F-0F9A-E039EAAA339C}"/>
              </a:ext>
            </a:extLst>
          </p:cNvPr>
          <p:cNvGrpSpPr/>
          <p:nvPr/>
        </p:nvGrpSpPr>
        <p:grpSpPr>
          <a:xfrm>
            <a:off x="5841172" y="4554199"/>
            <a:ext cx="424783" cy="424783"/>
            <a:chOff x="548638" y="3779215"/>
            <a:chExt cx="424783" cy="424783"/>
          </a:xfrm>
        </p:grpSpPr>
        <p:sp>
          <p:nvSpPr>
            <p:cNvPr id="94" name="Oval 93">
              <a:extLst>
                <a:ext uri="{FF2B5EF4-FFF2-40B4-BE49-F238E27FC236}">
                  <a16:creationId xmlns:a16="http://schemas.microsoft.com/office/drawing/2014/main" id="{379D5D9A-A287-959A-E600-97CEC625542A}"/>
                </a:ext>
              </a:extLst>
            </p:cNvPr>
            <p:cNvSpPr/>
            <p:nvPr/>
          </p:nvSpPr>
          <p:spPr>
            <a:xfrm>
              <a:off x="548638" y="3779215"/>
              <a:ext cx="424783" cy="424783"/>
            </a:xfrm>
            <a:prstGeom prst="ellipse">
              <a:avLst/>
            </a:prstGeom>
            <a:solidFill>
              <a:srgbClr val="445469">
                <a:lumMod val="60000"/>
                <a:lumOff val="40000"/>
                <a:alpha val="42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1" b="0" i="0" u="none" strike="noStrike" kern="0" cap="none" spc="0" normalizeH="0" baseline="0" noProof="0">
                <a:ln>
                  <a:noFill/>
                </a:ln>
                <a:solidFill>
                  <a:srgbClr val="FFFFFF"/>
                </a:solidFill>
                <a:effectLst/>
                <a:uLnTx/>
                <a:uFillTx/>
                <a:latin typeface="Open Sans"/>
                <a:ea typeface="+mn-ea"/>
                <a:cs typeface="+mn-cs"/>
              </a:endParaRPr>
            </a:p>
          </p:txBody>
        </p:sp>
        <p:sp>
          <p:nvSpPr>
            <p:cNvPr id="95" name="Oval 94">
              <a:extLst>
                <a:ext uri="{FF2B5EF4-FFF2-40B4-BE49-F238E27FC236}">
                  <a16:creationId xmlns:a16="http://schemas.microsoft.com/office/drawing/2014/main" id="{A68B9F8B-5283-6972-57C9-05FCD2D145DD}"/>
                </a:ext>
              </a:extLst>
            </p:cNvPr>
            <p:cNvSpPr/>
            <p:nvPr/>
          </p:nvSpPr>
          <p:spPr>
            <a:xfrm>
              <a:off x="652443" y="3882662"/>
              <a:ext cx="217170" cy="217170"/>
            </a:xfrm>
            <a:prstGeom prst="ellipse">
              <a:avLst/>
            </a:prstGeom>
            <a:gradFill>
              <a:gsLst>
                <a:gs pos="100000">
                  <a:srgbClr val="445469">
                    <a:lumMod val="60000"/>
                    <a:lumOff val="40000"/>
                  </a:srgbClr>
                </a:gs>
                <a:gs pos="0">
                  <a:srgbClr val="445469">
                    <a:lumMod val="75000"/>
                  </a:srgbClr>
                </a:gs>
              </a:gsLst>
              <a:lin ang="21000000" scaled="0"/>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200" b="0" i="0" u="none" strike="noStrike" kern="0" cap="none" spc="0" normalizeH="0" baseline="0" noProof="0">
                <a:ln>
                  <a:noFill/>
                </a:ln>
                <a:solidFill>
                  <a:srgbClr val="FFFFFF"/>
                </a:solidFill>
                <a:effectLst/>
                <a:uLnTx/>
                <a:uFillTx/>
                <a:latin typeface="Open Sans"/>
                <a:ea typeface="+mn-ea"/>
                <a:cs typeface="Poppins" pitchFamily="2" charset="77"/>
              </a:endParaRPr>
            </a:p>
          </p:txBody>
        </p:sp>
      </p:grpSp>
      <p:grpSp>
        <p:nvGrpSpPr>
          <p:cNvPr id="96" name="Group 95">
            <a:extLst>
              <a:ext uri="{FF2B5EF4-FFF2-40B4-BE49-F238E27FC236}">
                <a16:creationId xmlns:a16="http://schemas.microsoft.com/office/drawing/2014/main" id="{BC9E1310-642D-3360-FED2-A56BA2EE0D25}"/>
              </a:ext>
            </a:extLst>
          </p:cNvPr>
          <p:cNvGrpSpPr/>
          <p:nvPr/>
        </p:nvGrpSpPr>
        <p:grpSpPr>
          <a:xfrm>
            <a:off x="10406344" y="4549973"/>
            <a:ext cx="424783" cy="424783"/>
            <a:chOff x="548638" y="3779215"/>
            <a:chExt cx="424783" cy="424783"/>
          </a:xfrm>
        </p:grpSpPr>
        <p:sp>
          <p:nvSpPr>
            <p:cNvPr id="97" name="Oval 96">
              <a:extLst>
                <a:ext uri="{FF2B5EF4-FFF2-40B4-BE49-F238E27FC236}">
                  <a16:creationId xmlns:a16="http://schemas.microsoft.com/office/drawing/2014/main" id="{B90160F1-F580-5672-1CC7-A77356F7BA85}"/>
                </a:ext>
              </a:extLst>
            </p:cNvPr>
            <p:cNvSpPr/>
            <p:nvPr/>
          </p:nvSpPr>
          <p:spPr>
            <a:xfrm>
              <a:off x="548638" y="3779215"/>
              <a:ext cx="424783" cy="424783"/>
            </a:xfrm>
            <a:prstGeom prst="ellipse">
              <a:avLst/>
            </a:prstGeom>
            <a:solidFill>
              <a:srgbClr val="445469">
                <a:lumMod val="60000"/>
                <a:lumOff val="40000"/>
                <a:alpha val="42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1" b="0" i="0" u="none" strike="noStrike" kern="0" cap="none" spc="0" normalizeH="0" baseline="0" noProof="0">
                <a:ln>
                  <a:noFill/>
                </a:ln>
                <a:solidFill>
                  <a:srgbClr val="FFFFFF"/>
                </a:solidFill>
                <a:effectLst/>
                <a:uLnTx/>
                <a:uFillTx/>
                <a:latin typeface="Open Sans"/>
                <a:ea typeface="+mn-ea"/>
                <a:cs typeface="+mn-cs"/>
              </a:endParaRPr>
            </a:p>
          </p:txBody>
        </p:sp>
        <p:sp>
          <p:nvSpPr>
            <p:cNvPr id="98" name="Oval 97">
              <a:extLst>
                <a:ext uri="{FF2B5EF4-FFF2-40B4-BE49-F238E27FC236}">
                  <a16:creationId xmlns:a16="http://schemas.microsoft.com/office/drawing/2014/main" id="{F6573CF0-F380-0BF7-DD8F-5BC24EFB48EA}"/>
                </a:ext>
              </a:extLst>
            </p:cNvPr>
            <p:cNvSpPr/>
            <p:nvPr/>
          </p:nvSpPr>
          <p:spPr>
            <a:xfrm>
              <a:off x="652443" y="3882662"/>
              <a:ext cx="217170" cy="217170"/>
            </a:xfrm>
            <a:prstGeom prst="ellipse">
              <a:avLst/>
            </a:prstGeom>
            <a:gradFill>
              <a:gsLst>
                <a:gs pos="100000">
                  <a:srgbClr val="445469">
                    <a:lumMod val="60000"/>
                    <a:lumOff val="40000"/>
                  </a:srgbClr>
                </a:gs>
                <a:gs pos="0">
                  <a:srgbClr val="445469">
                    <a:lumMod val="75000"/>
                  </a:srgbClr>
                </a:gs>
              </a:gsLst>
              <a:lin ang="21000000" scaled="0"/>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200" b="0" i="0" u="none" strike="noStrike" kern="0" cap="none" spc="0" normalizeH="0" baseline="0" noProof="0">
                <a:ln>
                  <a:noFill/>
                </a:ln>
                <a:solidFill>
                  <a:srgbClr val="FFFFFF"/>
                </a:solidFill>
                <a:effectLst/>
                <a:uLnTx/>
                <a:uFillTx/>
                <a:latin typeface="Open Sans"/>
                <a:ea typeface="+mn-ea"/>
                <a:cs typeface="Poppins" pitchFamily="2" charset="77"/>
              </a:endParaRPr>
            </a:p>
          </p:txBody>
        </p:sp>
      </p:grpSp>
      <p:sp>
        <p:nvSpPr>
          <p:cNvPr id="99" name="Rectangle: Rounded Corners 98">
            <a:extLst>
              <a:ext uri="{FF2B5EF4-FFF2-40B4-BE49-F238E27FC236}">
                <a16:creationId xmlns:a16="http://schemas.microsoft.com/office/drawing/2014/main" id="{FAEAF912-558B-974F-CC35-43850C645FDB}"/>
              </a:ext>
            </a:extLst>
          </p:cNvPr>
          <p:cNvSpPr/>
          <p:nvPr/>
        </p:nvSpPr>
        <p:spPr>
          <a:xfrm>
            <a:off x="756508" y="2476363"/>
            <a:ext cx="1531391" cy="252189"/>
          </a:xfrm>
          <a:prstGeom prst="roundRect">
            <a:avLst>
              <a:gd name="adj" fmla="val 50000"/>
            </a:avLst>
          </a:prstGeom>
          <a:solidFill>
            <a:srgbClr val="FFFFFF"/>
          </a:solidFill>
          <a:ln w="12700" cap="flat" cmpd="sng" algn="ctr">
            <a:solidFill>
              <a:srgbClr val="0E98D7"/>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1400" b="1" i="0" u="none" strike="noStrike" kern="0" cap="none" spc="0" normalizeH="0" baseline="0" noProof="0" dirty="0">
                <a:ln>
                  <a:noFill/>
                </a:ln>
                <a:solidFill>
                  <a:srgbClr val="0E98D7"/>
                </a:solidFill>
                <a:effectLst/>
                <a:uLnTx/>
                <a:uFillTx/>
                <a:latin typeface="Poppins"/>
                <a:ea typeface="+mn-ea"/>
                <a:cs typeface="+mn-cs"/>
              </a:rPr>
              <a:t>Completed</a:t>
            </a:r>
          </a:p>
        </p:txBody>
      </p:sp>
      <p:sp>
        <p:nvSpPr>
          <p:cNvPr id="100" name="Rectangle: Rounded Corners 99">
            <a:extLst>
              <a:ext uri="{FF2B5EF4-FFF2-40B4-BE49-F238E27FC236}">
                <a16:creationId xmlns:a16="http://schemas.microsoft.com/office/drawing/2014/main" id="{205CE35A-ABD4-D1C4-8FCE-EEF7269441F2}"/>
              </a:ext>
            </a:extLst>
          </p:cNvPr>
          <p:cNvSpPr/>
          <p:nvPr/>
        </p:nvSpPr>
        <p:spPr>
          <a:xfrm>
            <a:off x="5260303" y="2476363"/>
            <a:ext cx="1531391" cy="252189"/>
          </a:xfrm>
          <a:prstGeom prst="roundRect">
            <a:avLst>
              <a:gd name="adj" fmla="val 50000"/>
            </a:avLst>
          </a:prstGeom>
          <a:solidFill>
            <a:srgbClr val="FFFFFF"/>
          </a:solidFill>
          <a:ln w="12700" cap="flat" cmpd="sng" algn="ctr">
            <a:solidFill>
              <a:srgbClr val="2EB88A"/>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1400" b="1" i="0" u="none" strike="noStrike" kern="0" cap="none" spc="0" normalizeH="0" baseline="0" noProof="0" dirty="0">
                <a:ln>
                  <a:noFill/>
                </a:ln>
                <a:solidFill>
                  <a:srgbClr val="2EB88A"/>
                </a:solidFill>
                <a:effectLst/>
                <a:uLnTx/>
                <a:uFillTx/>
                <a:latin typeface="Poppins"/>
                <a:ea typeface="+mn-ea"/>
                <a:cs typeface="+mn-cs"/>
              </a:rPr>
              <a:t>Ongoing</a:t>
            </a:r>
          </a:p>
        </p:txBody>
      </p:sp>
      <p:sp>
        <p:nvSpPr>
          <p:cNvPr id="101" name="Rectangle: Rounded Corners 100">
            <a:extLst>
              <a:ext uri="{FF2B5EF4-FFF2-40B4-BE49-F238E27FC236}">
                <a16:creationId xmlns:a16="http://schemas.microsoft.com/office/drawing/2014/main" id="{512422EA-0CA0-1592-91EB-526B28187BC2}"/>
              </a:ext>
            </a:extLst>
          </p:cNvPr>
          <p:cNvSpPr/>
          <p:nvPr/>
        </p:nvSpPr>
        <p:spPr>
          <a:xfrm>
            <a:off x="9796712" y="2474120"/>
            <a:ext cx="1531391" cy="252189"/>
          </a:xfrm>
          <a:prstGeom prst="roundRect">
            <a:avLst>
              <a:gd name="adj" fmla="val 50000"/>
            </a:avLst>
          </a:prstGeom>
          <a:solidFill>
            <a:srgbClr val="FFFFFF"/>
          </a:solidFill>
          <a:ln w="12700" cap="flat" cmpd="sng" algn="ctr">
            <a:solidFill>
              <a:srgbClr val="EE2B79"/>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1400" b="1" i="0" u="none" strike="noStrike" kern="0" cap="none" spc="0" normalizeH="0" baseline="0" noProof="0" dirty="0">
                <a:ln>
                  <a:noFill/>
                </a:ln>
                <a:solidFill>
                  <a:srgbClr val="EE2B79"/>
                </a:solidFill>
                <a:effectLst/>
                <a:uLnTx/>
                <a:uFillTx/>
                <a:latin typeface="Poppins"/>
                <a:ea typeface="+mn-ea"/>
                <a:cs typeface="+mn-cs"/>
              </a:rPr>
              <a:t>Upcoming</a:t>
            </a:r>
          </a:p>
        </p:txBody>
      </p:sp>
      <p:sp>
        <p:nvSpPr>
          <p:cNvPr id="102" name="Rectangle: Rounded Corners 101">
            <a:extLst>
              <a:ext uri="{FF2B5EF4-FFF2-40B4-BE49-F238E27FC236}">
                <a16:creationId xmlns:a16="http://schemas.microsoft.com/office/drawing/2014/main" id="{BD803622-DAF8-C578-60AA-273A2873AFD9}"/>
              </a:ext>
            </a:extLst>
          </p:cNvPr>
          <p:cNvSpPr/>
          <p:nvPr/>
        </p:nvSpPr>
        <p:spPr>
          <a:xfrm>
            <a:off x="3022574" y="2480552"/>
            <a:ext cx="1531391" cy="252189"/>
          </a:xfrm>
          <a:prstGeom prst="roundRect">
            <a:avLst>
              <a:gd name="adj" fmla="val 50000"/>
            </a:avLst>
          </a:prstGeom>
          <a:solidFill>
            <a:srgbClr val="FFFFFF"/>
          </a:solidFill>
          <a:ln w="12700" cap="flat" cmpd="sng" algn="ctr">
            <a:solidFill>
              <a:srgbClr val="0E98D7"/>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1400" b="1" i="0" u="none" strike="noStrike" kern="0" cap="none" spc="0" normalizeH="0" baseline="0" noProof="0" dirty="0">
                <a:ln>
                  <a:noFill/>
                </a:ln>
                <a:solidFill>
                  <a:srgbClr val="0E98D7"/>
                </a:solidFill>
                <a:effectLst/>
                <a:uLnTx/>
                <a:uFillTx/>
                <a:latin typeface="Poppins"/>
                <a:ea typeface="+mn-ea"/>
                <a:cs typeface="+mn-cs"/>
              </a:rPr>
              <a:t>Completed</a:t>
            </a:r>
          </a:p>
        </p:txBody>
      </p:sp>
      <p:sp>
        <p:nvSpPr>
          <p:cNvPr id="103" name="Text 50">
            <a:extLst>
              <a:ext uri="{FF2B5EF4-FFF2-40B4-BE49-F238E27FC236}">
                <a16:creationId xmlns:a16="http://schemas.microsoft.com/office/drawing/2014/main" id="{57EE88F4-1B39-2A0F-F136-F0E228FB984B}"/>
              </a:ext>
            </a:extLst>
          </p:cNvPr>
          <p:cNvSpPr/>
          <p:nvPr/>
        </p:nvSpPr>
        <p:spPr>
          <a:xfrm>
            <a:off x="7139400" y="3071974"/>
            <a:ext cx="2437463" cy="731520"/>
          </a:xfrm>
          <a:prstGeom prst="rect">
            <a:avLst/>
          </a:prstGeom>
          <a:noFill/>
          <a:ln/>
        </p:spPr>
        <p:txBody>
          <a:bodyPr wrap="square"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445469"/>
                </a:solidFill>
                <a:effectLst/>
                <a:uLnTx/>
                <a:uFillTx/>
                <a:latin typeface="Poppins"/>
                <a:ea typeface="Open Sans" pitchFamily="34" charset="-122"/>
                <a:cs typeface="Open Sans" pitchFamily="34" charset="-120"/>
              </a:rPr>
              <a:t>Pre-ECI </a:t>
            </a:r>
            <a:r>
              <a:rPr kumimoji="0" lang="en-US" sz="1200" b="0" i="0" u="none" strike="noStrike" kern="1200" cap="none" spc="0" normalizeH="0" baseline="0" noProof="0" dirty="0">
                <a:ln>
                  <a:noFill/>
                </a:ln>
                <a:solidFill>
                  <a:srgbClr val="445469"/>
                </a:solidFill>
                <a:effectLst/>
                <a:uLnTx/>
                <a:uFillTx/>
                <a:latin typeface="Open Sans"/>
                <a:ea typeface="Open Sans" pitchFamily="34" charset="-122"/>
                <a:cs typeface="Open Sans" pitchFamily="34" charset="-120"/>
              </a:rPr>
              <a:t>• </a:t>
            </a:r>
            <a:r>
              <a:rPr kumimoji="0" lang="en-US" sz="1200" b="0" i="0" u="none" strike="noStrike" kern="1200" cap="none" spc="0" normalizeH="0" baseline="0" noProof="0" dirty="0">
                <a:ln>
                  <a:noFill/>
                </a:ln>
                <a:solidFill>
                  <a:srgbClr val="445469"/>
                </a:solidFill>
                <a:effectLst/>
                <a:uLnTx/>
                <a:uFillTx/>
                <a:latin typeface="Poppins"/>
                <a:ea typeface="Open Sans" pitchFamily="34" charset="-122"/>
                <a:cs typeface="Open Sans" pitchFamily="34" charset="-120"/>
              </a:rPr>
              <a:t>December</a:t>
            </a:r>
          </a:p>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445469"/>
                </a:solidFill>
                <a:effectLst/>
                <a:uLnTx/>
                <a:uFillTx/>
                <a:latin typeface="Poppins"/>
                <a:ea typeface="Open Sans" pitchFamily="34" charset="-122"/>
                <a:cs typeface="Open Sans" pitchFamily="34" charset="-120"/>
              </a:rPr>
              <a:t>JV Alignment &amp; Strategy Foundation Sessions</a:t>
            </a:r>
          </a:p>
        </p:txBody>
      </p:sp>
      <p:cxnSp>
        <p:nvCxnSpPr>
          <p:cNvPr id="104" name="Straight Connector 103">
            <a:extLst>
              <a:ext uri="{FF2B5EF4-FFF2-40B4-BE49-F238E27FC236}">
                <a16:creationId xmlns:a16="http://schemas.microsoft.com/office/drawing/2014/main" id="{FE2565A4-0587-7E8C-6A4D-EBA3E935777E}"/>
              </a:ext>
            </a:extLst>
          </p:cNvPr>
          <p:cNvCxnSpPr>
            <a:cxnSpLocks/>
          </p:cNvCxnSpPr>
          <p:nvPr/>
        </p:nvCxnSpPr>
        <p:spPr>
          <a:xfrm>
            <a:off x="8362343" y="3956906"/>
            <a:ext cx="2" cy="590721"/>
          </a:xfrm>
          <a:prstGeom prst="line">
            <a:avLst/>
          </a:prstGeom>
          <a:noFill/>
          <a:ln w="6350" cap="flat" cmpd="sng" algn="ctr">
            <a:solidFill>
              <a:srgbClr val="445469"/>
            </a:solidFill>
            <a:prstDash val="solid"/>
            <a:miter lim="800000"/>
          </a:ln>
          <a:effectLst/>
        </p:spPr>
      </p:cxnSp>
      <p:grpSp>
        <p:nvGrpSpPr>
          <p:cNvPr id="105" name="Group 104">
            <a:extLst>
              <a:ext uri="{FF2B5EF4-FFF2-40B4-BE49-F238E27FC236}">
                <a16:creationId xmlns:a16="http://schemas.microsoft.com/office/drawing/2014/main" id="{FC2E4F68-AF2B-C016-6D7B-C439F458ACAD}"/>
              </a:ext>
            </a:extLst>
          </p:cNvPr>
          <p:cNvGrpSpPr/>
          <p:nvPr/>
        </p:nvGrpSpPr>
        <p:grpSpPr>
          <a:xfrm>
            <a:off x="8145742" y="4556461"/>
            <a:ext cx="424783" cy="424783"/>
            <a:chOff x="548638" y="3779215"/>
            <a:chExt cx="424783" cy="424783"/>
          </a:xfrm>
        </p:grpSpPr>
        <p:sp>
          <p:nvSpPr>
            <p:cNvPr id="106" name="Oval 105">
              <a:extLst>
                <a:ext uri="{FF2B5EF4-FFF2-40B4-BE49-F238E27FC236}">
                  <a16:creationId xmlns:a16="http://schemas.microsoft.com/office/drawing/2014/main" id="{7D4F6B6C-6778-E88C-3A1D-8CBEF9AC785A}"/>
                </a:ext>
              </a:extLst>
            </p:cNvPr>
            <p:cNvSpPr/>
            <p:nvPr/>
          </p:nvSpPr>
          <p:spPr>
            <a:xfrm>
              <a:off x="548638" y="3779215"/>
              <a:ext cx="424783" cy="424783"/>
            </a:xfrm>
            <a:prstGeom prst="ellipse">
              <a:avLst/>
            </a:prstGeom>
            <a:solidFill>
              <a:srgbClr val="445469">
                <a:lumMod val="60000"/>
                <a:lumOff val="40000"/>
                <a:alpha val="42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1" b="0" i="0" u="none" strike="noStrike" kern="0" cap="none" spc="0" normalizeH="0" baseline="0" noProof="0">
                <a:ln>
                  <a:noFill/>
                </a:ln>
                <a:solidFill>
                  <a:srgbClr val="FFFFFF"/>
                </a:solidFill>
                <a:effectLst/>
                <a:uLnTx/>
                <a:uFillTx/>
                <a:latin typeface="Open Sans"/>
                <a:ea typeface="+mn-ea"/>
                <a:cs typeface="+mn-cs"/>
              </a:endParaRPr>
            </a:p>
          </p:txBody>
        </p:sp>
        <p:sp>
          <p:nvSpPr>
            <p:cNvPr id="107" name="Oval 106">
              <a:extLst>
                <a:ext uri="{FF2B5EF4-FFF2-40B4-BE49-F238E27FC236}">
                  <a16:creationId xmlns:a16="http://schemas.microsoft.com/office/drawing/2014/main" id="{28846AF6-EAD2-51E8-8C6F-979E319D1801}"/>
                </a:ext>
              </a:extLst>
            </p:cNvPr>
            <p:cNvSpPr/>
            <p:nvPr/>
          </p:nvSpPr>
          <p:spPr>
            <a:xfrm>
              <a:off x="652443" y="3882662"/>
              <a:ext cx="217170" cy="217170"/>
            </a:xfrm>
            <a:prstGeom prst="ellipse">
              <a:avLst/>
            </a:prstGeom>
            <a:gradFill>
              <a:gsLst>
                <a:gs pos="100000">
                  <a:srgbClr val="445469">
                    <a:lumMod val="60000"/>
                    <a:lumOff val="40000"/>
                  </a:srgbClr>
                </a:gs>
                <a:gs pos="0">
                  <a:srgbClr val="445469">
                    <a:lumMod val="75000"/>
                  </a:srgbClr>
                </a:gs>
              </a:gsLst>
              <a:lin ang="21000000" scaled="0"/>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200" b="0" i="0" u="none" strike="noStrike" kern="0" cap="none" spc="0" normalizeH="0" baseline="0" noProof="0">
                <a:ln>
                  <a:noFill/>
                </a:ln>
                <a:solidFill>
                  <a:srgbClr val="FFFFFF"/>
                </a:solidFill>
                <a:effectLst/>
                <a:uLnTx/>
                <a:uFillTx/>
                <a:latin typeface="Open Sans"/>
                <a:ea typeface="+mn-ea"/>
                <a:cs typeface="Poppins" pitchFamily="2" charset="77"/>
              </a:endParaRPr>
            </a:p>
          </p:txBody>
        </p:sp>
      </p:grpSp>
      <p:sp>
        <p:nvSpPr>
          <p:cNvPr id="108" name="Rectangle: Rounded Corners 107">
            <a:extLst>
              <a:ext uri="{FF2B5EF4-FFF2-40B4-BE49-F238E27FC236}">
                <a16:creationId xmlns:a16="http://schemas.microsoft.com/office/drawing/2014/main" id="{9D21E29D-E2E0-9635-51F3-9CBD0C8D92A6}"/>
              </a:ext>
            </a:extLst>
          </p:cNvPr>
          <p:cNvSpPr/>
          <p:nvPr/>
        </p:nvSpPr>
        <p:spPr>
          <a:xfrm>
            <a:off x="7526369" y="2479156"/>
            <a:ext cx="1531391" cy="252189"/>
          </a:xfrm>
          <a:prstGeom prst="roundRect">
            <a:avLst>
              <a:gd name="adj" fmla="val 50000"/>
            </a:avLst>
          </a:prstGeom>
          <a:solidFill>
            <a:srgbClr val="FFFFFF"/>
          </a:solidFill>
          <a:ln w="12700" cap="flat" cmpd="sng" algn="ctr">
            <a:solidFill>
              <a:srgbClr val="EE2B79"/>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1400" b="1" i="0" u="none" strike="noStrike" kern="0" cap="none" spc="0" normalizeH="0" baseline="0" noProof="0" dirty="0">
                <a:ln>
                  <a:noFill/>
                </a:ln>
                <a:solidFill>
                  <a:srgbClr val="EE2B79"/>
                </a:solidFill>
                <a:effectLst/>
                <a:uLnTx/>
                <a:uFillTx/>
                <a:latin typeface="Poppins"/>
                <a:ea typeface="+mn-ea"/>
                <a:cs typeface="+mn-cs"/>
              </a:rPr>
              <a:t>Upcoming</a:t>
            </a:r>
          </a:p>
        </p:txBody>
      </p:sp>
      <p:sp>
        <p:nvSpPr>
          <p:cNvPr id="109" name="Text 0">
            <a:extLst>
              <a:ext uri="{FF2B5EF4-FFF2-40B4-BE49-F238E27FC236}">
                <a16:creationId xmlns:a16="http://schemas.microsoft.com/office/drawing/2014/main" id="{49865999-52B8-82D6-7B2E-39DDCDEAA3B8}"/>
              </a:ext>
            </a:extLst>
          </p:cNvPr>
          <p:cNvSpPr txBox="1">
            <a:spLocks/>
          </p:cNvSpPr>
          <p:nvPr/>
        </p:nvSpPr>
        <p:spPr>
          <a:xfrm>
            <a:off x="548640" y="658368"/>
            <a:ext cx="11094415" cy="640080"/>
          </a:xfrm>
          <a:prstGeom prst="rect">
            <a:avLst/>
          </a:prstGeom>
          <a:noFill/>
          <a:ln/>
        </p:spPr>
        <p:txBody>
          <a:bodyPr wrap="square" lIns="0" tIns="0" rIns="0" bIns="0" rtlCol="0" anchor="t"/>
          <a:lstStyle>
            <a:lvl1pPr marL="0" indent="0" algn="l" defTabSz="914400" rtl="0" eaLnBrk="1" latinLnBrk="0" hangingPunct="1">
              <a:spcBef>
                <a:spcPct val="0"/>
              </a:spcBef>
              <a:buNone/>
              <a:defRPr lang="en-US" sz="2800" b="1" kern="1200" dirty="0">
                <a:solidFill>
                  <a:schemeClr val="tx1"/>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2800" b="1" i="0" u="none" strike="noStrike" kern="1200" cap="none" spc="0" normalizeH="0" baseline="0" noProof="0" dirty="0">
                <a:ln>
                  <a:noFill/>
                </a:ln>
                <a:solidFill>
                  <a:srgbClr val="3D3C3C"/>
                </a:solidFill>
                <a:effectLst/>
                <a:uLnTx/>
                <a:uFillTx/>
                <a:latin typeface="Poppins"/>
                <a:ea typeface="+mj-ea"/>
                <a:cs typeface="+mj-cs"/>
              </a:rPr>
              <a:t>Our support will focus largely on the C&amp;V and ECI Phase</a:t>
            </a:r>
          </a:p>
        </p:txBody>
      </p:sp>
    </p:spTree>
    <p:extLst>
      <p:ext uri="{BB962C8B-B14F-4D97-AF65-F5344CB8AC3E}">
        <p14:creationId xmlns:p14="http://schemas.microsoft.com/office/powerpoint/2010/main" val="17640871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a:spLocks noGrp="1"/>
          </p:cNvSpPr>
          <p:nvPr>
            <p:ph type="title" idx="101" hasCustomPrompt="1"/>
          </p:nvPr>
        </p:nvSpPr>
        <p:spPr>
          <a:xfrm>
            <a:off x="548640" y="658368"/>
            <a:ext cx="11094415" cy="640080"/>
          </a:xfrm>
          <a:prstGeom prst="rect">
            <a:avLst/>
          </a:prstGeom>
          <a:noFill/>
          <a:ln/>
        </p:spPr>
        <p:txBody>
          <a:bodyPr wrap="square" lIns="0" tIns="0" rIns="0" bIns="0" rtlCol="0" anchor="t"/>
          <a:lstStyle/>
          <a:p>
            <a:pPr marL="0" indent="0" algn="l">
              <a:buNone/>
            </a:pPr>
            <a:r>
              <a:rPr lang="en-US" sz="2800" b="1" dirty="0">
                <a:solidFill>
                  <a:schemeClr val="tx1"/>
                </a:solidFill>
              </a:rPr>
              <a:t>The majority of our </a:t>
            </a:r>
            <a:r>
              <a:rPr lang="en-US" dirty="0"/>
              <a:t>budget will be focused in the E</a:t>
            </a:r>
            <a:r>
              <a:rPr lang="en-US" sz="2800" b="1" dirty="0">
                <a:solidFill>
                  <a:schemeClr val="tx1"/>
                </a:solidFill>
              </a:rPr>
              <a:t>CI Phase</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2481931631"/>
              </p:ext>
            </p:extLst>
          </p:nvPr>
        </p:nvGraphicFramePr>
        <p:xfrm>
          <a:off x="548640" y="1463040"/>
          <a:ext cx="7772400" cy="4608576"/>
        </p:xfrm>
        <a:graphic>
          <a:graphicData uri="http://schemas.openxmlformats.org/drawingml/2006/table">
            <a:tbl>
              <a:tblPr/>
              <a:tblGrid>
                <a:gridCol w="448056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tblGrid>
              <a:tr h="256032">
                <a:tc>
                  <a:txBody>
                    <a:bodyPr/>
                    <a:lstStyle/>
                    <a:p>
                      <a:pPr marL="0" indent="0" algn="l">
                        <a:buNone/>
                      </a:pPr>
                      <a:r>
                        <a:rPr lang="en-US" sz="1050" b="1" dirty="0">
                          <a:solidFill>
                            <a:srgbClr val="FFFFFF"/>
                          </a:solidFill>
                        </a:rPr>
                        <a:t>Project steps</a:t>
                      </a:r>
                      <a:endParaRPr lang="en-US" sz="1050" dirty="0"/>
                    </a:p>
                  </a:txBody>
                  <a:tcPr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solidFill>
                      <a:srgbClr val="3D3C3C"/>
                    </a:solidFill>
                  </a:tcPr>
                </a:tc>
                <a:tc>
                  <a:txBody>
                    <a:bodyPr/>
                    <a:lstStyle/>
                    <a:p>
                      <a:pPr marL="0" indent="0" algn="r">
                        <a:buNone/>
                      </a:pPr>
                      <a:r>
                        <a:rPr lang="en-US" sz="1050" b="1" dirty="0">
                          <a:solidFill>
                            <a:srgbClr val="FFFFFF"/>
                          </a:solidFill>
                        </a:rPr>
                        <a:t>Investment (excl. GST)</a:t>
                      </a:r>
                      <a:endParaRPr lang="en-US" sz="1050" dirty="0"/>
                    </a:p>
                  </a:txBody>
                  <a:tcPr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solidFill>
                      <a:srgbClr val="3D3C3C"/>
                    </a:solidFill>
                  </a:tcPr>
                </a:tc>
                <a:extLst>
                  <a:ext uri="{0D108BD9-81ED-4DB2-BD59-A6C34878D82A}">
                    <a16:rowId xmlns:a16="http://schemas.microsoft.com/office/drawing/2014/main" val="10000"/>
                  </a:ext>
                </a:extLst>
              </a:tr>
              <a:tr h="256032">
                <a:tc gridSpan="2">
                  <a:txBody>
                    <a:bodyPr/>
                    <a:lstStyle/>
                    <a:p>
                      <a:pPr marL="0" indent="0">
                        <a:buNone/>
                      </a:pPr>
                      <a:r>
                        <a:rPr lang="en-US" sz="1050" b="1" dirty="0">
                          <a:solidFill>
                            <a:srgbClr val="3D3C3C"/>
                          </a:solidFill>
                        </a:rPr>
                        <a:t>Pre-ECI: Interactive Preparation</a:t>
                      </a:r>
                      <a:endParaRPr lang="en-US" sz="1050" dirty="0"/>
                    </a:p>
                  </a:txBody>
                  <a:tcPr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solidFill>
                      <a:srgbClr val="E5E6EB"/>
                    </a:solidFill>
                  </a:tcPr>
                </a:tc>
                <a:tc hMerge="1">
                  <a:txBody>
                    <a:bodyPr/>
                    <a:lstStyle/>
                    <a:p>
                      <a:endParaRPr lang="en-US"/>
                    </a:p>
                  </a:txBody>
                  <a:tcPr/>
                </a:tc>
                <a:extLst>
                  <a:ext uri="{0D108BD9-81ED-4DB2-BD59-A6C34878D82A}">
                    <a16:rowId xmlns:a16="http://schemas.microsoft.com/office/drawing/2014/main" val="10001"/>
                  </a:ext>
                </a:extLst>
              </a:tr>
              <a:tr h="256032">
                <a:tc>
                  <a:txBody>
                    <a:bodyPr/>
                    <a:lstStyle/>
                    <a:p>
                      <a:pPr marL="0" indent="0">
                        <a:buNone/>
                      </a:pPr>
                      <a:r>
                        <a:rPr lang="en-US" sz="1050" dirty="0">
                          <a:solidFill>
                            <a:srgbClr val="9A9DA3"/>
                          </a:solidFill>
                        </a:rPr>
                        <a:t>Virtual team introduction and alignment session</a:t>
                      </a:r>
                      <a:endParaRPr lang="en-US" sz="1050" dirty="0"/>
                    </a:p>
                  </a:txBody>
                  <a:tcPr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tcPr>
                </a:tc>
                <a:tc rowSpan="3">
                  <a:txBody>
                    <a:bodyPr/>
                    <a:lstStyle/>
                    <a:p>
                      <a:pPr marL="0" indent="0" algn="r">
                        <a:buNone/>
                      </a:pPr>
                      <a:r>
                        <a:rPr lang="en-US" sz="1050" dirty="0">
                          <a:solidFill>
                            <a:srgbClr val="9A9DA3"/>
                          </a:solidFill>
                        </a:rPr>
                        <a:t>Reduced to $10,000 for goodwill (paid separately to this contract)</a:t>
                      </a:r>
                      <a:endParaRPr lang="en-US" sz="1050" dirty="0"/>
                    </a:p>
                  </a:txBody>
                  <a:tcPr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tcPr>
                </a:tc>
                <a:extLst>
                  <a:ext uri="{0D108BD9-81ED-4DB2-BD59-A6C34878D82A}">
                    <a16:rowId xmlns:a16="http://schemas.microsoft.com/office/drawing/2014/main" val="10002"/>
                  </a:ext>
                </a:extLst>
              </a:tr>
              <a:tr h="256032">
                <a:tc>
                  <a:txBody>
                    <a:bodyPr/>
                    <a:lstStyle/>
                    <a:p>
                      <a:pPr marL="0" indent="0">
                        <a:buNone/>
                      </a:pPr>
                      <a:r>
                        <a:rPr lang="en-US" sz="1050" dirty="0">
                          <a:solidFill>
                            <a:srgbClr val="9A9DA3"/>
                          </a:solidFill>
                        </a:rPr>
                        <a:t>Pre-interactive team alignment session</a:t>
                      </a:r>
                      <a:endParaRPr lang="en-US" sz="1050" dirty="0"/>
                    </a:p>
                  </a:txBody>
                  <a:tcPr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tcPr>
                </a:tc>
                <a:tc vMerge="1">
                  <a:txBody>
                    <a:bodyPr/>
                    <a:lstStyle/>
                    <a:p>
                      <a:endParaRPr lang="en-US"/>
                    </a:p>
                  </a:txBody>
                  <a:tcPr/>
                </a:tc>
                <a:extLst>
                  <a:ext uri="{0D108BD9-81ED-4DB2-BD59-A6C34878D82A}">
                    <a16:rowId xmlns:a16="http://schemas.microsoft.com/office/drawing/2014/main" val="10003"/>
                  </a:ext>
                </a:extLst>
              </a:tr>
              <a:tr h="256032">
                <a:tc>
                  <a:txBody>
                    <a:bodyPr/>
                    <a:lstStyle/>
                    <a:p>
                      <a:pPr marL="0" indent="0">
                        <a:buNone/>
                      </a:pPr>
                      <a:r>
                        <a:rPr lang="en-US" sz="1050" dirty="0">
                          <a:solidFill>
                            <a:srgbClr val="9A9DA3"/>
                          </a:solidFill>
                        </a:rPr>
                        <a:t>Eight-step interactive preparation process</a:t>
                      </a:r>
                      <a:endParaRPr lang="en-US" sz="1050" dirty="0"/>
                    </a:p>
                  </a:txBody>
                  <a:tcPr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tcPr>
                </a:tc>
                <a:tc vMerge="1">
                  <a:txBody>
                    <a:bodyPr/>
                    <a:lstStyle/>
                    <a:p>
                      <a:endParaRPr lang="en-US"/>
                    </a:p>
                  </a:txBody>
                  <a:tcPr/>
                </a:tc>
                <a:extLst>
                  <a:ext uri="{0D108BD9-81ED-4DB2-BD59-A6C34878D82A}">
                    <a16:rowId xmlns:a16="http://schemas.microsoft.com/office/drawing/2014/main" val="10004"/>
                  </a:ext>
                </a:extLst>
              </a:tr>
              <a:tr h="256032">
                <a:tc>
                  <a:txBody>
                    <a:bodyPr/>
                    <a:lstStyle/>
                    <a:p>
                      <a:pPr marL="0" indent="0">
                        <a:buNone/>
                      </a:pPr>
                      <a:r>
                        <a:rPr lang="en-US" sz="1050" dirty="0">
                          <a:solidFill>
                            <a:srgbClr val="3D3C3C"/>
                          </a:solidFill>
                        </a:rPr>
                        <a:t>Presentation coaching</a:t>
                      </a:r>
                      <a:endParaRPr lang="en-US" sz="1050" dirty="0"/>
                    </a:p>
                  </a:txBody>
                  <a:tcPr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tcPr>
                </a:tc>
                <a:tc>
                  <a:txBody>
                    <a:bodyPr/>
                    <a:lstStyle/>
                    <a:p>
                      <a:pPr marL="0" indent="0" algn="r">
                        <a:buNone/>
                      </a:pPr>
                      <a:r>
                        <a:rPr lang="en-US" sz="1050" dirty="0">
                          <a:solidFill>
                            <a:srgbClr val="3D3C3C"/>
                          </a:solidFill>
                        </a:rPr>
                        <a:t>$15,000 ($5,000 each)</a:t>
                      </a:r>
                      <a:endParaRPr lang="en-US" sz="1050" dirty="0"/>
                    </a:p>
                  </a:txBody>
                  <a:tcPr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tcPr>
                </a:tc>
                <a:extLst>
                  <a:ext uri="{0D108BD9-81ED-4DB2-BD59-A6C34878D82A}">
                    <a16:rowId xmlns:a16="http://schemas.microsoft.com/office/drawing/2014/main" val="10005"/>
                  </a:ext>
                </a:extLst>
              </a:tr>
              <a:tr h="256032">
                <a:tc gridSpan="2">
                  <a:txBody>
                    <a:bodyPr/>
                    <a:lstStyle/>
                    <a:p>
                      <a:pPr marL="0" indent="0">
                        <a:buNone/>
                      </a:pPr>
                      <a:r>
                        <a:rPr lang="en-US" sz="1050" b="1" dirty="0">
                          <a:solidFill>
                            <a:srgbClr val="3D3C3C"/>
                          </a:solidFill>
                        </a:rPr>
                        <a:t>Foundation Sessions</a:t>
                      </a:r>
                      <a:endParaRPr lang="en-US" sz="1050" dirty="0"/>
                    </a:p>
                  </a:txBody>
                  <a:tcPr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solidFill>
                      <a:srgbClr val="E5E6EB"/>
                    </a:solidFill>
                  </a:tcPr>
                </a:tc>
                <a:tc hMerge="1">
                  <a:txBody>
                    <a:bodyPr/>
                    <a:lstStyle/>
                    <a:p>
                      <a:endParaRPr lang="en-US"/>
                    </a:p>
                  </a:txBody>
                  <a:tcPr/>
                </a:tc>
                <a:extLst>
                  <a:ext uri="{0D108BD9-81ED-4DB2-BD59-A6C34878D82A}">
                    <a16:rowId xmlns:a16="http://schemas.microsoft.com/office/drawing/2014/main" val="10006"/>
                  </a:ext>
                </a:extLst>
              </a:tr>
              <a:tr h="256032">
                <a:tc>
                  <a:txBody>
                    <a:bodyPr/>
                    <a:lstStyle/>
                    <a:p>
                      <a:pPr marL="0" indent="0">
                        <a:buNone/>
                      </a:pPr>
                      <a:r>
                        <a:rPr lang="en-US" sz="1050" dirty="0">
                          <a:solidFill>
                            <a:srgbClr val="3D3C3C"/>
                          </a:solidFill>
                        </a:rPr>
                        <a:t>Strategy to Win Workshop</a:t>
                      </a:r>
                      <a:endParaRPr lang="en-US" sz="1050" dirty="0"/>
                    </a:p>
                  </a:txBody>
                  <a:tcPr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tcPr>
                </a:tc>
                <a:tc>
                  <a:txBody>
                    <a:bodyPr/>
                    <a:lstStyle/>
                    <a:p>
                      <a:pPr marL="0" indent="0" algn="r">
                        <a:buNone/>
                      </a:pPr>
                      <a:r>
                        <a:rPr lang="en-US" sz="1050" dirty="0">
                          <a:solidFill>
                            <a:srgbClr val="3D3C3C"/>
                          </a:solidFill>
                        </a:rPr>
                        <a:t>$23,000</a:t>
                      </a:r>
                      <a:endParaRPr lang="en-US" sz="1050" dirty="0"/>
                    </a:p>
                  </a:txBody>
                  <a:tcPr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tcPr>
                </a:tc>
                <a:extLst>
                  <a:ext uri="{0D108BD9-81ED-4DB2-BD59-A6C34878D82A}">
                    <a16:rowId xmlns:a16="http://schemas.microsoft.com/office/drawing/2014/main" val="10007"/>
                  </a:ext>
                </a:extLst>
              </a:tr>
              <a:tr h="256032">
                <a:tc>
                  <a:txBody>
                    <a:bodyPr/>
                    <a:lstStyle/>
                    <a:p>
                      <a:pPr marL="0" indent="0">
                        <a:buNone/>
                      </a:pPr>
                      <a:r>
                        <a:rPr lang="en-US" sz="1050" dirty="0">
                          <a:solidFill>
                            <a:srgbClr val="3D3C3C"/>
                          </a:solidFill>
                        </a:rPr>
                        <a:t>Culture Workshop </a:t>
                      </a:r>
                      <a:endParaRPr lang="en-US" sz="1050" dirty="0"/>
                    </a:p>
                  </a:txBody>
                  <a:tcPr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tcPr>
                </a:tc>
                <a:tc>
                  <a:txBody>
                    <a:bodyPr/>
                    <a:lstStyle/>
                    <a:p>
                      <a:pPr marL="0" indent="0" algn="r">
                        <a:buNone/>
                      </a:pPr>
                      <a:r>
                        <a:rPr lang="en-US" sz="1050" dirty="0">
                          <a:solidFill>
                            <a:srgbClr val="3D3C3C"/>
                          </a:solidFill>
                        </a:rPr>
                        <a:t>$23,000</a:t>
                      </a:r>
                      <a:endParaRPr lang="en-US" sz="1050" dirty="0"/>
                    </a:p>
                  </a:txBody>
                  <a:tcPr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tcPr>
                </a:tc>
                <a:extLst>
                  <a:ext uri="{0D108BD9-81ED-4DB2-BD59-A6C34878D82A}">
                    <a16:rowId xmlns:a16="http://schemas.microsoft.com/office/drawing/2014/main" val="10008"/>
                  </a:ext>
                </a:extLst>
              </a:tr>
              <a:tr h="25603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3D3C3C"/>
                          </a:solidFill>
                          <a:effectLst/>
                          <a:uLnTx/>
                          <a:uFillTx/>
                          <a:latin typeface="+mn-lt"/>
                          <a:ea typeface="+mn-ea"/>
                          <a:cs typeface="+mn-cs"/>
                        </a:rPr>
                        <a:t>Reflection and JV Alignment Workshop</a:t>
                      </a:r>
                    </a:p>
                  </a:txBody>
                  <a:tcPr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tcPr>
                </a:tc>
                <a:tc>
                  <a:txBody>
                    <a:bodyPr/>
                    <a:lstStyle/>
                    <a:p>
                      <a:pPr marL="0" indent="0" algn="r">
                        <a:buNone/>
                      </a:pPr>
                      <a:r>
                        <a:rPr lang="en-US" sz="1050" dirty="0"/>
                        <a:t>$23,000</a:t>
                      </a:r>
                    </a:p>
                  </a:txBody>
                  <a:tcPr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tcPr>
                </a:tc>
                <a:extLst>
                  <a:ext uri="{0D108BD9-81ED-4DB2-BD59-A6C34878D82A}">
                    <a16:rowId xmlns:a16="http://schemas.microsoft.com/office/drawing/2014/main" val="2865748747"/>
                  </a:ext>
                </a:extLst>
              </a:tr>
              <a:tr h="256032">
                <a:tc>
                  <a:txBody>
                    <a:bodyPr/>
                    <a:lstStyle/>
                    <a:p>
                      <a:pPr marL="0" indent="0">
                        <a:buNone/>
                      </a:pPr>
                      <a:r>
                        <a:rPr lang="en-US" sz="1050" dirty="0">
                          <a:solidFill>
                            <a:srgbClr val="3D3C3C"/>
                          </a:solidFill>
                        </a:rPr>
                        <a:t>Interactive Readiness and Roleplay</a:t>
                      </a:r>
                      <a:endParaRPr lang="en-US" sz="1050" dirty="0"/>
                    </a:p>
                  </a:txBody>
                  <a:tcPr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tcPr>
                </a:tc>
                <a:tc>
                  <a:txBody>
                    <a:bodyPr/>
                    <a:lstStyle/>
                    <a:p>
                      <a:pPr marL="0" indent="0" algn="r">
                        <a:buNone/>
                      </a:pPr>
                      <a:r>
                        <a:rPr lang="en-US" sz="1050" dirty="0">
                          <a:solidFill>
                            <a:srgbClr val="3D3C3C"/>
                          </a:solidFill>
                        </a:rPr>
                        <a:t>$11,500</a:t>
                      </a:r>
                      <a:endParaRPr lang="en-US" sz="1050" dirty="0"/>
                    </a:p>
                  </a:txBody>
                  <a:tcPr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tcPr>
                </a:tc>
                <a:extLst>
                  <a:ext uri="{0D108BD9-81ED-4DB2-BD59-A6C34878D82A}">
                    <a16:rowId xmlns:a16="http://schemas.microsoft.com/office/drawing/2014/main" val="10009"/>
                  </a:ext>
                </a:extLst>
              </a:tr>
              <a:tr h="256032">
                <a:tc gridSpan="2">
                  <a:txBody>
                    <a:bodyPr/>
                    <a:lstStyle/>
                    <a:p>
                      <a:pPr marL="0" indent="0">
                        <a:buNone/>
                      </a:pPr>
                      <a:r>
                        <a:rPr lang="en-US" sz="1050" b="1" dirty="0">
                          <a:solidFill>
                            <a:srgbClr val="3D3C3C"/>
                          </a:solidFill>
                        </a:rPr>
                        <a:t>C&amp;V Phase Support</a:t>
                      </a:r>
                      <a:endParaRPr lang="en-US" sz="1050" dirty="0"/>
                    </a:p>
                  </a:txBody>
                  <a:tcPr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solidFill>
                      <a:srgbClr val="E5E6EB"/>
                    </a:solidFill>
                  </a:tcPr>
                </a:tc>
                <a:tc hMerge="1">
                  <a:txBody>
                    <a:bodyPr/>
                    <a:lstStyle/>
                    <a:p>
                      <a:endParaRPr lang="en-US"/>
                    </a:p>
                  </a:txBody>
                  <a:tcPr/>
                </a:tc>
                <a:extLst>
                  <a:ext uri="{0D108BD9-81ED-4DB2-BD59-A6C34878D82A}">
                    <a16:rowId xmlns:a16="http://schemas.microsoft.com/office/drawing/2014/main" val="10010"/>
                  </a:ext>
                </a:extLst>
              </a:tr>
              <a:tr h="256032">
                <a:tc>
                  <a:txBody>
                    <a:bodyPr/>
                    <a:lstStyle/>
                    <a:p>
                      <a:pPr marL="0" indent="0">
                        <a:buNone/>
                      </a:pPr>
                      <a:r>
                        <a:rPr lang="en-US" sz="1050" dirty="0">
                          <a:solidFill>
                            <a:srgbClr val="3D3C3C"/>
                          </a:solidFill>
                        </a:rPr>
                        <a:t>Interactive readiness and debrief sessions</a:t>
                      </a:r>
                      <a:endParaRPr lang="en-US" sz="1050" dirty="0"/>
                    </a:p>
                  </a:txBody>
                  <a:tcPr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tcPr>
                </a:tc>
                <a:tc>
                  <a:txBody>
                    <a:bodyPr/>
                    <a:lstStyle/>
                    <a:p>
                      <a:pPr marL="0" indent="0" algn="r">
                        <a:buNone/>
                      </a:pPr>
                      <a:r>
                        <a:rPr lang="en-US" sz="1050" dirty="0">
                          <a:solidFill>
                            <a:srgbClr val="3D3C3C"/>
                          </a:solidFill>
                        </a:rPr>
                        <a:t>$81,600 (est. 14 sessions)</a:t>
                      </a:r>
                      <a:endParaRPr lang="en-US" sz="1050" dirty="0"/>
                    </a:p>
                  </a:txBody>
                  <a:tcPr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tcPr>
                </a:tc>
                <a:extLst>
                  <a:ext uri="{0D108BD9-81ED-4DB2-BD59-A6C34878D82A}">
                    <a16:rowId xmlns:a16="http://schemas.microsoft.com/office/drawing/2014/main" val="10011"/>
                  </a:ext>
                </a:extLst>
              </a:tr>
              <a:tr h="256032">
                <a:tc gridSpan="2">
                  <a:txBody>
                    <a:bodyPr/>
                    <a:lstStyle/>
                    <a:p>
                      <a:pPr marL="0" indent="0">
                        <a:buNone/>
                      </a:pPr>
                      <a:r>
                        <a:rPr lang="en-US" sz="1050" b="1" dirty="0">
                          <a:solidFill>
                            <a:srgbClr val="3D3C3C"/>
                          </a:solidFill>
                        </a:rPr>
                        <a:t>ECI Phase Support</a:t>
                      </a:r>
                      <a:endParaRPr lang="en-US" sz="1050" dirty="0"/>
                    </a:p>
                  </a:txBody>
                  <a:tcPr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solidFill>
                      <a:srgbClr val="E5E6EB"/>
                    </a:solidFill>
                  </a:tcPr>
                </a:tc>
                <a:tc hMerge="1">
                  <a:txBody>
                    <a:bodyPr/>
                    <a:lstStyle/>
                    <a:p>
                      <a:endParaRPr lang="en-US"/>
                    </a:p>
                  </a:txBody>
                  <a:tcPr/>
                </a:tc>
                <a:extLst>
                  <a:ext uri="{0D108BD9-81ED-4DB2-BD59-A6C34878D82A}">
                    <a16:rowId xmlns:a16="http://schemas.microsoft.com/office/drawing/2014/main" val="10012"/>
                  </a:ext>
                </a:extLst>
              </a:tr>
              <a:tr h="256032">
                <a:tc>
                  <a:txBody>
                    <a:bodyPr/>
                    <a:lstStyle/>
                    <a:p>
                      <a:pPr marL="0" indent="0">
                        <a:buNone/>
                      </a:pPr>
                      <a:r>
                        <a:rPr lang="en-US" sz="1050" dirty="0">
                          <a:solidFill>
                            <a:srgbClr val="3D3C3C"/>
                          </a:solidFill>
                        </a:rPr>
                        <a:t>Client interactive preparation and support</a:t>
                      </a:r>
                      <a:endParaRPr lang="en-US" sz="1050" dirty="0"/>
                    </a:p>
                  </a:txBody>
                  <a:tcPr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tcPr>
                </a:tc>
                <a:tc>
                  <a:txBody>
                    <a:bodyPr/>
                    <a:lstStyle/>
                    <a:p>
                      <a:pPr marL="0" indent="0" algn="r">
                        <a:buNone/>
                      </a:pPr>
                      <a:r>
                        <a:rPr lang="en-US" sz="1050" dirty="0">
                          <a:solidFill>
                            <a:srgbClr val="3D3C3C"/>
                          </a:solidFill>
                        </a:rPr>
                        <a:t>$174,000 (est. 12 sessions)</a:t>
                      </a:r>
                      <a:endParaRPr lang="en-US" sz="1050" dirty="0"/>
                    </a:p>
                  </a:txBody>
                  <a:tcPr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tcPr>
                </a:tc>
                <a:extLst>
                  <a:ext uri="{0D108BD9-81ED-4DB2-BD59-A6C34878D82A}">
                    <a16:rowId xmlns:a16="http://schemas.microsoft.com/office/drawing/2014/main" val="10013"/>
                  </a:ext>
                </a:extLst>
              </a:tr>
              <a:tr h="256032">
                <a:tc gridSpan="2">
                  <a:txBody>
                    <a:bodyPr/>
                    <a:lstStyle/>
                    <a:p>
                      <a:pPr marL="0" indent="0">
                        <a:buNone/>
                      </a:pPr>
                      <a:r>
                        <a:rPr lang="en-US" sz="1050" b="1" dirty="0">
                          <a:solidFill>
                            <a:srgbClr val="3D3C3C"/>
                          </a:solidFill>
                        </a:rPr>
                        <a:t>Ongoing Support</a:t>
                      </a:r>
                      <a:endParaRPr lang="en-US" sz="1050" dirty="0"/>
                    </a:p>
                  </a:txBody>
                  <a:tcPr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solidFill>
                      <a:srgbClr val="E5E6EB"/>
                    </a:solidFill>
                  </a:tcPr>
                </a:tc>
                <a:tc hMerge="1">
                  <a:txBody>
                    <a:bodyPr/>
                    <a:lstStyle/>
                    <a:p>
                      <a:endParaRPr lang="en-US"/>
                    </a:p>
                  </a:txBody>
                  <a:tcPr/>
                </a:tc>
                <a:extLst>
                  <a:ext uri="{0D108BD9-81ED-4DB2-BD59-A6C34878D82A}">
                    <a16:rowId xmlns:a16="http://schemas.microsoft.com/office/drawing/2014/main" val="10014"/>
                  </a:ext>
                </a:extLst>
              </a:tr>
              <a:tr h="256032">
                <a:tc>
                  <a:txBody>
                    <a:bodyPr/>
                    <a:lstStyle/>
                    <a:p>
                      <a:pPr marL="0" indent="0">
                        <a:buNone/>
                      </a:pPr>
                      <a:r>
                        <a:rPr lang="en-US" sz="1050" dirty="0">
                          <a:solidFill>
                            <a:srgbClr val="3D3C3C"/>
                          </a:solidFill>
                        </a:rPr>
                        <a:t>Strategy and Positioning Support</a:t>
                      </a:r>
                      <a:endParaRPr lang="en-US" sz="1050" dirty="0"/>
                    </a:p>
                  </a:txBody>
                  <a:tcPr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tcPr>
                </a:tc>
                <a:tc>
                  <a:txBody>
                    <a:bodyPr/>
                    <a:lstStyle/>
                    <a:p>
                      <a:pPr marL="0" indent="0" algn="r">
                        <a:buNone/>
                      </a:pPr>
                      <a:r>
                        <a:rPr lang="en-US" sz="1050" dirty="0">
                          <a:solidFill>
                            <a:srgbClr val="3D3C3C"/>
                          </a:solidFill>
                        </a:rPr>
                        <a:t>$37,000</a:t>
                      </a:r>
                      <a:endParaRPr lang="en-US" sz="1050" dirty="0"/>
                    </a:p>
                  </a:txBody>
                  <a:tcPr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tcPr>
                </a:tc>
                <a:extLst>
                  <a:ext uri="{0D108BD9-81ED-4DB2-BD59-A6C34878D82A}">
                    <a16:rowId xmlns:a16="http://schemas.microsoft.com/office/drawing/2014/main" val="10015"/>
                  </a:ext>
                </a:extLst>
              </a:tr>
              <a:tr h="256032">
                <a:tc>
                  <a:txBody>
                    <a:bodyPr/>
                    <a:lstStyle/>
                    <a:p>
                      <a:pPr marL="0" indent="0">
                        <a:buNone/>
                      </a:pPr>
                      <a:r>
                        <a:rPr lang="en-US" sz="1050" b="1" dirty="0">
                          <a:solidFill>
                            <a:srgbClr val="3D3C3C"/>
                          </a:solidFill>
                        </a:rPr>
                        <a:t>Total</a:t>
                      </a:r>
                      <a:endParaRPr lang="en-US" sz="1050" dirty="0"/>
                    </a:p>
                  </a:txBody>
                  <a:tcPr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solidFill>
                      <a:srgbClr val="F4F5F7"/>
                    </a:solidFill>
                  </a:tcPr>
                </a:tc>
                <a:tc>
                  <a:txBody>
                    <a:bodyPr/>
                    <a:lstStyle/>
                    <a:p>
                      <a:pPr marL="0" indent="0" algn="r">
                        <a:buNone/>
                      </a:pPr>
                      <a:r>
                        <a:rPr lang="en-US" sz="1050" b="1" dirty="0">
                          <a:solidFill>
                            <a:srgbClr val="3D3C3C"/>
                          </a:solidFill>
                        </a:rPr>
                        <a:t>$388,100</a:t>
                      </a:r>
                      <a:endParaRPr lang="en-US" sz="1050" dirty="0"/>
                    </a:p>
                  </a:txBody>
                  <a:tcPr marT="27432" marB="27432" anchor="ctr">
                    <a:lnL w="9525" cap="flat" cmpd="sng" algn="ctr">
                      <a:solidFill>
                        <a:srgbClr val="D9DBE0"/>
                      </a:solidFill>
                      <a:prstDash val="solid"/>
                      <a:round/>
                      <a:headEnd type="none" w="med" len="med"/>
                      <a:tailEnd type="none" w="med" len="med"/>
                    </a:lnL>
                    <a:lnR w="9525" cap="flat" cmpd="sng" algn="ctr">
                      <a:solidFill>
                        <a:srgbClr val="D9DBE0"/>
                      </a:solidFill>
                      <a:prstDash val="solid"/>
                      <a:round/>
                      <a:headEnd type="none" w="med" len="med"/>
                      <a:tailEnd type="none" w="med" len="med"/>
                    </a:lnR>
                    <a:lnT w="9525" cap="flat" cmpd="sng" algn="ctr">
                      <a:solidFill>
                        <a:srgbClr val="D9DBE0"/>
                      </a:solidFill>
                      <a:prstDash val="solid"/>
                      <a:round/>
                      <a:headEnd type="none" w="med" len="med"/>
                      <a:tailEnd type="none" w="med" len="med"/>
                    </a:lnT>
                    <a:lnB w="9525" cap="flat" cmpd="sng" algn="ctr">
                      <a:solidFill>
                        <a:srgbClr val="D9DBE0"/>
                      </a:solidFill>
                      <a:prstDash val="solid"/>
                      <a:round/>
                      <a:headEnd type="none" w="med" len="med"/>
                      <a:tailEnd type="none" w="med" len="med"/>
                    </a:lnB>
                    <a:solidFill>
                      <a:srgbClr val="F4F5F7"/>
                    </a:solidFill>
                  </a:tcPr>
                </a:tc>
                <a:extLst>
                  <a:ext uri="{0D108BD9-81ED-4DB2-BD59-A6C34878D82A}">
                    <a16:rowId xmlns:a16="http://schemas.microsoft.com/office/drawing/2014/main" val="10016"/>
                  </a:ext>
                </a:extLst>
              </a:tr>
            </a:tbl>
          </a:graphicData>
        </a:graphic>
      </p:graphicFrame>
      <p:pic>
        <p:nvPicPr>
          <p:cNvPr id="5" name="Image 0" descr="grad_blue.png"/>
          <p:cNvPicPr>
            <a:picLocks noChangeAspect="1"/>
          </p:cNvPicPr>
          <p:nvPr/>
        </p:nvPicPr>
        <p:blipFill>
          <a:blip r:embed="rId3"/>
          <a:srcRect/>
          <a:stretch/>
        </p:blipFill>
        <p:spPr>
          <a:xfrm>
            <a:off x="8686800" y="1828800"/>
            <a:ext cx="2956255" cy="1828800"/>
          </a:xfrm>
          <a:prstGeom prst="rect">
            <a:avLst/>
          </a:prstGeom>
        </p:spPr>
      </p:pic>
      <p:sp>
        <p:nvSpPr>
          <p:cNvPr id="6" name="Text 2"/>
          <p:cNvSpPr txBox="1"/>
          <p:nvPr/>
        </p:nvSpPr>
        <p:spPr>
          <a:xfrm>
            <a:off x="8961120" y="1828800"/>
            <a:ext cx="2407615" cy="1828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150" normalizeH="0" baseline="0" noProof="0" dirty="0">
                <a:ln>
                  <a:noFill/>
                </a:ln>
                <a:solidFill>
                  <a:srgbClr val="FFFFFF"/>
                </a:solidFill>
                <a:effectLst/>
                <a:uLnTx/>
                <a:uFillTx/>
                <a:latin typeface="Poppins"/>
                <a:ea typeface="+mn-ea"/>
                <a:cs typeface="+mn-cs"/>
              </a:rPr>
              <a:t>PRE-ECI, FOUNDATION SESSIONS AND C&amp;V PHASE</a:t>
            </a:r>
            <a:endParaRPr kumimoji="0" lang="en-US" sz="1100" b="0" i="0" u="none" strike="noStrike" kern="1200" cap="none" spc="0" normalizeH="0" baseline="0" noProof="0" dirty="0">
              <a:ln>
                <a:noFill/>
              </a:ln>
              <a:solidFill>
                <a:srgbClr val="3D3C3C"/>
              </a:solidFill>
              <a:effectLst/>
              <a:uLnTx/>
              <a:uFillTx/>
              <a:latin typeface="Poppi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FFFFFF"/>
                </a:solidFill>
                <a:effectLst/>
                <a:uLnTx/>
                <a:uFillTx/>
                <a:latin typeface="Poppins"/>
                <a:ea typeface="+mn-ea"/>
                <a:cs typeface="+mn-cs"/>
              </a:rPr>
              <a:t>$177,100</a:t>
            </a:r>
            <a:endParaRPr kumimoji="0" lang="en-US" sz="1100" b="0" i="0" u="none" strike="noStrike" kern="1200" cap="none" spc="0" normalizeH="0" baseline="0" noProof="0" dirty="0">
              <a:ln>
                <a:noFill/>
              </a:ln>
              <a:solidFill>
                <a:srgbClr val="3D3C3C"/>
              </a:solidFill>
              <a:effectLst/>
              <a:uLnTx/>
              <a:uFillTx/>
              <a:latin typeface="Poppi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FFFFFF"/>
                </a:solidFill>
                <a:effectLst/>
                <a:uLnTx/>
                <a:uFillTx/>
                <a:latin typeface="Poppins"/>
                <a:ea typeface="+mn-ea"/>
                <a:cs typeface="+mn-cs"/>
              </a:rPr>
              <a:t>45.6% of total budget</a:t>
            </a:r>
            <a:endParaRPr kumimoji="0" lang="en-US" sz="1100" b="0" i="0" u="none" strike="noStrike" kern="1200" cap="none" spc="0" normalizeH="0" baseline="0" noProof="0" dirty="0">
              <a:ln>
                <a:noFill/>
              </a:ln>
              <a:solidFill>
                <a:srgbClr val="3D3C3C"/>
              </a:solidFill>
              <a:effectLst/>
              <a:uLnTx/>
              <a:uFillTx/>
              <a:latin typeface="Poppins"/>
              <a:ea typeface="+mn-ea"/>
              <a:cs typeface="+mn-cs"/>
            </a:endParaRPr>
          </a:p>
        </p:txBody>
      </p:sp>
      <p:pic>
        <p:nvPicPr>
          <p:cNvPr id="7" name="Image 1" descr="grad_purple.png"/>
          <p:cNvPicPr>
            <a:picLocks noChangeAspect="1"/>
          </p:cNvPicPr>
          <p:nvPr/>
        </p:nvPicPr>
        <p:blipFill>
          <a:blip r:embed="rId4"/>
          <a:srcRect/>
          <a:stretch/>
        </p:blipFill>
        <p:spPr>
          <a:xfrm>
            <a:off x="8686800" y="3968496"/>
            <a:ext cx="2956255" cy="1828800"/>
          </a:xfrm>
          <a:prstGeom prst="rect">
            <a:avLst/>
          </a:prstGeom>
        </p:spPr>
      </p:pic>
      <p:sp>
        <p:nvSpPr>
          <p:cNvPr id="8" name="Text 3"/>
          <p:cNvSpPr txBox="1"/>
          <p:nvPr/>
        </p:nvSpPr>
        <p:spPr>
          <a:xfrm>
            <a:off x="8961120" y="3968496"/>
            <a:ext cx="2407615" cy="1828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150" normalizeH="0" baseline="0" noProof="0" dirty="0">
                <a:ln>
                  <a:noFill/>
                </a:ln>
                <a:solidFill>
                  <a:srgbClr val="FFFFFF"/>
                </a:solidFill>
                <a:effectLst/>
                <a:uLnTx/>
                <a:uFillTx/>
                <a:latin typeface="Poppins"/>
                <a:ea typeface="+mn-ea"/>
                <a:cs typeface="+mn-cs"/>
              </a:rPr>
              <a:t>ECI PHASE</a:t>
            </a:r>
            <a:endParaRPr kumimoji="0" lang="en-US" sz="1100" b="0" i="0" u="none" strike="noStrike" kern="1200" cap="none" spc="0" normalizeH="0" baseline="0" noProof="0" dirty="0">
              <a:ln>
                <a:noFill/>
              </a:ln>
              <a:solidFill>
                <a:srgbClr val="3D3C3C"/>
              </a:solidFill>
              <a:effectLst/>
              <a:uLnTx/>
              <a:uFillTx/>
              <a:latin typeface="Poppi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FFFFFF"/>
                </a:solidFill>
                <a:effectLst/>
                <a:uLnTx/>
                <a:uFillTx/>
                <a:latin typeface="Poppins"/>
                <a:ea typeface="+mn-ea"/>
                <a:cs typeface="+mn-cs"/>
              </a:rPr>
              <a:t>$211,000</a:t>
            </a:r>
            <a:endParaRPr kumimoji="0" lang="en-US" sz="1100" b="0" i="0" u="none" strike="noStrike" kern="1200" cap="none" spc="0" normalizeH="0" baseline="0" noProof="0" dirty="0">
              <a:ln>
                <a:noFill/>
              </a:ln>
              <a:solidFill>
                <a:srgbClr val="3D3C3C"/>
              </a:solidFill>
              <a:effectLst/>
              <a:uLnTx/>
              <a:uFillTx/>
              <a:latin typeface="Poppi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FFFFFF"/>
                </a:solidFill>
                <a:effectLst/>
                <a:uLnTx/>
                <a:uFillTx/>
                <a:latin typeface="Poppins"/>
                <a:ea typeface="+mn-ea"/>
                <a:cs typeface="+mn-cs"/>
              </a:rPr>
              <a:t>54.4% of total budget</a:t>
            </a:r>
            <a:endParaRPr kumimoji="0" lang="en-US" sz="1100" b="0" i="0" u="none" strike="noStrike" kern="1200" cap="none" spc="0" normalizeH="0" baseline="0" noProof="0" dirty="0">
              <a:ln>
                <a:noFill/>
              </a:ln>
              <a:solidFill>
                <a:srgbClr val="3D3C3C"/>
              </a:solidFill>
              <a:effectLst/>
              <a:uLnTx/>
              <a:uFillTx/>
              <a:latin typeface="Poppins"/>
              <a:ea typeface="+mn-ea"/>
              <a:cs typeface="+mn-cs"/>
            </a:endParaRPr>
          </a:p>
        </p:txBody>
      </p:sp>
      <p:sp>
        <p:nvSpPr>
          <p:cNvPr id="25" name="Slide Number Placeholder 0"/>
          <p:cNvSpPr>
            <a:spLocks noGrp="1"/>
          </p:cNvSpPr>
          <p:nvPr>
            <p:ph type="sldNum" sz="quarter" idx="4294967295"/>
          </p:nvPr>
        </p:nvSpPr>
        <p:spPr>
          <a:xfrm>
            <a:off x="11259007" y="6327648"/>
            <a:ext cx="384048" cy="274320"/>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000">
                <a:solidFill>
                  <a:srgbClr val="FFFFFF"/>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000" b="0" i="0" u="none" strike="noStrike" kern="1200" cap="none" spc="0" normalizeH="0" baseline="0" noProof="0">
                <a:ln>
                  <a:noFill/>
                </a:ln>
                <a:solidFill>
                  <a:srgbClr val="FFFFFF"/>
                </a:solidFill>
                <a:effectLst/>
                <a:uLnTx/>
                <a:uFillTx/>
                <a:latin typeface="Poppins"/>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3</a:t>
            </a:fld>
            <a:endParaRPr kumimoji="0" lang="en-US" sz="1000" b="0" i="0" u="none" strike="noStrike" kern="1200" cap="none" spc="0" normalizeH="0" baseline="0" noProof="0">
              <a:ln>
                <a:noFill/>
              </a:ln>
              <a:solidFill>
                <a:srgbClr val="FFFFFF"/>
              </a:solidFill>
              <a:effectLst/>
              <a:uLnTx/>
              <a:uFillTx/>
              <a:latin typeface="Poppins"/>
              <a:ea typeface="+mn-ea"/>
              <a:cs typeface="+mn-cs"/>
            </a:endParaRPr>
          </a:p>
        </p:txBody>
      </p:sp>
      <p:cxnSp>
        <p:nvCxnSpPr>
          <p:cNvPr id="9" name="Straight Arrow Connector 8">
            <a:extLst>
              <a:ext uri="{FF2B5EF4-FFF2-40B4-BE49-F238E27FC236}">
                <a16:creationId xmlns:a16="http://schemas.microsoft.com/office/drawing/2014/main" id="{A02670A5-B829-156E-8504-B19852474FD1}"/>
              </a:ext>
            </a:extLst>
          </p:cNvPr>
          <p:cNvCxnSpPr>
            <a:cxnSpLocks/>
          </p:cNvCxnSpPr>
          <p:nvPr/>
        </p:nvCxnSpPr>
        <p:spPr>
          <a:xfrm flipV="1">
            <a:off x="8499475" y="1771650"/>
            <a:ext cx="0" cy="2952750"/>
          </a:xfrm>
          <a:prstGeom prst="straightConnector1">
            <a:avLst/>
          </a:prstGeom>
          <a:ln w="31750">
            <a:solidFill>
              <a:schemeClr val="accent2"/>
            </a:solidFill>
            <a:headEnd type="none" w="med" len="med"/>
            <a:tailEnd type="arrow" w="lg" len="med"/>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EA52C308-E5BB-A9FC-F430-B49720A1C0EB}"/>
              </a:ext>
            </a:extLst>
          </p:cNvPr>
          <p:cNvCxnSpPr>
            <a:cxnSpLocks/>
          </p:cNvCxnSpPr>
          <p:nvPr/>
        </p:nvCxnSpPr>
        <p:spPr>
          <a:xfrm>
            <a:off x="8499475" y="4826000"/>
            <a:ext cx="0" cy="1245616"/>
          </a:xfrm>
          <a:prstGeom prst="straightConnector1">
            <a:avLst/>
          </a:prstGeom>
          <a:ln w="31750">
            <a:solidFill>
              <a:schemeClr val="accent3"/>
            </a:solidFill>
            <a:headEnd type="none" w="med" len="med"/>
            <a:tailEnd type="arrow" w="lg" len="med"/>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a:spLocks noGrp="1"/>
          </p:cNvSpPr>
          <p:nvPr>
            <p:ph type="title" idx="101" hasCustomPrompt="1"/>
          </p:nvPr>
        </p:nvSpPr>
        <p:spPr>
          <a:xfrm>
            <a:off x="548640" y="658368"/>
            <a:ext cx="11094415" cy="640080"/>
          </a:xfrm>
          <a:prstGeom prst="rect">
            <a:avLst/>
          </a:prstGeom>
          <a:noFill/>
          <a:ln/>
        </p:spPr>
        <p:txBody>
          <a:bodyPr wrap="square" lIns="0" tIns="0" rIns="0" bIns="0" rtlCol="0" anchor="t"/>
          <a:lstStyle/>
          <a:p>
            <a:pPr marL="0" indent="0" algn="l">
              <a:buNone/>
            </a:pPr>
            <a:r>
              <a:rPr lang="en-US" sz="2800" b="1" dirty="0">
                <a:solidFill>
                  <a:schemeClr val="tx1"/>
                </a:solidFill>
              </a:rPr>
              <a:t>Four more interactives and three submissions</a:t>
            </a:r>
            <a:endParaRPr lang="en-US" sz="2800" dirty="0"/>
          </a:p>
        </p:txBody>
      </p:sp>
      <p:sp>
        <p:nvSpPr>
          <p:cNvPr id="34" name="Slide Number Placeholder 0"/>
          <p:cNvSpPr>
            <a:spLocks noGrp="1"/>
          </p:cNvSpPr>
          <p:nvPr>
            <p:ph type="sldNum" sz="quarter" idx="4294967295"/>
          </p:nvPr>
        </p:nvSpPr>
        <p:spPr>
          <a:xfrm>
            <a:off x="11259007" y="6327648"/>
            <a:ext cx="384048" cy="274320"/>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000">
                <a:solidFill>
                  <a:srgbClr val="FFFFFF"/>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000" b="0" i="0" u="none" strike="noStrike" kern="1200" cap="none" spc="0" normalizeH="0" baseline="0" noProof="0">
                <a:ln>
                  <a:noFill/>
                </a:ln>
                <a:solidFill>
                  <a:srgbClr val="FFFFFF"/>
                </a:solidFill>
                <a:effectLst/>
                <a:uLnTx/>
                <a:uFillTx/>
                <a:latin typeface="Poppins"/>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4</a:t>
            </a:fld>
            <a:endParaRPr kumimoji="0" lang="en-US" sz="1000" b="0" i="0" u="none" strike="noStrike" kern="1200" cap="none" spc="0" normalizeH="0" baseline="0" noProof="0">
              <a:ln>
                <a:noFill/>
              </a:ln>
              <a:solidFill>
                <a:srgbClr val="FFFFFF"/>
              </a:solidFill>
              <a:effectLst/>
              <a:uLnTx/>
              <a:uFillTx/>
              <a:latin typeface="Poppins"/>
              <a:ea typeface="+mn-ea"/>
              <a:cs typeface="+mn-cs"/>
            </a:endParaRPr>
          </a:p>
        </p:txBody>
      </p:sp>
      <p:sp>
        <p:nvSpPr>
          <p:cNvPr id="35" name="TextBox 34"/>
          <p:cNvSpPr txBox="1"/>
          <p:nvPr/>
        </p:nvSpPr>
        <p:spPr>
          <a:xfrm>
            <a:off x="548640" y="1481328"/>
            <a:ext cx="11091672" cy="365760"/>
          </a:xfrm>
          <a:prstGeom prst="rect">
            <a:avLst/>
          </a:prstGeom>
          <a:noFill/>
        </p:spPr>
        <p:txBody>
          <a:bodyPr wrap="square" lIns="0" rIns="0" tIns="0" bIns="0" anchor="t">
            <a:spAutoFit/>
          </a:bodyPr>
          <a:lstStyle/>
          <a:p>
            <a:pPr algn="l"/>
            <a:r>
              <a:rPr sz="1400" b="0" i="0">
                <a:solidFill>
                  <a:srgbClr val="6E7178"/>
                </a:solidFill>
                <a:latin typeface="Poppins"/>
              </a:rPr>
              <a:t>Our proposed support for the remainder of the C&amp;V Phase, within the existing budget.</a:t>
            </a:r>
          </a:p>
        </p:txBody>
      </p:sp>
      <p:sp>
        <p:nvSpPr>
          <p:cNvPr id="36" name="TextBox 35"/>
          <p:cNvSpPr txBox="1"/>
          <p:nvPr/>
        </p:nvSpPr>
        <p:spPr>
          <a:xfrm>
            <a:off x="548640" y="2194560"/>
            <a:ext cx="3148584" cy="1463040"/>
          </a:xfrm>
          <a:prstGeom prst="rect">
            <a:avLst/>
          </a:prstGeom>
          <a:noFill/>
        </p:spPr>
        <p:txBody>
          <a:bodyPr wrap="square" lIns="0" rIns="0" tIns="0" bIns="0" anchor="b">
            <a:spAutoFit/>
          </a:bodyPr>
          <a:lstStyle/>
          <a:p>
            <a:pPr algn="l"/>
            <a:r>
              <a:rPr sz="10000" b="1" i="0">
                <a:solidFill>
                  <a:srgbClr val="0E98D7"/>
                </a:solidFill>
                <a:latin typeface="Poppins"/>
              </a:rPr>
              <a:t>8</a:t>
            </a:r>
          </a:p>
        </p:txBody>
      </p:sp>
      <p:sp>
        <p:nvSpPr>
          <p:cNvPr id="37" name="TextBox 36"/>
          <p:cNvSpPr txBox="1"/>
          <p:nvPr/>
        </p:nvSpPr>
        <p:spPr>
          <a:xfrm>
            <a:off x="548640" y="3703320"/>
            <a:ext cx="3148584" cy="365760"/>
          </a:xfrm>
          <a:prstGeom prst="rect">
            <a:avLst/>
          </a:prstGeom>
          <a:noFill/>
        </p:spPr>
        <p:txBody>
          <a:bodyPr wrap="square" lIns="0" rIns="0" tIns="0" bIns="0" anchor="t">
            <a:spAutoFit/>
          </a:bodyPr>
          <a:lstStyle/>
          <a:p>
            <a:pPr algn="l"/>
            <a:r>
              <a:rPr sz="1700" b="1" i="0">
                <a:solidFill>
                  <a:srgbClr val="3D3C3C"/>
                </a:solidFill>
                <a:latin typeface="Poppins"/>
              </a:rPr>
              <a:t>interactives supported</a:t>
            </a:r>
          </a:p>
        </p:txBody>
      </p:sp>
      <p:sp>
        <p:nvSpPr>
          <p:cNvPr id="38" name="TextBox 37"/>
          <p:cNvSpPr txBox="1"/>
          <p:nvPr/>
        </p:nvSpPr>
        <p:spPr>
          <a:xfrm>
            <a:off x="548640" y="4160520"/>
            <a:ext cx="3148584" cy="914400"/>
          </a:xfrm>
          <a:prstGeom prst="rect">
            <a:avLst/>
          </a:prstGeom>
          <a:noFill/>
        </p:spPr>
        <p:txBody>
          <a:bodyPr wrap="square" lIns="0" rIns="0" tIns="0" bIns="0" anchor="t">
            <a:spAutoFit/>
          </a:bodyPr>
          <a:lstStyle/>
          <a:p>
            <a:pPr algn="l"/>
            <a:r>
              <a:rPr sz="1200" b="0" i="0">
                <a:solidFill>
                  <a:srgbClr val="6E7178"/>
                </a:solidFill>
                <a:latin typeface="Poppins"/>
              </a:rPr>
              <a:t>Capacity and Service through to Tunnel Requirements and AMF</a:t>
            </a:r>
          </a:p>
        </p:txBody>
      </p:sp>
      <p:cxnSp>
        <p:nvCxnSpPr>
          <p:cNvPr id="39" name="Connector 38"/>
          <p:cNvCxnSpPr/>
          <p:nvPr/>
        </p:nvCxnSpPr>
        <p:spPr>
          <a:xfrm>
            <a:off x="4245864" y="2331720"/>
            <a:ext cx="0" cy="2743200"/>
          </a:xfrm>
          <a:prstGeom prst="line">
            <a:avLst/>
          </a:prstGeom>
          <a:ln w="9525">
            <a:solidFill>
              <a:srgbClr val="D9DBE0"/>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4565904" y="2194560"/>
            <a:ext cx="3148584" cy="1463040"/>
          </a:xfrm>
          <a:prstGeom prst="rect">
            <a:avLst/>
          </a:prstGeom>
          <a:noFill/>
        </p:spPr>
        <p:txBody>
          <a:bodyPr wrap="square" lIns="0" rIns="0" tIns="0" bIns="0" anchor="b">
            <a:spAutoFit/>
          </a:bodyPr>
          <a:lstStyle/>
          <a:p>
            <a:pPr algn="l"/>
            <a:r>
              <a:rPr sz="10000" b="1" i="0">
                <a:solidFill>
                  <a:srgbClr val="F48047"/>
                </a:solidFill>
                <a:latin typeface="Poppins"/>
              </a:rPr>
              <a:t>4</a:t>
            </a:r>
          </a:p>
        </p:txBody>
      </p:sp>
      <p:sp>
        <p:nvSpPr>
          <p:cNvPr id="41" name="TextBox 40"/>
          <p:cNvSpPr txBox="1"/>
          <p:nvPr/>
        </p:nvSpPr>
        <p:spPr>
          <a:xfrm>
            <a:off x="4565904" y="3703320"/>
            <a:ext cx="3148584" cy="365760"/>
          </a:xfrm>
          <a:prstGeom prst="rect">
            <a:avLst/>
          </a:prstGeom>
          <a:noFill/>
        </p:spPr>
        <p:txBody>
          <a:bodyPr wrap="square" lIns="0" rIns="0" tIns="0" bIns="0" anchor="t">
            <a:spAutoFit/>
          </a:bodyPr>
          <a:lstStyle/>
          <a:p>
            <a:pPr algn="l"/>
            <a:r>
              <a:rPr sz="1700" b="1" i="0">
                <a:solidFill>
                  <a:srgbClr val="3D3C3C"/>
                </a:solidFill>
                <a:latin typeface="Poppins"/>
              </a:rPr>
              <a:t>further interactives</a:t>
            </a:r>
          </a:p>
        </p:txBody>
      </p:sp>
      <p:sp>
        <p:nvSpPr>
          <p:cNvPr id="42" name="TextBox 41"/>
          <p:cNvSpPr txBox="1"/>
          <p:nvPr/>
        </p:nvSpPr>
        <p:spPr>
          <a:xfrm>
            <a:off x="4565904" y="4160520"/>
            <a:ext cx="3148584" cy="914400"/>
          </a:xfrm>
          <a:prstGeom prst="rect">
            <a:avLst/>
          </a:prstGeom>
          <a:noFill/>
        </p:spPr>
        <p:txBody>
          <a:bodyPr wrap="square" lIns="0" rIns="0" tIns="0" bIns="0" anchor="t">
            <a:spAutoFit/>
          </a:bodyPr>
          <a:lstStyle/>
          <a:p>
            <a:pPr algn="l"/>
            <a:r>
              <a:rPr sz="1200" b="0" i="0">
                <a:solidFill>
                  <a:srgbClr val="6E7178"/>
                </a:solidFill>
                <a:latin typeface="Poppins"/>
              </a:rPr>
              <a:t>Alignment #4, Rolling Stock and Station Design #3, AMF and MMC, and Construction and Operational Staging</a:t>
            </a:r>
          </a:p>
        </p:txBody>
      </p:sp>
      <p:cxnSp>
        <p:nvCxnSpPr>
          <p:cNvPr id="43" name="Connector 42"/>
          <p:cNvCxnSpPr/>
          <p:nvPr/>
        </p:nvCxnSpPr>
        <p:spPr>
          <a:xfrm>
            <a:off x="7943088" y="2331720"/>
            <a:ext cx="0" cy="2743200"/>
          </a:xfrm>
          <a:prstGeom prst="line">
            <a:avLst/>
          </a:prstGeom>
          <a:ln w="9525">
            <a:solidFill>
              <a:srgbClr val="D9DBE0"/>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8263128" y="2194560"/>
            <a:ext cx="3148584" cy="1463040"/>
          </a:xfrm>
          <a:prstGeom prst="rect">
            <a:avLst/>
          </a:prstGeom>
          <a:noFill/>
        </p:spPr>
        <p:txBody>
          <a:bodyPr wrap="square" lIns="0" rIns="0" tIns="0" bIns="0" anchor="b">
            <a:spAutoFit/>
          </a:bodyPr>
          <a:lstStyle/>
          <a:p>
            <a:pPr algn="l"/>
            <a:r>
              <a:rPr sz="10000" b="1" i="0">
                <a:solidFill>
                  <a:srgbClr val="EE2B7A"/>
                </a:solidFill>
                <a:latin typeface="Poppins"/>
              </a:rPr>
              <a:t>3</a:t>
            </a:r>
          </a:p>
        </p:txBody>
      </p:sp>
      <p:sp>
        <p:nvSpPr>
          <p:cNvPr id="45" name="TextBox 44"/>
          <p:cNvSpPr txBox="1"/>
          <p:nvPr/>
        </p:nvSpPr>
        <p:spPr>
          <a:xfrm>
            <a:off x="8263128" y="3703320"/>
            <a:ext cx="3148584" cy="365760"/>
          </a:xfrm>
          <a:prstGeom prst="rect">
            <a:avLst/>
          </a:prstGeom>
          <a:noFill/>
        </p:spPr>
        <p:txBody>
          <a:bodyPr wrap="square" lIns="0" rIns="0" tIns="0" bIns="0" anchor="t">
            <a:spAutoFit/>
          </a:bodyPr>
          <a:lstStyle/>
          <a:p>
            <a:pPr algn="l"/>
            <a:r>
              <a:rPr sz="1700" b="1" i="0">
                <a:solidFill>
                  <a:srgbClr val="3D3C3C"/>
                </a:solidFill>
                <a:latin typeface="Poppins"/>
              </a:rPr>
              <a:t>submissions</a:t>
            </a:r>
          </a:p>
        </p:txBody>
      </p:sp>
      <p:sp>
        <p:nvSpPr>
          <p:cNvPr id="46" name="TextBox 45"/>
          <p:cNvSpPr txBox="1"/>
          <p:nvPr/>
        </p:nvSpPr>
        <p:spPr>
          <a:xfrm>
            <a:off x="8263128" y="4160520"/>
            <a:ext cx="3148584" cy="914400"/>
          </a:xfrm>
          <a:prstGeom prst="rect">
            <a:avLst/>
          </a:prstGeom>
          <a:noFill/>
        </p:spPr>
        <p:txBody>
          <a:bodyPr wrap="square" lIns="0" rIns="0" tIns="0" bIns="0" anchor="t">
            <a:spAutoFit/>
          </a:bodyPr>
          <a:lstStyle/>
          <a:p>
            <a:pPr algn="l"/>
            <a:r>
              <a:rPr sz="1200" b="0" i="0">
                <a:solidFill>
                  <a:srgbClr val="6E7178"/>
                </a:solidFill>
                <a:latin typeface="Poppins"/>
              </a:rPr>
              <a:t>Two Alternate Alignment submissions (RFC#1659) and the Rolling Stock and Station Design wrap-up</a:t>
            </a:r>
          </a:p>
        </p:txBody>
      </p:sp>
      <p:cxnSp>
        <p:nvCxnSpPr>
          <p:cNvPr id="47" name="Connector 46"/>
          <p:cNvCxnSpPr/>
          <p:nvPr/>
        </p:nvCxnSpPr>
        <p:spPr>
          <a:xfrm>
            <a:off x="548640" y="5440680"/>
            <a:ext cx="11091672" cy="0"/>
          </a:xfrm>
          <a:prstGeom prst="line">
            <a:avLst/>
          </a:prstGeom>
          <a:ln w="9525">
            <a:solidFill>
              <a:srgbClr val="D9DBE0"/>
            </a:solidFill>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548640" y="5577840"/>
            <a:ext cx="11091672" cy="411480"/>
          </a:xfrm>
          <a:prstGeom prst="rect">
            <a:avLst/>
          </a:prstGeom>
          <a:noFill/>
        </p:spPr>
        <p:txBody>
          <a:bodyPr wrap="square" lIns="0" rIns="0" tIns="0" bIns="0" anchor="t">
            <a:spAutoFit/>
          </a:bodyPr>
          <a:lstStyle/>
          <a:p>
            <a:pPr algn="l"/>
            <a:r>
              <a:rPr sz="1200" b="0" i="0">
                <a:solidFill>
                  <a:srgbClr val="6E7178"/>
                </a:solidFill>
                <a:latin typeface="Poppins"/>
              </a:rPr>
              <a:t>We focus on preparation and rehearsal rather than attending interactives, which allows us to support the sessions that matter most.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a:spLocks noGrp="1"/>
          </p:cNvSpPr>
          <p:nvPr>
            <p:ph type="title" idx="101" hasCustomPrompt="1"/>
          </p:nvPr>
        </p:nvSpPr>
        <p:spPr>
          <a:xfrm>
            <a:off x="548640" y="658368"/>
            <a:ext cx="11264419" cy="640080"/>
          </a:xfrm>
          <a:prstGeom prst="rect">
            <a:avLst/>
          </a:prstGeom>
          <a:noFill/>
          <a:ln/>
        </p:spPr>
        <p:txBody>
          <a:bodyPr wrap="square" lIns="0" tIns="0" rIns="0" bIns="0" rtlCol="0" anchor="t"/>
          <a:lstStyle/>
          <a:p>
            <a:r>
              <a:rPr lang="en-AU" dirty="0"/>
              <a:t>The interactives we propose to support</a:t>
            </a:r>
            <a:endParaRPr lang="en-US" sz="2800" dirty="0"/>
          </a:p>
        </p:txBody>
      </p:sp>
      <p:sp>
        <p:nvSpPr>
          <p:cNvPr id="25" name="Slide Number Placeholder 0"/>
          <p:cNvSpPr>
            <a:spLocks noGrp="1"/>
          </p:cNvSpPr>
          <p:nvPr>
            <p:ph type="sldNum" sz="quarter" idx="4294967295"/>
          </p:nvPr>
        </p:nvSpPr>
        <p:spPr>
          <a:xfrm>
            <a:off x="11259007" y="6327648"/>
            <a:ext cx="384048" cy="274320"/>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000">
                <a:solidFill>
                  <a:srgbClr val="FFFFFF"/>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000" b="0" i="0" u="none" strike="noStrike" kern="1200" cap="none" spc="0" normalizeH="0" baseline="0" noProof="0">
                <a:ln>
                  <a:noFill/>
                </a:ln>
                <a:solidFill>
                  <a:srgbClr val="FFFFFF"/>
                </a:solidFill>
                <a:effectLst/>
                <a:uLnTx/>
                <a:uFillTx/>
                <a:latin typeface="Poppins"/>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5</a:t>
            </a:fld>
            <a:endParaRPr kumimoji="0" lang="en-US" sz="1000" b="0" i="0" u="none" strike="noStrike" kern="1200" cap="none" spc="0" normalizeH="0" baseline="0" noProof="0">
              <a:ln>
                <a:noFill/>
              </a:ln>
              <a:solidFill>
                <a:srgbClr val="FFFFFF"/>
              </a:solidFill>
              <a:effectLst/>
              <a:uLnTx/>
              <a:uFillTx/>
              <a:latin typeface="Poppins"/>
              <a:ea typeface="+mn-ea"/>
              <a:cs typeface="+mn-cs"/>
            </a:endParaRPr>
          </a:p>
        </p:txBody>
      </p:sp>
      <p:sp>
        <p:nvSpPr>
          <p:cNvPr id="26" name="TextBox 25"/>
          <p:cNvSpPr txBox="1"/>
          <p:nvPr/>
        </p:nvSpPr>
        <p:spPr>
          <a:xfrm>
            <a:off x="548640" y="1234440"/>
            <a:ext cx="11091672" cy="502920"/>
          </a:xfrm>
          <a:prstGeom prst="rect">
            <a:avLst/>
          </a:prstGeom>
          <a:noFill/>
        </p:spPr>
        <p:txBody>
          <a:bodyPr wrap="square" lIns="0" rIns="0" tIns="0" bIns="0" anchor="t">
            <a:spAutoFit/>
          </a:bodyPr>
          <a:lstStyle/>
          <a:p>
            <a:pPr algn="l"/>
            <a:r>
              <a:rPr sz="1300" b="0" i="0">
                <a:solidFill>
                  <a:srgbClr val="6E7178"/>
                </a:solidFill>
                <a:latin typeface="Poppins"/>
              </a:rPr>
              <a:t>We will focus on the sessions that most shape GoFar's final position: the alignment decision, station design and passenger experience, and how the project will be built and staged.</a:t>
            </a:r>
          </a:p>
        </p:txBody>
      </p:sp>
      <p:graphicFrame>
        <p:nvGraphicFramePr>
          <p:cNvPr id="27" name="Table 26"/>
          <p:cNvGraphicFramePr>
            <a:graphicFrameLocks noGrp="1"/>
          </p:cNvGraphicFramePr>
          <p:nvPr/>
        </p:nvGraphicFramePr>
        <p:xfrm>
          <a:off x="548640" y="1810512"/>
          <a:ext cx="11091672" cy="3703320"/>
        </p:xfrm>
        <a:graphic>
          <a:graphicData uri="http://schemas.openxmlformats.org/drawingml/2006/table">
            <a:tbl>
              <a:tblPr firstRow="0" bandRow="0">
                <a:tableStyleId>{5C22544A-7EE6-4342-B048-85BDC9FD1C3A}</a:tableStyleId>
              </a:tblPr>
              <a:tblGrid>
                <a:gridCol w="548640"/>
                <a:gridCol w="5486400"/>
                <a:gridCol w="1828800"/>
                <a:gridCol w="1737360"/>
                <a:gridCol w="1490472"/>
              </a:tblGrid>
              <a:tr h="246888">
                <a:tc>
                  <a:txBody>
                    <a:bodyPr/>
                    <a:lstStyle/>
                    <a:p>
                      <a:pPr algn="ctr"/>
                      <a:r>
                        <a:rPr sz="950" b="1" spc="100">
                          <a:solidFill>
                            <a:srgbClr val="6E7178"/>
                          </a:solidFill>
                          <a:latin typeface="Poppins"/>
                        </a:rPr>
                        <a:t>#</a:t>
                      </a:r>
                    </a:p>
                  </a:txBody>
                  <a:tcPr marL="73152" marR="73152" marT="18288" marB="18288" anchor="ctr">
                    <a:lnL w="0">
                      <a:noFill/>
                    </a:lnL>
                    <a:lnR w="0">
                      <a:noFill/>
                    </a:lnR>
                    <a:lnT w="0">
                      <a:noFill/>
                    </a:lnT>
                    <a:lnB w="15875">
                      <a:solidFill>
                        <a:srgbClr val="3D3C3C"/>
                      </a:solidFill>
                    </a:lnB>
                    <a:noFill/>
                  </a:tcPr>
                </a:tc>
                <a:tc>
                  <a:txBody>
                    <a:bodyPr/>
                    <a:lstStyle/>
                    <a:p>
                      <a:pPr algn="l"/>
                      <a:r>
                        <a:rPr sz="950" b="1" spc="100">
                          <a:solidFill>
                            <a:srgbClr val="6E7178"/>
                          </a:solidFill>
                          <a:latin typeface="Poppins"/>
                        </a:rPr>
                        <a:t>INTERACTIVE TOPIC</a:t>
                      </a:r>
                    </a:p>
                  </a:txBody>
                  <a:tcPr marL="73152" marR="73152" marT="18288" marB="18288" anchor="ctr">
                    <a:lnL w="0">
                      <a:noFill/>
                    </a:lnL>
                    <a:lnR w="0">
                      <a:noFill/>
                    </a:lnR>
                    <a:lnT w="0">
                      <a:noFill/>
                    </a:lnT>
                    <a:lnB w="15875">
                      <a:solidFill>
                        <a:srgbClr val="3D3C3C"/>
                      </a:solidFill>
                    </a:lnB>
                    <a:noFill/>
                  </a:tcPr>
                </a:tc>
                <a:tc>
                  <a:txBody>
                    <a:bodyPr/>
                    <a:lstStyle/>
                    <a:p>
                      <a:pPr algn="l"/>
                      <a:r>
                        <a:rPr sz="950" b="1" spc="100">
                          <a:solidFill>
                            <a:srgbClr val="6E7178"/>
                          </a:solidFill>
                          <a:latin typeface="Poppins"/>
                        </a:rPr>
                        <a:t>SESSION</a:t>
                      </a:r>
                    </a:p>
                  </a:txBody>
                  <a:tcPr marL="73152" marR="73152" marT="18288" marB="18288" anchor="ctr">
                    <a:lnL w="0">
                      <a:noFill/>
                    </a:lnL>
                    <a:lnR w="0">
                      <a:noFill/>
                    </a:lnR>
                    <a:lnT w="0">
                      <a:noFill/>
                    </a:lnT>
                    <a:lnB w="15875">
                      <a:solidFill>
                        <a:srgbClr val="3D3C3C"/>
                      </a:solidFill>
                    </a:lnB>
                    <a:noFill/>
                  </a:tcPr>
                </a:tc>
                <a:tc>
                  <a:txBody>
                    <a:bodyPr/>
                    <a:lstStyle/>
                    <a:p>
                      <a:pPr algn="l"/>
                      <a:r>
                        <a:rPr sz="950" b="1" spc="100">
                          <a:solidFill>
                            <a:srgbClr val="6E7178"/>
                          </a:solidFill>
                          <a:latin typeface="Poppins"/>
                        </a:rPr>
                        <a:t>DATE</a:t>
                      </a:r>
                    </a:p>
                  </a:txBody>
                  <a:tcPr marL="73152" marR="73152" marT="18288" marB="18288" anchor="ctr">
                    <a:lnL w="0">
                      <a:noFill/>
                    </a:lnL>
                    <a:lnR w="0">
                      <a:noFill/>
                    </a:lnR>
                    <a:lnT w="0">
                      <a:noFill/>
                    </a:lnT>
                    <a:lnB w="15875">
                      <a:solidFill>
                        <a:srgbClr val="3D3C3C"/>
                      </a:solidFill>
                    </a:lnB>
                    <a:noFill/>
                  </a:tcPr>
                </a:tc>
                <a:tc>
                  <a:txBody>
                    <a:bodyPr/>
                    <a:lstStyle/>
                    <a:p>
                      <a:pPr algn="l"/>
                      <a:r>
                        <a:rPr sz="950" b="1" spc="100">
                          <a:solidFill>
                            <a:srgbClr val="6E7178"/>
                          </a:solidFill>
                          <a:latin typeface="Poppins"/>
                        </a:rPr>
                        <a:t>STATUS</a:t>
                      </a:r>
                    </a:p>
                  </a:txBody>
                  <a:tcPr marL="73152" marR="73152" marT="18288" marB="18288" anchor="ctr">
                    <a:lnL w="0">
                      <a:noFill/>
                    </a:lnL>
                    <a:lnR w="0">
                      <a:noFill/>
                    </a:lnR>
                    <a:lnT w="0">
                      <a:noFill/>
                    </a:lnT>
                    <a:lnB w="15875">
                      <a:solidFill>
                        <a:srgbClr val="3D3C3C"/>
                      </a:solidFill>
                    </a:lnB>
                    <a:noFill/>
                  </a:tcPr>
                </a:tc>
              </a:tr>
              <a:tr h="246888">
                <a:tc>
                  <a:txBody>
                    <a:bodyPr/>
                    <a:lstStyle/>
                    <a:p>
                      <a:pPr algn="ctr"/>
                      <a:r>
                        <a:rPr sz="1100" b="0">
                          <a:solidFill>
                            <a:srgbClr val="6E7178"/>
                          </a:solidFill>
                          <a:latin typeface="Poppins"/>
                        </a:rPr>
                        <a:t>1</a:t>
                      </a:r>
                    </a:p>
                  </a:txBody>
                  <a:tcPr marL="73152" marR="73152" marT="18288" marB="18288" anchor="ctr">
                    <a:lnL w="0">
                      <a:noFill/>
                    </a:lnL>
                    <a:lnR w="0">
                      <a:noFill/>
                    </a:lnR>
                    <a:lnT w="0">
                      <a:noFill/>
                    </a:lnT>
                    <a:lnB w="9525">
                      <a:solidFill>
                        <a:srgbClr val="D9DBE0"/>
                      </a:solidFill>
                    </a:lnB>
                    <a:noFill/>
                  </a:tcPr>
                </a:tc>
                <a:tc>
                  <a:txBody>
                    <a:bodyPr/>
                    <a:lstStyle/>
                    <a:p>
                      <a:pPr algn="l"/>
                      <a:r>
                        <a:rPr sz="1100" b="0">
                          <a:solidFill>
                            <a:srgbClr val="6E7178"/>
                          </a:solidFill>
                          <a:latin typeface="Poppins"/>
                        </a:rPr>
                        <a:t>Capacity and Service</a:t>
                      </a:r>
                    </a:p>
                  </a:txBody>
                  <a:tcPr marL="73152" marR="73152" marT="18288" marB="18288" anchor="ctr">
                    <a:lnL w="0">
                      <a:noFill/>
                    </a:lnL>
                    <a:lnR w="0">
                      <a:noFill/>
                    </a:lnR>
                    <a:lnT w="0">
                      <a:noFill/>
                    </a:lnT>
                    <a:lnB w="9525">
                      <a:solidFill>
                        <a:srgbClr val="D9DBE0"/>
                      </a:solidFill>
                    </a:lnB>
                    <a:noFill/>
                  </a:tcPr>
                </a:tc>
                <a:tc>
                  <a:txBody>
                    <a:bodyPr/>
                    <a:lstStyle/>
                    <a:p>
                      <a:pPr algn="l"/>
                      <a:r>
                        <a:rPr sz="1100" b="0">
                          <a:solidFill>
                            <a:srgbClr val="6E7178"/>
                          </a:solidFill>
                          <a:latin typeface="Poppins"/>
                        </a:rPr>
                        <a:t>Workshop 1</a:t>
                      </a:r>
                    </a:p>
                  </a:txBody>
                  <a:tcPr marL="73152" marR="73152" marT="18288" marB="18288" anchor="ctr">
                    <a:lnL w="0">
                      <a:noFill/>
                    </a:lnL>
                    <a:lnR w="0">
                      <a:noFill/>
                    </a:lnR>
                    <a:lnT w="0">
                      <a:noFill/>
                    </a:lnT>
                    <a:lnB w="9525">
                      <a:solidFill>
                        <a:srgbClr val="D9DBE0"/>
                      </a:solidFill>
                    </a:lnB>
                    <a:noFill/>
                  </a:tcPr>
                </a:tc>
                <a:tc>
                  <a:txBody>
                    <a:bodyPr/>
                    <a:lstStyle/>
                    <a:p>
                      <a:pPr algn="l"/>
                      <a:r>
                        <a:rPr sz="1100" b="0">
                          <a:solidFill>
                            <a:srgbClr val="6E7178"/>
                          </a:solidFill>
                          <a:latin typeface="Poppins"/>
                        </a:rPr>
                        <a:t/>
                      </a:r>
                    </a:p>
                  </a:txBody>
                  <a:tcPr marL="73152" marR="73152" marT="18288" marB="18288" anchor="ctr">
                    <a:lnL w="0">
                      <a:noFill/>
                    </a:lnL>
                    <a:lnR w="0">
                      <a:noFill/>
                    </a:lnR>
                    <a:lnT w="0">
                      <a:noFill/>
                    </a:lnT>
                    <a:lnB w="9525">
                      <a:solidFill>
                        <a:srgbClr val="D9DBE0"/>
                      </a:solidFill>
                    </a:lnB>
                    <a:noFill/>
                  </a:tcPr>
                </a:tc>
                <a:tc>
                  <a:txBody>
                    <a:bodyPr/>
                    <a:lstStyle/>
                    <a:p>
                      <a:pPr algn="l"/>
                      <a:r>
                        <a:rPr sz="1100" b="0">
                          <a:solidFill>
                            <a:srgbClr val="6E7178"/>
                          </a:solidFill>
                          <a:latin typeface="Poppins"/>
                        </a:rPr>
                        <a:t>Completed</a:t>
                      </a:r>
                    </a:p>
                  </a:txBody>
                  <a:tcPr marL="73152" marR="73152" marT="18288" marB="18288" anchor="ctr">
                    <a:lnL w="0">
                      <a:noFill/>
                    </a:lnL>
                    <a:lnR w="0">
                      <a:noFill/>
                    </a:lnR>
                    <a:lnT w="0">
                      <a:noFill/>
                    </a:lnT>
                    <a:lnB w="9525">
                      <a:solidFill>
                        <a:srgbClr val="D9DBE0"/>
                      </a:solidFill>
                    </a:lnB>
                    <a:noFill/>
                  </a:tcPr>
                </a:tc>
              </a:tr>
              <a:tr h="246888">
                <a:tc>
                  <a:txBody>
                    <a:bodyPr/>
                    <a:lstStyle/>
                    <a:p>
                      <a:pPr algn="ctr"/>
                      <a:r>
                        <a:rPr sz="1100" b="0">
                          <a:solidFill>
                            <a:srgbClr val="6E7178"/>
                          </a:solidFill>
                          <a:latin typeface="Poppins"/>
                        </a:rPr>
                        <a:t>2</a:t>
                      </a:r>
                    </a:p>
                  </a:txBody>
                  <a:tcPr marL="73152" marR="73152" marT="18288" marB="18288" anchor="ctr">
                    <a:lnL w="0">
                      <a:noFill/>
                    </a:lnL>
                    <a:lnR w="0">
                      <a:noFill/>
                    </a:lnR>
                    <a:lnT w="0">
                      <a:noFill/>
                    </a:lnT>
                    <a:lnB w="9525">
                      <a:solidFill>
                        <a:srgbClr val="D9DBE0"/>
                      </a:solidFill>
                    </a:lnB>
                    <a:noFill/>
                  </a:tcPr>
                </a:tc>
                <a:tc rowSpan="2">
                  <a:txBody>
                    <a:bodyPr/>
                    <a:lstStyle/>
                    <a:p>
                      <a:pPr algn="l"/>
                      <a:r>
                        <a:rPr sz="1100" b="0">
                          <a:solidFill>
                            <a:srgbClr val="6E7178"/>
                          </a:solidFill>
                          <a:latin typeface="Poppins"/>
                        </a:rPr>
                        <a:t>Alignment</a:t>
                      </a:r>
                    </a:p>
                  </a:txBody>
                  <a:tcPr marL="73152" marR="73152" marT="18288" marB="18288" anchor="ctr">
                    <a:lnL w="0">
                      <a:noFill/>
                    </a:lnL>
                    <a:lnR w="0">
                      <a:noFill/>
                    </a:lnR>
                    <a:lnT w="0">
                      <a:noFill/>
                    </a:lnT>
                    <a:lnB w="9525">
                      <a:solidFill>
                        <a:srgbClr val="D9DBE0"/>
                      </a:solidFill>
                    </a:lnB>
                    <a:noFill/>
                  </a:tcPr>
                </a:tc>
                <a:tc>
                  <a:txBody>
                    <a:bodyPr/>
                    <a:lstStyle/>
                    <a:p>
                      <a:pPr algn="l"/>
                      <a:r>
                        <a:rPr sz="1100" b="0">
                          <a:solidFill>
                            <a:srgbClr val="6E7178"/>
                          </a:solidFill>
                          <a:latin typeface="Poppins"/>
                        </a:rPr>
                        <a:t>Workshop 1</a:t>
                      </a:r>
                    </a:p>
                  </a:txBody>
                  <a:tcPr marL="73152" marR="73152" marT="18288" marB="18288" anchor="ctr">
                    <a:lnL w="0">
                      <a:noFill/>
                    </a:lnL>
                    <a:lnR w="0">
                      <a:noFill/>
                    </a:lnR>
                    <a:lnT w="0">
                      <a:noFill/>
                    </a:lnT>
                    <a:lnB w="9525">
                      <a:solidFill>
                        <a:srgbClr val="D9DBE0"/>
                      </a:solidFill>
                    </a:lnB>
                    <a:noFill/>
                  </a:tcPr>
                </a:tc>
                <a:tc>
                  <a:txBody>
                    <a:bodyPr/>
                    <a:lstStyle/>
                    <a:p>
                      <a:pPr algn="l"/>
                      <a:r>
                        <a:rPr sz="1100" b="0">
                          <a:solidFill>
                            <a:srgbClr val="6E7178"/>
                          </a:solidFill>
                          <a:latin typeface="Poppins"/>
                        </a:rPr>
                        <a:t/>
                      </a:r>
                    </a:p>
                  </a:txBody>
                  <a:tcPr marL="73152" marR="73152" marT="18288" marB="18288" anchor="ctr">
                    <a:lnL w="0">
                      <a:noFill/>
                    </a:lnL>
                    <a:lnR w="0">
                      <a:noFill/>
                    </a:lnR>
                    <a:lnT w="0">
                      <a:noFill/>
                    </a:lnT>
                    <a:lnB w="9525">
                      <a:solidFill>
                        <a:srgbClr val="D9DBE0"/>
                      </a:solidFill>
                    </a:lnB>
                    <a:noFill/>
                  </a:tcPr>
                </a:tc>
                <a:tc>
                  <a:txBody>
                    <a:bodyPr/>
                    <a:lstStyle/>
                    <a:p>
                      <a:pPr algn="l"/>
                      <a:r>
                        <a:rPr sz="1100" b="0">
                          <a:solidFill>
                            <a:srgbClr val="6E7178"/>
                          </a:solidFill>
                          <a:latin typeface="Poppins"/>
                        </a:rPr>
                        <a:t>Completed</a:t>
                      </a:r>
                    </a:p>
                  </a:txBody>
                  <a:tcPr marL="73152" marR="73152" marT="18288" marB="18288" anchor="ctr">
                    <a:lnL w="0">
                      <a:noFill/>
                    </a:lnL>
                    <a:lnR w="0">
                      <a:noFill/>
                    </a:lnR>
                    <a:lnT w="0">
                      <a:noFill/>
                    </a:lnT>
                    <a:lnB w="9525">
                      <a:solidFill>
                        <a:srgbClr val="D9DBE0"/>
                      </a:solidFill>
                    </a:lnB>
                    <a:noFill/>
                  </a:tcPr>
                </a:tc>
              </a:tr>
              <a:tr h="246888">
                <a:tc>
                  <a:txBody>
                    <a:bodyPr/>
                    <a:lstStyle/>
                    <a:p>
                      <a:pPr algn="ctr"/>
                      <a:r>
                        <a:rPr sz="1100" b="0">
                          <a:solidFill>
                            <a:srgbClr val="6E7178"/>
                          </a:solidFill>
                          <a:latin typeface="Poppins"/>
                        </a:rPr>
                        <a:t>3</a:t>
                      </a:r>
                    </a:p>
                  </a:txBody>
                  <a:tcPr marL="73152" marR="73152" marT="18288" marB="18288" anchor="ctr">
                    <a:lnL w="0">
                      <a:noFill/>
                    </a:lnL>
                    <a:lnR w="0">
                      <a:noFill/>
                    </a:lnR>
                    <a:lnT w="0">
                      <a:noFill/>
                    </a:lnT>
                    <a:lnB w="9525">
                      <a:solidFill>
                        <a:srgbClr val="D9DBE0"/>
                      </a:solidFill>
                    </a:lnB>
                    <a:noFill/>
                  </a:tcPr>
                </a:tc>
                <a:tc vMerge="1">
                  <a:txBody>
                    <a:bodyPr/>
                    <a:lstStyle/>
                    <a:p>
                      <a:pPr algn="l"/>
                      <a:r>
                        <a:rPr sz="1100" b="0">
                          <a:solidFill>
                            <a:srgbClr val="6E7178"/>
                          </a:solidFill>
                          <a:latin typeface="Poppins"/>
                        </a:rPr>
                        <a:t/>
                      </a:r>
                    </a:p>
                  </a:txBody>
                  <a:tcPr marL="73152" marR="73152" marT="18288" marB="18288" anchor="ctr">
                    <a:lnL w="0">
                      <a:noFill/>
                    </a:lnL>
                    <a:lnR w="0">
                      <a:noFill/>
                    </a:lnR>
                    <a:lnT w="0">
                      <a:noFill/>
                    </a:lnT>
                    <a:lnB w="9525">
                      <a:solidFill>
                        <a:srgbClr val="D9DBE0"/>
                      </a:solidFill>
                    </a:lnB>
                    <a:noFill/>
                  </a:tcPr>
                </a:tc>
                <a:tc>
                  <a:txBody>
                    <a:bodyPr/>
                    <a:lstStyle/>
                    <a:p>
                      <a:pPr algn="l"/>
                      <a:r>
                        <a:rPr sz="1100" b="0">
                          <a:solidFill>
                            <a:srgbClr val="6E7178"/>
                          </a:solidFill>
                          <a:latin typeface="Poppins"/>
                        </a:rPr>
                        <a:t>Workshop 3</a:t>
                      </a:r>
                    </a:p>
                  </a:txBody>
                  <a:tcPr marL="73152" marR="73152" marT="18288" marB="18288" anchor="ctr">
                    <a:lnL w="0">
                      <a:noFill/>
                    </a:lnL>
                    <a:lnR w="0">
                      <a:noFill/>
                    </a:lnR>
                    <a:lnT w="0">
                      <a:noFill/>
                    </a:lnT>
                    <a:lnB w="9525">
                      <a:solidFill>
                        <a:srgbClr val="D9DBE0"/>
                      </a:solidFill>
                    </a:lnB>
                    <a:noFill/>
                  </a:tcPr>
                </a:tc>
                <a:tc>
                  <a:txBody>
                    <a:bodyPr/>
                    <a:lstStyle/>
                    <a:p>
                      <a:pPr algn="l"/>
                      <a:r>
                        <a:rPr sz="1100" b="0">
                          <a:solidFill>
                            <a:srgbClr val="6E7178"/>
                          </a:solidFill>
                          <a:latin typeface="Poppins"/>
                        </a:rPr>
                        <a:t/>
                      </a:r>
                    </a:p>
                  </a:txBody>
                  <a:tcPr marL="73152" marR="73152" marT="18288" marB="18288" anchor="ctr">
                    <a:lnL w="0">
                      <a:noFill/>
                    </a:lnL>
                    <a:lnR w="0">
                      <a:noFill/>
                    </a:lnR>
                    <a:lnT w="0">
                      <a:noFill/>
                    </a:lnT>
                    <a:lnB w="9525">
                      <a:solidFill>
                        <a:srgbClr val="D9DBE0"/>
                      </a:solidFill>
                    </a:lnB>
                    <a:noFill/>
                  </a:tcPr>
                </a:tc>
                <a:tc>
                  <a:txBody>
                    <a:bodyPr/>
                    <a:lstStyle/>
                    <a:p>
                      <a:pPr algn="l"/>
                      <a:r>
                        <a:rPr sz="1100" b="0">
                          <a:solidFill>
                            <a:srgbClr val="6E7178"/>
                          </a:solidFill>
                          <a:latin typeface="Poppins"/>
                        </a:rPr>
                        <a:t>Completed</a:t>
                      </a:r>
                    </a:p>
                  </a:txBody>
                  <a:tcPr marL="73152" marR="73152" marT="18288" marB="18288" anchor="ctr">
                    <a:lnL w="0">
                      <a:noFill/>
                    </a:lnL>
                    <a:lnR w="0">
                      <a:noFill/>
                    </a:lnR>
                    <a:lnT w="0">
                      <a:noFill/>
                    </a:lnT>
                    <a:lnB w="9525">
                      <a:solidFill>
                        <a:srgbClr val="D9DBE0"/>
                      </a:solidFill>
                    </a:lnB>
                    <a:noFill/>
                  </a:tcPr>
                </a:tc>
              </a:tr>
              <a:tr h="246888">
                <a:tc>
                  <a:txBody>
                    <a:bodyPr/>
                    <a:lstStyle/>
                    <a:p>
                      <a:pPr algn="ctr"/>
                      <a:r>
                        <a:rPr sz="1100" b="0">
                          <a:solidFill>
                            <a:srgbClr val="6E7178"/>
                          </a:solidFill>
                          <a:latin typeface="Poppins"/>
                        </a:rPr>
                        <a:t>4</a:t>
                      </a:r>
                    </a:p>
                  </a:txBody>
                  <a:tcPr marL="73152" marR="73152" marT="18288" marB="18288" anchor="ctr">
                    <a:lnL w="0">
                      <a:noFill/>
                    </a:lnL>
                    <a:lnR w="0">
                      <a:noFill/>
                    </a:lnR>
                    <a:lnT w="0">
                      <a:noFill/>
                    </a:lnT>
                    <a:lnB w="9525">
                      <a:solidFill>
                        <a:srgbClr val="D9DBE0"/>
                      </a:solidFill>
                    </a:lnB>
                    <a:noFill/>
                  </a:tcPr>
                </a:tc>
                <a:tc rowSpan="2">
                  <a:txBody>
                    <a:bodyPr/>
                    <a:lstStyle/>
                    <a:p>
                      <a:pPr algn="l"/>
                      <a:r>
                        <a:rPr sz="1100" b="0">
                          <a:solidFill>
                            <a:srgbClr val="6E7178"/>
                          </a:solidFill>
                          <a:latin typeface="Poppins"/>
                        </a:rPr>
                        <a:t>Alternative Alignment</a:t>
                      </a:r>
                    </a:p>
                  </a:txBody>
                  <a:tcPr marL="73152" marR="73152" marT="18288" marB="18288" anchor="ctr">
                    <a:lnL w="0">
                      <a:noFill/>
                    </a:lnL>
                    <a:lnR w="0">
                      <a:noFill/>
                    </a:lnR>
                    <a:lnT w="0">
                      <a:noFill/>
                    </a:lnT>
                    <a:lnB w="9525">
                      <a:solidFill>
                        <a:srgbClr val="D9DBE0"/>
                      </a:solidFill>
                    </a:lnB>
                    <a:noFill/>
                  </a:tcPr>
                </a:tc>
                <a:tc>
                  <a:txBody>
                    <a:bodyPr/>
                    <a:lstStyle/>
                    <a:p>
                      <a:pPr algn="l"/>
                      <a:r>
                        <a:rPr sz="1100" b="0">
                          <a:solidFill>
                            <a:srgbClr val="6E7178"/>
                          </a:solidFill>
                          <a:latin typeface="Poppins"/>
                        </a:rPr>
                        <a:t>Workshop 2</a:t>
                      </a:r>
                    </a:p>
                  </a:txBody>
                  <a:tcPr marL="73152" marR="73152" marT="18288" marB="18288" anchor="ctr">
                    <a:lnL w="0">
                      <a:noFill/>
                    </a:lnL>
                    <a:lnR w="0">
                      <a:noFill/>
                    </a:lnR>
                    <a:lnT w="0">
                      <a:noFill/>
                    </a:lnT>
                    <a:lnB w="9525">
                      <a:solidFill>
                        <a:srgbClr val="D9DBE0"/>
                      </a:solidFill>
                    </a:lnB>
                    <a:noFill/>
                  </a:tcPr>
                </a:tc>
                <a:tc>
                  <a:txBody>
                    <a:bodyPr/>
                    <a:lstStyle/>
                    <a:p>
                      <a:pPr algn="l"/>
                      <a:r>
                        <a:rPr sz="1100" b="0">
                          <a:solidFill>
                            <a:srgbClr val="6E7178"/>
                          </a:solidFill>
                          <a:latin typeface="Poppins"/>
                        </a:rPr>
                        <a:t/>
                      </a:r>
                    </a:p>
                  </a:txBody>
                  <a:tcPr marL="73152" marR="73152" marT="18288" marB="18288" anchor="ctr">
                    <a:lnL w="0">
                      <a:noFill/>
                    </a:lnL>
                    <a:lnR w="0">
                      <a:noFill/>
                    </a:lnR>
                    <a:lnT w="0">
                      <a:noFill/>
                    </a:lnT>
                    <a:lnB w="9525">
                      <a:solidFill>
                        <a:srgbClr val="D9DBE0"/>
                      </a:solidFill>
                    </a:lnB>
                    <a:noFill/>
                  </a:tcPr>
                </a:tc>
                <a:tc>
                  <a:txBody>
                    <a:bodyPr/>
                    <a:lstStyle/>
                    <a:p>
                      <a:pPr algn="l"/>
                      <a:r>
                        <a:rPr sz="1100" b="0">
                          <a:solidFill>
                            <a:srgbClr val="6E7178"/>
                          </a:solidFill>
                          <a:latin typeface="Poppins"/>
                        </a:rPr>
                        <a:t>Completed</a:t>
                      </a:r>
                    </a:p>
                  </a:txBody>
                  <a:tcPr marL="73152" marR="73152" marT="18288" marB="18288" anchor="ctr">
                    <a:lnL w="0">
                      <a:noFill/>
                    </a:lnL>
                    <a:lnR w="0">
                      <a:noFill/>
                    </a:lnR>
                    <a:lnT w="0">
                      <a:noFill/>
                    </a:lnT>
                    <a:lnB w="9525">
                      <a:solidFill>
                        <a:srgbClr val="D9DBE0"/>
                      </a:solidFill>
                    </a:lnB>
                    <a:noFill/>
                  </a:tcPr>
                </a:tc>
              </a:tr>
              <a:tr h="246888">
                <a:tc>
                  <a:txBody>
                    <a:bodyPr/>
                    <a:lstStyle/>
                    <a:p>
                      <a:pPr algn="ctr"/>
                      <a:r>
                        <a:rPr sz="1100" b="0">
                          <a:solidFill>
                            <a:srgbClr val="6E7178"/>
                          </a:solidFill>
                          <a:latin typeface="Poppins"/>
                        </a:rPr>
                        <a:t>5</a:t>
                      </a:r>
                    </a:p>
                  </a:txBody>
                  <a:tcPr marL="73152" marR="73152" marT="18288" marB="18288" anchor="ctr">
                    <a:lnL w="0">
                      <a:noFill/>
                    </a:lnL>
                    <a:lnR w="0">
                      <a:noFill/>
                    </a:lnR>
                    <a:lnT w="0">
                      <a:noFill/>
                    </a:lnT>
                    <a:lnB w="9525">
                      <a:solidFill>
                        <a:srgbClr val="D9DBE0"/>
                      </a:solidFill>
                    </a:lnB>
                    <a:noFill/>
                  </a:tcPr>
                </a:tc>
                <a:tc vMerge="1">
                  <a:txBody>
                    <a:bodyPr/>
                    <a:lstStyle/>
                    <a:p>
                      <a:pPr algn="l"/>
                      <a:r>
                        <a:rPr sz="1100" b="0">
                          <a:solidFill>
                            <a:srgbClr val="6E7178"/>
                          </a:solidFill>
                          <a:latin typeface="Poppins"/>
                        </a:rPr>
                        <a:t/>
                      </a:r>
                    </a:p>
                  </a:txBody>
                  <a:tcPr marL="73152" marR="73152" marT="18288" marB="18288" anchor="ctr">
                    <a:lnL w="0">
                      <a:noFill/>
                    </a:lnL>
                    <a:lnR w="0">
                      <a:noFill/>
                    </a:lnR>
                    <a:lnT w="0">
                      <a:noFill/>
                    </a:lnT>
                    <a:lnB w="9525">
                      <a:solidFill>
                        <a:srgbClr val="D9DBE0"/>
                      </a:solidFill>
                    </a:lnB>
                    <a:noFill/>
                  </a:tcPr>
                </a:tc>
                <a:tc>
                  <a:txBody>
                    <a:bodyPr/>
                    <a:lstStyle/>
                    <a:p>
                      <a:pPr algn="l"/>
                      <a:r>
                        <a:rPr sz="1100" b="0">
                          <a:solidFill>
                            <a:srgbClr val="6E7178"/>
                          </a:solidFill>
                          <a:latin typeface="Poppins"/>
                        </a:rPr>
                        <a:t>Workshop 3</a:t>
                      </a:r>
                    </a:p>
                  </a:txBody>
                  <a:tcPr marL="73152" marR="73152" marT="18288" marB="18288" anchor="ctr">
                    <a:lnL w="0">
                      <a:noFill/>
                    </a:lnL>
                    <a:lnR w="0">
                      <a:noFill/>
                    </a:lnR>
                    <a:lnT w="0">
                      <a:noFill/>
                    </a:lnT>
                    <a:lnB w="9525">
                      <a:solidFill>
                        <a:srgbClr val="D9DBE0"/>
                      </a:solidFill>
                    </a:lnB>
                    <a:noFill/>
                  </a:tcPr>
                </a:tc>
                <a:tc>
                  <a:txBody>
                    <a:bodyPr/>
                    <a:lstStyle/>
                    <a:p>
                      <a:pPr algn="l"/>
                      <a:r>
                        <a:rPr sz="1100" b="0">
                          <a:solidFill>
                            <a:srgbClr val="6E7178"/>
                          </a:solidFill>
                          <a:latin typeface="Poppins"/>
                        </a:rPr>
                        <a:t/>
                      </a:r>
                    </a:p>
                  </a:txBody>
                  <a:tcPr marL="73152" marR="73152" marT="18288" marB="18288" anchor="ctr">
                    <a:lnL w="0">
                      <a:noFill/>
                    </a:lnL>
                    <a:lnR w="0">
                      <a:noFill/>
                    </a:lnR>
                    <a:lnT w="0">
                      <a:noFill/>
                    </a:lnT>
                    <a:lnB w="9525">
                      <a:solidFill>
                        <a:srgbClr val="D9DBE0"/>
                      </a:solidFill>
                    </a:lnB>
                    <a:noFill/>
                  </a:tcPr>
                </a:tc>
                <a:tc>
                  <a:txBody>
                    <a:bodyPr/>
                    <a:lstStyle/>
                    <a:p>
                      <a:pPr algn="l"/>
                      <a:r>
                        <a:rPr sz="1100" b="0">
                          <a:solidFill>
                            <a:srgbClr val="6E7178"/>
                          </a:solidFill>
                          <a:latin typeface="Poppins"/>
                        </a:rPr>
                        <a:t>Completed</a:t>
                      </a:r>
                    </a:p>
                  </a:txBody>
                  <a:tcPr marL="73152" marR="73152" marT="18288" marB="18288" anchor="ctr">
                    <a:lnL w="0">
                      <a:noFill/>
                    </a:lnL>
                    <a:lnR w="0">
                      <a:noFill/>
                    </a:lnR>
                    <a:lnT w="0">
                      <a:noFill/>
                    </a:lnT>
                    <a:lnB w="9525">
                      <a:solidFill>
                        <a:srgbClr val="D9DBE0"/>
                      </a:solidFill>
                    </a:lnB>
                    <a:noFill/>
                  </a:tcPr>
                </a:tc>
              </a:tr>
              <a:tr h="246888">
                <a:tc>
                  <a:txBody>
                    <a:bodyPr/>
                    <a:lstStyle/>
                    <a:p>
                      <a:pPr algn="ctr"/>
                      <a:r>
                        <a:rPr sz="1100" b="0">
                          <a:solidFill>
                            <a:srgbClr val="6E7178"/>
                          </a:solidFill>
                          <a:latin typeface="Poppins"/>
                        </a:rPr>
                        <a:t>6</a:t>
                      </a:r>
                    </a:p>
                  </a:txBody>
                  <a:tcPr marL="73152" marR="73152" marT="18288" marB="18288" anchor="ctr">
                    <a:lnL w="0">
                      <a:noFill/>
                    </a:lnL>
                    <a:lnR w="0">
                      <a:noFill/>
                    </a:lnR>
                    <a:lnT w="0">
                      <a:noFill/>
                    </a:lnT>
                    <a:lnB w="9525">
                      <a:solidFill>
                        <a:srgbClr val="D9DBE0"/>
                      </a:solidFill>
                    </a:lnB>
                    <a:noFill/>
                  </a:tcPr>
                </a:tc>
                <a:tc rowSpan="2">
                  <a:txBody>
                    <a:bodyPr/>
                    <a:lstStyle/>
                    <a:p>
                      <a:pPr algn="l"/>
                      <a:r>
                        <a:rPr sz="1100" b="0">
                          <a:solidFill>
                            <a:srgbClr val="6E7178"/>
                          </a:solidFill>
                          <a:latin typeface="Poppins"/>
                        </a:rPr>
                        <a:t>Fire and Life Safety</a:t>
                      </a:r>
                    </a:p>
                  </a:txBody>
                  <a:tcPr marL="73152" marR="73152" marT="18288" marB="18288" anchor="ctr">
                    <a:lnL w="0">
                      <a:noFill/>
                    </a:lnL>
                    <a:lnR w="0">
                      <a:noFill/>
                    </a:lnR>
                    <a:lnT w="0">
                      <a:noFill/>
                    </a:lnT>
                    <a:lnB w="9525">
                      <a:solidFill>
                        <a:srgbClr val="D9DBE0"/>
                      </a:solidFill>
                    </a:lnB>
                    <a:noFill/>
                  </a:tcPr>
                </a:tc>
                <a:tc>
                  <a:txBody>
                    <a:bodyPr/>
                    <a:lstStyle/>
                    <a:p>
                      <a:pPr algn="l"/>
                      <a:r>
                        <a:rPr sz="1100" b="0">
                          <a:solidFill>
                            <a:srgbClr val="6E7178"/>
                          </a:solidFill>
                          <a:latin typeface="Poppins"/>
                        </a:rPr>
                        <a:t>Workshop 2</a:t>
                      </a:r>
                    </a:p>
                  </a:txBody>
                  <a:tcPr marL="73152" marR="73152" marT="18288" marB="18288" anchor="ctr">
                    <a:lnL w="0">
                      <a:noFill/>
                    </a:lnL>
                    <a:lnR w="0">
                      <a:noFill/>
                    </a:lnR>
                    <a:lnT w="0">
                      <a:noFill/>
                    </a:lnT>
                    <a:lnB w="9525">
                      <a:solidFill>
                        <a:srgbClr val="D9DBE0"/>
                      </a:solidFill>
                    </a:lnB>
                    <a:noFill/>
                  </a:tcPr>
                </a:tc>
                <a:tc>
                  <a:txBody>
                    <a:bodyPr/>
                    <a:lstStyle/>
                    <a:p>
                      <a:pPr algn="l"/>
                      <a:r>
                        <a:rPr sz="1100" b="0">
                          <a:solidFill>
                            <a:srgbClr val="6E7178"/>
                          </a:solidFill>
                          <a:latin typeface="Poppins"/>
                        </a:rPr>
                        <a:t/>
                      </a:r>
                    </a:p>
                  </a:txBody>
                  <a:tcPr marL="73152" marR="73152" marT="18288" marB="18288" anchor="ctr">
                    <a:lnL w="0">
                      <a:noFill/>
                    </a:lnL>
                    <a:lnR w="0">
                      <a:noFill/>
                    </a:lnR>
                    <a:lnT w="0">
                      <a:noFill/>
                    </a:lnT>
                    <a:lnB w="9525">
                      <a:solidFill>
                        <a:srgbClr val="D9DBE0"/>
                      </a:solidFill>
                    </a:lnB>
                    <a:noFill/>
                  </a:tcPr>
                </a:tc>
                <a:tc>
                  <a:txBody>
                    <a:bodyPr/>
                    <a:lstStyle/>
                    <a:p>
                      <a:pPr algn="l"/>
                      <a:r>
                        <a:rPr sz="1100" b="0">
                          <a:solidFill>
                            <a:srgbClr val="6E7178"/>
                          </a:solidFill>
                          <a:latin typeface="Poppins"/>
                        </a:rPr>
                        <a:t>Completed</a:t>
                      </a:r>
                    </a:p>
                  </a:txBody>
                  <a:tcPr marL="73152" marR="73152" marT="18288" marB="18288" anchor="ctr">
                    <a:lnL w="0">
                      <a:noFill/>
                    </a:lnL>
                    <a:lnR w="0">
                      <a:noFill/>
                    </a:lnR>
                    <a:lnT w="0">
                      <a:noFill/>
                    </a:lnT>
                    <a:lnB w="9525">
                      <a:solidFill>
                        <a:srgbClr val="D9DBE0"/>
                      </a:solidFill>
                    </a:lnB>
                    <a:noFill/>
                  </a:tcPr>
                </a:tc>
              </a:tr>
              <a:tr h="246888">
                <a:tc>
                  <a:txBody>
                    <a:bodyPr/>
                    <a:lstStyle/>
                    <a:p>
                      <a:pPr algn="ctr"/>
                      <a:r>
                        <a:rPr sz="1100" b="0">
                          <a:solidFill>
                            <a:srgbClr val="6E7178"/>
                          </a:solidFill>
                          <a:latin typeface="Poppins"/>
                        </a:rPr>
                        <a:t>7</a:t>
                      </a:r>
                    </a:p>
                  </a:txBody>
                  <a:tcPr marL="73152" marR="73152" marT="18288" marB="18288" anchor="ctr">
                    <a:lnL w="0">
                      <a:noFill/>
                    </a:lnL>
                    <a:lnR w="0">
                      <a:noFill/>
                    </a:lnR>
                    <a:lnT w="0">
                      <a:noFill/>
                    </a:lnT>
                    <a:lnB w="9525">
                      <a:solidFill>
                        <a:srgbClr val="D9DBE0"/>
                      </a:solidFill>
                    </a:lnB>
                    <a:noFill/>
                  </a:tcPr>
                </a:tc>
                <a:tc vMerge="1">
                  <a:txBody>
                    <a:bodyPr/>
                    <a:lstStyle/>
                    <a:p>
                      <a:pPr algn="l"/>
                      <a:r>
                        <a:rPr sz="1100" b="0">
                          <a:solidFill>
                            <a:srgbClr val="6E7178"/>
                          </a:solidFill>
                          <a:latin typeface="Poppins"/>
                        </a:rPr>
                        <a:t/>
                      </a:r>
                    </a:p>
                  </a:txBody>
                  <a:tcPr marL="73152" marR="73152" marT="18288" marB="18288" anchor="ctr">
                    <a:lnL w="0">
                      <a:noFill/>
                    </a:lnL>
                    <a:lnR w="0">
                      <a:noFill/>
                    </a:lnR>
                    <a:lnT w="0">
                      <a:noFill/>
                    </a:lnT>
                    <a:lnB w="9525">
                      <a:solidFill>
                        <a:srgbClr val="D9DBE0"/>
                      </a:solidFill>
                    </a:lnB>
                    <a:noFill/>
                  </a:tcPr>
                </a:tc>
                <a:tc>
                  <a:txBody>
                    <a:bodyPr/>
                    <a:lstStyle/>
                    <a:p>
                      <a:pPr algn="l"/>
                      <a:r>
                        <a:rPr sz="1100" b="0">
                          <a:solidFill>
                            <a:srgbClr val="6E7178"/>
                          </a:solidFill>
                          <a:latin typeface="Poppins"/>
                        </a:rPr>
                        <a:t>Workshop 3</a:t>
                      </a:r>
                    </a:p>
                  </a:txBody>
                  <a:tcPr marL="73152" marR="73152" marT="18288" marB="18288" anchor="ctr">
                    <a:lnL w="0">
                      <a:noFill/>
                    </a:lnL>
                    <a:lnR w="0">
                      <a:noFill/>
                    </a:lnR>
                    <a:lnT w="0">
                      <a:noFill/>
                    </a:lnT>
                    <a:lnB w="9525">
                      <a:solidFill>
                        <a:srgbClr val="D9DBE0"/>
                      </a:solidFill>
                    </a:lnB>
                    <a:noFill/>
                  </a:tcPr>
                </a:tc>
                <a:tc>
                  <a:txBody>
                    <a:bodyPr/>
                    <a:lstStyle/>
                    <a:p>
                      <a:pPr algn="l"/>
                      <a:r>
                        <a:rPr sz="1100" b="0">
                          <a:solidFill>
                            <a:srgbClr val="6E7178"/>
                          </a:solidFill>
                          <a:latin typeface="Poppins"/>
                        </a:rPr>
                        <a:t/>
                      </a:r>
                    </a:p>
                  </a:txBody>
                  <a:tcPr marL="73152" marR="73152" marT="18288" marB="18288" anchor="ctr">
                    <a:lnL w="0">
                      <a:noFill/>
                    </a:lnL>
                    <a:lnR w="0">
                      <a:noFill/>
                    </a:lnR>
                    <a:lnT w="0">
                      <a:noFill/>
                    </a:lnT>
                    <a:lnB w="9525">
                      <a:solidFill>
                        <a:srgbClr val="D9DBE0"/>
                      </a:solidFill>
                    </a:lnB>
                    <a:noFill/>
                  </a:tcPr>
                </a:tc>
                <a:tc>
                  <a:txBody>
                    <a:bodyPr/>
                    <a:lstStyle/>
                    <a:p>
                      <a:pPr algn="l"/>
                      <a:r>
                        <a:rPr sz="1100" b="0">
                          <a:solidFill>
                            <a:srgbClr val="6E7178"/>
                          </a:solidFill>
                          <a:latin typeface="Poppins"/>
                        </a:rPr>
                        <a:t>Completed</a:t>
                      </a:r>
                    </a:p>
                  </a:txBody>
                  <a:tcPr marL="73152" marR="73152" marT="18288" marB="18288" anchor="ctr">
                    <a:lnL w="0">
                      <a:noFill/>
                    </a:lnL>
                    <a:lnR w="0">
                      <a:noFill/>
                    </a:lnR>
                    <a:lnT w="0">
                      <a:noFill/>
                    </a:lnT>
                    <a:lnB w="9525">
                      <a:solidFill>
                        <a:srgbClr val="D9DBE0"/>
                      </a:solidFill>
                    </a:lnB>
                    <a:noFill/>
                  </a:tcPr>
                </a:tc>
              </a:tr>
              <a:tr h="246888">
                <a:tc>
                  <a:txBody>
                    <a:bodyPr/>
                    <a:lstStyle/>
                    <a:p>
                      <a:pPr algn="ctr"/>
                      <a:r>
                        <a:rPr sz="1100" b="0">
                          <a:solidFill>
                            <a:srgbClr val="6E7178"/>
                          </a:solidFill>
                          <a:latin typeface="Poppins"/>
                        </a:rPr>
                        <a:t>8</a:t>
                      </a:r>
                    </a:p>
                  </a:txBody>
                  <a:tcPr marL="73152" marR="73152" marT="18288" marB="18288" anchor="ctr">
                    <a:lnL w="0">
                      <a:noFill/>
                    </a:lnL>
                    <a:lnR w="0">
                      <a:noFill/>
                    </a:lnR>
                    <a:lnT w="0">
                      <a:noFill/>
                    </a:lnT>
                    <a:lnB w="12700">
                      <a:solidFill>
                        <a:srgbClr val="3D3C3C"/>
                      </a:solidFill>
                    </a:lnB>
                    <a:noFill/>
                  </a:tcPr>
                </a:tc>
                <a:tc>
                  <a:txBody>
                    <a:bodyPr/>
                    <a:lstStyle/>
                    <a:p>
                      <a:pPr algn="l"/>
                      <a:r>
                        <a:rPr sz="1100" b="0">
                          <a:solidFill>
                            <a:srgbClr val="6E7178"/>
                          </a:solidFill>
                          <a:latin typeface="Poppins"/>
                        </a:rPr>
                        <a:t>Tunnel Requirements and AMF</a:t>
                      </a:r>
                    </a:p>
                  </a:txBody>
                  <a:tcPr marL="73152" marR="73152" marT="18288" marB="18288" anchor="ctr">
                    <a:lnL w="0">
                      <a:noFill/>
                    </a:lnL>
                    <a:lnR w="0">
                      <a:noFill/>
                    </a:lnR>
                    <a:lnT w="0">
                      <a:noFill/>
                    </a:lnT>
                    <a:lnB w="12700">
                      <a:solidFill>
                        <a:srgbClr val="3D3C3C"/>
                      </a:solidFill>
                    </a:lnB>
                    <a:noFill/>
                  </a:tcPr>
                </a:tc>
                <a:tc>
                  <a:txBody>
                    <a:bodyPr/>
                    <a:lstStyle/>
                    <a:p>
                      <a:pPr algn="l"/>
                      <a:r>
                        <a:rPr sz="1100" b="0">
                          <a:solidFill>
                            <a:srgbClr val="6E7178"/>
                          </a:solidFill>
                          <a:latin typeface="Poppins"/>
                        </a:rPr>
                        <a:t>Workshop 2</a:t>
                      </a:r>
                    </a:p>
                  </a:txBody>
                  <a:tcPr marL="73152" marR="73152" marT="18288" marB="18288" anchor="ctr">
                    <a:lnL w="0">
                      <a:noFill/>
                    </a:lnL>
                    <a:lnR w="0">
                      <a:noFill/>
                    </a:lnR>
                    <a:lnT w="0">
                      <a:noFill/>
                    </a:lnT>
                    <a:lnB w="12700">
                      <a:solidFill>
                        <a:srgbClr val="3D3C3C"/>
                      </a:solidFill>
                    </a:lnB>
                    <a:noFill/>
                  </a:tcPr>
                </a:tc>
                <a:tc>
                  <a:txBody>
                    <a:bodyPr/>
                    <a:lstStyle/>
                    <a:p>
                      <a:pPr algn="l"/>
                      <a:r>
                        <a:rPr sz="1100" b="0">
                          <a:solidFill>
                            <a:srgbClr val="6E7178"/>
                          </a:solidFill>
                          <a:latin typeface="Poppins"/>
                        </a:rPr>
                        <a:t/>
                      </a:r>
                    </a:p>
                  </a:txBody>
                  <a:tcPr marL="73152" marR="73152" marT="18288" marB="18288" anchor="ctr">
                    <a:lnL w="0">
                      <a:noFill/>
                    </a:lnL>
                    <a:lnR w="0">
                      <a:noFill/>
                    </a:lnR>
                    <a:lnT w="0">
                      <a:noFill/>
                    </a:lnT>
                    <a:lnB w="12700">
                      <a:solidFill>
                        <a:srgbClr val="3D3C3C"/>
                      </a:solidFill>
                    </a:lnB>
                    <a:noFill/>
                  </a:tcPr>
                </a:tc>
                <a:tc>
                  <a:txBody>
                    <a:bodyPr/>
                    <a:lstStyle/>
                    <a:p>
                      <a:pPr algn="l"/>
                      <a:r>
                        <a:rPr sz="1100" b="0">
                          <a:solidFill>
                            <a:srgbClr val="6E7178"/>
                          </a:solidFill>
                          <a:latin typeface="Poppins"/>
                        </a:rPr>
                        <a:t>Completed</a:t>
                      </a:r>
                    </a:p>
                  </a:txBody>
                  <a:tcPr marL="73152" marR="73152" marT="18288" marB="18288" anchor="ctr">
                    <a:lnL w="0">
                      <a:noFill/>
                    </a:lnL>
                    <a:lnR w="0">
                      <a:noFill/>
                    </a:lnR>
                    <a:lnT w="0">
                      <a:noFill/>
                    </a:lnT>
                    <a:lnB w="12700">
                      <a:solidFill>
                        <a:srgbClr val="3D3C3C"/>
                      </a:solidFill>
                    </a:lnB>
                    <a:noFill/>
                  </a:tcPr>
                </a:tc>
              </a:tr>
              <a:tr h="246888">
                <a:tc>
                  <a:txBody>
                    <a:bodyPr/>
                    <a:lstStyle/>
                    <a:p>
                      <a:pPr algn="ctr"/>
                      <a:r>
                        <a:rPr sz="1100" b="0">
                          <a:solidFill>
                            <a:srgbClr val="6E7178"/>
                          </a:solidFill>
                          <a:latin typeface="Poppins"/>
                        </a:rPr>
                        <a:t>9</a:t>
                      </a:r>
                    </a:p>
                  </a:txBody>
                  <a:tcPr marL="73152" marR="73152" marT="18288" marB="18288" anchor="ctr">
                    <a:lnL w="0">
                      <a:noFill/>
                    </a:lnL>
                    <a:lnR w="0">
                      <a:noFill/>
                    </a:lnR>
                    <a:lnT w="0">
                      <a:noFill/>
                    </a:lnT>
                    <a:lnB w="9525">
                      <a:solidFill>
                        <a:srgbClr val="D9DBE0"/>
                      </a:solidFill>
                    </a:lnB>
                    <a:noFill/>
                  </a:tcPr>
                </a:tc>
                <a:tc>
                  <a:txBody>
                    <a:bodyPr/>
                    <a:lstStyle/>
                    <a:p>
                      <a:pPr algn="l"/>
                      <a:r>
                        <a:rPr sz="1100" b="1">
                          <a:solidFill>
                            <a:srgbClr val="3D3C3C"/>
                          </a:solidFill>
                          <a:latin typeface="Poppins"/>
                        </a:rPr>
                        <a:t>Alignment (Baseline and Alternate)</a:t>
                      </a:r>
                    </a:p>
                  </a:txBody>
                  <a:tcPr marL="73152" marR="73152" marT="18288" marB="18288" anchor="ctr">
                    <a:lnL w="0">
                      <a:noFill/>
                    </a:lnL>
                    <a:lnR w="0">
                      <a:noFill/>
                    </a:lnR>
                    <a:lnT w="0">
                      <a:noFill/>
                    </a:lnT>
                    <a:lnB w="9525">
                      <a:solidFill>
                        <a:srgbClr val="D9DBE0"/>
                      </a:solidFill>
                    </a:lnB>
                    <a:noFill/>
                  </a:tcPr>
                </a:tc>
                <a:tc>
                  <a:txBody>
                    <a:bodyPr/>
                    <a:lstStyle/>
                    <a:p>
                      <a:pPr algn="l"/>
                      <a:r>
                        <a:rPr sz="1100" b="0">
                          <a:solidFill>
                            <a:srgbClr val="3D3C3C"/>
                          </a:solidFill>
                          <a:latin typeface="Poppins"/>
                        </a:rPr>
                        <a:t>Workshop 4</a:t>
                      </a:r>
                    </a:p>
                  </a:txBody>
                  <a:tcPr marL="73152" marR="73152" marT="18288" marB="18288" anchor="ctr">
                    <a:lnL w="0">
                      <a:noFill/>
                    </a:lnL>
                    <a:lnR w="0">
                      <a:noFill/>
                    </a:lnR>
                    <a:lnT w="0">
                      <a:noFill/>
                    </a:lnT>
                    <a:lnB w="9525">
                      <a:solidFill>
                        <a:srgbClr val="D9DBE0"/>
                      </a:solidFill>
                    </a:lnB>
                    <a:noFill/>
                  </a:tcPr>
                </a:tc>
                <a:tc>
                  <a:txBody>
                    <a:bodyPr/>
                    <a:lstStyle/>
                    <a:p>
                      <a:pPr algn="l"/>
                      <a:r>
                        <a:rPr sz="1100" b="0">
                          <a:solidFill>
                            <a:srgbClr val="3D3C3C"/>
                          </a:solidFill>
                          <a:latin typeface="Poppins"/>
                        </a:rPr>
                        <a:t>Wed 4 Nov</a:t>
                      </a:r>
                    </a:p>
                  </a:txBody>
                  <a:tcPr marL="73152" marR="73152" marT="18288" marB="18288" anchor="ctr">
                    <a:lnL w="0">
                      <a:noFill/>
                    </a:lnL>
                    <a:lnR w="0">
                      <a:noFill/>
                    </a:lnR>
                    <a:lnT w="0">
                      <a:noFill/>
                    </a:lnT>
                    <a:lnB w="9525">
                      <a:solidFill>
                        <a:srgbClr val="D9DBE0"/>
                      </a:solidFill>
                    </a:lnB>
                    <a:noFill/>
                  </a:tcPr>
                </a:tc>
                <a:tc>
                  <a:txBody>
                    <a:bodyPr/>
                    <a:lstStyle/>
                    <a:p>
                      <a:pPr algn="l"/>
                      <a:r>
                        <a:rPr sz="1100" b="1">
                          <a:solidFill>
                            <a:srgbClr val="F48047"/>
                          </a:solidFill>
                          <a:latin typeface="Poppins"/>
                        </a:rPr>
                        <a:t>Proposed</a:t>
                      </a:r>
                    </a:p>
                  </a:txBody>
                  <a:tcPr marL="73152" marR="73152" marT="18288" marB="18288" anchor="ctr">
                    <a:lnL w="0">
                      <a:noFill/>
                    </a:lnL>
                    <a:lnR w="0">
                      <a:noFill/>
                    </a:lnR>
                    <a:lnT w="0">
                      <a:noFill/>
                    </a:lnT>
                    <a:lnB w="9525">
                      <a:solidFill>
                        <a:srgbClr val="D9DBE0"/>
                      </a:solidFill>
                    </a:lnB>
                    <a:noFill/>
                  </a:tcPr>
                </a:tc>
              </a:tr>
              <a:tr h="246888">
                <a:tc>
                  <a:txBody>
                    <a:bodyPr/>
                    <a:lstStyle/>
                    <a:p>
                      <a:pPr algn="ctr"/>
                      <a:r>
                        <a:rPr sz="1100" b="0">
                          <a:solidFill>
                            <a:srgbClr val="6E7178"/>
                          </a:solidFill>
                          <a:latin typeface="Poppins"/>
                        </a:rPr>
                        <a:t>10</a:t>
                      </a:r>
                    </a:p>
                  </a:txBody>
                  <a:tcPr marL="73152" marR="73152" marT="18288" marB="18288" anchor="ctr">
                    <a:lnL w="0">
                      <a:noFill/>
                    </a:lnL>
                    <a:lnR w="0">
                      <a:noFill/>
                    </a:lnR>
                    <a:lnT w="0">
                      <a:noFill/>
                    </a:lnT>
                    <a:lnB w="9525">
                      <a:solidFill>
                        <a:srgbClr val="D9DBE0"/>
                      </a:solidFill>
                    </a:lnB>
                    <a:noFill/>
                  </a:tcPr>
                </a:tc>
                <a:tc>
                  <a:txBody>
                    <a:bodyPr/>
                    <a:lstStyle/>
                    <a:p>
                      <a:pPr algn="l"/>
                      <a:r>
                        <a:rPr sz="1100" b="1">
                          <a:solidFill>
                            <a:srgbClr val="3D3C3C"/>
                          </a:solidFill>
                          <a:latin typeface="Poppins"/>
                        </a:rPr>
                        <a:t>Rolling Stock and Station Design</a:t>
                      </a:r>
                    </a:p>
                  </a:txBody>
                  <a:tcPr marL="73152" marR="73152" marT="18288" marB="18288" anchor="ctr">
                    <a:lnL w="0">
                      <a:noFill/>
                    </a:lnL>
                    <a:lnR w="0">
                      <a:noFill/>
                    </a:lnR>
                    <a:lnT w="0">
                      <a:noFill/>
                    </a:lnT>
                    <a:lnB w="9525">
                      <a:solidFill>
                        <a:srgbClr val="D9DBE0"/>
                      </a:solidFill>
                    </a:lnB>
                    <a:noFill/>
                  </a:tcPr>
                </a:tc>
                <a:tc>
                  <a:txBody>
                    <a:bodyPr/>
                    <a:lstStyle/>
                    <a:p>
                      <a:pPr algn="l"/>
                      <a:r>
                        <a:rPr sz="1100" b="0">
                          <a:solidFill>
                            <a:srgbClr val="3D3C3C"/>
                          </a:solidFill>
                          <a:latin typeface="Poppins"/>
                        </a:rPr>
                        <a:t>Workshop 3</a:t>
                      </a:r>
                    </a:p>
                  </a:txBody>
                  <a:tcPr marL="73152" marR="73152" marT="18288" marB="18288" anchor="ctr">
                    <a:lnL w="0">
                      <a:noFill/>
                    </a:lnL>
                    <a:lnR w="0">
                      <a:noFill/>
                    </a:lnR>
                    <a:lnT w="0">
                      <a:noFill/>
                    </a:lnT>
                    <a:lnB w="9525">
                      <a:solidFill>
                        <a:srgbClr val="D9DBE0"/>
                      </a:solidFill>
                    </a:lnB>
                    <a:noFill/>
                  </a:tcPr>
                </a:tc>
                <a:tc>
                  <a:txBody>
                    <a:bodyPr/>
                    <a:lstStyle/>
                    <a:p>
                      <a:pPr algn="l"/>
                      <a:r>
                        <a:rPr sz="1100" b="0">
                          <a:solidFill>
                            <a:srgbClr val="3D3C3C"/>
                          </a:solidFill>
                          <a:latin typeface="Poppins"/>
                        </a:rPr>
                        <a:t>Thu 12 Nov</a:t>
                      </a:r>
                    </a:p>
                  </a:txBody>
                  <a:tcPr marL="73152" marR="73152" marT="18288" marB="18288" anchor="ctr">
                    <a:lnL w="0">
                      <a:noFill/>
                    </a:lnL>
                    <a:lnR w="0">
                      <a:noFill/>
                    </a:lnR>
                    <a:lnT w="0">
                      <a:noFill/>
                    </a:lnT>
                    <a:lnB w="9525">
                      <a:solidFill>
                        <a:srgbClr val="D9DBE0"/>
                      </a:solidFill>
                    </a:lnB>
                    <a:noFill/>
                  </a:tcPr>
                </a:tc>
                <a:tc>
                  <a:txBody>
                    <a:bodyPr/>
                    <a:lstStyle/>
                    <a:p>
                      <a:pPr algn="l"/>
                      <a:r>
                        <a:rPr sz="1100" b="1">
                          <a:solidFill>
                            <a:srgbClr val="F48047"/>
                          </a:solidFill>
                          <a:latin typeface="Poppins"/>
                        </a:rPr>
                        <a:t>Proposed</a:t>
                      </a:r>
                    </a:p>
                  </a:txBody>
                  <a:tcPr marL="73152" marR="73152" marT="18288" marB="18288" anchor="ctr">
                    <a:lnL w="0">
                      <a:noFill/>
                    </a:lnL>
                    <a:lnR w="0">
                      <a:noFill/>
                    </a:lnR>
                    <a:lnT w="0">
                      <a:noFill/>
                    </a:lnT>
                    <a:lnB w="9525">
                      <a:solidFill>
                        <a:srgbClr val="D9DBE0"/>
                      </a:solidFill>
                    </a:lnB>
                    <a:noFill/>
                  </a:tcPr>
                </a:tc>
              </a:tr>
              <a:tr h="246888">
                <a:tc>
                  <a:txBody>
                    <a:bodyPr/>
                    <a:lstStyle/>
                    <a:p>
                      <a:pPr algn="ctr"/>
                      <a:r>
                        <a:rPr sz="1100" b="0">
                          <a:solidFill>
                            <a:srgbClr val="6E7178"/>
                          </a:solidFill>
                          <a:latin typeface="Poppins"/>
                        </a:rPr>
                        <a:t>11</a:t>
                      </a:r>
                    </a:p>
                  </a:txBody>
                  <a:tcPr marL="73152" marR="73152" marT="18288" marB="18288" anchor="ctr">
                    <a:lnL w="0">
                      <a:noFill/>
                    </a:lnL>
                    <a:lnR w="0">
                      <a:noFill/>
                    </a:lnR>
                    <a:lnT w="0">
                      <a:noFill/>
                    </a:lnT>
                    <a:lnB w="9525">
                      <a:solidFill>
                        <a:srgbClr val="D9DBE0"/>
                      </a:solidFill>
                    </a:lnB>
                    <a:noFill/>
                  </a:tcPr>
                </a:tc>
                <a:tc>
                  <a:txBody>
                    <a:bodyPr/>
                    <a:lstStyle/>
                    <a:p>
                      <a:pPr algn="l"/>
                      <a:r>
                        <a:rPr sz="1100" b="1">
                          <a:solidFill>
                            <a:srgbClr val="3D3C3C"/>
                          </a:solidFill>
                          <a:latin typeface="Poppins"/>
                        </a:rPr>
                        <a:t>AMF and Modern Methods of Construction</a:t>
                      </a:r>
                    </a:p>
                  </a:txBody>
                  <a:tcPr marL="73152" marR="73152" marT="18288" marB="18288" anchor="ctr">
                    <a:lnL w="0">
                      <a:noFill/>
                    </a:lnL>
                    <a:lnR w="0">
                      <a:noFill/>
                    </a:lnR>
                    <a:lnT w="0">
                      <a:noFill/>
                    </a:lnT>
                    <a:lnB w="9525">
                      <a:solidFill>
                        <a:srgbClr val="D9DBE0"/>
                      </a:solidFill>
                    </a:lnB>
                    <a:noFill/>
                  </a:tcPr>
                </a:tc>
                <a:tc>
                  <a:txBody>
                    <a:bodyPr/>
                    <a:lstStyle/>
                    <a:p>
                      <a:pPr algn="l"/>
                      <a:r>
                        <a:rPr sz="1100" b="0">
                          <a:solidFill>
                            <a:srgbClr val="3D3C3C"/>
                          </a:solidFill>
                          <a:latin typeface="Poppins"/>
                        </a:rPr>
                        <a:t>Workshop 1</a:t>
                      </a:r>
                    </a:p>
                  </a:txBody>
                  <a:tcPr marL="73152" marR="73152" marT="18288" marB="18288" anchor="ctr">
                    <a:lnL w="0">
                      <a:noFill/>
                    </a:lnL>
                    <a:lnR w="0">
                      <a:noFill/>
                    </a:lnR>
                    <a:lnT w="0">
                      <a:noFill/>
                    </a:lnT>
                    <a:lnB w="9525">
                      <a:solidFill>
                        <a:srgbClr val="D9DBE0"/>
                      </a:solidFill>
                    </a:lnB>
                    <a:noFill/>
                  </a:tcPr>
                </a:tc>
                <a:tc>
                  <a:txBody>
                    <a:bodyPr/>
                    <a:lstStyle/>
                    <a:p>
                      <a:pPr algn="l"/>
                      <a:r>
                        <a:rPr sz="1100" b="0">
                          <a:solidFill>
                            <a:srgbClr val="3D3C3C"/>
                          </a:solidFill>
                          <a:latin typeface="Poppins"/>
                        </a:rPr>
                        <a:t>Thu 12 Nov</a:t>
                      </a:r>
                    </a:p>
                  </a:txBody>
                  <a:tcPr marL="73152" marR="73152" marT="18288" marB="18288" anchor="ctr">
                    <a:lnL w="0">
                      <a:noFill/>
                    </a:lnL>
                    <a:lnR w="0">
                      <a:noFill/>
                    </a:lnR>
                    <a:lnT w="0">
                      <a:noFill/>
                    </a:lnT>
                    <a:lnB w="9525">
                      <a:solidFill>
                        <a:srgbClr val="D9DBE0"/>
                      </a:solidFill>
                    </a:lnB>
                    <a:noFill/>
                  </a:tcPr>
                </a:tc>
                <a:tc>
                  <a:txBody>
                    <a:bodyPr/>
                    <a:lstStyle/>
                    <a:p>
                      <a:pPr algn="l"/>
                      <a:r>
                        <a:rPr sz="1100" b="1">
                          <a:solidFill>
                            <a:srgbClr val="F48047"/>
                          </a:solidFill>
                          <a:latin typeface="Poppins"/>
                        </a:rPr>
                        <a:t>Proposed</a:t>
                      </a:r>
                    </a:p>
                  </a:txBody>
                  <a:tcPr marL="73152" marR="73152" marT="18288" marB="18288" anchor="ctr">
                    <a:lnL w="0">
                      <a:noFill/>
                    </a:lnL>
                    <a:lnR w="0">
                      <a:noFill/>
                    </a:lnR>
                    <a:lnT w="0">
                      <a:noFill/>
                    </a:lnT>
                    <a:lnB w="9525">
                      <a:solidFill>
                        <a:srgbClr val="D9DBE0"/>
                      </a:solidFill>
                    </a:lnB>
                    <a:noFill/>
                  </a:tcPr>
                </a:tc>
              </a:tr>
              <a:tr h="246888">
                <a:tc>
                  <a:txBody>
                    <a:bodyPr/>
                    <a:lstStyle/>
                    <a:p>
                      <a:pPr algn="ctr"/>
                      <a:r>
                        <a:rPr sz="1100" b="0">
                          <a:solidFill>
                            <a:srgbClr val="6E7178"/>
                          </a:solidFill>
                          <a:latin typeface="Poppins"/>
                        </a:rPr>
                        <a:t>12</a:t>
                      </a:r>
                    </a:p>
                  </a:txBody>
                  <a:tcPr marL="73152" marR="73152" marT="18288" marB="18288" anchor="ctr">
                    <a:lnL w="0">
                      <a:noFill/>
                    </a:lnL>
                    <a:lnR w="0">
                      <a:noFill/>
                    </a:lnR>
                    <a:lnT w="0">
                      <a:noFill/>
                    </a:lnT>
                    <a:lnB w="9525">
                      <a:solidFill>
                        <a:srgbClr val="D9DBE0"/>
                      </a:solidFill>
                    </a:lnB>
                    <a:noFill/>
                  </a:tcPr>
                </a:tc>
                <a:tc>
                  <a:txBody>
                    <a:bodyPr/>
                    <a:lstStyle/>
                    <a:p>
                      <a:pPr algn="l"/>
                      <a:r>
                        <a:rPr sz="1100" b="1">
                          <a:solidFill>
                            <a:srgbClr val="3D3C3C"/>
                          </a:solidFill>
                          <a:latin typeface="Poppins"/>
                        </a:rPr>
                        <a:t>Construction and Operational Staging</a:t>
                      </a:r>
                    </a:p>
                  </a:txBody>
                  <a:tcPr marL="73152" marR="73152" marT="18288" marB="18288" anchor="ctr">
                    <a:lnL w="0">
                      <a:noFill/>
                    </a:lnL>
                    <a:lnR w="0">
                      <a:noFill/>
                    </a:lnR>
                    <a:lnT w="0">
                      <a:noFill/>
                    </a:lnT>
                    <a:lnB w="9525">
                      <a:solidFill>
                        <a:srgbClr val="D9DBE0"/>
                      </a:solidFill>
                    </a:lnB>
                    <a:noFill/>
                  </a:tcPr>
                </a:tc>
                <a:tc>
                  <a:txBody>
                    <a:bodyPr/>
                    <a:lstStyle/>
                    <a:p>
                      <a:pPr algn="l"/>
                      <a:r>
                        <a:rPr sz="1100" b="0">
                          <a:solidFill>
                            <a:srgbClr val="3D3C3C"/>
                          </a:solidFill>
                          <a:latin typeface="Poppins"/>
                        </a:rPr>
                        <a:t>Workshop 1</a:t>
                      </a:r>
                    </a:p>
                  </a:txBody>
                  <a:tcPr marL="73152" marR="73152" marT="18288" marB="18288" anchor="ctr">
                    <a:lnL w="0">
                      <a:noFill/>
                    </a:lnL>
                    <a:lnR w="0">
                      <a:noFill/>
                    </a:lnR>
                    <a:lnT w="0">
                      <a:noFill/>
                    </a:lnT>
                    <a:lnB w="9525">
                      <a:solidFill>
                        <a:srgbClr val="D9DBE0"/>
                      </a:solidFill>
                    </a:lnB>
                    <a:noFill/>
                  </a:tcPr>
                </a:tc>
                <a:tc>
                  <a:txBody>
                    <a:bodyPr/>
                    <a:lstStyle/>
                    <a:p>
                      <a:pPr algn="l"/>
                      <a:r>
                        <a:rPr sz="1100" b="0">
                          <a:solidFill>
                            <a:srgbClr val="3D3C3C"/>
                          </a:solidFill>
                          <a:latin typeface="Poppins"/>
                        </a:rPr>
                        <a:t>Tue 17 Nov</a:t>
                      </a:r>
                    </a:p>
                  </a:txBody>
                  <a:tcPr marL="73152" marR="73152" marT="18288" marB="18288" anchor="ctr">
                    <a:lnL w="0">
                      <a:noFill/>
                    </a:lnL>
                    <a:lnR w="0">
                      <a:noFill/>
                    </a:lnR>
                    <a:lnT w="0">
                      <a:noFill/>
                    </a:lnT>
                    <a:lnB w="9525">
                      <a:solidFill>
                        <a:srgbClr val="D9DBE0"/>
                      </a:solidFill>
                    </a:lnB>
                    <a:noFill/>
                  </a:tcPr>
                </a:tc>
                <a:tc>
                  <a:txBody>
                    <a:bodyPr/>
                    <a:lstStyle/>
                    <a:p>
                      <a:pPr algn="l"/>
                      <a:r>
                        <a:rPr sz="1100" b="1">
                          <a:solidFill>
                            <a:srgbClr val="F48047"/>
                          </a:solidFill>
                          <a:latin typeface="Poppins"/>
                        </a:rPr>
                        <a:t>Proposed</a:t>
                      </a:r>
                    </a:p>
                  </a:txBody>
                  <a:tcPr marL="73152" marR="73152" marT="18288" marB="18288" anchor="ctr">
                    <a:lnL w="0">
                      <a:noFill/>
                    </a:lnL>
                    <a:lnR w="0">
                      <a:noFill/>
                    </a:lnR>
                    <a:lnT w="0">
                      <a:noFill/>
                    </a:lnT>
                    <a:lnB w="9525">
                      <a:solidFill>
                        <a:srgbClr val="D9DBE0"/>
                      </a:solidFill>
                    </a:lnB>
                    <a:noFill/>
                  </a:tcPr>
                </a:tc>
              </a:tr>
              <a:tr h="246888">
                <a:tc>
                  <a:txBody>
                    <a:bodyPr/>
                    <a:lstStyle/>
                    <a:p>
                      <a:pPr algn="ctr"/>
                      <a:r>
                        <a:rPr sz="1100" b="1">
                          <a:solidFill>
                            <a:srgbClr val="EE2B7A"/>
                          </a:solidFill>
                          <a:latin typeface="Poppins"/>
                        </a:rPr>
                        <a:t>+</a:t>
                      </a:r>
                    </a:p>
                  </a:txBody>
                  <a:tcPr marL="73152" marR="73152" marT="18288" marB="18288" anchor="ctr">
                    <a:lnL w="0">
                      <a:noFill/>
                    </a:lnL>
                    <a:lnR w="0">
                      <a:noFill/>
                    </a:lnR>
                    <a:lnT w="0">
                      <a:noFill/>
                    </a:lnT>
                    <a:lnB w="9525">
                      <a:solidFill>
                        <a:srgbClr val="D9DBE0"/>
                      </a:solidFill>
                    </a:lnB>
                    <a:noFill/>
                  </a:tcPr>
                </a:tc>
                <a:tc>
                  <a:txBody>
                    <a:bodyPr/>
                    <a:lstStyle/>
                    <a:p>
                      <a:pPr algn="l"/>
                      <a:r>
                        <a:rPr sz="1100" b="1">
                          <a:solidFill>
                            <a:srgbClr val="3D3C3C"/>
                          </a:solidFill>
                          <a:latin typeface="Poppins"/>
                        </a:rPr>
                        <a:t>Submissions: Alternate Alignment (RFC#1659)</a:t>
                      </a:r>
                    </a:p>
                  </a:txBody>
                  <a:tcPr marL="73152" marR="73152" marT="18288" marB="18288" anchor="ctr">
                    <a:lnL w="0">
                      <a:noFill/>
                    </a:lnL>
                    <a:lnR w="0">
                      <a:noFill/>
                    </a:lnR>
                    <a:lnT w="0">
                      <a:noFill/>
                    </a:lnT>
                    <a:lnB w="9525">
                      <a:solidFill>
                        <a:srgbClr val="D9DBE0"/>
                      </a:solidFill>
                    </a:lnB>
                    <a:noFill/>
                  </a:tcPr>
                </a:tc>
                <a:tc>
                  <a:txBody>
                    <a:bodyPr/>
                    <a:lstStyle/>
                    <a:p>
                      <a:pPr algn="l"/>
                      <a:r>
                        <a:rPr sz="1100" b="0">
                          <a:solidFill>
                            <a:srgbClr val="3D3C3C"/>
                          </a:solidFill>
                          <a:latin typeface="Poppins"/>
                        </a:rPr>
                        <a:t>2 submissions</a:t>
                      </a:r>
                    </a:p>
                  </a:txBody>
                  <a:tcPr marL="73152" marR="73152" marT="18288" marB="18288" anchor="ctr">
                    <a:lnL w="0">
                      <a:noFill/>
                    </a:lnL>
                    <a:lnR w="0">
                      <a:noFill/>
                    </a:lnR>
                    <a:lnT w="0">
                      <a:noFill/>
                    </a:lnT>
                    <a:lnB w="9525">
                      <a:solidFill>
                        <a:srgbClr val="D9DBE0"/>
                      </a:solidFill>
                    </a:lnB>
                    <a:noFill/>
                  </a:tcPr>
                </a:tc>
                <a:tc>
                  <a:txBody>
                    <a:bodyPr/>
                    <a:lstStyle/>
                    <a:p>
                      <a:pPr algn="l"/>
                      <a:r>
                        <a:rPr sz="1100" b="0">
                          <a:solidFill>
                            <a:srgbClr val="3D3C3C"/>
                          </a:solidFill>
                          <a:latin typeface="Poppins"/>
                        </a:rPr>
                        <a:t>28 and 30 Oct</a:t>
                      </a:r>
                    </a:p>
                  </a:txBody>
                  <a:tcPr marL="73152" marR="73152" marT="18288" marB="18288" anchor="ctr">
                    <a:lnL w="0">
                      <a:noFill/>
                    </a:lnL>
                    <a:lnR w="0">
                      <a:noFill/>
                    </a:lnR>
                    <a:lnT w="0">
                      <a:noFill/>
                    </a:lnT>
                    <a:lnB w="9525">
                      <a:solidFill>
                        <a:srgbClr val="D9DBE0"/>
                      </a:solidFill>
                    </a:lnB>
                    <a:noFill/>
                  </a:tcPr>
                </a:tc>
                <a:tc>
                  <a:txBody>
                    <a:bodyPr/>
                    <a:lstStyle/>
                    <a:p>
                      <a:pPr algn="l"/>
                      <a:r>
                        <a:rPr sz="1100" b="1">
                          <a:solidFill>
                            <a:srgbClr val="EE2B7A"/>
                          </a:solidFill>
                          <a:latin typeface="Poppins"/>
                        </a:rPr>
                        <a:t>Proposed</a:t>
                      </a:r>
                    </a:p>
                  </a:txBody>
                  <a:tcPr marL="73152" marR="73152" marT="18288" marB="18288" anchor="ctr">
                    <a:lnL w="0">
                      <a:noFill/>
                    </a:lnL>
                    <a:lnR w="0">
                      <a:noFill/>
                    </a:lnR>
                    <a:lnT w="0">
                      <a:noFill/>
                    </a:lnT>
                    <a:lnB w="9525">
                      <a:solidFill>
                        <a:srgbClr val="D9DBE0"/>
                      </a:solidFill>
                    </a:lnB>
                    <a:noFill/>
                  </a:tcPr>
                </a:tc>
              </a:tr>
              <a:tr h="246888">
                <a:tc>
                  <a:txBody>
                    <a:bodyPr/>
                    <a:lstStyle/>
                    <a:p>
                      <a:pPr algn="ctr"/>
                      <a:r>
                        <a:rPr sz="1100" b="1">
                          <a:solidFill>
                            <a:srgbClr val="EE2B7A"/>
                          </a:solidFill>
                          <a:latin typeface="Poppins"/>
                        </a:rPr>
                        <a:t>+</a:t>
                      </a:r>
                    </a:p>
                  </a:txBody>
                  <a:tcPr marL="73152" marR="73152" marT="18288" marB="18288" anchor="ctr">
                    <a:lnL w="0">
                      <a:noFill/>
                    </a:lnL>
                    <a:lnR w="0">
                      <a:noFill/>
                    </a:lnR>
                    <a:lnT w="0">
                      <a:noFill/>
                    </a:lnT>
                    <a:lnB w="9525">
                      <a:solidFill>
                        <a:srgbClr val="D9DBE0"/>
                      </a:solidFill>
                    </a:lnB>
                    <a:noFill/>
                  </a:tcPr>
                </a:tc>
                <a:tc>
                  <a:txBody>
                    <a:bodyPr/>
                    <a:lstStyle/>
                    <a:p>
                      <a:pPr algn="l"/>
                      <a:r>
                        <a:rPr sz="1100" b="1">
                          <a:solidFill>
                            <a:srgbClr val="3D3C3C"/>
                          </a:solidFill>
                          <a:latin typeface="Poppins"/>
                        </a:rPr>
                        <a:t>Submission: Rolling Stock and Station Design wrap-up</a:t>
                      </a:r>
                    </a:p>
                  </a:txBody>
                  <a:tcPr marL="73152" marR="73152" marT="18288" marB="18288" anchor="ctr">
                    <a:lnL w="0">
                      <a:noFill/>
                    </a:lnL>
                    <a:lnR w="0">
                      <a:noFill/>
                    </a:lnR>
                    <a:lnT w="0">
                      <a:noFill/>
                    </a:lnT>
                    <a:lnB w="9525">
                      <a:solidFill>
                        <a:srgbClr val="D9DBE0"/>
                      </a:solidFill>
                    </a:lnB>
                    <a:noFill/>
                  </a:tcPr>
                </a:tc>
                <a:tc>
                  <a:txBody>
                    <a:bodyPr/>
                    <a:lstStyle/>
                    <a:p>
                      <a:pPr algn="l"/>
                      <a:r>
                        <a:rPr sz="1100" b="0">
                          <a:solidFill>
                            <a:srgbClr val="3D3C3C"/>
                          </a:solidFill>
                          <a:latin typeface="Poppins"/>
                        </a:rPr>
                        <a:t>1 submission</a:t>
                      </a:r>
                    </a:p>
                  </a:txBody>
                  <a:tcPr marL="73152" marR="73152" marT="18288" marB="18288" anchor="ctr">
                    <a:lnL w="0">
                      <a:noFill/>
                    </a:lnL>
                    <a:lnR w="0">
                      <a:noFill/>
                    </a:lnR>
                    <a:lnT w="0">
                      <a:noFill/>
                    </a:lnT>
                    <a:lnB w="9525">
                      <a:solidFill>
                        <a:srgbClr val="D9DBE0"/>
                      </a:solidFill>
                    </a:lnB>
                    <a:noFill/>
                  </a:tcPr>
                </a:tc>
                <a:tc>
                  <a:txBody>
                    <a:bodyPr/>
                    <a:lstStyle/>
                    <a:p>
                      <a:pPr algn="l"/>
                      <a:r>
                        <a:rPr sz="1100" b="0">
                          <a:solidFill>
                            <a:srgbClr val="3D3C3C"/>
                          </a:solidFill>
                          <a:latin typeface="Poppins"/>
                        </a:rPr>
                        <a:t>Thu 19 Nov</a:t>
                      </a:r>
                    </a:p>
                  </a:txBody>
                  <a:tcPr marL="73152" marR="73152" marT="18288" marB="18288" anchor="ctr">
                    <a:lnL w="0">
                      <a:noFill/>
                    </a:lnL>
                    <a:lnR w="0">
                      <a:noFill/>
                    </a:lnR>
                    <a:lnT w="0">
                      <a:noFill/>
                    </a:lnT>
                    <a:lnB w="9525">
                      <a:solidFill>
                        <a:srgbClr val="D9DBE0"/>
                      </a:solidFill>
                    </a:lnB>
                    <a:noFill/>
                  </a:tcPr>
                </a:tc>
                <a:tc>
                  <a:txBody>
                    <a:bodyPr/>
                    <a:lstStyle/>
                    <a:p>
                      <a:pPr algn="l"/>
                      <a:r>
                        <a:rPr sz="1100" b="1">
                          <a:solidFill>
                            <a:srgbClr val="EE2B7A"/>
                          </a:solidFill>
                          <a:latin typeface="Poppins"/>
                        </a:rPr>
                        <a:t>Proposed</a:t>
                      </a:r>
                    </a:p>
                  </a:txBody>
                  <a:tcPr marL="73152" marR="73152" marT="18288" marB="18288" anchor="ctr">
                    <a:lnL w="0">
                      <a:noFill/>
                    </a:lnL>
                    <a:lnR w="0">
                      <a:noFill/>
                    </a:lnR>
                    <a:lnT w="0">
                      <a:noFill/>
                    </a:lnT>
                    <a:lnB w="9525">
                      <a:solidFill>
                        <a:srgbClr val="D9DBE0"/>
                      </a:solidFill>
                    </a:lnB>
                    <a:no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a:spLocks noGrp="1"/>
          </p:cNvSpPr>
          <p:nvPr>
            <p:ph type="title" idx="101" hasCustomPrompt="1"/>
          </p:nvPr>
        </p:nvSpPr>
        <p:spPr>
          <a:xfrm>
            <a:off x="548640" y="658368"/>
            <a:ext cx="11094415" cy="640080"/>
          </a:xfrm>
          <a:prstGeom prst="rect">
            <a:avLst/>
          </a:prstGeom>
          <a:noFill/>
          <a:ln/>
        </p:spPr>
        <p:txBody>
          <a:bodyPr wrap="square" lIns="0" tIns="0" rIns="0" bIns="0" rtlCol="0" anchor="t"/>
          <a:lstStyle/>
          <a:p>
            <a:pPr marL="0" indent="0" algn="l">
              <a:buNone/>
            </a:pPr>
            <a:r>
              <a:rPr lang="en-US" sz="2800" b="1" dirty="0">
                <a:solidFill>
                  <a:schemeClr val="tx1"/>
                </a:solidFill>
              </a:rPr>
              <a:t>Two workshops to realign the team before the ECI Phase</a:t>
            </a:r>
            <a:endParaRPr lang="en-US" sz="2800" dirty="0"/>
          </a:p>
        </p:txBody>
      </p:sp>
      <p:sp>
        <p:nvSpPr>
          <p:cNvPr id="25" name="Slide Number Placeholder 0"/>
          <p:cNvSpPr>
            <a:spLocks noGrp="1"/>
          </p:cNvSpPr>
          <p:nvPr>
            <p:ph type="sldNum" sz="quarter" idx="4294967295"/>
          </p:nvPr>
        </p:nvSpPr>
        <p:spPr>
          <a:xfrm>
            <a:off x="11259007" y="6327648"/>
            <a:ext cx="384048" cy="274320"/>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000">
                <a:solidFill>
                  <a:srgbClr val="FFFFFF"/>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000" b="0" i="0" u="none" strike="noStrike" kern="1200" cap="none" spc="0" normalizeH="0" baseline="0" noProof="0">
                <a:ln>
                  <a:noFill/>
                </a:ln>
                <a:solidFill>
                  <a:srgbClr val="FFFFFF"/>
                </a:solidFill>
                <a:effectLst/>
                <a:uLnTx/>
                <a:uFillTx/>
                <a:latin typeface="Poppins"/>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6</a:t>
            </a:fld>
            <a:endParaRPr kumimoji="0" lang="en-US" sz="1000" b="0" i="0" u="none" strike="noStrike" kern="1200" cap="none" spc="0" normalizeH="0" baseline="0" noProof="0">
              <a:ln>
                <a:noFill/>
              </a:ln>
              <a:solidFill>
                <a:srgbClr val="FFFFFF"/>
              </a:solidFill>
              <a:effectLst/>
              <a:uLnTx/>
              <a:uFillTx/>
              <a:latin typeface="Poppins"/>
              <a:ea typeface="+mn-ea"/>
              <a:cs typeface="+mn-cs"/>
            </a:endParaRPr>
          </a:p>
        </p:txBody>
      </p:sp>
      <p:sp>
        <p:nvSpPr>
          <p:cNvPr id="26" name="TextBox 25"/>
          <p:cNvSpPr txBox="1"/>
          <p:nvPr/>
        </p:nvSpPr>
        <p:spPr>
          <a:xfrm>
            <a:off x="548640" y="1234440"/>
            <a:ext cx="11091672" cy="502920"/>
          </a:xfrm>
          <a:prstGeom prst="rect">
            <a:avLst/>
          </a:prstGeom>
          <a:noFill/>
        </p:spPr>
        <p:txBody>
          <a:bodyPr wrap="square" lIns="0" rIns="0" tIns="0" bIns="0" anchor="t">
            <a:spAutoFit/>
          </a:bodyPr>
          <a:lstStyle/>
          <a:p>
            <a:pPr algn="l"/>
            <a:r>
              <a:rPr sz="1300" b="0" i="0">
                <a:solidFill>
                  <a:srgbClr val="6E7178"/>
                </a:solidFill>
                <a:latin typeface="Poppins"/>
              </a:rPr>
              <a:t>The ECI Phase will be decisive. We will reflect on what we have learned about ourselves, HSRA, the other ECI partners and the process, and enter the ECI as one team with a clear strategy.</a:t>
            </a:r>
          </a:p>
        </p:txBody>
      </p:sp>
      <p:sp>
        <p:nvSpPr>
          <p:cNvPr id="27" name="TextBox 26"/>
          <p:cNvSpPr txBox="1"/>
          <p:nvPr/>
        </p:nvSpPr>
        <p:spPr>
          <a:xfrm>
            <a:off x="548640" y="1965960"/>
            <a:ext cx="914400" cy="594360"/>
          </a:xfrm>
          <a:prstGeom prst="rect">
            <a:avLst/>
          </a:prstGeom>
          <a:noFill/>
        </p:spPr>
        <p:txBody>
          <a:bodyPr wrap="square" lIns="0" rIns="0" tIns="0" bIns="0" anchor="t">
            <a:spAutoFit/>
          </a:bodyPr>
          <a:lstStyle/>
          <a:p>
            <a:pPr algn="l"/>
            <a:r>
              <a:rPr sz="3400" b="1" i="0">
                <a:solidFill>
                  <a:srgbClr val="F48047"/>
                </a:solidFill>
                <a:latin typeface="Poppins"/>
              </a:rPr>
              <a:t>01</a:t>
            </a:r>
          </a:p>
        </p:txBody>
      </p:sp>
      <p:sp>
        <p:nvSpPr>
          <p:cNvPr id="28" name="TextBox 27"/>
          <p:cNvSpPr txBox="1"/>
          <p:nvPr/>
        </p:nvSpPr>
        <p:spPr>
          <a:xfrm>
            <a:off x="548640" y="2606040"/>
            <a:ext cx="5225796" cy="365760"/>
          </a:xfrm>
          <a:prstGeom prst="rect">
            <a:avLst/>
          </a:prstGeom>
          <a:noFill/>
        </p:spPr>
        <p:txBody>
          <a:bodyPr wrap="square" lIns="0" rIns="0" tIns="0" bIns="0" anchor="t">
            <a:spAutoFit/>
          </a:bodyPr>
          <a:lstStyle/>
          <a:p>
            <a:pPr algn="l"/>
            <a:r>
              <a:rPr sz="1700" b="1" i="0">
                <a:solidFill>
                  <a:srgbClr val="3D3C3C"/>
                </a:solidFill>
                <a:latin typeface="Poppins"/>
              </a:rPr>
              <a:t>Reflection and JV Alignment Workshop</a:t>
            </a:r>
          </a:p>
        </p:txBody>
      </p:sp>
      <p:sp>
        <p:nvSpPr>
          <p:cNvPr id="29" name="TextBox 28"/>
          <p:cNvSpPr txBox="1"/>
          <p:nvPr/>
        </p:nvSpPr>
        <p:spPr>
          <a:xfrm>
            <a:off x="548640" y="2971800"/>
            <a:ext cx="5225796" cy="274320"/>
          </a:xfrm>
          <a:prstGeom prst="rect">
            <a:avLst/>
          </a:prstGeom>
          <a:noFill/>
        </p:spPr>
        <p:txBody>
          <a:bodyPr wrap="square" lIns="0" rIns="0" tIns="0" bIns="0" anchor="t">
            <a:spAutoFit/>
          </a:bodyPr>
          <a:lstStyle/>
          <a:p>
            <a:pPr algn="l"/>
            <a:r>
              <a:rPr sz="1200" b="0" i="0">
                <a:solidFill>
                  <a:srgbClr val="6E7178"/>
                </a:solidFill>
                <a:latin typeface="Poppins"/>
              </a:rPr>
              <a:t>Reflecting through an external and an internal lens</a:t>
            </a:r>
          </a:p>
        </p:txBody>
      </p:sp>
      <p:cxnSp>
        <p:nvCxnSpPr>
          <p:cNvPr id="30" name="Connector 29"/>
          <p:cNvCxnSpPr/>
          <p:nvPr/>
        </p:nvCxnSpPr>
        <p:spPr>
          <a:xfrm>
            <a:off x="548640" y="3383280"/>
            <a:ext cx="5225796" cy="0"/>
          </a:xfrm>
          <a:prstGeom prst="line">
            <a:avLst/>
          </a:prstGeom>
          <a:ln w="9525">
            <a:solidFill>
              <a:srgbClr val="D9DBE0"/>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548640" y="3493008"/>
            <a:ext cx="1463040" cy="548640"/>
          </a:xfrm>
          <a:prstGeom prst="rect">
            <a:avLst/>
          </a:prstGeom>
          <a:noFill/>
        </p:spPr>
        <p:txBody>
          <a:bodyPr wrap="square" lIns="0" rIns="0" tIns="0" bIns="0" anchor="t">
            <a:spAutoFit/>
          </a:bodyPr>
          <a:lstStyle/>
          <a:p>
            <a:pPr algn="l"/>
            <a:r>
              <a:rPr sz="1200" b="1" i="0">
                <a:solidFill>
                  <a:srgbClr val="F48047"/>
                </a:solidFill>
                <a:latin typeface="Poppins"/>
              </a:rPr>
              <a:t>External lens</a:t>
            </a:r>
          </a:p>
        </p:txBody>
      </p:sp>
      <p:sp>
        <p:nvSpPr>
          <p:cNvPr id="32" name="TextBox 31"/>
          <p:cNvSpPr txBox="1"/>
          <p:nvPr/>
        </p:nvSpPr>
        <p:spPr>
          <a:xfrm>
            <a:off x="2057400" y="3493008"/>
            <a:ext cx="3717036" cy="594360"/>
          </a:xfrm>
          <a:prstGeom prst="rect">
            <a:avLst/>
          </a:prstGeom>
          <a:noFill/>
        </p:spPr>
        <p:txBody>
          <a:bodyPr wrap="square" lIns="0" rIns="0" tIns="0" bIns="0" anchor="t">
            <a:spAutoFit/>
          </a:bodyPr>
          <a:lstStyle/>
          <a:p>
            <a:pPr algn="l"/>
            <a:r>
              <a:rPr sz="1200" b="0" i="0">
                <a:solidFill>
                  <a:srgbClr val="3D3C3C"/>
                </a:solidFill>
                <a:latin typeface="Poppins"/>
              </a:rPr>
              <a:t>What we now know about HSRA, its priorities and how it assesses partners</a:t>
            </a:r>
          </a:p>
        </p:txBody>
      </p:sp>
      <p:cxnSp>
        <p:nvCxnSpPr>
          <p:cNvPr id="33" name="Connector 32"/>
          <p:cNvCxnSpPr/>
          <p:nvPr/>
        </p:nvCxnSpPr>
        <p:spPr>
          <a:xfrm>
            <a:off x="548640" y="4114800"/>
            <a:ext cx="5225796" cy="0"/>
          </a:xfrm>
          <a:prstGeom prst="line">
            <a:avLst/>
          </a:prstGeom>
          <a:ln w="9525">
            <a:solidFill>
              <a:srgbClr val="D9DBE0"/>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548640" y="4206240"/>
            <a:ext cx="1463040" cy="548640"/>
          </a:xfrm>
          <a:prstGeom prst="rect">
            <a:avLst/>
          </a:prstGeom>
          <a:noFill/>
        </p:spPr>
        <p:txBody>
          <a:bodyPr wrap="square" lIns="0" rIns="0" tIns="0" bIns="0" anchor="t">
            <a:spAutoFit/>
          </a:bodyPr>
          <a:lstStyle/>
          <a:p>
            <a:pPr algn="l"/>
            <a:r>
              <a:rPr sz="1200" b="1" i="0">
                <a:solidFill>
                  <a:srgbClr val="F48047"/>
                </a:solidFill>
                <a:latin typeface="Poppins"/>
              </a:rPr>
              <a:t>Internal lens</a:t>
            </a:r>
          </a:p>
        </p:txBody>
      </p:sp>
      <p:sp>
        <p:nvSpPr>
          <p:cNvPr id="35" name="TextBox 34"/>
          <p:cNvSpPr txBox="1"/>
          <p:nvPr/>
        </p:nvSpPr>
        <p:spPr>
          <a:xfrm>
            <a:off x="2057400" y="4206240"/>
            <a:ext cx="3717036" cy="594360"/>
          </a:xfrm>
          <a:prstGeom prst="rect">
            <a:avLst/>
          </a:prstGeom>
          <a:noFill/>
        </p:spPr>
        <p:txBody>
          <a:bodyPr wrap="square" lIns="0" rIns="0" tIns="0" bIns="0" anchor="t">
            <a:spAutoFit/>
          </a:bodyPr>
          <a:lstStyle/>
          <a:p>
            <a:pPr algn="l"/>
            <a:r>
              <a:rPr sz="1200" b="0" i="0">
                <a:solidFill>
                  <a:srgbClr val="3D3C3C"/>
                </a:solidFill>
                <a:latin typeface="Poppins"/>
              </a:rPr>
              <a:t>How the JV has worked together, and the culture and ways of working needed for 2027</a:t>
            </a:r>
          </a:p>
        </p:txBody>
      </p:sp>
      <p:cxnSp>
        <p:nvCxnSpPr>
          <p:cNvPr id="36" name="Connector 35"/>
          <p:cNvCxnSpPr/>
          <p:nvPr/>
        </p:nvCxnSpPr>
        <p:spPr>
          <a:xfrm>
            <a:off x="548640" y="4828031"/>
            <a:ext cx="5225796" cy="0"/>
          </a:xfrm>
          <a:prstGeom prst="line">
            <a:avLst/>
          </a:prstGeom>
          <a:ln w="9525">
            <a:solidFill>
              <a:srgbClr val="D9DBE0"/>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548640" y="4983480"/>
            <a:ext cx="1463040" cy="548640"/>
          </a:xfrm>
          <a:prstGeom prst="rect">
            <a:avLst/>
          </a:prstGeom>
          <a:noFill/>
        </p:spPr>
        <p:txBody>
          <a:bodyPr wrap="square" lIns="0" rIns="0" tIns="0" bIns="0" anchor="t">
            <a:spAutoFit/>
          </a:bodyPr>
          <a:lstStyle/>
          <a:p>
            <a:pPr algn="l"/>
            <a:r>
              <a:rPr sz="1200" b="1" i="0">
                <a:solidFill>
                  <a:srgbClr val="3D3C3C"/>
                </a:solidFill>
                <a:latin typeface="Poppins"/>
              </a:rPr>
              <a:t>Outcome</a:t>
            </a:r>
          </a:p>
        </p:txBody>
      </p:sp>
      <p:sp>
        <p:nvSpPr>
          <p:cNvPr id="38" name="TextBox 37"/>
          <p:cNvSpPr txBox="1"/>
          <p:nvPr/>
        </p:nvSpPr>
        <p:spPr>
          <a:xfrm>
            <a:off x="2057400" y="4983480"/>
            <a:ext cx="3717036" cy="594360"/>
          </a:xfrm>
          <a:prstGeom prst="rect">
            <a:avLst/>
          </a:prstGeom>
          <a:noFill/>
        </p:spPr>
        <p:txBody>
          <a:bodyPr wrap="square" lIns="0" rIns="0" tIns="0" bIns="0" anchor="t">
            <a:spAutoFit/>
          </a:bodyPr>
          <a:lstStyle/>
          <a:p>
            <a:pPr algn="l"/>
            <a:r>
              <a:rPr sz="1200" b="1" i="0">
                <a:solidFill>
                  <a:srgbClr val="3D3C3C"/>
                </a:solidFill>
                <a:latin typeface="Poppins"/>
              </a:rPr>
              <a:t>A shared view of HSRA, a one-team mindset and agreed ways of working</a:t>
            </a:r>
          </a:p>
        </p:txBody>
      </p:sp>
      <p:cxnSp>
        <p:nvCxnSpPr>
          <p:cNvPr id="39" name="Connector 38"/>
          <p:cNvCxnSpPr/>
          <p:nvPr/>
        </p:nvCxnSpPr>
        <p:spPr>
          <a:xfrm>
            <a:off x="6094476" y="2011680"/>
            <a:ext cx="0" cy="3931920"/>
          </a:xfrm>
          <a:prstGeom prst="line">
            <a:avLst/>
          </a:prstGeom>
          <a:ln w="9525">
            <a:solidFill>
              <a:srgbClr val="D9DBE0"/>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6414516" y="1965960"/>
            <a:ext cx="914400" cy="594360"/>
          </a:xfrm>
          <a:prstGeom prst="rect">
            <a:avLst/>
          </a:prstGeom>
          <a:noFill/>
        </p:spPr>
        <p:txBody>
          <a:bodyPr wrap="square" lIns="0" rIns="0" tIns="0" bIns="0" anchor="t">
            <a:spAutoFit/>
          </a:bodyPr>
          <a:lstStyle/>
          <a:p>
            <a:pPr algn="l"/>
            <a:r>
              <a:rPr sz="3400" b="1" i="0">
                <a:solidFill>
                  <a:srgbClr val="EE2B7A"/>
                </a:solidFill>
                <a:latin typeface="Poppins"/>
              </a:rPr>
              <a:t>02</a:t>
            </a:r>
          </a:p>
        </p:txBody>
      </p:sp>
      <p:sp>
        <p:nvSpPr>
          <p:cNvPr id="41" name="TextBox 40"/>
          <p:cNvSpPr txBox="1"/>
          <p:nvPr/>
        </p:nvSpPr>
        <p:spPr>
          <a:xfrm>
            <a:off x="6414516" y="2606040"/>
            <a:ext cx="5225796" cy="365760"/>
          </a:xfrm>
          <a:prstGeom prst="rect">
            <a:avLst/>
          </a:prstGeom>
          <a:noFill/>
        </p:spPr>
        <p:txBody>
          <a:bodyPr wrap="square" lIns="0" rIns="0" tIns="0" bIns="0" anchor="t">
            <a:spAutoFit/>
          </a:bodyPr>
          <a:lstStyle/>
          <a:p>
            <a:pPr algn="l"/>
            <a:r>
              <a:rPr sz="1700" b="1" i="0">
                <a:solidFill>
                  <a:srgbClr val="3D3C3C"/>
                </a:solidFill>
                <a:latin typeface="Poppins"/>
              </a:rPr>
              <a:t>Strategy to Win Workshop</a:t>
            </a:r>
          </a:p>
        </p:txBody>
      </p:sp>
      <p:sp>
        <p:nvSpPr>
          <p:cNvPr id="42" name="TextBox 41"/>
          <p:cNvSpPr txBox="1"/>
          <p:nvPr/>
        </p:nvSpPr>
        <p:spPr>
          <a:xfrm>
            <a:off x="6414516" y="2971800"/>
            <a:ext cx="5225796" cy="274320"/>
          </a:xfrm>
          <a:prstGeom prst="rect">
            <a:avLst/>
          </a:prstGeom>
          <a:noFill/>
        </p:spPr>
        <p:txBody>
          <a:bodyPr wrap="square" lIns="0" rIns="0" tIns="0" bIns="0" anchor="t">
            <a:spAutoFit/>
          </a:bodyPr>
          <a:lstStyle/>
          <a:p>
            <a:pPr algn="l"/>
            <a:r>
              <a:rPr sz="1200" b="0" i="0">
                <a:solidFill>
                  <a:srgbClr val="6E7178"/>
                </a:solidFill>
                <a:latin typeface="Poppins"/>
              </a:rPr>
              <a:t>Defining how GoFar will compete in the ECI Phase</a:t>
            </a:r>
          </a:p>
        </p:txBody>
      </p:sp>
      <p:cxnSp>
        <p:nvCxnSpPr>
          <p:cNvPr id="43" name="Connector 42"/>
          <p:cNvCxnSpPr/>
          <p:nvPr/>
        </p:nvCxnSpPr>
        <p:spPr>
          <a:xfrm>
            <a:off x="6414516" y="3383280"/>
            <a:ext cx="5225796" cy="0"/>
          </a:xfrm>
          <a:prstGeom prst="line">
            <a:avLst/>
          </a:prstGeom>
          <a:ln w="9525">
            <a:solidFill>
              <a:srgbClr val="D9DBE0"/>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6414516" y="3493008"/>
            <a:ext cx="1463040" cy="548640"/>
          </a:xfrm>
          <a:prstGeom prst="rect">
            <a:avLst/>
          </a:prstGeom>
          <a:noFill/>
        </p:spPr>
        <p:txBody>
          <a:bodyPr wrap="square" lIns="0" rIns="0" tIns="0" bIns="0" anchor="t">
            <a:spAutoFit/>
          </a:bodyPr>
          <a:lstStyle/>
          <a:p>
            <a:pPr algn="l"/>
            <a:r>
              <a:rPr sz="1200" b="1" i="0">
                <a:solidFill>
                  <a:srgbClr val="EE2B7A"/>
                </a:solidFill>
                <a:latin typeface="Poppins"/>
              </a:rPr>
              <a:t>Positioning</a:t>
            </a:r>
          </a:p>
        </p:txBody>
      </p:sp>
      <p:sp>
        <p:nvSpPr>
          <p:cNvPr id="45" name="TextBox 44"/>
          <p:cNvSpPr txBox="1"/>
          <p:nvPr/>
        </p:nvSpPr>
        <p:spPr>
          <a:xfrm>
            <a:off x="7923276" y="3493008"/>
            <a:ext cx="3717036" cy="594360"/>
          </a:xfrm>
          <a:prstGeom prst="rect">
            <a:avLst/>
          </a:prstGeom>
          <a:noFill/>
        </p:spPr>
        <p:txBody>
          <a:bodyPr wrap="square" lIns="0" rIns="0" tIns="0" bIns="0" anchor="t">
            <a:spAutoFit/>
          </a:bodyPr>
          <a:lstStyle/>
          <a:p>
            <a:pPr algn="l"/>
            <a:r>
              <a:rPr sz="1200" b="0" i="0">
                <a:solidFill>
                  <a:srgbClr val="3D3C3C"/>
                </a:solidFill>
                <a:latin typeface="Poppins"/>
              </a:rPr>
              <a:t>Win themes and GoFar's unique selling proposition</a:t>
            </a:r>
          </a:p>
        </p:txBody>
      </p:sp>
      <p:cxnSp>
        <p:nvCxnSpPr>
          <p:cNvPr id="46" name="Connector 45"/>
          <p:cNvCxnSpPr/>
          <p:nvPr/>
        </p:nvCxnSpPr>
        <p:spPr>
          <a:xfrm>
            <a:off x="6414516" y="4114800"/>
            <a:ext cx="5225796" cy="0"/>
          </a:xfrm>
          <a:prstGeom prst="line">
            <a:avLst/>
          </a:prstGeom>
          <a:ln w="9525">
            <a:solidFill>
              <a:srgbClr val="D9DBE0"/>
            </a:solidFill>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6414516" y="4206240"/>
            <a:ext cx="1463040" cy="548640"/>
          </a:xfrm>
          <a:prstGeom prst="rect">
            <a:avLst/>
          </a:prstGeom>
          <a:noFill/>
        </p:spPr>
        <p:txBody>
          <a:bodyPr wrap="square" lIns="0" rIns="0" tIns="0" bIns="0" anchor="t">
            <a:spAutoFit/>
          </a:bodyPr>
          <a:lstStyle/>
          <a:p>
            <a:pPr algn="l"/>
            <a:r>
              <a:rPr sz="1200" b="1" i="0">
                <a:solidFill>
                  <a:srgbClr val="EE2B7A"/>
                </a:solidFill>
                <a:latin typeface="Poppins"/>
              </a:rPr>
              <a:t>Competitors</a:t>
            </a:r>
          </a:p>
        </p:txBody>
      </p:sp>
      <p:sp>
        <p:nvSpPr>
          <p:cNvPr id="48" name="TextBox 47"/>
          <p:cNvSpPr txBox="1"/>
          <p:nvPr/>
        </p:nvSpPr>
        <p:spPr>
          <a:xfrm>
            <a:off x="7923276" y="4206240"/>
            <a:ext cx="3717036" cy="594360"/>
          </a:xfrm>
          <a:prstGeom prst="rect">
            <a:avLst/>
          </a:prstGeom>
          <a:noFill/>
        </p:spPr>
        <p:txBody>
          <a:bodyPr wrap="square" lIns="0" rIns="0" tIns="0" bIns="0" anchor="t">
            <a:spAutoFit/>
          </a:bodyPr>
          <a:lstStyle/>
          <a:p>
            <a:pPr algn="l"/>
            <a:r>
              <a:rPr sz="1200" b="0" i="0">
                <a:solidFill>
                  <a:srgbClr val="3D3C3C"/>
                </a:solidFill>
                <a:latin typeface="Poppins"/>
              </a:rPr>
              <a:t>A map of the other ECI partners, their strengths and likely approach</a:t>
            </a:r>
          </a:p>
        </p:txBody>
      </p:sp>
      <p:cxnSp>
        <p:nvCxnSpPr>
          <p:cNvPr id="49" name="Connector 48"/>
          <p:cNvCxnSpPr/>
          <p:nvPr/>
        </p:nvCxnSpPr>
        <p:spPr>
          <a:xfrm>
            <a:off x="6414516" y="4828031"/>
            <a:ext cx="5225796" cy="0"/>
          </a:xfrm>
          <a:prstGeom prst="line">
            <a:avLst/>
          </a:prstGeom>
          <a:ln w="9525">
            <a:solidFill>
              <a:srgbClr val="D9DBE0"/>
            </a:solidFill>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6414516" y="4983480"/>
            <a:ext cx="1463040" cy="548640"/>
          </a:xfrm>
          <a:prstGeom prst="rect">
            <a:avLst/>
          </a:prstGeom>
          <a:noFill/>
        </p:spPr>
        <p:txBody>
          <a:bodyPr wrap="square" lIns="0" rIns="0" tIns="0" bIns="0" anchor="t">
            <a:spAutoFit/>
          </a:bodyPr>
          <a:lstStyle/>
          <a:p>
            <a:pPr algn="l"/>
            <a:r>
              <a:rPr sz="1200" b="1" i="0">
                <a:solidFill>
                  <a:srgbClr val="3D3C3C"/>
                </a:solidFill>
                <a:latin typeface="Poppins"/>
              </a:rPr>
              <a:t>Outcome</a:t>
            </a:r>
          </a:p>
        </p:txBody>
      </p:sp>
      <p:sp>
        <p:nvSpPr>
          <p:cNvPr id="51" name="TextBox 50"/>
          <p:cNvSpPr txBox="1"/>
          <p:nvPr/>
        </p:nvSpPr>
        <p:spPr>
          <a:xfrm>
            <a:off x="7923276" y="4983480"/>
            <a:ext cx="3717036" cy="594360"/>
          </a:xfrm>
          <a:prstGeom prst="rect">
            <a:avLst/>
          </a:prstGeom>
          <a:noFill/>
        </p:spPr>
        <p:txBody>
          <a:bodyPr wrap="square" lIns="0" rIns="0" tIns="0" bIns="0" anchor="t">
            <a:spAutoFit/>
          </a:bodyPr>
          <a:lstStyle/>
          <a:p>
            <a:pPr algn="l"/>
            <a:r>
              <a:rPr sz="1200" b="1" i="0">
                <a:solidFill>
                  <a:srgbClr val="3D3C3C"/>
                </a:solidFill>
                <a:latin typeface="Poppins"/>
              </a:rPr>
              <a:t>A clear ECI strategy and key messages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a:spLocks noGrp="1"/>
          </p:cNvSpPr>
          <p:nvPr>
            <p:ph type="title" idx="101" hasCustomPrompt="1"/>
          </p:nvPr>
        </p:nvSpPr>
        <p:spPr>
          <a:xfrm>
            <a:off x="548640" y="658368"/>
            <a:ext cx="11269343" cy="640080"/>
          </a:xfrm>
          <a:prstGeom prst="rect">
            <a:avLst/>
          </a:prstGeom>
          <a:noFill/>
          <a:ln/>
        </p:spPr>
        <p:txBody>
          <a:bodyPr wrap="square" lIns="0" tIns="0" rIns="0" bIns="0" rtlCol="0" anchor="t"/>
          <a:lstStyle/>
          <a:p>
            <a:pPr marL="0" indent="0" algn="l">
              <a:buNone/>
            </a:pPr>
            <a:r>
              <a:rPr lang="en-US" sz="2800" b="1" dirty="0">
                <a:solidFill>
                  <a:schemeClr val="tx1"/>
                </a:solidFill>
              </a:rPr>
              <a:t>We have allowed for 12 interactives in the ECI phase</a:t>
            </a:r>
            <a:endParaRPr lang="en-US" sz="2800" dirty="0"/>
          </a:p>
        </p:txBody>
      </p:sp>
      <p:sp>
        <p:nvSpPr>
          <p:cNvPr id="4" name="Text 2"/>
          <p:cNvSpPr txBox="1"/>
          <p:nvPr/>
        </p:nvSpPr>
        <p:spPr>
          <a:xfrm>
            <a:off x="548639" y="1208920"/>
            <a:ext cx="11094415"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3D3C3C"/>
                </a:solidFill>
                <a:effectLst/>
                <a:uLnTx/>
                <a:uFillTx/>
                <a:latin typeface="Poppins"/>
                <a:ea typeface="+mn-ea"/>
                <a:cs typeface="+mn-cs"/>
              </a:rPr>
              <a:t>An estimated 12 interactives, each following our eight-step process, with TSG in the room for live support. This is where our most intensive support will be provided, where HSRA looks for evidence that </a:t>
            </a:r>
            <a:r>
              <a:rPr kumimoji="0" lang="en-US" sz="1400" b="0" i="0" u="none" strike="noStrike" kern="1200" cap="none" spc="0" normalizeH="0" baseline="0" noProof="0" dirty="0" err="1">
                <a:ln>
                  <a:noFill/>
                </a:ln>
                <a:solidFill>
                  <a:srgbClr val="3D3C3C"/>
                </a:solidFill>
                <a:effectLst/>
                <a:uLnTx/>
                <a:uFillTx/>
                <a:latin typeface="Poppins"/>
                <a:ea typeface="+mn-ea"/>
                <a:cs typeface="+mn-cs"/>
              </a:rPr>
              <a:t>GoFar</a:t>
            </a:r>
            <a:r>
              <a:rPr kumimoji="0" lang="en-US" sz="1400" b="0" i="0" u="none" strike="noStrike" kern="1200" cap="none" spc="0" normalizeH="0" baseline="0" noProof="0" dirty="0">
                <a:ln>
                  <a:noFill/>
                </a:ln>
                <a:solidFill>
                  <a:srgbClr val="3D3C3C"/>
                </a:solidFill>
                <a:effectLst/>
                <a:uLnTx/>
                <a:uFillTx/>
                <a:latin typeface="Poppins"/>
                <a:ea typeface="+mn-ea"/>
                <a:cs typeface="+mn-cs"/>
              </a:rPr>
              <a:t> has listened, adapted and grown.</a:t>
            </a:r>
          </a:p>
        </p:txBody>
      </p:sp>
      <p:sp>
        <p:nvSpPr>
          <p:cNvPr id="13" name="Text 11"/>
          <p:cNvSpPr txBox="1"/>
          <p:nvPr/>
        </p:nvSpPr>
        <p:spPr>
          <a:xfrm>
            <a:off x="548640" y="2047687"/>
            <a:ext cx="2602154"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F48047"/>
                </a:solidFill>
                <a:effectLst/>
                <a:uLnTx/>
                <a:uFillTx/>
                <a:latin typeface="Poppins"/>
                <a:ea typeface="+mn-ea"/>
                <a:cs typeface="+mn-cs"/>
              </a:rPr>
              <a:t>PREPARE</a:t>
            </a:r>
            <a:endParaRPr kumimoji="0" lang="en-US" sz="1600" b="0" i="0" u="none" strike="noStrike" kern="1200" cap="none" spc="0" normalizeH="0" baseline="0" noProof="0" dirty="0">
              <a:ln>
                <a:noFill/>
              </a:ln>
              <a:solidFill>
                <a:srgbClr val="3D3C3C"/>
              </a:solidFill>
              <a:effectLst/>
              <a:uLnTx/>
              <a:uFillTx/>
              <a:latin typeface="Poppins"/>
              <a:ea typeface="+mn-ea"/>
              <a:cs typeface="+mn-cs"/>
            </a:endParaRPr>
          </a:p>
        </p:txBody>
      </p:sp>
      <p:sp>
        <p:nvSpPr>
          <p:cNvPr id="20" name="Text 18"/>
          <p:cNvSpPr txBox="1"/>
          <p:nvPr/>
        </p:nvSpPr>
        <p:spPr>
          <a:xfrm>
            <a:off x="3506615" y="2047687"/>
            <a:ext cx="2602154"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0E98D7"/>
                </a:solidFill>
                <a:effectLst/>
                <a:uLnTx/>
                <a:uFillTx/>
                <a:latin typeface="Poppins"/>
                <a:ea typeface="+mn-ea"/>
                <a:cs typeface="+mn-cs"/>
              </a:rPr>
              <a:t>DEVELOP</a:t>
            </a:r>
            <a:endParaRPr kumimoji="0" lang="en-US" sz="1600" b="0" i="0" u="none" strike="noStrike" kern="1200" cap="none" spc="0" normalizeH="0" baseline="0" noProof="0" dirty="0">
              <a:ln>
                <a:noFill/>
              </a:ln>
              <a:solidFill>
                <a:srgbClr val="3D3C3C"/>
              </a:solidFill>
              <a:effectLst/>
              <a:uLnTx/>
              <a:uFillTx/>
              <a:latin typeface="Poppins"/>
              <a:ea typeface="+mn-ea"/>
              <a:cs typeface="+mn-cs"/>
            </a:endParaRPr>
          </a:p>
        </p:txBody>
      </p:sp>
      <p:sp>
        <p:nvSpPr>
          <p:cNvPr id="27" name="Text 25"/>
          <p:cNvSpPr txBox="1"/>
          <p:nvPr/>
        </p:nvSpPr>
        <p:spPr>
          <a:xfrm>
            <a:off x="6385076" y="2047687"/>
            <a:ext cx="2602154"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EE2B7A"/>
                </a:solidFill>
                <a:effectLst/>
                <a:uLnTx/>
                <a:uFillTx/>
                <a:latin typeface="Poppins"/>
                <a:ea typeface="+mn-ea"/>
                <a:cs typeface="+mn-cs"/>
              </a:rPr>
              <a:t>REHEARSE</a:t>
            </a:r>
            <a:endParaRPr kumimoji="0" lang="en-US" sz="1600" b="0" i="0" u="none" strike="noStrike" kern="1200" cap="none" spc="0" normalizeH="0" baseline="0" noProof="0" dirty="0">
              <a:ln>
                <a:noFill/>
              </a:ln>
              <a:solidFill>
                <a:srgbClr val="3D3C3C"/>
              </a:solidFill>
              <a:effectLst/>
              <a:uLnTx/>
              <a:uFillTx/>
              <a:latin typeface="Poppins"/>
              <a:ea typeface="+mn-ea"/>
              <a:cs typeface="+mn-cs"/>
            </a:endParaRPr>
          </a:p>
        </p:txBody>
      </p:sp>
      <p:sp>
        <p:nvSpPr>
          <p:cNvPr id="34" name="Text 32"/>
          <p:cNvSpPr txBox="1"/>
          <p:nvPr/>
        </p:nvSpPr>
        <p:spPr>
          <a:xfrm>
            <a:off x="9215829" y="2047687"/>
            <a:ext cx="2602154"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2EB88A"/>
                </a:solidFill>
                <a:effectLst/>
                <a:uLnTx/>
                <a:uFillTx/>
                <a:latin typeface="Poppins"/>
                <a:ea typeface="+mn-ea"/>
                <a:cs typeface="+mn-cs"/>
              </a:rPr>
              <a:t>DELIVER</a:t>
            </a:r>
            <a:endParaRPr kumimoji="0" lang="en-US" sz="1600" b="0" i="0" u="none" strike="noStrike" kern="1200" cap="none" spc="0" normalizeH="0" baseline="0" noProof="0" dirty="0">
              <a:ln>
                <a:noFill/>
              </a:ln>
              <a:solidFill>
                <a:srgbClr val="3D3C3C"/>
              </a:solidFill>
              <a:effectLst/>
              <a:uLnTx/>
              <a:uFillTx/>
              <a:latin typeface="Poppins"/>
              <a:ea typeface="+mn-ea"/>
              <a:cs typeface="+mn-cs"/>
            </a:endParaRPr>
          </a:p>
        </p:txBody>
      </p:sp>
      <p:sp>
        <p:nvSpPr>
          <p:cNvPr id="42" name="Slide Number Placeholder 0"/>
          <p:cNvSpPr>
            <a:spLocks noGrp="1"/>
          </p:cNvSpPr>
          <p:nvPr>
            <p:ph type="sldNum" sz="quarter" idx="4294967295"/>
          </p:nvPr>
        </p:nvSpPr>
        <p:spPr>
          <a:xfrm>
            <a:off x="11256264" y="6327648"/>
            <a:ext cx="384048" cy="274320"/>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000">
                <a:solidFill>
                  <a:srgbClr val="FFFFFF"/>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000" b="0" i="0" u="none" strike="noStrike" kern="1200" cap="none" spc="0" normalizeH="0" baseline="0" noProof="0">
                <a:ln>
                  <a:noFill/>
                </a:ln>
                <a:solidFill>
                  <a:srgbClr val="FFFFFF"/>
                </a:solidFill>
                <a:effectLst/>
                <a:uLnTx/>
                <a:uFillTx/>
                <a:latin typeface="Poppins"/>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7</a:t>
            </a:fld>
            <a:endParaRPr kumimoji="0" lang="en-US" sz="1000" b="0" i="0" u="none" strike="noStrike" kern="1200" cap="none" spc="0" normalizeH="0" baseline="0" noProof="0">
              <a:ln>
                <a:noFill/>
              </a:ln>
              <a:solidFill>
                <a:srgbClr val="FFFFFF"/>
              </a:solidFill>
              <a:effectLst/>
              <a:uLnTx/>
              <a:uFillTx/>
              <a:latin typeface="Poppins"/>
              <a:ea typeface="+mn-ea"/>
              <a:cs typeface="+mn-cs"/>
            </a:endParaRPr>
          </a:p>
        </p:txBody>
      </p:sp>
      <p:sp>
        <p:nvSpPr>
          <p:cNvPr id="94" name="Shape 3">
            <a:extLst>
              <a:ext uri="{FF2B5EF4-FFF2-40B4-BE49-F238E27FC236}">
                <a16:creationId xmlns:a16="http://schemas.microsoft.com/office/drawing/2014/main" id="{3EFA296A-C3AA-824B-CFBB-A53B4F5CD0F1}"/>
              </a:ext>
            </a:extLst>
          </p:cNvPr>
          <p:cNvSpPr/>
          <p:nvPr/>
        </p:nvSpPr>
        <p:spPr>
          <a:xfrm>
            <a:off x="9159515" y="4304128"/>
            <a:ext cx="2723645" cy="1707063"/>
          </a:xfrm>
          <a:prstGeom prst="round2SameRect">
            <a:avLst>
              <a:gd name="adj1" fmla="val 6822"/>
              <a:gd name="adj2" fmla="val 6914"/>
            </a:avLst>
          </a:prstGeom>
          <a:solidFill>
            <a:srgbClr val="FFFFFF"/>
          </a:solidFill>
          <a:ln w="12700">
            <a:noFill/>
            <a:prstDash val="solid"/>
          </a:ln>
          <a:effectLst>
            <a:outerShdw blurRad="101600" dist="38100" dir="81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3D3C3C"/>
              </a:solidFill>
              <a:effectLst/>
              <a:uLnTx/>
              <a:uFillTx/>
              <a:latin typeface="Poppins"/>
              <a:ea typeface="+mn-ea"/>
              <a:cs typeface="+mn-cs"/>
            </a:endParaRPr>
          </a:p>
        </p:txBody>
      </p:sp>
      <p:sp>
        <p:nvSpPr>
          <p:cNvPr id="96" name="Shape 3">
            <a:extLst>
              <a:ext uri="{FF2B5EF4-FFF2-40B4-BE49-F238E27FC236}">
                <a16:creationId xmlns:a16="http://schemas.microsoft.com/office/drawing/2014/main" id="{48C6B3ED-3EE7-DAF7-6D24-9A588F3F51CD}"/>
              </a:ext>
            </a:extLst>
          </p:cNvPr>
          <p:cNvSpPr/>
          <p:nvPr/>
        </p:nvSpPr>
        <p:spPr>
          <a:xfrm>
            <a:off x="9142816" y="2432903"/>
            <a:ext cx="2723645" cy="1707063"/>
          </a:xfrm>
          <a:prstGeom prst="round2SameRect">
            <a:avLst>
              <a:gd name="adj1" fmla="val 6822"/>
              <a:gd name="adj2" fmla="val 6914"/>
            </a:avLst>
          </a:prstGeom>
          <a:solidFill>
            <a:srgbClr val="FFFFFF"/>
          </a:solidFill>
          <a:ln w="12700">
            <a:noFill/>
            <a:prstDash val="solid"/>
          </a:ln>
          <a:effectLst>
            <a:outerShdw blurRad="101600" dist="38100" dir="81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3D3C3C"/>
              </a:solidFill>
              <a:effectLst/>
              <a:uLnTx/>
              <a:uFillTx/>
              <a:latin typeface="Poppins"/>
              <a:ea typeface="+mn-ea"/>
              <a:cs typeface="+mn-cs"/>
            </a:endParaRPr>
          </a:p>
        </p:txBody>
      </p:sp>
      <p:sp>
        <p:nvSpPr>
          <p:cNvPr id="98" name="Shape 3">
            <a:extLst>
              <a:ext uri="{FF2B5EF4-FFF2-40B4-BE49-F238E27FC236}">
                <a16:creationId xmlns:a16="http://schemas.microsoft.com/office/drawing/2014/main" id="{2874C755-A679-E153-FEDC-469CF7F284BD}"/>
              </a:ext>
            </a:extLst>
          </p:cNvPr>
          <p:cNvSpPr/>
          <p:nvPr/>
        </p:nvSpPr>
        <p:spPr>
          <a:xfrm>
            <a:off x="6276745" y="4301658"/>
            <a:ext cx="2723645" cy="1707063"/>
          </a:xfrm>
          <a:prstGeom prst="round2SameRect">
            <a:avLst>
              <a:gd name="adj1" fmla="val 6822"/>
              <a:gd name="adj2" fmla="val 6914"/>
            </a:avLst>
          </a:prstGeom>
          <a:solidFill>
            <a:srgbClr val="FFFFFF"/>
          </a:solidFill>
          <a:ln w="12700">
            <a:noFill/>
            <a:prstDash val="solid"/>
          </a:ln>
          <a:effectLst>
            <a:outerShdw blurRad="101600" dist="38100" dir="81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3D3C3C"/>
              </a:solidFill>
              <a:effectLst/>
              <a:uLnTx/>
              <a:uFillTx/>
              <a:latin typeface="Poppins"/>
              <a:ea typeface="+mn-ea"/>
              <a:cs typeface="+mn-cs"/>
            </a:endParaRPr>
          </a:p>
        </p:txBody>
      </p:sp>
      <p:sp>
        <p:nvSpPr>
          <p:cNvPr id="100" name="Shape 3">
            <a:extLst>
              <a:ext uri="{FF2B5EF4-FFF2-40B4-BE49-F238E27FC236}">
                <a16:creationId xmlns:a16="http://schemas.microsoft.com/office/drawing/2014/main" id="{7904CB1E-100F-E3F4-BB80-A43C5CF24D9D}"/>
              </a:ext>
            </a:extLst>
          </p:cNvPr>
          <p:cNvSpPr/>
          <p:nvPr/>
        </p:nvSpPr>
        <p:spPr>
          <a:xfrm>
            <a:off x="6276745" y="2430433"/>
            <a:ext cx="2723645" cy="1707063"/>
          </a:xfrm>
          <a:prstGeom prst="round2SameRect">
            <a:avLst>
              <a:gd name="adj1" fmla="val 6822"/>
              <a:gd name="adj2" fmla="val 6914"/>
            </a:avLst>
          </a:prstGeom>
          <a:solidFill>
            <a:srgbClr val="FFFFFF"/>
          </a:solidFill>
          <a:ln w="12700">
            <a:noFill/>
            <a:prstDash val="solid"/>
          </a:ln>
          <a:effectLst>
            <a:outerShdw blurRad="101600" dist="38100" dir="81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3D3C3C"/>
              </a:solidFill>
              <a:effectLst/>
              <a:uLnTx/>
              <a:uFillTx/>
              <a:latin typeface="Poppins"/>
              <a:ea typeface="+mn-ea"/>
              <a:cs typeface="+mn-cs"/>
            </a:endParaRPr>
          </a:p>
        </p:txBody>
      </p:sp>
      <p:sp>
        <p:nvSpPr>
          <p:cNvPr id="102" name="Shape 3">
            <a:extLst>
              <a:ext uri="{FF2B5EF4-FFF2-40B4-BE49-F238E27FC236}">
                <a16:creationId xmlns:a16="http://schemas.microsoft.com/office/drawing/2014/main" id="{58FF8A92-E095-3583-607D-8F24EC29C7D9}"/>
              </a:ext>
            </a:extLst>
          </p:cNvPr>
          <p:cNvSpPr/>
          <p:nvPr/>
        </p:nvSpPr>
        <p:spPr>
          <a:xfrm>
            <a:off x="3423336" y="4304128"/>
            <a:ext cx="2723645" cy="1707063"/>
          </a:xfrm>
          <a:prstGeom prst="round2SameRect">
            <a:avLst>
              <a:gd name="adj1" fmla="val 6822"/>
              <a:gd name="adj2" fmla="val 6914"/>
            </a:avLst>
          </a:prstGeom>
          <a:solidFill>
            <a:srgbClr val="FFFFFF"/>
          </a:solidFill>
          <a:ln w="12700">
            <a:noFill/>
            <a:prstDash val="solid"/>
          </a:ln>
          <a:effectLst>
            <a:outerShdw blurRad="101600" dist="38100" dir="81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3D3C3C"/>
              </a:solidFill>
              <a:effectLst/>
              <a:uLnTx/>
              <a:uFillTx/>
              <a:latin typeface="Poppins"/>
              <a:ea typeface="+mn-ea"/>
              <a:cs typeface="+mn-cs"/>
            </a:endParaRPr>
          </a:p>
        </p:txBody>
      </p:sp>
      <p:sp>
        <p:nvSpPr>
          <p:cNvPr id="104" name="Shape 3">
            <a:extLst>
              <a:ext uri="{FF2B5EF4-FFF2-40B4-BE49-F238E27FC236}">
                <a16:creationId xmlns:a16="http://schemas.microsoft.com/office/drawing/2014/main" id="{B679F2B3-B293-2E76-2DEA-17F0DA55D097}"/>
              </a:ext>
            </a:extLst>
          </p:cNvPr>
          <p:cNvSpPr/>
          <p:nvPr/>
        </p:nvSpPr>
        <p:spPr>
          <a:xfrm>
            <a:off x="3410674" y="2432903"/>
            <a:ext cx="2723645" cy="1707063"/>
          </a:xfrm>
          <a:prstGeom prst="round2SameRect">
            <a:avLst>
              <a:gd name="adj1" fmla="val 6822"/>
              <a:gd name="adj2" fmla="val 6914"/>
            </a:avLst>
          </a:prstGeom>
          <a:solidFill>
            <a:srgbClr val="FFFFFF"/>
          </a:solidFill>
          <a:ln w="12700">
            <a:noFill/>
            <a:prstDash val="solid"/>
          </a:ln>
          <a:effectLst>
            <a:outerShdw blurRad="101600" dist="38100" dir="81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3D3C3C"/>
              </a:solidFill>
              <a:effectLst/>
              <a:uLnTx/>
              <a:uFillTx/>
              <a:latin typeface="Poppins"/>
              <a:ea typeface="+mn-ea"/>
              <a:cs typeface="+mn-cs"/>
            </a:endParaRPr>
          </a:p>
        </p:txBody>
      </p:sp>
      <p:sp>
        <p:nvSpPr>
          <p:cNvPr id="106" name="Shape 3">
            <a:extLst>
              <a:ext uri="{FF2B5EF4-FFF2-40B4-BE49-F238E27FC236}">
                <a16:creationId xmlns:a16="http://schemas.microsoft.com/office/drawing/2014/main" id="{8E0167BA-93D2-EC3E-0750-1C85FD8EF313}"/>
              </a:ext>
            </a:extLst>
          </p:cNvPr>
          <p:cNvSpPr/>
          <p:nvPr/>
        </p:nvSpPr>
        <p:spPr>
          <a:xfrm>
            <a:off x="540566" y="4289879"/>
            <a:ext cx="2723645" cy="1707063"/>
          </a:xfrm>
          <a:prstGeom prst="round2SameRect">
            <a:avLst>
              <a:gd name="adj1" fmla="val 6822"/>
              <a:gd name="adj2" fmla="val 6914"/>
            </a:avLst>
          </a:prstGeom>
          <a:solidFill>
            <a:srgbClr val="FFFFFF"/>
          </a:solidFill>
          <a:ln w="12700">
            <a:noFill/>
            <a:prstDash val="solid"/>
          </a:ln>
          <a:effectLst>
            <a:outerShdw blurRad="101600" dist="38100" dir="81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3D3C3C"/>
              </a:solidFill>
              <a:effectLst/>
              <a:uLnTx/>
              <a:uFillTx/>
              <a:latin typeface="Poppins"/>
              <a:ea typeface="+mn-ea"/>
              <a:cs typeface="+mn-cs"/>
            </a:endParaRPr>
          </a:p>
        </p:txBody>
      </p:sp>
      <p:sp>
        <p:nvSpPr>
          <p:cNvPr id="108" name="Shape 3">
            <a:extLst>
              <a:ext uri="{FF2B5EF4-FFF2-40B4-BE49-F238E27FC236}">
                <a16:creationId xmlns:a16="http://schemas.microsoft.com/office/drawing/2014/main" id="{23232EF5-3067-65E7-2A5F-B906637A3D52}"/>
              </a:ext>
            </a:extLst>
          </p:cNvPr>
          <p:cNvSpPr/>
          <p:nvPr/>
        </p:nvSpPr>
        <p:spPr>
          <a:xfrm>
            <a:off x="544603" y="2432903"/>
            <a:ext cx="2723645" cy="1707063"/>
          </a:xfrm>
          <a:prstGeom prst="round2SameRect">
            <a:avLst>
              <a:gd name="adj1" fmla="val 6822"/>
              <a:gd name="adj2" fmla="val 6914"/>
            </a:avLst>
          </a:prstGeom>
          <a:solidFill>
            <a:srgbClr val="FFFFFF"/>
          </a:solidFill>
          <a:ln w="12700">
            <a:noFill/>
            <a:prstDash val="solid"/>
          </a:ln>
          <a:effectLst>
            <a:outerShdw blurRad="101600" dist="38100" dir="81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a:ln>
                <a:noFill/>
              </a:ln>
              <a:solidFill>
                <a:srgbClr val="3D3C3C"/>
              </a:solidFill>
              <a:effectLst/>
              <a:uLnTx/>
              <a:uFillTx/>
              <a:latin typeface="Poppins"/>
              <a:ea typeface="+mn-ea"/>
              <a:cs typeface="+mn-cs"/>
            </a:endParaRPr>
          </a:p>
        </p:txBody>
      </p:sp>
      <p:sp>
        <p:nvSpPr>
          <p:cNvPr id="110" name="Text 48">
            <a:extLst>
              <a:ext uri="{FF2B5EF4-FFF2-40B4-BE49-F238E27FC236}">
                <a16:creationId xmlns:a16="http://schemas.microsoft.com/office/drawing/2014/main" id="{EC3E97AB-CE98-425A-652A-A275D5528FC6}"/>
              </a:ext>
            </a:extLst>
          </p:cNvPr>
          <p:cNvSpPr/>
          <p:nvPr/>
        </p:nvSpPr>
        <p:spPr>
          <a:xfrm>
            <a:off x="706634" y="2941961"/>
            <a:ext cx="2557577" cy="942269"/>
          </a:xfrm>
          <a:prstGeom prst="rect">
            <a:avLst/>
          </a:prstGeom>
          <a:noFill/>
          <a:ln/>
        </p:spPr>
        <p:txBody>
          <a:bodyPr wrap="square"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3D3C3C"/>
                </a:solidFill>
                <a:effectLst/>
                <a:uLnTx/>
                <a:uFillTx/>
                <a:latin typeface="Poppins"/>
                <a:ea typeface="Open Sans" pitchFamily="34" charset="-122"/>
                <a:cs typeface="Open Sans" pitchFamily="34" charset="-120"/>
              </a:rPr>
              <a:t>Content discussion and objective-setting session</a:t>
            </a: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3D3C3C"/>
                </a:solidFill>
                <a:effectLst/>
                <a:uLnTx/>
                <a:uFillTx/>
                <a:latin typeface="Poppins"/>
                <a:ea typeface="+mn-ea"/>
                <a:cs typeface="+mn-cs"/>
              </a:rPr>
              <a:t>Align on the interactive's purpose, format and the outcomes the JV needs to achieve</a:t>
            </a:r>
            <a:endParaRPr kumimoji="0" lang="en-US" sz="1100" b="0" i="0" u="none" strike="noStrike" kern="1200" cap="none" spc="0" normalizeH="0" baseline="0" noProof="0">
              <a:ln>
                <a:noFill/>
              </a:ln>
              <a:solidFill>
                <a:srgbClr val="3D3C3C"/>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112" name="Text 48">
            <a:extLst>
              <a:ext uri="{FF2B5EF4-FFF2-40B4-BE49-F238E27FC236}">
                <a16:creationId xmlns:a16="http://schemas.microsoft.com/office/drawing/2014/main" id="{E1E92784-7761-EDD2-E38B-4E9EE3571034}"/>
              </a:ext>
            </a:extLst>
          </p:cNvPr>
          <p:cNvSpPr/>
          <p:nvPr/>
        </p:nvSpPr>
        <p:spPr>
          <a:xfrm>
            <a:off x="703103" y="4973382"/>
            <a:ext cx="2500843" cy="731520"/>
          </a:xfrm>
          <a:prstGeom prst="rect">
            <a:avLst/>
          </a:prstGeom>
          <a:noFill/>
          <a:ln/>
        </p:spPr>
        <p:txBody>
          <a:bodyPr wrap="square"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3D3C3C"/>
                </a:solidFill>
                <a:effectLst/>
                <a:uLnTx/>
                <a:uFillTx/>
                <a:latin typeface="Poppins"/>
                <a:ea typeface="Open Sans" pitchFamily="34" charset="-122"/>
                <a:cs typeface="Open Sans" pitchFamily="34" charset="-120"/>
              </a:rPr>
              <a:t>Informal alignment with team</a:t>
            </a: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3D3C3C"/>
                </a:solidFill>
                <a:effectLst/>
                <a:uLnTx/>
                <a:uFillTx/>
                <a:latin typeface="Poppins"/>
                <a:ea typeface="+mn-ea"/>
                <a:cs typeface="+mn-cs"/>
              </a:rPr>
              <a:t>Hold catch-ups with individuals to assist with content development, and personal delivery style</a:t>
            </a:r>
            <a:endParaRPr kumimoji="0" lang="en-US" sz="1100" b="0" i="0" u="none" strike="noStrike" kern="1200" cap="none" spc="0" normalizeH="0" baseline="0" noProof="0" dirty="0">
              <a:ln>
                <a:noFill/>
              </a:ln>
              <a:solidFill>
                <a:srgbClr val="3D3C3C"/>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114" name="Text 48">
            <a:extLst>
              <a:ext uri="{FF2B5EF4-FFF2-40B4-BE49-F238E27FC236}">
                <a16:creationId xmlns:a16="http://schemas.microsoft.com/office/drawing/2014/main" id="{641430C5-71E3-F886-57A5-877C588B7036}"/>
              </a:ext>
            </a:extLst>
          </p:cNvPr>
          <p:cNvSpPr/>
          <p:nvPr/>
        </p:nvSpPr>
        <p:spPr>
          <a:xfrm>
            <a:off x="3585719" y="3099650"/>
            <a:ext cx="2425800" cy="731520"/>
          </a:xfrm>
          <a:prstGeom prst="rect">
            <a:avLst/>
          </a:prstGeom>
          <a:noFill/>
          <a:ln/>
        </p:spPr>
        <p:txBody>
          <a:bodyPr wrap="square"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3D3C3C"/>
                </a:solidFill>
                <a:effectLst/>
                <a:uLnTx/>
                <a:uFillTx/>
                <a:latin typeface="Poppins"/>
                <a:ea typeface="Open Sans" pitchFamily="34" charset="-122"/>
                <a:cs typeface="Open Sans" pitchFamily="34" charset="-120"/>
              </a:rPr>
              <a:t>Presentation development and refinement</a:t>
            </a: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3D3C3C"/>
                </a:solidFill>
                <a:effectLst/>
                <a:uLnTx/>
                <a:uFillTx/>
                <a:latin typeface="Poppins"/>
                <a:ea typeface="+mn-ea"/>
                <a:cs typeface="+mn-cs"/>
              </a:rPr>
              <a:t>Shape the narrative arc, structure and key messages that will resonate with HSRA evaluators</a:t>
            </a:r>
            <a:endParaRPr kumimoji="0" lang="en-US" sz="1100" b="0" i="0" u="none" strike="noStrike" kern="1200" cap="none" spc="0" normalizeH="0" baseline="0" noProof="0" dirty="0">
              <a:ln>
                <a:noFill/>
              </a:ln>
              <a:solidFill>
                <a:srgbClr val="3D3C3C"/>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116" name="Text 48">
            <a:extLst>
              <a:ext uri="{FF2B5EF4-FFF2-40B4-BE49-F238E27FC236}">
                <a16:creationId xmlns:a16="http://schemas.microsoft.com/office/drawing/2014/main" id="{6826603D-2142-BC66-F52A-70A07BCD46D2}"/>
              </a:ext>
            </a:extLst>
          </p:cNvPr>
          <p:cNvSpPr/>
          <p:nvPr/>
        </p:nvSpPr>
        <p:spPr>
          <a:xfrm>
            <a:off x="6442814" y="3064932"/>
            <a:ext cx="2557576" cy="731520"/>
          </a:xfrm>
          <a:prstGeom prst="rect">
            <a:avLst/>
          </a:prstGeom>
          <a:noFill/>
          <a:ln/>
        </p:spPr>
        <p:txBody>
          <a:bodyPr wrap="square"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3D3C3C"/>
                </a:solidFill>
                <a:effectLst/>
                <a:uLnTx/>
                <a:uFillTx/>
                <a:latin typeface="Poppins"/>
                <a:ea typeface="Open Sans" pitchFamily="34" charset="-122"/>
                <a:cs typeface="Open Sans" pitchFamily="34" charset="-120"/>
              </a:rPr>
              <a:t>First rehearsal and structured debrief</a:t>
            </a: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3D3C3C"/>
                </a:solidFill>
                <a:effectLst/>
                <a:uLnTx/>
                <a:uFillTx/>
                <a:latin typeface="Poppins"/>
                <a:ea typeface="+mn-ea"/>
                <a:cs typeface="+mn-cs"/>
              </a:rPr>
              <a:t>Run a full dry-run and identify what's working, what needs sharpening and where confidence gaps sit</a:t>
            </a:r>
            <a:endParaRPr kumimoji="0" lang="en-US" sz="1100" b="0" i="0" u="none" strike="noStrike" kern="1200" cap="none" spc="0" normalizeH="0" baseline="0" noProof="0" dirty="0">
              <a:ln>
                <a:noFill/>
              </a:ln>
              <a:solidFill>
                <a:srgbClr val="3D3C3C"/>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118" name="Text 48">
            <a:extLst>
              <a:ext uri="{FF2B5EF4-FFF2-40B4-BE49-F238E27FC236}">
                <a16:creationId xmlns:a16="http://schemas.microsoft.com/office/drawing/2014/main" id="{F0F39A47-506E-6F5D-53ED-DABCCF6FFBB5}"/>
              </a:ext>
            </a:extLst>
          </p:cNvPr>
          <p:cNvSpPr/>
          <p:nvPr/>
        </p:nvSpPr>
        <p:spPr>
          <a:xfrm>
            <a:off x="9347965" y="2988283"/>
            <a:ext cx="2351921" cy="731520"/>
          </a:xfrm>
          <a:prstGeom prst="rect">
            <a:avLst/>
          </a:prstGeom>
          <a:noFill/>
          <a:ln/>
        </p:spPr>
        <p:txBody>
          <a:bodyPr wrap="square"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3D3C3C"/>
                </a:solidFill>
                <a:effectLst/>
                <a:uLnTx/>
                <a:uFillTx/>
                <a:latin typeface="Poppins"/>
                <a:ea typeface="Open Sans" pitchFamily="34" charset="-122"/>
                <a:cs typeface="Open Sans" pitchFamily="34" charset="-120"/>
              </a:rPr>
              <a:t>Workshop attendance and live support</a:t>
            </a: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3D3C3C"/>
                </a:solidFill>
                <a:effectLst/>
                <a:uLnTx/>
                <a:uFillTx/>
                <a:latin typeface="Poppins"/>
                <a:ea typeface="+mn-ea"/>
                <a:cs typeface="+mn-cs"/>
              </a:rPr>
              <a:t>Attend alongside the team to read the room and provide real-time strategic support</a:t>
            </a:r>
            <a:endParaRPr kumimoji="0" lang="en-US" sz="1100" b="0" i="0" u="none" strike="noStrike" kern="1200" cap="none" spc="0" normalizeH="0" baseline="0" noProof="0" dirty="0">
              <a:ln>
                <a:noFill/>
              </a:ln>
              <a:solidFill>
                <a:srgbClr val="3D3C3C"/>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120" name="Text 48">
            <a:extLst>
              <a:ext uri="{FF2B5EF4-FFF2-40B4-BE49-F238E27FC236}">
                <a16:creationId xmlns:a16="http://schemas.microsoft.com/office/drawing/2014/main" id="{9B608894-7A25-A460-41B4-B407FDBF8A93}"/>
              </a:ext>
            </a:extLst>
          </p:cNvPr>
          <p:cNvSpPr/>
          <p:nvPr/>
        </p:nvSpPr>
        <p:spPr>
          <a:xfrm>
            <a:off x="3572258" y="4748798"/>
            <a:ext cx="2425800" cy="846535"/>
          </a:xfrm>
          <a:prstGeom prst="rect">
            <a:avLst/>
          </a:prstGeom>
          <a:noFill/>
          <a:ln/>
        </p:spPr>
        <p:txBody>
          <a:bodyPr wrap="square"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3D3C3C"/>
                </a:solidFill>
                <a:effectLst/>
                <a:uLnTx/>
                <a:uFillTx/>
                <a:latin typeface="Poppins"/>
                <a:ea typeface="Open Sans" pitchFamily="34" charset="-122"/>
                <a:cs typeface="Open Sans" pitchFamily="34" charset="-120"/>
              </a:rPr>
              <a:t>Talking points and speaker guide development</a:t>
            </a: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3D3C3C"/>
                </a:solidFill>
                <a:effectLst/>
                <a:uLnTx/>
                <a:uFillTx/>
                <a:latin typeface="Poppins"/>
                <a:ea typeface="+mn-ea"/>
                <a:cs typeface="+mn-cs"/>
              </a:rPr>
              <a:t>Craft individual speaker notes that feel natural, not scripted</a:t>
            </a:r>
            <a:endParaRPr kumimoji="0" lang="en-US" sz="1100" b="0" i="0" u="none" strike="noStrike" kern="1200" cap="none" spc="0" normalizeH="0" baseline="0" noProof="0">
              <a:ln>
                <a:noFill/>
              </a:ln>
              <a:solidFill>
                <a:srgbClr val="3D3C3C"/>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122" name="Text 48">
            <a:extLst>
              <a:ext uri="{FF2B5EF4-FFF2-40B4-BE49-F238E27FC236}">
                <a16:creationId xmlns:a16="http://schemas.microsoft.com/office/drawing/2014/main" id="{176742A1-E40A-20C7-8828-8792F08AEF9A}"/>
              </a:ext>
            </a:extLst>
          </p:cNvPr>
          <p:cNvSpPr/>
          <p:nvPr/>
        </p:nvSpPr>
        <p:spPr>
          <a:xfrm>
            <a:off x="6496135" y="4967964"/>
            <a:ext cx="2239080" cy="731520"/>
          </a:xfrm>
          <a:prstGeom prst="rect">
            <a:avLst/>
          </a:prstGeom>
          <a:noFill/>
          <a:ln/>
        </p:spPr>
        <p:txBody>
          <a:bodyPr wrap="square"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3D3C3C"/>
                </a:solidFill>
                <a:effectLst/>
                <a:uLnTx/>
                <a:uFillTx/>
                <a:latin typeface="Poppins"/>
                <a:ea typeface="Open Sans" pitchFamily="34" charset="-122"/>
                <a:cs typeface="Open Sans" pitchFamily="34" charset="-120"/>
              </a:rPr>
              <a:t>Final rehearsal and refinement</a:t>
            </a: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3D3C3C"/>
                </a:solidFill>
                <a:effectLst/>
                <a:uLnTx/>
                <a:uFillTx/>
                <a:latin typeface="Poppins"/>
                <a:ea typeface="+mn-ea"/>
                <a:cs typeface="+mn-cs"/>
              </a:rPr>
              <a:t>Stress-test the full presentation under realistic conditions and lock in the final version</a:t>
            </a:r>
            <a:endParaRPr kumimoji="0" lang="en-US" sz="1100" b="0" i="0" u="none" strike="noStrike" kern="1200" cap="none" spc="0" normalizeH="0" baseline="0" noProof="0" dirty="0">
              <a:ln>
                <a:noFill/>
              </a:ln>
              <a:solidFill>
                <a:srgbClr val="3D3C3C"/>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124" name="Text 48">
            <a:extLst>
              <a:ext uri="{FF2B5EF4-FFF2-40B4-BE49-F238E27FC236}">
                <a16:creationId xmlns:a16="http://schemas.microsoft.com/office/drawing/2014/main" id="{8287183A-ADE0-9C28-FDCA-4888582B214D}"/>
              </a:ext>
            </a:extLst>
          </p:cNvPr>
          <p:cNvSpPr/>
          <p:nvPr/>
        </p:nvSpPr>
        <p:spPr>
          <a:xfrm>
            <a:off x="9308436" y="4859508"/>
            <a:ext cx="2336791" cy="731520"/>
          </a:xfrm>
          <a:prstGeom prst="rect">
            <a:avLst/>
          </a:prstGeom>
          <a:noFill/>
          <a:ln/>
        </p:spPr>
        <p:txBody>
          <a:bodyPr wrap="square"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3D3C3C"/>
                </a:solidFill>
                <a:effectLst/>
                <a:uLnTx/>
                <a:uFillTx/>
                <a:latin typeface="Poppins"/>
                <a:ea typeface="Open Sans" pitchFamily="34" charset="-122"/>
                <a:cs typeface="Open Sans" pitchFamily="34" charset="-120"/>
              </a:rPr>
              <a:t>Post-interactive debrief session</a:t>
            </a: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3D3C3C"/>
                </a:solidFill>
                <a:effectLst/>
                <a:uLnTx/>
                <a:uFillTx/>
                <a:latin typeface="Poppins"/>
                <a:ea typeface="+mn-ea"/>
                <a:cs typeface="+mn-cs"/>
              </a:rPr>
              <a:t>Capture what worked, what to take forward and how the team performed against its objectives</a:t>
            </a:r>
            <a:endParaRPr kumimoji="0" lang="en-US" sz="1100" b="0" i="0" u="none" strike="noStrike" kern="1200" cap="none" spc="0" normalizeH="0" baseline="0" noProof="0">
              <a:ln>
                <a:noFill/>
              </a:ln>
              <a:solidFill>
                <a:srgbClr val="3D3C3C"/>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126" name="Shape 3">
            <a:extLst>
              <a:ext uri="{FF2B5EF4-FFF2-40B4-BE49-F238E27FC236}">
                <a16:creationId xmlns:a16="http://schemas.microsoft.com/office/drawing/2014/main" id="{8CBC6FFC-2B26-3EB4-492F-66DB97CE5904}"/>
              </a:ext>
            </a:extLst>
          </p:cNvPr>
          <p:cNvSpPr/>
          <p:nvPr/>
        </p:nvSpPr>
        <p:spPr>
          <a:xfrm>
            <a:off x="724824" y="2492073"/>
            <a:ext cx="377921" cy="377254"/>
          </a:xfrm>
          <a:prstGeom prst="ellipse">
            <a:avLst/>
          </a:prstGeom>
          <a:solidFill>
            <a:schemeClr val="accent1"/>
          </a:solidFill>
          <a:ln w="12700">
            <a:noFill/>
            <a:prstDash val="solid"/>
          </a:ln>
          <a:effectLst>
            <a:outerShdw blurRad="101600" dist="38100" dir="8100000" algn="bl" rotWithShape="0">
              <a:srgbClr val="000000">
                <a:alpha val="12000"/>
              </a:srgbClr>
            </a:outerShdw>
          </a:effectLst>
        </p:spPr>
        <p:txBody>
          <a:bodyPr lIns="0" rIns="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Poppins Medium" panose="00000600000000000000" pitchFamily="2" charset="0"/>
                <a:ea typeface="+mn-ea"/>
                <a:cs typeface="Poppins Medium" panose="00000600000000000000" pitchFamily="2" charset="0"/>
              </a:rPr>
              <a:t>1</a:t>
            </a:r>
          </a:p>
        </p:txBody>
      </p:sp>
      <p:sp>
        <p:nvSpPr>
          <p:cNvPr id="128" name="Shape 3">
            <a:extLst>
              <a:ext uri="{FF2B5EF4-FFF2-40B4-BE49-F238E27FC236}">
                <a16:creationId xmlns:a16="http://schemas.microsoft.com/office/drawing/2014/main" id="{626313E0-2E7E-C68E-DD3C-166151788FEA}"/>
              </a:ext>
            </a:extLst>
          </p:cNvPr>
          <p:cNvSpPr/>
          <p:nvPr/>
        </p:nvSpPr>
        <p:spPr>
          <a:xfrm>
            <a:off x="778146" y="4359201"/>
            <a:ext cx="377921" cy="377254"/>
          </a:xfrm>
          <a:prstGeom prst="ellipse">
            <a:avLst/>
          </a:prstGeom>
          <a:solidFill>
            <a:schemeClr val="accent1"/>
          </a:solidFill>
          <a:ln w="12700">
            <a:noFill/>
            <a:prstDash val="solid"/>
          </a:ln>
          <a:effectLst>
            <a:outerShdw blurRad="101600" dist="38100" dir="8100000" algn="bl" rotWithShape="0">
              <a:srgbClr val="000000">
                <a:alpha val="12000"/>
              </a:srgbClr>
            </a:outerShdw>
          </a:effectLst>
        </p:spPr>
        <p:txBody>
          <a:bodyPr lIns="0" rIns="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Poppins Medium" panose="00000600000000000000" pitchFamily="2" charset="0"/>
                <a:ea typeface="+mn-ea"/>
                <a:cs typeface="Poppins Medium" panose="00000600000000000000" pitchFamily="2" charset="0"/>
              </a:rPr>
              <a:t>2</a:t>
            </a:r>
          </a:p>
        </p:txBody>
      </p:sp>
      <p:sp>
        <p:nvSpPr>
          <p:cNvPr id="130" name="Shape 3">
            <a:extLst>
              <a:ext uri="{FF2B5EF4-FFF2-40B4-BE49-F238E27FC236}">
                <a16:creationId xmlns:a16="http://schemas.microsoft.com/office/drawing/2014/main" id="{644D1B82-F221-D7F8-F6E4-09C7831922DF}"/>
              </a:ext>
            </a:extLst>
          </p:cNvPr>
          <p:cNvSpPr/>
          <p:nvPr/>
        </p:nvSpPr>
        <p:spPr>
          <a:xfrm>
            <a:off x="3609291" y="2486413"/>
            <a:ext cx="377921" cy="377254"/>
          </a:xfrm>
          <a:prstGeom prst="ellipse">
            <a:avLst/>
          </a:prstGeom>
          <a:solidFill>
            <a:schemeClr val="accent2"/>
          </a:solidFill>
          <a:ln w="12700">
            <a:noFill/>
            <a:prstDash val="solid"/>
          </a:ln>
          <a:effectLst>
            <a:outerShdw blurRad="101600" dist="38100" dir="8100000" algn="bl" rotWithShape="0">
              <a:srgbClr val="000000">
                <a:alpha val="12000"/>
              </a:srgbClr>
            </a:outerShdw>
          </a:effectLst>
        </p:spPr>
        <p:txBody>
          <a:bodyPr lIns="0" rIns="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Poppins Medium" panose="00000600000000000000" pitchFamily="2" charset="0"/>
                <a:ea typeface="+mn-ea"/>
                <a:cs typeface="Poppins Medium" panose="00000600000000000000" pitchFamily="2" charset="0"/>
              </a:rPr>
              <a:t>3</a:t>
            </a:r>
          </a:p>
        </p:txBody>
      </p:sp>
      <p:sp>
        <p:nvSpPr>
          <p:cNvPr id="132" name="Shape 3">
            <a:extLst>
              <a:ext uri="{FF2B5EF4-FFF2-40B4-BE49-F238E27FC236}">
                <a16:creationId xmlns:a16="http://schemas.microsoft.com/office/drawing/2014/main" id="{5EFDBA77-94EB-ABD2-5DF3-D71C0CBBD060}"/>
              </a:ext>
            </a:extLst>
          </p:cNvPr>
          <p:cNvSpPr/>
          <p:nvPr/>
        </p:nvSpPr>
        <p:spPr>
          <a:xfrm>
            <a:off x="3664260" y="4367790"/>
            <a:ext cx="377921" cy="377254"/>
          </a:xfrm>
          <a:prstGeom prst="ellipse">
            <a:avLst/>
          </a:prstGeom>
          <a:solidFill>
            <a:schemeClr val="accent2"/>
          </a:solidFill>
          <a:ln w="12700">
            <a:noFill/>
            <a:prstDash val="solid"/>
          </a:ln>
          <a:effectLst>
            <a:outerShdw blurRad="101600" dist="38100" dir="8100000" algn="bl" rotWithShape="0">
              <a:srgbClr val="000000">
                <a:alpha val="12000"/>
              </a:srgbClr>
            </a:outerShdw>
          </a:effectLst>
        </p:spPr>
        <p:txBody>
          <a:bodyPr lIns="0" rIns="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Poppins Medium" panose="00000600000000000000" pitchFamily="2" charset="0"/>
                <a:ea typeface="+mn-ea"/>
                <a:cs typeface="Poppins Medium" panose="00000600000000000000" pitchFamily="2" charset="0"/>
              </a:rPr>
              <a:t>4</a:t>
            </a:r>
          </a:p>
        </p:txBody>
      </p:sp>
      <p:sp>
        <p:nvSpPr>
          <p:cNvPr id="134" name="Shape 3">
            <a:extLst>
              <a:ext uri="{FF2B5EF4-FFF2-40B4-BE49-F238E27FC236}">
                <a16:creationId xmlns:a16="http://schemas.microsoft.com/office/drawing/2014/main" id="{B32BAC4F-DED6-F89F-751A-51CFEAF7C729}"/>
              </a:ext>
            </a:extLst>
          </p:cNvPr>
          <p:cNvSpPr/>
          <p:nvPr/>
        </p:nvSpPr>
        <p:spPr>
          <a:xfrm>
            <a:off x="6438776" y="2471138"/>
            <a:ext cx="377921" cy="377254"/>
          </a:xfrm>
          <a:prstGeom prst="ellipse">
            <a:avLst/>
          </a:prstGeom>
          <a:solidFill>
            <a:schemeClr val="accent3"/>
          </a:solidFill>
          <a:ln w="12700">
            <a:noFill/>
            <a:prstDash val="solid"/>
          </a:ln>
          <a:effectLst>
            <a:outerShdw blurRad="101600" dist="38100" dir="8100000" algn="bl" rotWithShape="0">
              <a:srgbClr val="000000">
                <a:alpha val="12000"/>
              </a:srgbClr>
            </a:outerShdw>
          </a:effectLst>
        </p:spPr>
        <p:txBody>
          <a:bodyPr lIns="0" rIns="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Poppins Medium" panose="00000600000000000000" pitchFamily="2" charset="0"/>
                <a:ea typeface="+mn-ea"/>
                <a:cs typeface="Poppins Medium" panose="00000600000000000000" pitchFamily="2" charset="0"/>
              </a:rPr>
              <a:t>5</a:t>
            </a:r>
          </a:p>
        </p:txBody>
      </p:sp>
      <p:sp>
        <p:nvSpPr>
          <p:cNvPr id="136" name="Shape 3">
            <a:extLst>
              <a:ext uri="{FF2B5EF4-FFF2-40B4-BE49-F238E27FC236}">
                <a16:creationId xmlns:a16="http://schemas.microsoft.com/office/drawing/2014/main" id="{F79C7988-D79C-1705-5EEB-7092AD66F00D}"/>
              </a:ext>
            </a:extLst>
          </p:cNvPr>
          <p:cNvSpPr/>
          <p:nvPr/>
        </p:nvSpPr>
        <p:spPr>
          <a:xfrm>
            <a:off x="6496135" y="4352515"/>
            <a:ext cx="377921" cy="377254"/>
          </a:xfrm>
          <a:prstGeom prst="ellipse">
            <a:avLst/>
          </a:prstGeom>
          <a:solidFill>
            <a:schemeClr val="accent3"/>
          </a:solidFill>
          <a:ln w="12700">
            <a:noFill/>
            <a:prstDash val="solid"/>
          </a:ln>
          <a:effectLst>
            <a:outerShdw blurRad="101600" dist="38100" dir="8100000" algn="bl" rotWithShape="0">
              <a:srgbClr val="000000">
                <a:alpha val="12000"/>
              </a:srgbClr>
            </a:outerShdw>
          </a:effectLst>
        </p:spPr>
        <p:txBody>
          <a:bodyPr lIns="0" rIns="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Poppins Medium" panose="00000600000000000000" pitchFamily="2" charset="0"/>
                <a:ea typeface="+mn-ea"/>
                <a:cs typeface="Poppins Medium" panose="00000600000000000000" pitchFamily="2" charset="0"/>
              </a:rPr>
              <a:t>6</a:t>
            </a:r>
          </a:p>
        </p:txBody>
      </p:sp>
      <p:sp>
        <p:nvSpPr>
          <p:cNvPr id="138" name="Shape 3">
            <a:extLst>
              <a:ext uri="{FF2B5EF4-FFF2-40B4-BE49-F238E27FC236}">
                <a16:creationId xmlns:a16="http://schemas.microsoft.com/office/drawing/2014/main" id="{31E0E361-C4B5-0B9D-8DA2-C94862368EFB}"/>
              </a:ext>
            </a:extLst>
          </p:cNvPr>
          <p:cNvSpPr/>
          <p:nvPr/>
        </p:nvSpPr>
        <p:spPr>
          <a:xfrm>
            <a:off x="9323243" y="2467948"/>
            <a:ext cx="377921" cy="377254"/>
          </a:xfrm>
          <a:prstGeom prst="ellipse">
            <a:avLst/>
          </a:prstGeom>
          <a:solidFill>
            <a:schemeClr val="accent4"/>
          </a:solidFill>
          <a:ln w="12700">
            <a:noFill/>
            <a:prstDash val="solid"/>
          </a:ln>
          <a:effectLst>
            <a:outerShdw blurRad="101600" dist="38100" dir="8100000" algn="bl" rotWithShape="0">
              <a:srgbClr val="000000">
                <a:alpha val="12000"/>
              </a:srgbClr>
            </a:outerShdw>
          </a:effectLst>
        </p:spPr>
        <p:txBody>
          <a:bodyPr lIns="0" rIns="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Poppins Medium" panose="00000600000000000000" pitchFamily="2" charset="0"/>
                <a:ea typeface="+mn-ea"/>
                <a:cs typeface="Poppins Medium" panose="00000600000000000000" pitchFamily="2" charset="0"/>
              </a:rPr>
              <a:t>7</a:t>
            </a:r>
          </a:p>
        </p:txBody>
      </p:sp>
      <p:sp>
        <p:nvSpPr>
          <p:cNvPr id="140" name="Shape 3">
            <a:extLst>
              <a:ext uri="{FF2B5EF4-FFF2-40B4-BE49-F238E27FC236}">
                <a16:creationId xmlns:a16="http://schemas.microsoft.com/office/drawing/2014/main" id="{10FFD236-9690-5CF6-DFD3-EF858F6342BE}"/>
              </a:ext>
            </a:extLst>
          </p:cNvPr>
          <p:cNvSpPr/>
          <p:nvPr/>
        </p:nvSpPr>
        <p:spPr>
          <a:xfrm>
            <a:off x="9382249" y="4349325"/>
            <a:ext cx="377921" cy="377254"/>
          </a:xfrm>
          <a:prstGeom prst="ellipse">
            <a:avLst/>
          </a:prstGeom>
          <a:solidFill>
            <a:schemeClr val="accent4"/>
          </a:solidFill>
          <a:ln w="12700">
            <a:noFill/>
            <a:prstDash val="solid"/>
          </a:ln>
          <a:effectLst>
            <a:outerShdw blurRad="101600" dist="38100" dir="8100000" algn="bl" rotWithShape="0">
              <a:srgbClr val="000000">
                <a:alpha val="12000"/>
              </a:srgbClr>
            </a:outerShdw>
          </a:effectLst>
        </p:spPr>
        <p:txBody>
          <a:bodyPr lIns="0" rIns="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Poppins Medium" panose="00000600000000000000" pitchFamily="2" charset="0"/>
                <a:ea typeface="+mn-ea"/>
                <a:cs typeface="Poppins Medium" panose="00000600000000000000" pitchFamily="2" charset="0"/>
              </a:rPr>
              <a:t>8</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a:spLocks noGrp="1"/>
          </p:cNvSpPr>
          <p:nvPr>
            <p:ph type="title" idx="101" hasCustomPrompt="1"/>
          </p:nvPr>
        </p:nvSpPr>
        <p:spPr>
          <a:xfrm>
            <a:off x="548640" y="658368"/>
            <a:ext cx="11094415" cy="640080"/>
          </a:xfrm>
          <a:prstGeom prst="rect">
            <a:avLst/>
          </a:prstGeom>
          <a:noFill/>
          <a:ln/>
        </p:spPr>
        <p:txBody>
          <a:bodyPr wrap="square" lIns="0" tIns="0" rIns="0" bIns="0" rtlCol="0" anchor="t"/>
          <a:lstStyle/>
          <a:p>
            <a:pPr marL="0" indent="0" algn="l">
              <a:buNone/>
            </a:pPr>
            <a:r>
              <a:rPr lang="en-US" dirty="0"/>
              <a:t>Four lessons from the C&amp;V Phase</a:t>
            </a:r>
            <a:endParaRPr lang="en-US" sz="2800" dirty="0"/>
          </a:p>
        </p:txBody>
      </p:sp>
      <p:sp>
        <p:nvSpPr>
          <p:cNvPr id="25" name="Slide Number Placeholder 0"/>
          <p:cNvSpPr>
            <a:spLocks noGrp="1"/>
          </p:cNvSpPr>
          <p:nvPr>
            <p:ph type="sldNum" sz="quarter" idx="4294967295"/>
          </p:nvPr>
        </p:nvSpPr>
        <p:spPr>
          <a:xfrm>
            <a:off x="11256264" y="6327648"/>
            <a:ext cx="384048" cy="274320"/>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000">
                <a:solidFill>
                  <a:srgbClr val="FFFFFF"/>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000" b="0" i="0" u="none" strike="noStrike" kern="1200" cap="none" spc="0" normalizeH="0" baseline="0" noProof="0">
                <a:ln>
                  <a:noFill/>
                </a:ln>
                <a:solidFill>
                  <a:srgbClr val="FFFFFF"/>
                </a:solidFill>
                <a:effectLst/>
                <a:uLnTx/>
                <a:uFillTx/>
                <a:latin typeface="Poppins"/>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8</a:t>
            </a:fld>
            <a:endParaRPr kumimoji="0" lang="en-US" sz="1000" b="0" i="0" u="none" strike="noStrike" kern="1200" cap="none" spc="0" normalizeH="0" baseline="0" noProof="0">
              <a:ln>
                <a:noFill/>
              </a:ln>
              <a:solidFill>
                <a:srgbClr val="FFFFFF"/>
              </a:solidFill>
              <a:effectLst/>
              <a:uLnTx/>
              <a:uFillTx/>
              <a:latin typeface="Poppins"/>
              <a:ea typeface="+mn-ea"/>
              <a:cs typeface="+mn-cs"/>
            </a:endParaRPr>
          </a:p>
        </p:txBody>
      </p:sp>
      <p:sp>
        <p:nvSpPr>
          <p:cNvPr id="26" name="TextBox 25"/>
          <p:cNvSpPr txBox="1"/>
          <p:nvPr/>
        </p:nvSpPr>
        <p:spPr>
          <a:xfrm>
            <a:off x="1417320" y="1481328"/>
            <a:ext cx="3108960" cy="256032"/>
          </a:xfrm>
          <a:prstGeom prst="rect">
            <a:avLst/>
          </a:prstGeom>
          <a:noFill/>
        </p:spPr>
        <p:txBody>
          <a:bodyPr wrap="square" lIns="0" rIns="0" tIns="0" bIns="0" anchor="t">
            <a:spAutoFit/>
          </a:bodyPr>
          <a:lstStyle/>
          <a:p>
            <a:pPr algn="l"/>
            <a:r>
              <a:rPr sz="1050" b="1" i="0" spc="150">
                <a:solidFill>
                  <a:srgbClr val="6E7178"/>
                </a:solidFill>
                <a:latin typeface="Poppins"/>
              </a:rPr>
              <a:t>LESSON</a:t>
            </a:r>
          </a:p>
        </p:txBody>
      </p:sp>
      <p:sp>
        <p:nvSpPr>
          <p:cNvPr id="27" name="TextBox 26"/>
          <p:cNvSpPr txBox="1"/>
          <p:nvPr/>
        </p:nvSpPr>
        <p:spPr>
          <a:xfrm>
            <a:off x="4709160" y="1481328"/>
            <a:ext cx="3383280" cy="256032"/>
          </a:xfrm>
          <a:prstGeom prst="rect">
            <a:avLst/>
          </a:prstGeom>
          <a:noFill/>
        </p:spPr>
        <p:txBody>
          <a:bodyPr wrap="square" lIns="0" rIns="0" tIns="0" bIns="0" anchor="t">
            <a:spAutoFit/>
          </a:bodyPr>
          <a:lstStyle/>
          <a:p>
            <a:pPr algn="l"/>
            <a:r>
              <a:rPr sz="1050" b="1" i="0" spc="150">
                <a:solidFill>
                  <a:srgbClr val="6E7178"/>
                </a:solidFill>
                <a:latin typeface="Poppins"/>
              </a:rPr>
              <a:t>WHAT IT MEANS</a:t>
            </a:r>
          </a:p>
        </p:txBody>
      </p:sp>
      <p:sp>
        <p:nvSpPr>
          <p:cNvPr id="28" name="TextBox 27"/>
          <p:cNvSpPr txBox="1"/>
          <p:nvPr/>
        </p:nvSpPr>
        <p:spPr>
          <a:xfrm>
            <a:off x="8366760" y="1481328"/>
            <a:ext cx="3273552" cy="256032"/>
          </a:xfrm>
          <a:prstGeom prst="rect">
            <a:avLst/>
          </a:prstGeom>
          <a:noFill/>
        </p:spPr>
        <p:txBody>
          <a:bodyPr wrap="square" lIns="0" rIns="0" tIns="0" bIns="0" anchor="t">
            <a:spAutoFit/>
          </a:bodyPr>
          <a:lstStyle/>
          <a:p>
            <a:pPr algn="l"/>
            <a:r>
              <a:rPr sz="1050" b="1" i="0" spc="150">
                <a:solidFill>
                  <a:srgbClr val="6E7178"/>
                </a:solidFill>
                <a:latin typeface="Poppins"/>
              </a:rPr>
              <a:t>IN PRACTICE</a:t>
            </a:r>
          </a:p>
        </p:txBody>
      </p:sp>
      <p:cxnSp>
        <p:nvCxnSpPr>
          <p:cNvPr id="29" name="Connector 28"/>
          <p:cNvCxnSpPr/>
          <p:nvPr/>
        </p:nvCxnSpPr>
        <p:spPr>
          <a:xfrm>
            <a:off x="548640" y="1801368"/>
            <a:ext cx="11091672" cy="0"/>
          </a:xfrm>
          <a:prstGeom prst="line">
            <a:avLst/>
          </a:prstGeom>
          <a:ln w="12700">
            <a:solidFill>
              <a:srgbClr val="3D3C3C"/>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48640" y="1892808"/>
            <a:ext cx="777240" cy="548640"/>
          </a:xfrm>
          <a:prstGeom prst="rect">
            <a:avLst/>
          </a:prstGeom>
          <a:noFill/>
        </p:spPr>
        <p:txBody>
          <a:bodyPr wrap="square" lIns="0" rIns="0" tIns="0" bIns="0" anchor="t">
            <a:spAutoFit/>
          </a:bodyPr>
          <a:lstStyle/>
          <a:p>
            <a:pPr algn="l"/>
            <a:r>
              <a:rPr sz="3000" b="1" i="0">
                <a:solidFill>
                  <a:srgbClr val="F48047"/>
                </a:solidFill>
                <a:latin typeface="Poppins"/>
              </a:rPr>
              <a:t>01</a:t>
            </a:r>
          </a:p>
        </p:txBody>
      </p:sp>
      <p:sp>
        <p:nvSpPr>
          <p:cNvPr id="31" name="TextBox 30"/>
          <p:cNvSpPr txBox="1"/>
          <p:nvPr/>
        </p:nvSpPr>
        <p:spPr>
          <a:xfrm>
            <a:off x="1417320" y="1938528"/>
            <a:ext cx="3108960" cy="822960"/>
          </a:xfrm>
          <a:prstGeom prst="rect">
            <a:avLst/>
          </a:prstGeom>
          <a:noFill/>
        </p:spPr>
        <p:txBody>
          <a:bodyPr wrap="square" lIns="0" rIns="0" tIns="0" bIns="0" anchor="t">
            <a:spAutoFit/>
          </a:bodyPr>
          <a:lstStyle/>
          <a:p>
            <a:pPr algn="l"/>
            <a:r>
              <a:rPr sz="1500" b="1" i="0">
                <a:solidFill>
                  <a:srgbClr val="3D3C3C"/>
                </a:solidFill>
                <a:latin typeface="Poppins"/>
              </a:rPr>
              <a:t>Preparation is paramount</a:t>
            </a:r>
          </a:p>
        </p:txBody>
      </p:sp>
      <p:sp>
        <p:nvSpPr>
          <p:cNvPr id="32" name="TextBox 31"/>
          <p:cNvSpPr txBox="1"/>
          <p:nvPr/>
        </p:nvSpPr>
        <p:spPr>
          <a:xfrm>
            <a:off x="4709160" y="1938528"/>
            <a:ext cx="3383280" cy="868680"/>
          </a:xfrm>
          <a:prstGeom prst="rect">
            <a:avLst/>
          </a:prstGeom>
          <a:noFill/>
        </p:spPr>
        <p:txBody>
          <a:bodyPr wrap="square" lIns="0" rIns="0" tIns="0" bIns="0" anchor="t">
            <a:spAutoFit/>
          </a:bodyPr>
          <a:lstStyle/>
          <a:p>
            <a:pPr algn="l"/>
            <a:r>
              <a:rPr sz="1150" b="0" i="0">
                <a:solidFill>
                  <a:srgbClr val="3D3C3C"/>
                </a:solidFill>
                <a:latin typeface="Poppins"/>
              </a:rPr>
              <a:t>Thorough preparation gives the team its key messages and puts GoFar in a strong light, even when slides are not presented.</a:t>
            </a:r>
          </a:p>
        </p:txBody>
      </p:sp>
      <p:sp>
        <p:nvSpPr>
          <p:cNvPr id="33" name="TextBox 32"/>
          <p:cNvSpPr txBox="1"/>
          <p:nvPr/>
        </p:nvSpPr>
        <p:spPr>
          <a:xfrm>
            <a:off x="8366760" y="1938528"/>
            <a:ext cx="3273552" cy="868680"/>
          </a:xfrm>
          <a:prstGeom prst="rect">
            <a:avLst/>
          </a:prstGeom>
          <a:noFill/>
        </p:spPr>
        <p:txBody>
          <a:bodyPr wrap="square" lIns="0" rIns="0" tIns="0" bIns="0" anchor="t">
            <a:spAutoFit/>
          </a:bodyPr>
          <a:lstStyle/>
          <a:p>
            <a:pPr algn="l"/>
            <a:r>
              <a:rPr sz="1100" b="0" i="1">
                <a:solidFill>
                  <a:srgbClr val="6E7178"/>
                </a:solidFill>
                <a:latin typeface="Poppins"/>
              </a:rPr>
              <a:t>In instances where GoFar doesn't present, the team is still better informed and ready because of the work done beforehand.</a:t>
            </a:r>
          </a:p>
        </p:txBody>
      </p:sp>
      <p:cxnSp>
        <p:nvCxnSpPr>
          <p:cNvPr id="34" name="Connector 33"/>
          <p:cNvCxnSpPr/>
          <p:nvPr/>
        </p:nvCxnSpPr>
        <p:spPr>
          <a:xfrm>
            <a:off x="548640" y="2926080"/>
            <a:ext cx="11091672" cy="0"/>
          </a:xfrm>
          <a:prstGeom prst="line">
            <a:avLst/>
          </a:prstGeom>
          <a:ln w="9525">
            <a:solidFill>
              <a:srgbClr val="D9DBE0"/>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548640" y="2990088"/>
            <a:ext cx="777240" cy="548640"/>
          </a:xfrm>
          <a:prstGeom prst="rect">
            <a:avLst/>
          </a:prstGeom>
          <a:noFill/>
        </p:spPr>
        <p:txBody>
          <a:bodyPr wrap="square" lIns="0" rIns="0" tIns="0" bIns="0" anchor="t">
            <a:spAutoFit/>
          </a:bodyPr>
          <a:lstStyle/>
          <a:p>
            <a:pPr algn="l"/>
            <a:r>
              <a:rPr sz="3000" b="1" i="0">
                <a:solidFill>
                  <a:srgbClr val="0E98D7"/>
                </a:solidFill>
                <a:latin typeface="Poppins"/>
              </a:rPr>
              <a:t>02</a:t>
            </a:r>
          </a:p>
        </p:txBody>
      </p:sp>
      <p:sp>
        <p:nvSpPr>
          <p:cNvPr id="36" name="TextBox 35"/>
          <p:cNvSpPr txBox="1"/>
          <p:nvPr/>
        </p:nvSpPr>
        <p:spPr>
          <a:xfrm>
            <a:off x="1417320" y="3035808"/>
            <a:ext cx="3108960" cy="822960"/>
          </a:xfrm>
          <a:prstGeom prst="rect">
            <a:avLst/>
          </a:prstGeom>
          <a:noFill/>
        </p:spPr>
        <p:txBody>
          <a:bodyPr wrap="square" lIns="0" rIns="0" tIns="0" bIns="0" anchor="t">
            <a:spAutoFit/>
          </a:bodyPr>
          <a:lstStyle/>
          <a:p>
            <a:pPr algn="l"/>
            <a:r>
              <a:rPr sz="1500" b="1" i="0">
                <a:solidFill>
                  <a:srgbClr val="3D3C3C"/>
                </a:solidFill>
                <a:latin typeface="Poppins"/>
              </a:rPr>
              <a:t>HSRA values guidance and capability</a:t>
            </a:r>
          </a:p>
        </p:txBody>
      </p:sp>
      <p:sp>
        <p:nvSpPr>
          <p:cNvPr id="37" name="TextBox 36"/>
          <p:cNvSpPr txBox="1"/>
          <p:nvPr/>
        </p:nvSpPr>
        <p:spPr>
          <a:xfrm>
            <a:off x="4709160" y="3035808"/>
            <a:ext cx="3383280" cy="868680"/>
          </a:xfrm>
          <a:prstGeom prst="rect">
            <a:avLst/>
          </a:prstGeom>
          <a:noFill/>
        </p:spPr>
        <p:txBody>
          <a:bodyPr wrap="square" lIns="0" rIns="0" tIns="0" bIns="0" anchor="t">
            <a:spAutoFit/>
          </a:bodyPr>
          <a:lstStyle/>
          <a:p>
            <a:pPr algn="l"/>
            <a:r>
              <a:rPr sz="1150" b="0" i="0">
                <a:solidFill>
                  <a:srgbClr val="3D3C3C"/>
                </a:solidFill>
                <a:latin typeface="Poppins"/>
              </a:rPr>
              <a:t>HSRA is looking for as much guidance as possible and responds to partners who bring structure and clarity.</a:t>
            </a:r>
          </a:p>
        </p:txBody>
      </p:sp>
      <p:sp>
        <p:nvSpPr>
          <p:cNvPr id="38" name="TextBox 37"/>
          <p:cNvSpPr txBox="1"/>
          <p:nvPr/>
        </p:nvSpPr>
        <p:spPr>
          <a:xfrm>
            <a:off x="8366760" y="3035808"/>
            <a:ext cx="3273552" cy="868680"/>
          </a:xfrm>
          <a:prstGeom prst="rect">
            <a:avLst/>
          </a:prstGeom>
          <a:noFill/>
        </p:spPr>
        <p:txBody>
          <a:bodyPr wrap="square" lIns="0" rIns="0" tIns="0" bIns="0" anchor="t">
            <a:spAutoFit/>
          </a:bodyPr>
          <a:lstStyle/>
          <a:p>
            <a:pPr algn="l"/>
            <a:r>
              <a:rPr sz="1100" b="0" i="1">
                <a:solidFill>
                  <a:srgbClr val="6E7178"/>
                </a:solidFill>
                <a:latin typeface="Poppins"/>
              </a:rPr>
              <a:t>In the Fire and Life Safety workshop, HSRA used GoFar's slides to run the meeting, as we had covered every point on its agenda.</a:t>
            </a:r>
          </a:p>
        </p:txBody>
      </p:sp>
      <p:cxnSp>
        <p:nvCxnSpPr>
          <p:cNvPr id="39" name="Connector 38"/>
          <p:cNvCxnSpPr/>
          <p:nvPr/>
        </p:nvCxnSpPr>
        <p:spPr>
          <a:xfrm>
            <a:off x="548640" y="4023360"/>
            <a:ext cx="11091672" cy="0"/>
          </a:xfrm>
          <a:prstGeom prst="line">
            <a:avLst/>
          </a:prstGeom>
          <a:ln w="9525">
            <a:solidFill>
              <a:srgbClr val="D9DBE0"/>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548640" y="4087368"/>
            <a:ext cx="777240" cy="548640"/>
          </a:xfrm>
          <a:prstGeom prst="rect">
            <a:avLst/>
          </a:prstGeom>
          <a:noFill/>
        </p:spPr>
        <p:txBody>
          <a:bodyPr wrap="square" lIns="0" rIns="0" tIns="0" bIns="0" anchor="t">
            <a:spAutoFit/>
          </a:bodyPr>
          <a:lstStyle/>
          <a:p>
            <a:pPr algn="l"/>
            <a:r>
              <a:rPr sz="3000" b="1" i="0">
                <a:solidFill>
                  <a:srgbClr val="2EB88A"/>
                </a:solidFill>
                <a:latin typeface="Poppins"/>
              </a:rPr>
              <a:t>03</a:t>
            </a:r>
          </a:p>
        </p:txBody>
      </p:sp>
      <p:sp>
        <p:nvSpPr>
          <p:cNvPr id="41" name="TextBox 40"/>
          <p:cNvSpPr txBox="1"/>
          <p:nvPr/>
        </p:nvSpPr>
        <p:spPr>
          <a:xfrm>
            <a:off x="1417320" y="4133087"/>
            <a:ext cx="3108960" cy="822960"/>
          </a:xfrm>
          <a:prstGeom prst="rect">
            <a:avLst/>
          </a:prstGeom>
          <a:noFill/>
        </p:spPr>
        <p:txBody>
          <a:bodyPr wrap="square" lIns="0" rIns="0" tIns="0" bIns="0" anchor="t">
            <a:spAutoFit/>
          </a:bodyPr>
          <a:lstStyle/>
          <a:p>
            <a:pPr algn="l"/>
            <a:r>
              <a:rPr sz="1500" b="1" i="0">
                <a:solidFill>
                  <a:srgbClr val="3D3C3C"/>
                </a:solidFill>
                <a:latin typeface="Poppins"/>
              </a:rPr>
              <a:t>Listening builds credibility</a:t>
            </a:r>
          </a:p>
        </p:txBody>
      </p:sp>
      <p:sp>
        <p:nvSpPr>
          <p:cNvPr id="42" name="TextBox 41"/>
          <p:cNvSpPr txBox="1"/>
          <p:nvPr/>
        </p:nvSpPr>
        <p:spPr>
          <a:xfrm>
            <a:off x="4709160" y="4133087"/>
            <a:ext cx="3383280" cy="868680"/>
          </a:xfrm>
          <a:prstGeom prst="rect">
            <a:avLst/>
          </a:prstGeom>
          <a:noFill/>
        </p:spPr>
        <p:txBody>
          <a:bodyPr wrap="square" lIns="0" rIns="0" tIns="0" bIns="0" anchor="t">
            <a:spAutoFit/>
          </a:bodyPr>
          <a:lstStyle/>
          <a:p>
            <a:pPr algn="l"/>
            <a:r>
              <a:rPr sz="1150" b="0" i="0">
                <a:solidFill>
                  <a:srgbClr val="3D3C3C"/>
                </a:solidFill>
                <a:latin typeface="Poppins"/>
              </a:rPr>
              <a:t>Responding to what HSRA has asked for, and building on its own work, earns more trust than innovation for its own sake.</a:t>
            </a:r>
          </a:p>
        </p:txBody>
      </p:sp>
      <p:sp>
        <p:nvSpPr>
          <p:cNvPr id="43" name="TextBox 42"/>
          <p:cNvSpPr txBox="1"/>
          <p:nvPr/>
        </p:nvSpPr>
        <p:spPr>
          <a:xfrm>
            <a:off x="8366760" y="4133087"/>
            <a:ext cx="3273552" cy="868680"/>
          </a:xfrm>
          <a:prstGeom prst="rect">
            <a:avLst/>
          </a:prstGeom>
          <a:noFill/>
        </p:spPr>
        <p:txBody>
          <a:bodyPr wrap="square" lIns="0" rIns="0" tIns="0" bIns="0" anchor="t">
            <a:spAutoFit/>
          </a:bodyPr>
          <a:lstStyle/>
          <a:p>
            <a:pPr algn="l"/>
            <a:r>
              <a:rPr sz="1100" b="0" i="1">
                <a:solidFill>
                  <a:srgbClr val="6E7178"/>
                </a:solidFill>
                <a:latin typeface="Poppins"/>
              </a:rPr>
              <a:t>The alternative alignment gained support because it built on HSRA's Business Case. Another partner's late, untested idea did not progress.</a:t>
            </a:r>
          </a:p>
        </p:txBody>
      </p:sp>
      <p:cxnSp>
        <p:nvCxnSpPr>
          <p:cNvPr id="44" name="Connector 43"/>
          <p:cNvCxnSpPr/>
          <p:nvPr/>
        </p:nvCxnSpPr>
        <p:spPr>
          <a:xfrm>
            <a:off x="548640" y="5120640"/>
            <a:ext cx="11091672" cy="0"/>
          </a:xfrm>
          <a:prstGeom prst="line">
            <a:avLst/>
          </a:prstGeom>
          <a:ln w="9525">
            <a:solidFill>
              <a:srgbClr val="D9DBE0"/>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548640" y="5184648"/>
            <a:ext cx="777240" cy="548640"/>
          </a:xfrm>
          <a:prstGeom prst="rect">
            <a:avLst/>
          </a:prstGeom>
          <a:noFill/>
        </p:spPr>
        <p:txBody>
          <a:bodyPr wrap="square" lIns="0" rIns="0" tIns="0" bIns="0" anchor="t">
            <a:spAutoFit/>
          </a:bodyPr>
          <a:lstStyle/>
          <a:p>
            <a:pPr algn="l"/>
            <a:r>
              <a:rPr sz="3000" b="1" i="0">
                <a:solidFill>
                  <a:srgbClr val="EE2B7A"/>
                </a:solidFill>
                <a:latin typeface="Poppins"/>
              </a:rPr>
              <a:t>04</a:t>
            </a:r>
          </a:p>
        </p:txBody>
      </p:sp>
      <p:sp>
        <p:nvSpPr>
          <p:cNvPr id="46" name="TextBox 45"/>
          <p:cNvSpPr txBox="1"/>
          <p:nvPr/>
        </p:nvSpPr>
        <p:spPr>
          <a:xfrm>
            <a:off x="1417320" y="5230368"/>
            <a:ext cx="3108960" cy="822960"/>
          </a:xfrm>
          <a:prstGeom prst="rect">
            <a:avLst/>
          </a:prstGeom>
          <a:noFill/>
        </p:spPr>
        <p:txBody>
          <a:bodyPr wrap="square" lIns="0" rIns="0" tIns="0" bIns="0" anchor="t">
            <a:spAutoFit/>
          </a:bodyPr>
          <a:lstStyle/>
          <a:p>
            <a:pPr algn="l"/>
            <a:r>
              <a:rPr sz="1500" b="1" i="0">
                <a:solidFill>
                  <a:srgbClr val="EE2B7A"/>
                </a:solidFill>
                <a:latin typeface="Poppins"/>
              </a:rPr>
              <a:t>Our secret sauce: HSRA at the centre</a:t>
            </a:r>
          </a:p>
        </p:txBody>
      </p:sp>
      <p:sp>
        <p:nvSpPr>
          <p:cNvPr id="47" name="TextBox 46"/>
          <p:cNvSpPr txBox="1"/>
          <p:nvPr/>
        </p:nvSpPr>
        <p:spPr>
          <a:xfrm>
            <a:off x="4709160" y="5230368"/>
            <a:ext cx="3383280" cy="868680"/>
          </a:xfrm>
          <a:prstGeom prst="rect">
            <a:avLst/>
          </a:prstGeom>
          <a:noFill/>
        </p:spPr>
        <p:txBody>
          <a:bodyPr wrap="square" lIns="0" rIns="0" tIns="0" bIns="0" anchor="t">
            <a:spAutoFit/>
          </a:bodyPr>
          <a:lstStyle/>
          <a:p>
            <a:pPr algn="l"/>
            <a:r>
              <a:rPr sz="1150" b="0" i="0">
                <a:solidFill>
                  <a:srgbClr val="3D3C3C"/>
                </a:solidFill>
                <a:latin typeface="Poppins"/>
              </a:rPr>
              <a:t>Customer centricity sets GoFar apart. Every message starts with what HSRA needs, and we will keep building on it in the ECI.</a:t>
            </a:r>
          </a:p>
        </p:txBody>
      </p:sp>
      <p:sp>
        <p:nvSpPr>
          <p:cNvPr id="48" name="TextBox 47"/>
          <p:cNvSpPr txBox="1"/>
          <p:nvPr/>
        </p:nvSpPr>
        <p:spPr>
          <a:xfrm>
            <a:off x="8366760" y="5230368"/>
            <a:ext cx="3273552" cy="868680"/>
          </a:xfrm>
          <a:prstGeom prst="rect">
            <a:avLst/>
          </a:prstGeom>
          <a:noFill/>
        </p:spPr>
        <p:txBody>
          <a:bodyPr wrap="square" lIns="0" rIns="0" tIns="0" bIns="0" anchor="t">
            <a:spAutoFit/>
          </a:bodyPr>
          <a:lstStyle/>
          <a:p>
            <a:pPr algn="l"/>
            <a:r>
              <a:rPr sz="1100" b="0" i="1">
                <a:solidFill>
                  <a:srgbClr val="6E7178"/>
                </a:solidFill>
                <a:latin typeface="Poppins"/>
              </a:rPr>
              <a:t>By linking every point to HSRA's benefit, the alternative alignment became known as the GoFar alignment and gained other partners' support.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a:spLocks noGrp="1"/>
          </p:cNvSpPr>
          <p:nvPr>
            <p:ph type="title" idx="101" hasCustomPrompt="1"/>
          </p:nvPr>
        </p:nvSpPr>
        <p:spPr>
          <a:xfrm>
            <a:off x="548640" y="658368"/>
            <a:ext cx="11094415" cy="640080"/>
          </a:xfrm>
          <a:prstGeom prst="rect">
            <a:avLst/>
          </a:prstGeom>
          <a:noFill/>
          <a:ln/>
        </p:spPr>
        <p:txBody>
          <a:bodyPr wrap="square" lIns="0" tIns="0" rIns="0" bIns="0" rtlCol="0" anchor="t"/>
          <a:lstStyle/>
          <a:p>
            <a:r>
              <a:rPr lang="en-AU" dirty="0"/>
              <a:t>What we have heard and seen through the C&amp;V Phase</a:t>
            </a:r>
            <a:endParaRPr lang="en-US" sz="2800" dirty="0"/>
          </a:p>
        </p:txBody>
      </p:sp>
      <p:sp>
        <p:nvSpPr>
          <p:cNvPr id="32" name="Slide Number Placeholder 0"/>
          <p:cNvSpPr>
            <a:spLocks noGrp="1"/>
          </p:cNvSpPr>
          <p:nvPr>
            <p:ph type="sldNum" sz="quarter" idx="4294967295"/>
          </p:nvPr>
        </p:nvSpPr>
        <p:spPr>
          <a:xfrm>
            <a:off x="11259007" y="6327648"/>
            <a:ext cx="384048" cy="274320"/>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000">
                <a:solidFill>
                  <a:srgbClr val="FFFFFF"/>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000" b="0" i="0" u="none" strike="noStrike" kern="1200" cap="none" spc="0" normalizeH="0" baseline="0" noProof="0">
                <a:ln>
                  <a:noFill/>
                </a:ln>
                <a:solidFill>
                  <a:srgbClr val="FFFFFF"/>
                </a:solidFill>
                <a:effectLst/>
                <a:uLnTx/>
                <a:uFillTx/>
                <a:latin typeface="Poppins"/>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9</a:t>
            </a:fld>
            <a:endParaRPr kumimoji="0" lang="en-US" sz="1000" b="0" i="0" u="none" strike="noStrike" kern="1200" cap="none" spc="0" normalizeH="0" baseline="0" noProof="0">
              <a:ln>
                <a:noFill/>
              </a:ln>
              <a:solidFill>
                <a:srgbClr val="FFFFFF"/>
              </a:solidFill>
              <a:effectLst/>
              <a:uLnTx/>
              <a:uFillTx/>
              <a:latin typeface="Poppins"/>
              <a:ea typeface="+mn-ea"/>
              <a:cs typeface="+mn-cs"/>
            </a:endParaRPr>
          </a:p>
        </p:txBody>
      </p:sp>
      <p:sp>
        <p:nvSpPr>
          <p:cNvPr id="33" name="TextBox 32"/>
          <p:cNvSpPr txBox="1"/>
          <p:nvPr/>
        </p:nvSpPr>
        <p:spPr>
          <a:xfrm>
            <a:off x="548640" y="1234440"/>
            <a:ext cx="11091672" cy="365760"/>
          </a:xfrm>
          <a:prstGeom prst="rect">
            <a:avLst/>
          </a:prstGeom>
          <a:noFill/>
        </p:spPr>
        <p:txBody>
          <a:bodyPr wrap="square" lIns="0" rIns="0" tIns="0" bIns="0" anchor="t">
            <a:spAutoFit/>
          </a:bodyPr>
          <a:lstStyle/>
          <a:p>
            <a:pPr algn="l"/>
            <a:r>
              <a:rPr sz="1400" b="0" i="0">
                <a:solidFill>
                  <a:srgbClr val="6E7178"/>
                </a:solidFill>
                <a:latin typeface="Poppins"/>
              </a:rPr>
              <a:t>The JV has made strong progress. A few changes now will set the team up well for the ECI Phase.</a:t>
            </a:r>
          </a:p>
        </p:txBody>
      </p:sp>
      <p:sp>
        <p:nvSpPr>
          <p:cNvPr id="34" name="TextBox 33"/>
          <p:cNvSpPr txBox="1"/>
          <p:nvPr/>
        </p:nvSpPr>
        <p:spPr>
          <a:xfrm>
            <a:off x="548640" y="1828800"/>
            <a:ext cx="3566160" cy="256032"/>
          </a:xfrm>
          <a:prstGeom prst="rect">
            <a:avLst/>
          </a:prstGeom>
          <a:noFill/>
        </p:spPr>
        <p:txBody>
          <a:bodyPr wrap="square" lIns="0" rIns="0" tIns="0" bIns="0" anchor="t">
            <a:spAutoFit/>
          </a:bodyPr>
          <a:lstStyle/>
          <a:p>
            <a:pPr algn="l"/>
            <a:r>
              <a:rPr sz="1050" b="1" i="0" spc="150">
                <a:solidFill>
                  <a:srgbClr val="2EB88A"/>
                </a:solidFill>
                <a:latin typeface="Poppins"/>
              </a:rPr>
              <a:t>WHAT IS WORKING</a:t>
            </a:r>
          </a:p>
        </p:txBody>
      </p:sp>
      <p:cxnSp>
        <p:nvCxnSpPr>
          <p:cNvPr id="35" name="Connector 34"/>
          <p:cNvCxnSpPr/>
          <p:nvPr/>
        </p:nvCxnSpPr>
        <p:spPr>
          <a:xfrm>
            <a:off x="548640" y="2130552"/>
            <a:ext cx="3566160" cy="0"/>
          </a:xfrm>
          <a:prstGeom prst="line">
            <a:avLst/>
          </a:prstGeom>
          <a:ln w="12700">
            <a:solidFill>
              <a:srgbClr val="3D3C3C"/>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548640" y="2286000"/>
            <a:ext cx="3566160" cy="868680"/>
          </a:xfrm>
          <a:prstGeom prst="rect">
            <a:avLst/>
          </a:prstGeom>
          <a:noFill/>
        </p:spPr>
        <p:txBody>
          <a:bodyPr wrap="square" lIns="0" rIns="0" tIns="0" bIns="0" anchor="t">
            <a:spAutoFit/>
          </a:bodyPr>
          <a:lstStyle/>
          <a:p>
            <a:pPr algn="l"/>
            <a:r>
              <a:rPr sz="1250" b="1" i="0">
                <a:solidFill>
                  <a:srgbClr val="3D3C3C"/>
                </a:solidFill>
                <a:latin typeface="Poppins"/>
              </a:rPr>
              <a:t>Context before the solution</a:t>
            </a:r>
          </a:p>
          <a:p>
            <a:pPr algn="l"/>
            <a:r>
              <a:rPr sz="1150" b="0" i="0">
                <a:solidFill>
                  <a:srgbClr val="6E7178"/>
                </a:solidFill>
                <a:latin typeface="Poppins"/>
              </a:rPr>
              <a:t>Framing each idea around HSRA's needs made complex proposals easy to support.</a:t>
            </a:r>
          </a:p>
        </p:txBody>
      </p:sp>
      <p:cxnSp>
        <p:nvCxnSpPr>
          <p:cNvPr id="37" name="Connector 36"/>
          <p:cNvCxnSpPr/>
          <p:nvPr/>
        </p:nvCxnSpPr>
        <p:spPr>
          <a:xfrm>
            <a:off x="548640" y="3136392"/>
            <a:ext cx="3566160" cy="0"/>
          </a:xfrm>
          <a:prstGeom prst="line">
            <a:avLst/>
          </a:prstGeom>
          <a:ln w="9525">
            <a:solidFill>
              <a:srgbClr val="D9DBE0"/>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548640" y="3246120"/>
            <a:ext cx="3566160" cy="868680"/>
          </a:xfrm>
          <a:prstGeom prst="rect">
            <a:avLst/>
          </a:prstGeom>
          <a:noFill/>
        </p:spPr>
        <p:txBody>
          <a:bodyPr wrap="square" lIns="0" rIns="0" tIns="0" bIns="0" anchor="t">
            <a:spAutoFit/>
          </a:bodyPr>
          <a:lstStyle/>
          <a:p>
            <a:pPr algn="l"/>
            <a:r>
              <a:rPr sz="1250" b="1" i="0">
                <a:solidFill>
                  <a:srgbClr val="3D3C3C"/>
                </a:solidFill>
                <a:latin typeface="Poppins"/>
              </a:rPr>
              <a:t>Clear, simple messages</a:t>
            </a:r>
          </a:p>
          <a:p>
            <a:pPr algn="l"/>
            <a:r>
              <a:rPr sz="1150" b="0" i="0">
                <a:solidFill>
                  <a:srgbClr val="6E7178"/>
                </a:solidFill>
                <a:latin typeface="Poppins"/>
              </a:rPr>
              <a:t>Distilling technical material into a few client-relevant points helped HSRA adopt our thinking.</a:t>
            </a:r>
          </a:p>
        </p:txBody>
      </p:sp>
      <p:cxnSp>
        <p:nvCxnSpPr>
          <p:cNvPr id="39" name="Connector 38"/>
          <p:cNvCxnSpPr/>
          <p:nvPr/>
        </p:nvCxnSpPr>
        <p:spPr>
          <a:xfrm>
            <a:off x="548640" y="4096511"/>
            <a:ext cx="3566160" cy="0"/>
          </a:xfrm>
          <a:prstGeom prst="line">
            <a:avLst/>
          </a:prstGeom>
          <a:ln w="9525">
            <a:solidFill>
              <a:srgbClr val="D9DBE0"/>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548640" y="4206240"/>
            <a:ext cx="3566160" cy="868680"/>
          </a:xfrm>
          <a:prstGeom prst="rect">
            <a:avLst/>
          </a:prstGeom>
          <a:noFill/>
        </p:spPr>
        <p:txBody>
          <a:bodyPr wrap="square" lIns="0" rIns="0" tIns="0" bIns="0" anchor="t">
            <a:spAutoFit/>
          </a:bodyPr>
          <a:lstStyle/>
          <a:p>
            <a:pPr algn="l"/>
            <a:r>
              <a:rPr sz="1250" b="1" i="0">
                <a:solidFill>
                  <a:srgbClr val="3D3C3C"/>
                </a:solidFill>
                <a:latin typeface="Poppins"/>
              </a:rPr>
              <a:t>A strong presence</a:t>
            </a:r>
          </a:p>
          <a:p>
            <a:pPr algn="l"/>
            <a:r>
              <a:rPr sz="1150" b="0" i="0">
                <a:solidFill>
                  <a:srgbClr val="6E7178"/>
                </a:solidFill>
                <a:latin typeface="Poppins"/>
              </a:rPr>
              <a:t>Engaged, consistent body language made GoFar visibly the strongest ECI partner.</a:t>
            </a:r>
          </a:p>
        </p:txBody>
      </p:sp>
      <p:sp>
        <p:nvSpPr>
          <p:cNvPr id="41" name="TextBox 40"/>
          <p:cNvSpPr txBox="1"/>
          <p:nvPr/>
        </p:nvSpPr>
        <p:spPr>
          <a:xfrm>
            <a:off x="4526280" y="1828800"/>
            <a:ext cx="7114032" cy="256032"/>
          </a:xfrm>
          <a:prstGeom prst="rect">
            <a:avLst/>
          </a:prstGeom>
          <a:noFill/>
        </p:spPr>
        <p:txBody>
          <a:bodyPr wrap="square" lIns="0" rIns="0" tIns="0" bIns="0" anchor="t">
            <a:spAutoFit/>
          </a:bodyPr>
          <a:lstStyle/>
          <a:p>
            <a:pPr algn="l"/>
            <a:r>
              <a:rPr sz="1050" b="1" i="0" spc="150">
                <a:solidFill>
                  <a:srgbClr val="F48047"/>
                </a:solidFill>
                <a:latin typeface="Poppins"/>
              </a:rPr>
              <a:t>WHAT NEEDS TO CHANGE BEFORE THE ECI</a:t>
            </a:r>
          </a:p>
        </p:txBody>
      </p:sp>
      <p:cxnSp>
        <p:nvCxnSpPr>
          <p:cNvPr id="42" name="Connector 41"/>
          <p:cNvCxnSpPr/>
          <p:nvPr/>
        </p:nvCxnSpPr>
        <p:spPr>
          <a:xfrm>
            <a:off x="4526280" y="2130552"/>
            <a:ext cx="7114032" cy="0"/>
          </a:xfrm>
          <a:prstGeom prst="line">
            <a:avLst/>
          </a:prstGeom>
          <a:ln w="12700">
            <a:solidFill>
              <a:srgbClr val="3D3C3C"/>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4526280" y="2286000"/>
            <a:ext cx="2011680" cy="777240"/>
          </a:xfrm>
          <a:prstGeom prst="rect">
            <a:avLst/>
          </a:prstGeom>
          <a:noFill/>
        </p:spPr>
        <p:txBody>
          <a:bodyPr wrap="square" lIns="0" rIns="0" tIns="0" bIns="0" anchor="t">
            <a:spAutoFit/>
          </a:bodyPr>
          <a:lstStyle/>
          <a:p>
            <a:pPr algn="l"/>
            <a:r>
              <a:rPr sz="1250" b="1" i="0">
                <a:solidFill>
                  <a:srgbClr val="3D3C3C"/>
                </a:solidFill>
                <a:latin typeface="Poppins"/>
              </a:rPr>
              <a:t>A one-team culture</a:t>
            </a:r>
          </a:p>
        </p:txBody>
      </p:sp>
      <p:sp>
        <p:nvSpPr>
          <p:cNvPr id="44" name="TextBox 43"/>
          <p:cNvSpPr txBox="1"/>
          <p:nvPr/>
        </p:nvSpPr>
        <p:spPr>
          <a:xfrm>
            <a:off x="6629400" y="2286000"/>
            <a:ext cx="5010912" cy="777240"/>
          </a:xfrm>
          <a:prstGeom prst="rect">
            <a:avLst/>
          </a:prstGeom>
          <a:noFill/>
        </p:spPr>
        <p:txBody>
          <a:bodyPr wrap="square" lIns="0" rIns="0" tIns="0" bIns="0" anchor="t">
            <a:spAutoFit/>
          </a:bodyPr>
          <a:lstStyle/>
          <a:p>
            <a:pPr algn="l"/>
            <a:r>
              <a:rPr sz="1150" b="0" i="0">
                <a:solidFill>
                  <a:srgbClr val="3D3C3C"/>
                </a:solidFill>
                <a:latin typeface="Poppins"/>
              </a:rPr>
              <a:t>The team works well together, but nothing yet ties the JV together as one team. The move to 100 Arthur Street is a great first step; a shared activity outside the office would help solidify that culture.</a:t>
            </a:r>
          </a:p>
        </p:txBody>
      </p:sp>
      <p:cxnSp>
        <p:nvCxnSpPr>
          <p:cNvPr id="45" name="Connector 44"/>
          <p:cNvCxnSpPr/>
          <p:nvPr/>
        </p:nvCxnSpPr>
        <p:spPr>
          <a:xfrm>
            <a:off x="4526280" y="3063240"/>
            <a:ext cx="7114032" cy="0"/>
          </a:xfrm>
          <a:prstGeom prst="line">
            <a:avLst/>
          </a:prstGeom>
          <a:ln w="9525">
            <a:solidFill>
              <a:srgbClr val="D9DBE0"/>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4526280" y="3154680"/>
            <a:ext cx="2011680" cy="777240"/>
          </a:xfrm>
          <a:prstGeom prst="rect">
            <a:avLst/>
          </a:prstGeom>
          <a:noFill/>
        </p:spPr>
        <p:txBody>
          <a:bodyPr wrap="square" lIns="0" rIns="0" tIns="0" bIns="0" anchor="t">
            <a:spAutoFit/>
          </a:bodyPr>
          <a:lstStyle/>
          <a:p>
            <a:pPr algn="l"/>
            <a:r>
              <a:rPr sz="1250" b="1" i="0">
                <a:solidFill>
                  <a:srgbClr val="3D3C3C"/>
                </a:solidFill>
                <a:latin typeface="Poppins"/>
              </a:rPr>
              <a:t>Front-loaded preparation</a:t>
            </a:r>
          </a:p>
        </p:txBody>
      </p:sp>
      <p:sp>
        <p:nvSpPr>
          <p:cNvPr id="47" name="TextBox 46"/>
          <p:cNvSpPr txBox="1"/>
          <p:nvPr/>
        </p:nvSpPr>
        <p:spPr>
          <a:xfrm>
            <a:off x="6629400" y="3154680"/>
            <a:ext cx="5010912" cy="777240"/>
          </a:xfrm>
          <a:prstGeom prst="rect">
            <a:avLst/>
          </a:prstGeom>
          <a:noFill/>
        </p:spPr>
        <p:txBody>
          <a:bodyPr wrap="square" lIns="0" rIns="0" tIns="0" bIns="0" anchor="t">
            <a:spAutoFit/>
          </a:bodyPr>
          <a:lstStyle/>
          <a:p>
            <a:pPr algn="l"/>
            <a:r>
              <a:rPr sz="1150" b="0" i="0">
                <a:solidFill>
                  <a:srgbClr val="3D3C3C"/>
                </a:solidFill>
                <a:latin typeface="Poppins"/>
              </a:rPr>
              <a:t>Day-before prep sessions leave little room to change anything and lead to late nights. In our approach, content is locked two days out, leaving the final two days for rehearsal and minor tweaks. This should be the ECI standard.</a:t>
            </a:r>
          </a:p>
        </p:txBody>
      </p:sp>
      <p:cxnSp>
        <p:nvCxnSpPr>
          <p:cNvPr id="48" name="Connector 47"/>
          <p:cNvCxnSpPr/>
          <p:nvPr/>
        </p:nvCxnSpPr>
        <p:spPr>
          <a:xfrm>
            <a:off x="4526280" y="4023360"/>
            <a:ext cx="7114032" cy="0"/>
          </a:xfrm>
          <a:prstGeom prst="line">
            <a:avLst/>
          </a:prstGeom>
          <a:ln w="9525">
            <a:solidFill>
              <a:srgbClr val="D9DBE0"/>
            </a:solidFill>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4526280" y="4114800"/>
            <a:ext cx="2011680" cy="548640"/>
          </a:xfrm>
          <a:prstGeom prst="rect">
            <a:avLst/>
          </a:prstGeom>
          <a:noFill/>
        </p:spPr>
        <p:txBody>
          <a:bodyPr wrap="square" lIns="0" rIns="0" tIns="0" bIns="0" anchor="t">
            <a:spAutoFit/>
          </a:bodyPr>
          <a:lstStyle/>
          <a:p>
            <a:pPr algn="l"/>
            <a:r>
              <a:rPr sz="1250" b="1" i="0">
                <a:solidFill>
                  <a:srgbClr val="3D3C3C"/>
                </a:solidFill>
                <a:latin typeface="Poppins"/>
              </a:rPr>
              <a:t>One agreed position</a:t>
            </a:r>
          </a:p>
        </p:txBody>
      </p:sp>
      <p:sp>
        <p:nvSpPr>
          <p:cNvPr id="50" name="TextBox 49"/>
          <p:cNvSpPr txBox="1"/>
          <p:nvPr/>
        </p:nvSpPr>
        <p:spPr>
          <a:xfrm>
            <a:off x="6629400" y="4114800"/>
            <a:ext cx="5010912" cy="548640"/>
          </a:xfrm>
          <a:prstGeom prst="rect">
            <a:avLst/>
          </a:prstGeom>
          <a:noFill/>
        </p:spPr>
        <p:txBody>
          <a:bodyPr wrap="square" lIns="0" rIns="0" tIns="0" bIns="0" anchor="t">
            <a:spAutoFit/>
          </a:bodyPr>
          <a:lstStyle/>
          <a:p>
            <a:pPr algn="l"/>
            <a:r>
              <a:rPr sz="1150" b="0" i="0">
                <a:solidFill>
                  <a:srgbClr val="3D3C3C"/>
                </a:solidFill>
                <a:latin typeface="Poppins"/>
              </a:rPr>
              <a:t>Share a weekly update on the latest design position, and raise concerns early rather than defaulting to yes.</a:t>
            </a:r>
          </a:p>
        </p:txBody>
      </p:sp>
      <p:cxnSp>
        <p:nvCxnSpPr>
          <p:cNvPr id="51" name="Connector 50"/>
          <p:cNvCxnSpPr/>
          <p:nvPr/>
        </p:nvCxnSpPr>
        <p:spPr>
          <a:xfrm>
            <a:off x="4526280" y="4590288"/>
            <a:ext cx="7114032" cy="0"/>
          </a:xfrm>
          <a:prstGeom prst="line">
            <a:avLst/>
          </a:prstGeom>
          <a:ln w="9525">
            <a:solidFill>
              <a:srgbClr val="D9DBE0"/>
            </a:solidFill>
          </a:ln>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4526280" y="4681728"/>
            <a:ext cx="2011680" cy="548640"/>
          </a:xfrm>
          <a:prstGeom prst="rect">
            <a:avLst/>
          </a:prstGeom>
          <a:noFill/>
        </p:spPr>
        <p:txBody>
          <a:bodyPr wrap="square" lIns="0" rIns="0" tIns="0" bIns="0" anchor="t">
            <a:spAutoFit/>
          </a:bodyPr>
          <a:lstStyle/>
          <a:p>
            <a:pPr algn="l"/>
            <a:r>
              <a:rPr sz="1250" b="1" i="0">
                <a:solidFill>
                  <a:srgbClr val="3D3C3C"/>
                </a:solidFill>
                <a:latin typeface="Poppins"/>
              </a:rPr>
              <a:t>Focus and continuity</a:t>
            </a:r>
          </a:p>
        </p:txBody>
      </p:sp>
      <p:sp>
        <p:nvSpPr>
          <p:cNvPr id="53" name="TextBox 52"/>
          <p:cNvSpPr txBox="1"/>
          <p:nvPr/>
        </p:nvSpPr>
        <p:spPr>
          <a:xfrm>
            <a:off x="6629400" y="4681728"/>
            <a:ext cx="5010912" cy="548640"/>
          </a:xfrm>
          <a:prstGeom prst="rect">
            <a:avLst/>
          </a:prstGeom>
          <a:noFill/>
        </p:spPr>
        <p:txBody>
          <a:bodyPr wrap="square" lIns="0" rIns="0" tIns="0" bIns="0" anchor="t">
            <a:spAutoFit/>
          </a:bodyPr>
          <a:lstStyle/>
          <a:p>
            <a:pPr algn="l"/>
            <a:r>
              <a:rPr sz="1150" b="0" i="0">
                <a:solidFill>
                  <a:srgbClr val="3D3C3C"/>
                </a:solidFill>
                <a:latin typeface="Poppins"/>
              </a:rPr>
              <a:t>Track HSRA's requests in one place, keep consistent faces across sessions, and present a few focused slides with detail in reserve.</a:t>
            </a:r>
          </a:p>
        </p:txBody>
      </p:sp>
      <p:cxnSp>
        <p:nvCxnSpPr>
          <p:cNvPr id="54" name="Connector 53"/>
          <p:cNvCxnSpPr/>
          <p:nvPr/>
        </p:nvCxnSpPr>
        <p:spPr>
          <a:xfrm>
            <a:off x="548640" y="5413248"/>
            <a:ext cx="11091672" cy="0"/>
          </a:xfrm>
          <a:prstGeom prst="line">
            <a:avLst/>
          </a:prstGeom>
          <a:ln w="12700">
            <a:solidFill>
              <a:srgbClr val="3D3C3C"/>
            </a:solidFill>
          </a:ln>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548640" y="5532120"/>
            <a:ext cx="11091672" cy="365760"/>
          </a:xfrm>
          <a:prstGeom prst="rect">
            <a:avLst/>
          </a:prstGeom>
          <a:noFill/>
        </p:spPr>
        <p:txBody>
          <a:bodyPr wrap="square" lIns="0" rIns="0" tIns="0" bIns="0" anchor="t">
            <a:spAutoFit/>
          </a:bodyPr>
          <a:lstStyle/>
          <a:p>
            <a:pPr algn="l"/>
            <a:r>
              <a:rPr sz="1300" b="1" i="0">
                <a:solidFill>
                  <a:srgbClr val="F48047"/>
                </a:solidFill>
                <a:latin typeface="Poppins"/>
              </a:rPr>
              <a:t>For discussion:  </a:t>
            </a:r>
            <a:r>
              <a:rPr sz="1300" b="1" i="0">
                <a:solidFill>
                  <a:srgbClr val="3D3C3C"/>
                </a:solidFill>
                <a:latin typeface="Poppins"/>
              </a:rPr>
              <a:t>What else have you seen that we should address before the ECI Phase?</a:t>
            </a:r>
          </a:p>
        </p:txBody>
      </p:sp>
    </p:spTree>
  </p:cSld>
  <p:clrMapOvr>
    <a:masterClrMapping/>
  </p:clrMapOvr>
</p:sld>
</file>

<file path=ppt/theme/theme1.xml><?xml version="1.0" encoding="utf-8"?>
<a:theme xmlns:a="http://schemas.openxmlformats.org/drawingml/2006/main" name="The Strategy Group - 2026">
  <a:themeElements>
    <a:clrScheme name="The Strategy Group - 2022">
      <a:dk1>
        <a:srgbClr val="000000"/>
      </a:dk1>
      <a:lt1>
        <a:srgbClr val="FFFFFF"/>
      </a:lt1>
      <a:dk2>
        <a:srgbClr val="3C3C3C"/>
      </a:dk2>
      <a:lt2>
        <a:srgbClr val="E5E6EB"/>
      </a:lt2>
      <a:accent1>
        <a:srgbClr val="F38047"/>
      </a:accent1>
      <a:accent2>
        <a:srgbClr val="EE2B79"/>
      </a:accent2>
      <a:accent3>
        <a:srgbClr val="0E98D7"/>
      </a:accent3>
      <a:accent4>
        <a:srgbClr val="2EB88A"/>
      </a:accent4>
      <a:accent5>
        <a:srgbClr val="54C8E9"/>
      </a:accent5>
      <a:accent6>
        <a:srgbClr val="445469"/>
      </a:accent6>
      <a:hlink>
        <a:srgbClr val="0E98D7"/>
      </a:hlink>
      <a:folHlink>
        <a:srgbClr val="445469"/>
      </a:folHlink>
    </a:clrScheme>
    <a:fontScheme name="TSG-Font theme">
      <a:majorFont>
        <a:latin typeface="Poppins"/>
        <a:ea typeface=""/>
        <a:cs typeface=""/>
      </a:majorFont>
      <a:minorFont>
        <a:latin typeface="Open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e Strategy Group">
  <a:themeElements>
    <a:clrScheme name="The Strategy Group">
      <a:dk1>
        <a:srgbClr val="3D3C3C"/>
      </a:dk1>
      <a:lt1>
        <a:srgbClr val="FFFFFF"/>
      </a:lt1>
      <a:dk2>
        <a:srgbClr val="44546A"/>
      </a:dk2>
      <a:lt2>
        <a:srgbClr val="E5E6EB"/>
      </a:lt2>
      <a:accent1>
        <a:srgbClr val="F48047"/>
      </a:accent1>
      <a:accent2>
        <a:srgbClr val="0E98D7"/>
      </a:accent2>
      <a:accent3>
        <a:srgbClr val="EE2B7A"/>
      </a:accent3>
      <a:accent4>
        <a:srgbClr val="2EB88A"/>
      </a:accent4>
      <a:accent5>
        <a:srgbClr val="54C8E9"/>
      </a:accent5>
      <a:accent6>
        <a:srgbClr val="9E1F63"/>
      </a:accent6>
      <a:hlink>
        <a:srgbClr val="0E98D7"/>
      </a:hlink>
      <a:folHlink>
        <a:srgbClr val="9E1F63"/>
      </a:folHlink>
    </a:clrScheme>
    <a:fontScheme name="The Strategy Group">
      <a:majorFont>
        <a:latin typeface="Poppi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oppi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65015FF0C4D0D4A84ACD5C5EC18BC34" ma:contentTypeVersion="19" ma:contentTypeDescription="Create a new document." ma:contentTypeScope="" ma:versionID="48ad552dc4ee1b4fa7ea69b2730e5273">
  <xsd:schema xmlns:xsd="http://www.w3.org/2001/XMLSchema" xmlns:xs="http://www.w3.org/2001/XMLSchema" xmlns:p="http://schemas.microsoft.com/office/2006/metadata/properties" xmlns:ns2="6287a675-f086-4c05-9b8c-42540f50c347" xmlns:ns3="cc335e2b-7f42-41d0-87ab-ac8237d9a47e" targetNamespace="http://schemas.microsoft.com/office/2006/metadata/properties" ma:root="true" ma:fieldsID="e2c4e7ddbc6a9a755bb796a3d33b9e2d" ns2:_="" ns3:_="">
    <xsd:import namespace="6287a675-f086-4c05-9b8c-42540f50c347"/>
    <xsd:import namespace="cc335e2b-7f42-41d0-87ab-ac8237d9a47e"/>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ServiceLocation"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287a675-f086-4c05-9b8c-42540f50c34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a5682369-6b18-44d4-a163-e404b92d838d"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c335e2b-7f42-41d0-87ab-ac8237d9a47e"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1045b74b-362b-4bc9-9c37-0e1824aef99d}" ma:internalName="TaxCatchAll" ma:showField="CatchAllData" ma:web="cc335e2b-7f42-41d0-87ab-ac8237d9a47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cc335e2b-7f42-41d0-87ab-ac8237d9a47e" xsi:nil="true"/>
    <lcf76f155ced4ddcb4097134ff3c332f xmlns="6287a675-f086-4c05-9b8c-42540f50c347">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00482D32-13CC-4850-B7AD-29A4CA5707B7}">
  <ds:schemaRefs>
    <ds:schemaRef ds:uri="6287a675-f086-4c05-9b8c-42540f50c347"/>
    <ds:schemaRef ds:uri="cc335e2b-7f42-41d0-87ab-ac8237d9a47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01DB2E5F-D3D3-441D-A755-9F61C052A9B5}">
  <ds:schemaRefs>
    <ds:schemaRef ds:uri="http://schemas.microsoft.com/sharepoint/v3/contenttype/forms"/>
  </ds:schemaRefs>
</ds:datastoreItem>
</file>

<file path=customXml/itemProps3.xml><?xml version="1.0" encoding="utf-8"?>
<ds:datastoreItem xmlns:ds="http://schemas.openxmlformats.org/officeDocument/2006/customXml" ds:itemID="{6705A753-6E37-42CF-A494-5F3AA9FF7B7D}">
  <ds:schemaRefs>
    <ds:schemaRef ds:uri="http://purl.org/dc/elements/1.1/"/>
    <ds:schemaRef ds:uri="http://purl.org/dc/terms/"/>
    <ds:schemaRef ds:uri="http://schemas.microsoft.com/office/2006/documentManagement/types"/>
    <ds:schemaRef ds:uri="http://www.w3.org/XML/1998/namespace"/>
    <ds:schemaRef ds:uri="http://purl.org/dc/dcmitype/"/>
    <ds:schemaRef ds:uri="6287a675-f086-4c05-9b8c-42540f50c347"/>
    <ds:schemaRef ds:uri="http://schemas.microsoft.com/office/infopath/2007/PartnerControls"/>
    <ds:schemaRef ds:uri="http://schemas.openxmlformats.org/package/2006/metadata/core-properties"/>
    <ds:schemaRef ds:uri="cc335e2b-7f42-41d0-87ab-ac8237d9a47e"/>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otalTime>5521</TotalTime>
  <Words>1507</Words>
  <Application>Microsoft Office PowerPoint</Application>
  <PresentationFormat>Widescreen</PresentationFormat>
  <Paragraphs>231</Paragraphs>
  <Slides>9</Slides>
  <Notes>8</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9</vt:i4>
      </vt:variant>
    </vt:vector>
  </HeadingPairs>
  <TitlesOfParts>
    <vt:vector size="21" baseType="lpstr">
      <vt:lpstr>Aptos</vt:lpstr>
      <vt:lpstr>Arial</vt:lpstr>
      <vt:lpstr>Calibri</vt:lpstr>
      <vt:lpstr>Open Sans</vt:lpstr>
      <vt:lpstr>Open Sans Light</vt:lpstr>
      <vt:lpstr>Poppins</vt:lpstr>
      <vt:lpstr>Poppins Light</vt:lpstr>
      <vt:lpstr>Poppins Medium</vt:lpstr>
      <vt:lpstr>Poppins SemiBold</vt:lpstr>
      <vt:lpstr>Roboto</vt:lpstr>
      <vt:lpstr>The Strategy Group - 2026</vt:lpstr>
      <vt:lpstr>The Strategy Group</vt:lpstr>
      <vt:lpstr>PowerPoint Presentation</vt:lpstr>
      <vt:lpstr>PowerPoint Presentation</vt:lpstr>
      <vt:lpstr>The majority of our budget will be focused in the ECI Phase</vt:lpstr>
      <vt:lpstr>Supporting six more interactives and three submissions in the C&amp;V phase</vt:lpstr>
      <vt:lpstr>The interactives we propose to support</vt:lpstr>
      <vt:lpstr>Two workshops will be held to realign before the ECI Phase</vt:lpstr>
      <vt:lpstr>We have allowed for 12 interactives in the ECI phase</vt:lpstr>
      <vt:lpstr>Four lessons learned from the C&amp;V Phase</vt:lpstr>
      <vt:lpstr>What worked well and what to watch going forward</vt:lpstr>
    </vt:vector>
  </TitlesOfParts>
  <Company>Razer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Tim Halling</dc:creator>
  <cp:lastModifiedBy>Alycia Wolf</cp:lastModifiedBy>
  <cp:revision>1</cp:revision>
  <cp:lastPrinted>2020-07-16T21:41:51Z</cp:lastPrinted>
  <dcterms:created xsi:type="dcterms:W3CDTF">2017-07-17T06:01:31Z</dcterms:created>
  <dcterms:modified xsi:type="dcterms:W3CDTF">2026-10-27T00:09:53Z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0x010100B65015FF0C4D0D4A84ACD5C5EC18BC34</vt:lpwstr>
  </property>
  <property fmtid="{D5CDD505-2E9C-101B-9397-08002B2CF9AE}" pid="3" name="MediaServiceImageTags">
    <vt:lpwstr/>
  </property>
</Properties>
</file>