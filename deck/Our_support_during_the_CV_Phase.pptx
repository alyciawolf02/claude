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3.svg" ContentType="image/svg+xml"/>
  <Override PartName="/ppt/media/image3.svg" ContentType="image/svg+xml"/>
  <Override PartName="/ppt/media/image4.svg" ContentType="image/svg+xml"/>
  <Override PartName="/ppt/media/image5.svg" ContentType="image/svg+xml"/>
  <Override PartName="/ppt/media/image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844" r:id="rId4"/>
    <p:sldMasterId id="2147483926" r:id="rId5"/>
  </p:sldMasterIdLst>
  <p:notesMasterIdLst>
    <p:notesMasterId r:id="rId15"/>
  </p:notesMasterIdLst>
  <p:handoutMasterIdLst>
    <p:handoutMasterId r:id="rId16"/>
  </p:handoutMasterIdLst>
  <p:sldIdLst>
    <p:sldId id="2147474616" r:id="rId6"/>
    <p:sldId id="2147474618" r:id="rId7"/>
    <p:sldId id="258" r:id="rId8"/>
    <p:sldId id="259" r:id="rId9"/>
    <p:sldId id="260" r:id="rId10"/>
    <p:sldId id="263" r:id="rId13"/>
    <p:sldId id="264" r:id="rId14"/>
    <p:sldId id="261" r:id="rId11"/>
    <p:sldId id="262"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66270B2-8F53-BD49-570B-6812A4EA1E43}" name="Pierre Schaupp" initials="PS" userId="S::pierre@thestrategygroup.com.au::b910f653-e3ec-49e2-a16b-41bba1208509" providerId="AD"/>
  <p188:author id="{E38D6DFE-8075-8B96-8568-A158DDC43B24}" name="Marcus Naoum" initials="MN" userId="S::marcus@thestrategygroup.com.au::4578fcc8-dbf2-452a-b11c-6b75cc6176d4"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Michelle Tabart" initials="MT"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5FDFA"/>
    <a:srgbClr val="EF4136"/>
    <a:srgbClr val="C31057"/>
    <a:srgbClr val="0E98D7"/>
    <a:srgbClr val="F38047"/>
    <a:srgbClr val="F58550"/>
    <a:srgbClr val="FFF6EE"/>
    <a:srgbClr val="F7F7F7"/>
    <a:srgbClr val="F67F45"/>
    <a:srgbClr val="F57F4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4C44E6E-7DCC-42BB-B00A-3062F33315C0}" v="24" dt="2026-10-19T01:04:29.73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6" d="100"/>
          <a:sy n="76" d="100"/>
        </p:scale>
        <p:origin x="687"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commentAuthors" Target="commentAuthors.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microsoft.com/office/2016/11/relationships/changesInfo" Target="changesInfos/changesInfo1.xml"/><Relationship Id="rId23" Type="http://schemas.microsoft.com/office/2015/10/relationships/revisionInfo" Target="revisionInfo.xml"/><Relationship Id="rId24"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ycia Wolf" userId="c3aef7f7-6659-44db-bf40-576699cfa133" providerId="ADAL" clId="{0050FAD3-4552-4704-84A6-01FEAEE1C93F}"/>
    <pc:docChg chg="undo redo custSel addSld delSld modSld sldOrd delMainMaster modMainMaster delSection modSection">
      <pc:chgData name="Alycia Wolf" userId="c3aef7f7-6659-44db-bf40-576699cfa133" providerId="ADAL" clId="{0050FAD3-4552-4704-84A6-01FEAEE1C93F}" dt="2026-10-19T01:06:37.953" v="3693" actId="20577"/>
      <pc:docMkLst>
        <pc:docMk/>
      </pc:docMkLst>
      <pc:sldChg chg="addSp modSp add del mod">
        <pc:chgData name="Alycia Wolf" userId="c3aef7f7-6659-44db-bf40-576699cfa133" providerId="ADAL" clId="{0050FAD3-4552-4704-84A6-01FEAEE1C93F}" dt="2026-10-19T00:54:25.545" v="3544" actId="14100"/>
        <pc:sldMkLst>
          <pc:docMk/>
          <pc:sldMk cId="0" sldId="258"/>
        </pc:sldMkLst>
        <pc:spChg chg="mod">
          <ac:chgData name="Alycia Wolf" userId="c3aef7f7-6659-44db-bf40-576699cfa133" providerId="ADAL" clId="{0050FAD3-4552-4704-84A6-01FEAEE1C93F}" dt="2026-10-18T23:00:15.903" v="3461" actId="1076"/>
          <ac:spMkLst>
            <pc:docMk/>
            <pc:sldMk cId="0" sldId="258"/>
            <ac:spMk id="8" creationId="{00000000-0000-0000-0000-000000000000}"/>
          </ac:spMkLst>
        </pc:spChg>
        <pc:graphicFrameChg chg="mod modGraphic">
          <ac:chgData name="Alycia Wolf" userId="c3aef7f7-6659-44db-bf40-576699cfa133" providerId="ADAL" clId="{0050FAD3-4552-4704-84A6-01FEAEE1C93F}" dt="2026-10-18T23:31:44.379" v="3538" actId="20577"/>
          <ac:graphicFrameMkLst>
            <pc:docMk/>
            <pc:sldMk cId="0" sldId="258"/>
            <ac:graphicFrameMk id="4" creationId="{00000000-0000-0000-0000-000000000000}"/>
          </ac:graphicFrameMkLst>
        </pc:graphicFrameChg>
        <pc:picChg chg="mod">
          <ac:chgData name="Alycia Wolf" userId="c3aef7f7-6659-44db-bf40-576699cfa133" providerId="ADAL" clId="{0050FAD3-4552-4704-84A6-01FEAEE1C93F}" dt="2026-10-18T23:00:15.903" v="3461" actId="1076"/>
          <ac:picMkLst>
            <pc:docMk/>
            <pc:sldMk cId="0" sldId="258"/>
            <ac:picMk id="7" creationId="{00000000-0000-0000-0000-000000000000}"/>
          </ac:picMkLst>
        </pc:picChg>
        <pc:cxnChg chg="add mod">
          <ac:chgData name="Alycia Wolf" userId="c3aef7f7-6659-44db-bf40-576699cfa133" providerId="ADAL" clId="{0050FAD3-4552-4704-84A6-01FEAEE1C93F}" dt="2026-10-19T00:54:25.545" v="3544" actId="14100"/>
          <ac:cxnSpMkLst>
            <pc:docMk/>
            <pc:sldMk cId="0" sldId="258"/>
            <ac:cxnSpMk id="9" creationId="{A02670A5-B829-156E-8504-B19852474FD1}"/>
          </ac:cxnSpMkLst>
        </pc:cxnChg>
        <pc:cxnChg chg="add mod">
          <ac:chgData name="Alycia Wolf" userId="c3aef7f7-6659-44db-bf40-576699cfa133" providerId="ADAL" clId="{0050FAD3-4552-4704-84A6-01FEAEE1C93F}" dt="2026-10-19T00:54:21.397" v="3542" actId="14100"/>
          <ac:cxnSpMkLst>
            <pc:docMk/>
            <pc:sldMk cId="0" sldId="258"/>
            <ac:cxnSpMk id="10" creationId="{EA52C308-E5BB-A9FC-F430-B49720A1C0EB}"/>
          </ac:cxnSpMkLst>
        </pc:cxnChg>
      </pc:sldChg>
      <pc:sldChg chg="modSp add del mod">
        <pc:chgData name="Alycia Wolf" userId="c3aef7f7-6659-44db-bf40-576699cfa133" providerId="ADAL" clId="{0050FAD3-4552-4704-84A6-01FEAEE1C93F}" dt="2026-10-18T23:02:38.652" v="3511" actId="20577"/>
        <pc:sldMkLst>
          <pc:docMk/>
          <pc:sldMk cId="0" sldId="259"/>
        </pc:sldMkLst>
        <pc:spChg chg="mod">
          <ac:chgData name="Alycia Wolf" userId="c3aef7f7-6659-44db-bf40-576699cfa133" providerId="ADAL" clId="{0050FAD3-4552-4704-84A6-01FEAEE1C93F}" dt="2026-10-16T04:12:25.615" v="3441" actId="27636"/>
          <ac:spMkLst>
            <pc:docMk/>
            <pc:sldMk cId="0" sldId="259"/>
            <ac:spMk id="3" creationId="{00000000-0000-0000-0000-000000000000}"/>
          </ac:spMkLst>
        </pc:spChg>
        <pc:spChg chg="mod">
          <ac:chgData name="Alycia Wolf" userId="c3aef7f7-6659-44db-bf40-576699cfa133" providerId="ADAL" clId="{0050FAD3-4552-4704-84A6-01FEAEE1C93F}" dt="2026-10-18T23:02:38.652" v="3511" actId="20577"/>
          <ac:spMkLst>
            <pc:docMk/>
            <pc:sldMk cId="0" sldId="259"/>
            <ac:spMk id="33" creationId="{00000000-0000-0000-0000-000000000000}"/>
          </ac:spMkLst>
        </pc:spChg>
      </pc:sldChg>
      <pc:sldChg chg="modSp add del mod">
        <pc:chgData name="Alycia Wolf" userId="c3aef7f7-6659-44db-bf40-576699cfa133" providerId="ADAL" clId="{0050FAD3-4552-4704-84A6-01FEAEE1C93F}" dt="2026-10-19T01:05:57.188" v="3686" actId="20577"/>
        <pc:sldMkLst>
          <pc:docMk/>
          <pc:sldMk cId="0" sldId="260"/>
        </pc:sldMkLst>
        <pc:spChg chg="mod">
          <ac:chgData name="Alycia Wolf" userId="c3aef7f7-6659-44db-bf40-576699cfa133" providerId="ADAL" clId="{0050FAD3-4552-4704-84A6-01FEAEE1C93F}" dt="2026-10-19T01:04:29.736" v="3574"/>
          <ac:spMkLst>
            <pc:docMk/>
            <pc:sldMk cId="0" sldId="260"/>
            <ac:spMk id="3" creationId="{00000000-0000-0000-0000-000000000000}"/>
          </ac:spMkLst>
        </pc:spChg>
        <pc:spChg chg="mod">
          <ac:chgData name="Alycia Wolf" userId="c3aef7f7-6659-44db-bf40-576699cfa133" providerId="ADAL" clId="{0050FAD3-4552-4704-84A6-01FEAEE1C93F}" dt="2026-10-19T01:05:57.188" v="3686" actId="20577"/>
          <ac:spMkLst>
            <pc:docMk/>
            <pc:sldMk cId="0" sldId="260"/>
            <ac:spMk id="7" creationId="{83CECE0D-DA6F-204D-DC98-D3470A981B84}"/>
          </ac:spMkLst>
        </pc:spChg>
        <pc:graphicFrameChg chg="modGraphic">
          <ac:chgData name="Alycia Wolf" userId="c3aef7f7-6659-44db-bf40-576699cfa133" providerId="ADAL" clId="{0050FAD3-4552-4704-84A6-01FEAEE1C93F}" dt="2026-10-18T22:57:48.737" v="3460" actId="207"/>
          <ac:graphicFrameMkLst>
            <pc:docMk/>
            <pc:sldMk cId="0" sldId="260"/>
            <ac:graphicFrameMk id="6" creationId="{00000000-0000-0000-0000-000000000000}"/>
          </ac:graphicFrameMkLst>
        </pc:graphicFrameChg>
      </pc:sldChg>
      <pc:sldChg chg="add del">
        <pc:chgData name="Alycia Wolf" userId="c3aef7f7-6659-44db-bf40-576699cfa133" providerId="ADAL" clId="{0050FAD3-4552-4704-84A6-01FEAEE1C93F}" dt="2026-10-18T22:46:57.040" v="3443"/>
        <pc:sldMkLst>
          <pc:docMk/>
          <pc:sldMk cId="0" sldId="261"/>
        </pc:sldMkLst>
      </pc:sldChg>
      <pc:sldChg chg="modSp add del mod">
        <pc:chgData name="Alycia Wolf" userId="c3aef7f7-6659-44db-bf40-576699cfa133" providerId="ADAL" clId="{0050FAD3-4552-4704-84A6-01FEAEE1C93F}" dt="2026-10-19T01:06:37.953" v="3693" actId="20577"/>
        <pc:sldMkLst>
          <pc:docMk/>
          <pc:sldMk cId="0" sldId="262"/>
        </pc:sldMkLst>
        <pc:spChg chg="mod">
          <ac:chgData name="Alycia Wolf" userId="c3aef7f7-6659-44db-bf40-576699cfa133" providerId="ADAL" clId="{0050FAD3-4552-4704-84A6-01FEAEE1C93F}" dt="2026-10-19T01:06:37.953" v="3693" actId="20577"/>
          <ac:spMkLst>
            <pc:docMk/>
            <pc:sldMk cId="0" sldId="262"/>
            <ac:spMk id="118" creationId="{F0F39A47-506E-6F5D-53ED-DABCCF6FFBB5}"/>
          </ac:spMkLst>
        </pc:spChg>
      </pc:sldChg>
      <pc:sldChg chg="modSp add del mod">
        <pc:chgData name="Alycia Wolf" userId="c3aef7f7-6659-44db-bf40-576699cfa133" providerId="ADAL" clId="{0050FAD3-4552-4704-84A6-01FEAEE1C93F}" dt="2026-10-19T01:03:18.197" v="3572" actId="20577"/>
        <pc:sldMkLst>
          <pc:docMk/>
          <pc:sldMk cId="0" sldId="263"/>
        </pc:sldMkLst>
        <pc:spChg chg="mod">
          <ac:chgData name="Alycia Wolf" userId="c3aef7f7-6659-44db-bf40-576699cfa133" providerId="ADAL" clId="{0050FAD3-4552-4704-84A6-01FEAEE1C93F}" dt="2026-10-19T01:03:18.197" v="3572" actId="20577"/>
          <ac:spMkLst>
            <pc:docMk/>
            <pc:sldMk cId="0" sldId="263"/>
            <ac:spMk id="3" creationId="{00000000-0000-0000-0000-000000000000}"/>
          </ac:spMkLst>
        </pc:spChg>
        <pc:spChg chg="mod">
          <ac:chgData name="Alycia Wolf" userId="c3aef7f7-6659-44db-bf40-576699cfa133" providerId="ADAL" clId="{0050FAD3-4552-4704-84A6-01FEAEE1C93F}" dt="2026-10-19T00:55:08.509" v="3560" actId="207"/>
          <ac:spMkLst>
            <pc:docMk/>
            <pc:sldMk cId="0" sldId="263"/>
            <ac:spMk id="79" creationId="{74820031-475F-4D19-72C0-861632795C76}"/>
          </ac:spMkLst>
        </pc:spChg>
      </pc:sldChg>
      <pc:sldChg chg="modSp add del modNotesTx">
        <pc:chgData name="Alycia Wolf" userId="c3aef7f7-6659-44db-bf40-576699cfa133" providerId="ADAL" clId="{0050FAD3-4552-4704-84A6-01FEAEE1C93F}" dt="2026-10-19T01:03:36.173" v="3573"/>
        <pc:sldMkLst>
          <pc:docMk/>
          <pc:sldMk cId="0" sldId="264"/>
        </pc:sldMkLst>
        <pc:spChg chg="mod">
          <ac:chgData name="Alycia Wolf" userId="c3aef7f7-6659-44db-bf40-576699cfa133" providerId="ADAL" clId="{0050FAD3-4552-4704-84A6-01FEAEE1C93F}" dt="2026-10-19T01:03:36.173" v="3573"/>
          <ac:spMkLst>
            <pc:docMk/>
            <pc:sldMk cId="0" sldId="264"/>
            <ac:spMk id="3" creationId="{00000000-0000-0000-0000-000000000000}"/>
          </ac:spMkLst>
        </pc:spChg>
      </pc:sldChg>
      <pc:sldChg chg="modSp add del mod">
        <pc:chgData name="Alycia Wolf" userId="c3aef7f7-6659-44db-bf40-576699cfa133" providerId="ADAL" clId="{0050FAD3-4552-4704-84A6-01FEAEE1C93F}" dt="2026-10-18T22:56:26.713" v="3456" actId="20577"/>
        <pc:sldMkLst>
          <pc:docMk/>
          <pc:sldMk cId="3936197946" sldId="2147474616"/>
        </pc:sldMkLst>
        <pc:spChg chg="mod">
          <ac:chgData name="Alycia Wolf" userId="c3aef7f7-6659-44db-bf40-576699cfa133" providerId="ADAL" clId="{0050FAD3-4552-4704-84A6-01FEAEE1C93F}" dt="2026-10-18T22:56:26.713" v="3456" actId="20577"/>
          <ac:spMkLst>
            <pc:docMk/>
            <pc:sldMk cId="3936197946" sldId="2147474616"/>
            <ac:spMk id="7" creationId="{45931A76-FA21-1C15-5AE0-7A6CAF273255}"/>
          </ac:spMkLst>
        </pc:spChg>
      </pc:sldChg>
      <pc:sldChg chg="modSp add del mod">
        <pc:chgData name="Alycia Wolf" userId="c3aef7f7-6659-44db-bf40-576699cfa133" providerId="ADAL" clId="{0050FAD3-4552-4704-84A6-01FEAEE1C93F}" dt="2026-10-19T01:04:57.515" v="3596" actId="1036"/>
        <pc:sldMkLst>
          <pc:docMk/>
          <pc:sldMk cId="1764087127" sldId="2147474618"/>
        </pc:sldMkLst>
        <pc:spChg chg="mod">
          <ac:chgData name="Alycia Wolf" userId="c3aef7f7-6659-44db-bf40-576699cfa133" providerId="ADAL" clId="{0050FAD3-4552-4704-84A6-01FEAEE1C93F}" dt="2026-10-19T01:04:57.515" v="3596" actId="1036"/>
          <ac:spMkLst>
            <pc:docMk/>
            <pc:sldMk cId="1764087127" sldId="2147474618"/>
            <ac:spMk id="78" creationId="{FBBF6103-EEDE-08EC-AFBC-B73F987705ED}"/>
          </ac:spMkLst>
        </pc:spChg>
        <pc:spChg chg="mod">
          <ac:chgData name="Alycia Wolf" userId="c3aef7f7-6659-44db-bf40-576699cfa133" providerId="ADAL" clId="{0050FAD3-4552-4704-84A6-01FEAEE1C93F}" dt="2026-10-19T01:04:57.515" v="3596" actId="1036"/>
          <ac:spMkLst>
            <pc:docMk/>
            <pc:sldMk cId="1764087127" sldId="2147474618"/>
            <ac:spMk id="79" creationId="{0AF454E8-FBD4-8DFD-5857-51B9E09FA2AE}"/>
          </ac:spMkLst>
        </pc:spChg>
        <pc:spChg chg="mod">
          <ac:chgData name="Alycia Wolf" userId="c3aef7f7-6659-44db-bf40-576699cfa133" providerId="ADAL" clId="{0050FAD3-4552-4704-84A6-01FEAEE1C93F}" dt="2026-10-19T01:04:57.515" v="3596" actId="1036"/>
          <ac:spMkLst>
            <pc:docMk/>
            <pc:sldMk cId="1764087127" sldId="2147474618"/>
            <ac:spMk id="80" creationId="{F2AF289B-844A-6CC9-3590-39A2038AFC4E}"/>
          </ac:spMkLst>
        </pc:spChg>
        <pc:spChg chg="mod">
          <ac:chgData name="Alycia Wolf" userId="c3aef7f7-6659-44db-bf40-576699cfa133" providerId="ADAL" clId="{0050FAD3-4552-4704-84A6-01FEAEE1C93F}" dt="2026-10-19T01:04:57.515" v="3596" actId="1036"/>
          <ac:spMkLst>
            <pc:docMk/>
            <pc:sldMk cId="1764087127" sldId="2147474618"/>
            <ac:spMk id="88" creationId="{EBBD081B-3DFF-CB34-A8B3-CCDBB61E0512}"/>
          </ac:spMkLst>
        </pc:spChg>
        <pc:spChg chg="mod">
          <ac:chgData name="Alycia Wolf" userId="c3aef7f7-6659-44db-bf40-576699cfa133" providerId="ADAL" clId="{0050FAD3-4552-4704-84A6-01FEAEE1C93F}" dt="2026-10-19T01:04:57.515" v="3596" actId="1036"/>
          <ac:spMkLst>
            <pc:docMk/>
            <pc:sldMk cId="1764087127" sldId="2147474618"/>
            <ac:spMk id="103" creationId="{57EE88F4-1B39-2A0F-F136-F0E228FB984B}"/>
          </ac:spMkLst>
        </pc:spChg>
        <pc:cxnChg chg="mod">
          <ac:chgData name="Alycia Wolf" userId="c3aef7f7-6659-44db-bf40-576699cfa133" providerId="ADAL" clId="{0050FAD3-4552-4704-84A6-01FEAEE1C93F}" dt="2026-10-19T01:04:57.515" v="3596" actId="1036"/>
          <ac:cxnSpMkLst>
            <pc:docMk/>
            <pc:sldMk cId="1764087127" sldId="2147474618"/>
            <ac:cxnSpMk id="84" creationId="{499E4100-7F53-83CB-5E32-31339368E8B4}"/>
          </ac:cxnSpMkLst>
        </pc:cxnChg>
        <pc:cxnChg chg="mod">
          <ac:chgData name="Alycia Wolf" userId="c3aef7f7-6659-44db-bf40-576699cfa133" providerId="ADAL" clId="{0050FAD3-4552-4704-84A6-01FEAEE1C93F}" dt="2026-10-19T01:04:57.515" v="3596" actId="1036"/>
          <ac:cxnSpMkLst>
            <pc:docMk/>
            <pc:sldMk cId="1764087127" sldId="2147474618"/>
            <ac:cxnSpMk id="87" creationId="{41BBAA69-8B90-B691-DD78-6A8453EF1B7A}"/>
          </ac:cxnSpMkLst>
        </pc:cxnChg>
      </pc:sldChg>
      <pc:sldMasterChg chg="addSp delSp mod delSldLayout">
        <pc:chgData name="Alycia Wolf" userId="c3aef7f7-6659-44db-bf40-576699cfa133" providerId="ADAL" clId="{0050FAD3-4552-4704-84A6-01FEAEE1C93F}" dt="2026-10-18T22:46:53.833" v="3442" actId="47"/>
        <pc:sldMasterMkLst>
          <pc:docMk/>
          <pc:sldMasterMk cId="766684962" sldId="2147483844"/>
        </pc:sldMasterMkLst>
        <pc:picChg chg="add">
          <ac:chgData name="Alycia Wolf" userId="c3aef7f7-6659-44db-bf40-576699cfa133" providerId="ADAL" clId="{0050FAD3-4552-4704-84A6-01FEAEE1C93F}" dt="2026-09-28T03:17:09.231" v="604" actId="22"/>
          <ac:picMkLst>
            <pc:docMk/>
            <pc:sldMasterMk cId="766684962" sldId="2147483844"/>
            <ac:picMk id="10" creationId="{95EB2FFE-FAAE-C8EB-5AAC-40F0A3B05D3F}"/>
          </ac:picMkLst>
        </pc:picChg>
        <pc:sldLayoutChg chg="del">
          <pc:chgData name="Alycia Wolf" userId="c3aef7f7-6659-44db-bf40-576699cfa133" providerId="ADAL" clId="{0050FAD3-4552-4704-84A6-01FEAEE1C93F}" dt="2026-10-18T22:46:53.833" v="3442" actId="47"/>
          <pc:sldLayoutMkLst>
            <pc:docMk/>
            <pc:sldMasterMk cId="766684962" sldId="2147483844"/>
            <pc:sldLayoutMk cId="2436543354" sldId="2147483926"/>
          </pc:sldLayoutMkLst>
        </pc:sldLayoutChg>
      </pc:sldMasterChg>
    </pc:docChg>
  </pc:docChgLst>
  <pc:docChgLst>
    <pc:chgData name="Jeffrey Tobias" userId="9ceb8861-4a13-48a9-ba56-a8c90f5fbffd" providerId="ADAL" clId="{9F870BBE-3130-516C-8D7D-FE4AA782BA08}"/>
    <pc:docChg chg="undo custSel addSld delSld modSld sldOrd">
      <pc:chgData name="Jeffrey Tobias" userId="9ceb8861-4a13-48a9-ba56-a8c90f5fbffd" providerId="ADAL" clId="{9F870BBE-3130-516C-8D7D-FE4AA782BA08}" dt="2026-09-28T05:12:26.975" v="93"/>
      <pc:docMkLst>
        <pc:docMk/>
      </pc:docMkLst>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6C5D396-7B96-4346-AAAE-754D44F7F52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4D405ED-F3C3-C64D-896E-A82D517A682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DBF9414-3D7D-694D-A4D4-2A38CD631945}" type="datetimeFigureOut">
              <a:rPr lang="en-US" smtClean="0"/>
              <a:t>10/27/2026</a:t>
            </a:fld>
            <a:endParaRPr lang="en-US"/>
          </a:p>
        </p:txBody>
      </p:sp>
      <p:sp>
        <p:nvSpPr>
          <p:cNvPr id="4" name="Footer Placeholder 3">
            <a:extLst>
              <a:ext uri="{FF2B5EF4-FFF2-40B4-BE49-F238E27FC236}">
                <a16:creationId xmlns:a16="http://schemas.microsoft.com/office/drawing/2014/main" id="{CEA3EAB3-9FA5-9449-9881-6508ECDCCE6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35250E67-DC67-0A48-968B-2D9E1032923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B9C1F1D-0F54-3E40-B5C3-72C471D17D1E}" type="slidenum">
              <a:rPr lang="en-US" smtClean="0"/>
              <a:t>‹#›</a:t>
            </a:fld>
            <a:endParaRPr lang="en-US"/>
          </a:p>
        </p:txBody>
      </p:sp>
    </p:spTree>
    <p:extLst>
      <p:ext uri="{BB962C8B-B14F-4D97-AF65-F5344CB8AC3E}">
        <p14:creationId xmlns:p14="http://schemas.microsoft.com/office/powerpoint/2010/main" val="19724352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DB8B409-6AE1-413F-AD0F-8F9B711D0698}" type="datetimeFigureOut">
              <a:rPr lang="en-AU" smtClean="0"/>
              <a:t>27/10/2026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CA7197-82FF-4B06-884D-DB6B1218D975}" type="slidenum">
              <a:rPr lang="en-AU" smtClean="0"/>
              <a:t>‹#›</a:t>
            </a:fld>
            <a:endParaRPr lang="en-AU"/>
          </a:p>
        </p:txBody>
      </p:sp>
    </p:spTree>
    <p:extLst>
      <p:ext uri="{BB962C8B-B14F-4D97-AF65-F5344CB8AC3E}">
        <p14:creationId xmlns:p14="http://schemas.microsoft.com/office/powerpoint/2010/main" val="40990367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10C96F-E94B-C087-5266-F6FC3C287A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7891BD-30F8-C3C1-EB20-FD9750D381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271813-822B-6CFC-1F43-0615C589D487}"/>
              </a:ext>
            </a:extLst>
          </p:cNvPr>
          <p:cNvSpPr>
            <a:spLocks noGrp="1"/>
          </p:cNvSpPr>
          <p:nvPr>
            <p:ph type="body" idx="1"/>
          </p:nvPr>
        </p:nvSpPr>
        <p:spPr/>
        <p:txBody>
          <a:bodyPr/>
          <a:lstStyle/>
          <a:p>
            <a:r>
              <a:rPr lang="en-US" dirty="0"/>
              <a:t>Budget as contracted. Pre-ECI interactive preparation was reduced to $10,000 for goodwill and paid separately. The C&amp;V Phase allocation is $81,600.</a:t>
            </a:r>
          </a:p>
        </p:txBody>
      </p:sp>
      <p:sp>
        <p:nvSpPr>
          <p:cNvPr id="4" name="Slide Number Placeholder 3">
            <a:extLst>
              <a:ext uri="{FF2B5EF4-FFF2-40B4-BE49-F238E27FC236}">
                <a16:creationId xmlns:a16="http://schemas.microsoft.com/office/drawing/2014/main" id="{B6FF3925-E753-C896-D604-3FD9C4987D1B}"/>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510943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Budget as contracted. Pre-ECI interactive preparation was reduced to $10,000 for goodwill and paid separately. The C&amp;V Phase allocation is $81,600.</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further interactives and three submissions, delivered within the remaining C&amp;V Phase budget. Alignment #4 is the priority, as the team needs to present updated designs for both the Baseline and the Alternate Alignment.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Interactives 1 to 8 are complete. We propose to support four of the remaining sessions and three submissions. We have prioritised Alignment #4, where GoFar must present updated Baseline and Alternate Alignment designs, and the station design and construction methodology sessions, where GoFar's differentiation is strongest. RS&amp;SD #3 and AMF and MMC run at the same time on 12 November and may be combined.</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Funded from the Foundation Sessions allocation. These sessions respond directly to what we have heard: building a one-team culture, agreeing how the JV works together in the ECI, and entering the ECI with a clear strategy. We can shape the format and length around the team's availability in December.</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final submission interactives we add a deep content review against everything HSRA has said, asked and signalled, narrative calibration to show GoFar has listened and adapted, and intensive rehearsal with TSG attending live.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Lesson 1: in the 13 October session, a GoFar team member noted they knew far more than they would have without preparing. Lesson 2: after the 15 October Fire and Life Safety workshop, HSRA used GoFar's slides as the agenda. Lesson 3: the 6 October debrief noted GoFar built on HSRA's own work. Lesson 4: customer centricity is the thread through all of these, and the one to keep building on in the ECI.</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Drawn from conversations with the team and the October preparation and debrief sessions. Use this slide to open the floor before moving to the proposed December workshops.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ubheader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2417763"/>
            <a:ext cx="11151033" cy="3532188"/>
          </a:xfrm>
        </p:spPr>
        <p:txBody>
          <a:bodyPr>
            <a:normAutofit/>
          </a:bodyPr>
          <a:lstStyle>
            <a:lvl1pPr>
              <a:lnSpc>
                <a:spcPct val="100000"/>
              </a:lnSpc>
              <a:defRPr lang="en-US" sz="1400" kern="1200" dirty="0">
                <a:solidFill>
                  <a:schemeClr val="tx1"/>
                </a:solidFill>
                <a:latin typeface="+mn-lt"/>
                <a:ea typeface="Open Sans" panose="020B0606030504020204" pitchFamily="34" charset="0"/>
                <a:cs typeface="Open Sans" panose="020B0606030504020204" pitchFamily="34" charset="0"/>
              </a:defRPr>
            </a:lvl1pPr>
            <a:lvl2pPr>
              <a:lnSpc>
                <a:spcPct val="100000"/>
              </a:lnSpc>
              <a:defRPr sz="1200"/>
            </a:lvl2pPr>
            <a:lvl3pPr>
              <a:lnSpc>
                <a:spcPct val="100000"/>
              </a:lnSpc>
              <a:defRPr sz="1100"/>
            </a:lvl3pPr>
            <a:lvl4pPr>
              <a:lnSpc>
                <a:spcPct val="100000"/>
              </a:lnSpc>
              <a:defRPr sz="1050"/>
            </a:lvl4pPr>
            <a:lvl5pPr>
              <a:lnSpc>
                <a:spcPct val="100000"/>
              </a:lnSpc>
              <a:defRPr sz="1000"/>
            </a:lvl5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54C61C60-001A-8AA7-CFB2-86D7AE8BD73A}"/>
              </a:ext>
            </a:extLst>
          </p:cNvPr>
          <p:cNvSpPr>
            <a:spLocks noGrp="1"/>
          </p:cNvSpPr>
          <p:nvPr>
            <p:ph idx="10"/>
          </p:nvPr>
        </p:nvSpPr>
        <p:spPr>
          <a:xfrm>
            <a:off x="525018" y="1489075"/>
            <a:ext cx="11151033" cy="708026"/>
          </a:xfrm>
        </p:spPr>
        <p:txBody>
          <a:bodyPr/>
          <a:lstStyle>
            <a:lvl1pPr>
              <a:lnSpc>
                <a:spcPct val="100000"/>
              </a:lnSpc>
              <a:defRPr lang="en-US" sz="1800" kern="1200" dirty="0">
                <a:solidFill>
                  <a:schemeClr val="tx2"/>
                </a:solidFill>
                <a:latin typeface="Poppins" pitchFamily="2" charset="77"/>
                <a:ea typeface="Open Sans" panose="020B0606030504020204" pitchFamily="34" charset="0"/>
                <a:cs typeface="Poppins" pitchFamily="2" charset="77"/>
              </a:defRPr>
            </a:lvl1pPr>
            <a:lvl2pPr>
              <a:defRPr sz="1600"/>
            </a:lvl2pPr>
            <a:lvl3pPr>
              <a:defRPr sz="1400"/>
            </a:lvl3pPr>
            <a:lvl4pPr>
              <a:defRPr sz="1200"/>
            </a:lvl4pPr>
            <a:lvl5pPr>
              <a:defRPr sz="1100"/>
            </a:lvl5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 styles</a:t>
            </a:r>
          </a:p>
        </p:txBody>
      </p:sp>
      <p:sp>
        <p:nvSpPr>
          <p:cNvPr id="3" name="Title 2">
            <a:extLst>
              <a:ext uri="{FF2B5EF4-FFF2-40B4-BE49-F238E27FC236}">
                <a16:creationId xmlns:a16="http://schemas.microsoft.com/office/drawing/2014/main" id="{51C5F644-741F-5183-DF81-735EC2E22418}"/>
              </a:ext>
            </a:extLst>
          </p:cNvPr>
          <p:cNvSpPr>
            <a:spLocks noGrp="1"/>
          </p:cNvSpPr>
          <p:nvPr>
            <p:ph type="title"/>
          </p:nvPr>
        </p:nvSpPr>
        <p:spPr/>
        <p:txBody>
          <a:bodyPr/>
          <a:lstStyle/>
          <a:p>
            <a:r>
              <a:rPr lang="en-GB"/>
              <a:t>Click to edit Master title style</a:t>
            </a:r>
            <a:endParaRPr lang="en-US"/>
          </a:p>
        </p:txBody>
      </p:sp>
    </p:spTree>
    <p:extLst>
      <p:ext uri="{BB962C8B-B14F-4D97-AF65-F5344CB8AC3E}">
        <p14:creationId xmlns:p14="http://schemas.microsoft.com/office/powerpoint/2010/main" val="8935647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lvl1pPr>
          </a:lstStyle>
          <a:p>
            <a:r>
              <a:rPr lang="en-US"/>
              <a:t>Click to edit Master title style</a:t>
            </a:r>
          </a:p>
        </p:txBody>
      </p:sp>
      <p:sp>
        <p:nvSpPr>
          <p:cNvPr id="5" name="Content Placeholder 2">
            <a:extLst>
              <a:ext uri="{FF2B5EF4-FFF2-40B4-BE49-F238E27FC236}">
                <a16:creationId xmlns:a16="http://schemas.microsoft.com/office/drawing/2014/main" id="{FFB002A0-5D60-0A4B-429C-D6178E03B636}"/>
              </a:ext>
            </a:extLst>
          </p:cNvPr>
          <p:cNvSpPr>
            <a:spLocks noGrp="1"/>
          </p:cNvSpPr>
          <p:nvPr>
            <p:ph idx="1"/>
          </p:nvPr>
        </p:nvSpPr>
        <p:spPr>
          <a:xfrm>
            <a:off x="525018" y="1449389"/>
            <a:ext cx="11151033" cy="4500562"/>
          </a:xfrm>
        </p:spPr>
        <p:txBody>
          <a:bodyPr>
            <a:normAutofit/>
          </a:bodyPr>
          <a:lstStyle>
            <a:lvl1pPr>
              <a:lnSpc>
                <a:spcPct val="100000"/>
              </a:lnSpc>
              <a:defRPr lang="en-US" sz="1400" kern="1200" dirty="0">
                <a:solidFill>
                  <a:schemeClr val="tx1"/>
                </a:solidFill>
                <a:latin typeface="+mn-lt"/>
                <a:ea typeface="Open Sans" panose="020B0606030504020204" pitchFamily="34" charset="0"/>
                <a:cs typeface="Open Sans" panose="020B0606030504020204" pitchFamily="34" charset="0"/>
              </a:defRPr>
            </a:lvl1pPr>
            <a:lvl2pPr>
              <a:lnSpc>
                <a:spcPct val="100000"/>
              </a:lnSpc>
              <a:defRPr sz="1200"/>
            </a:lvl2pPr>
            <a:lvl3pPr>
              <a:lnSpc>
                <a:spcPct val="100000"/>
              </a:lnSpc>
              <a:defRPr sz="1100"/>
            </a:lvl3pPr>
            <a:lvl4pPr>
              <a:lnSpc>
                <a:spcPct val="100000"/>
              </a:lnSpc>
              <a:defRPr sz="1050"/>
            </a:lvl4pPr>
            <a:lvl5pPr>
              <a:lnSpc>
                <a:spcPct val="100000"/>
              </a:lnSpc>
              <a:defRPr sz="1000"/>
            </a:lvl5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885646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range Header">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183A61-EB54-06EF-DE47-F7E9A571DB61}"/>
              </a:ext>
            </a:extLst>
          </p:cNvPr>
          <p:cNvSpPr/>
          <p:nvPr userDrawn="1"/>
        </p:nvSpPr>
        <p:spPr>
          <a:xfrm>
            <a:off x="0" y="0"/>
            <a:ext cx="12192000" cy="1316019"/>
          </a:xfrm>
          <a:prstGeom prst="rect">
            <a:avLst/>
          </a:prstGeom>
          <a:gradFill>
            <a:gsLst>
              <a:gs pos="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Roboto"/>
              <a:ea typeface="+mn-ea"/>
              <a:cs typeface="+mn-cs"/>
            </a:endParaRPr>
          </a:p>
        </p:txBody>
      </p:sp>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solidFill>
                  <a:schemeClr val="bg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E8291A93-4081-00FE-8D86-B78BC1877C06}"/>
              </a:ext>
            </a:extLst>
          </p:cNvPr>
          <p:cNvSpPr>
            <a:spLocks noGrp="1"/>
          </p:cNvSpPr>
          <p:nvPr>
            <p:ph idx="10"/>
          </p:nvPr>
        </p:nvSpPr>
        <p:spPr>
          <a:xfrm>
            <a:off x="525018" y="1489075"/>
            <a:ext cx="11151033" cy="708026"/>
          </a:xfrm>
        </p:spPr>
        <p:txBody>
          <a:bodyPr/>
          <a:lstStyle>
            <a:lvl1pPr>
              <a:lnSpc>
                <a:spcPct val="100000"/>
              </a:lnSpc>
              <a:defRPr lang="en-US" sz="1800" kern="1200" dirty="0">
                <a:solidFill>
                  <a:schemeClr val="accent1"/>
                </a:solidFill>
                <a:latin typeface="Poppins" pitchFamily="2" charset="77"/>
                <a:ea typeface="Open Sans" panose="020B0606030504020204" pitchFamily="34" charset="0"/>
                <a:cs typeface="Poppins" pitchFamily="2" charset="77"/>
              </a:defRPr>
            </a:lvl1pPr>
            <a:lvl2pPr>
              <a:defRPr sz="1600"/>
            </a:lvl2pPr>
            <a:lvl3pPr>
              <a:defRPr sz="1400"/>
            </a:lvl3pPr>
            <a:lvl4pPr>
              <a:defRPr sz="1200"/>
            </a:lvl4pPr>
            <a:lvl5pPr>
              <a:defRPr sz="1100"/>
            </a:lvl5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 styles</a:t>
            </a:r>
          </a:p>
        </p:txBody>
      </p:sp>
      <p:sp>
        <p:nvSpPr>
          <p:cNvPr id="7" name="Content Placeholder 2">
            <a:extLst>
              <a:ext uri="{FF2B5EF4-FFF2-40B4-BE49-F238E27FC236}">
                <a16:creationId xmlns:a16="http://schemas.microsoft.com/office/drawing/2014/main" id="{52FB8B8D-4649-478B-33F3-D7E4AF2E3D6B}"/>
              </a:ext>
            </a:extLst>
          </p:cNvPr>
          <p:cNvSpPr>
            <a:spLocks noGrp="1"/>
          </p:cNvSpPr>
          <p:nvPr>
            <p:ph idx="1"/>
          </p:nvPr>
        </p:nvSpPr>
        <p:spPr>
          <a:xfrm>
            <a:off x="525018" y="2417763"/>
            <a:ext cx="11151033" cy="3532188"/>
          </a:xfrm>
        </p:spPr>
        <p:txBody>
          <a:bodyPr>
            <a:normAutofit/>
          </a:bodyPr>
          <a:lstStyle>
            <a:lvl1pPr>
              <a:lnSpc>
                <a:spcPct val="100000"/>
              </a:lnSpc>
              <a:defRPr lang="en-US" sz="1400" kern="1200" dirty="0">
                <a:solidFill>
                  <a:schemeClr val="tx1"/>
                </a:solidFill>
                <a:latin typeface="+mn-lt"/>
                <a:ea typeface="Open Sans" panose="020B0606030504020204" pitchFamily="34" charset="0"/>
                <a:cs typeface="Open Sans" panose="020B0606030504020204" pitchFamily="34" charset="0"/>
              </a:defRPr>
            </a:lvl1pPr>
            <a:lvl2pPr>
              <a:lnSpc>
                <a:spcPct val="100000"/>
              </a:lnSpc>
              <a:defRPr sz="1200"/>
            </a:lvl2pPr>
            <a:lvl3pPr>
              <a:lnSpc>
                <a:spcPct val="100000"/>
              </a:lnSpc>
              <a:defRPr sz="1100"/>
            </a:lvl3pPr>
            <a:lvl4pPr>
              <a:lnSpc>
                <a:spcPct val="100000"/>
              </a:lnSpc>
              <a:defRPr sz="1050"/>
            </a:lvl4pPr>
            <a:lvl5pPr>
              <a:lnSpc>
                <a:spcPct val="100000"/>
              </a:lnSpc>
              <a:defRPr sz="1000"/>
            </a:lvl5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685747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ue Header">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183A61-EB54-06EF-DE47-F7E9A571DB61}"/>
              </a:ext>
            </a:extLst>
          </p:cNvPr>
          <p:cNvSpPr/>
          <p:nvPr userDrawn="1"/>
        </p:nvSpPr>
        <p:spPr>
          <a:xfrm>
            <a:off x="0" y="0"/>
            <a:ext cx="12192000" cy="1316019"/>
          </a:xfrm>
          <a:prstGeom prst="rect">
            <a:avLst/>
          </a:prstGeom>
          <a:gradFill>
            <a:gsLst>
              <a:gs pos="0">
                <a:schemeClr val="accent3"/>
              </a:gs>
              <a:gs pos="100000">
                <a:schemeClr val="accent3">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Roboto"/>
              <a:ea typeface="+mn-ea"/>
              <a:cs typeface="+mn-cs"/>
            </a:endParaRPr>
          </a:p>
        </p:txBody>
      </p:sp>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solidFill>
                  <a:schemeClr val="bg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BB47E750-3802-FBF8-E08F-9C1738888FF9}"/>
              </a:ext>
            </a:extLst>
          </p:cNvPr>
          <p:cNvSpPr>
            <a:spLocks noGrp="1"/>
          </p:cNvSpPr>
          <p:nvPr>
            <p:ph idx="10"/>
          </p:nvPr>
        </p:nvSpPr>
        <p:spPr>
          <a:xfrm>
            <a:off x="525018" y="1489075"/>
            <a:ext cx="11151033" cy="708026"/>
          </a:xfrm>
        </p:spPr>
        <p:txBody>
          <a:bodyPr/>
          <a:lstStyle>
            <a:lvl1pPr>
              <a:lnSpc>
                <a:spcPct val="100000"/>
              </a:lnSpc>
              <a:defRPr lang="en-US" sz="1800" kern="1200" dirty="0">
                <a:solidFill>
                  <a:schemeClr val="accent3"/>
                </a:solidFill>
                <a:latin typeface="Poppins" pitchFamily="2" charset="77"/>
                <a:ea typeface="Open Sans" panose="020B0606030504020204" pitchFamily="34" charset="0"/>
                <a:cs typeface="Poppins" pitchFamily="2" charset="77"/>
              </a:defRPr>
            </a:lvl1pPr>
            <a:lvl2pPr>
              <a:defRPr sz="1600"/>
            </a:lvl2pPr>
            <a:lvl3pPr>
              <a:defRPr sz="1400"/>
            </a:lvl3pPr>
            <a:lvl4pPr>
              <a:defRPr sz="1200"/>
            </a:lvl4pPr>
            <a:lvl5pPr>
              <a:defRPr sz="1100"/>
            </a:lvl5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 styles</a:t>
            </a:r>
          </a:p>
        </p:txBody>
      </p:sp>
      <p:sp>
        <p:nvSpPr>
          <p:cNvPr id="7" name="Content Placeholder 2">
            <a:extLst>
              <a:ext uri="{FF2B5EF4-FFF2-40B4-BE49-F238E27FC236}">
                <a16:creationId xmlns:a16="http://schemas.microsoft.com/office/drawing/2014/main" id="{9D0B6D57-446C-1D88-4F2F-B161F686A3E3}"/>
              </a:ext>
            </a:extLst>
          </p:cNvPr>
          <p:cNvSpPr>
            <a:spLocks noGrp="1"/>
          </p:cNvSpPr>
          <p:nvPr>
            <p:ph idx="1"/>
          </p:nvPr>
        </p:nvSpPr>
        <p:spPr>
          <a:xfrm>
            <a:off x="525018" y="2417763"/>
            <a:ext cx="11151033" cy="3532188"/>
          </a:xfrm>
        </p:spPr>
        <p:txBody>
          <a:bodyPr>
            <a:normAutofit/>
          </a:bodyPr>
          <a:lstStyle>
            <a:lvl1pPr>
              <a:lnSpc>
                <a:spcPct val="100000"/>
              </a:lnSpc>
              <a:defRPr lang="en-US" sz="1400" kern="1200" dirty="0">
                <a:solidFill>
                  <a:schemeClr val="tx1"/>
                </a:solidFill>
                <a:latin typeface="+mn-lt"/>
                <a:ea typeface="Open Sans" panose="020B0606030504020204" pitchFamily="34" charset="0"/>
                <a:cs typeface="Open Sans" panose="020B0606030504020204" pitchFamily="34" charset="0"/>
              </a:defRPr>
            </a:lvl1pPr>
            <a:lvl2pPr>
              <a:lnSpc>
                <a:spcPct val="100000"/>
              </a:lnSpc>
              <a:defRPr sz="1200"/>
            </a:lvl2pPr>
            <a:lvl3pPr>
              <a:lnSpc>
                <a:spcPct val="100000"/>
              </a:lnSpc>
              <a:defRPr sz="1100"/>
            </a:lvl3pPr>
            <a:lvl4pPr>
              <a:lnSpc>
                <a:spcPct val="100000"/>
              </a:lnSpc>
              <a:defRPr sz="1050"/>
            </a:lvl4pPr>
            <a:lvl5pPr>
              <a:lnSpc>
                <a:spcPct val="100000"/>
              </a:lnSpc>
              <a:defRPr sz="1000"/>
            </a:lvl5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138719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ink Header">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183A61-EB54-06EF-DE47-F7E9A571DB61}"/>
              </a:ext>
            </a:extLst>
          </p:cNvPr>
          <p:cNvSpPr/>
          <p:nvPr userDrawn="1"/>
        </p:nvSpPr>
        <p:spPr>
          <a:xfrm>
            <a:off x="0" y="0"/>
            <a:ext cx="12192000" cy="1316019"/>
          </a:xfrm>
          <a:prstGeom prst="rect">
            <a:avLst/>
          </a:prstGeom>
          <a:gradFill>
            <a:gsLst>
              <a:gs pos="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Roboto"/>
              <a:ea typeface="+mn-ea"/>
              <a:cs typeface="+mn-cs"/>
            </a:endParaRPr>
          </a:p>
        </p:txBody>
      </p:sp>
      <p:sp>
        <p:nvSpPr>
          <p:cNvPr id="6" name="Slide Number Placeholder 3">
            <a:extLst>
              <a:ext uri="{FF2B5EF4-FFF2-40B4-BE49-F238E27FC236}">
                <a16:creationId xmlns:a16="http://schemas.microsoft.com/office/drawing/2014/main" id="{8FE57028-D915-D943-99D7-8DF74265968B}"/>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Title 1">
            <a:extLst>
              <a:ext uri="{FF2B5EF4-FFF2-40B4-BE49-F238E27FC236}">
                <a16:creationId xmlns:a16="http://schemas.microsoft.com/office/drawing/2014/main" id="{872B019C-4E51-5CE7-5B1D-95225561FA84}"/>
              </a:ext>
            </a:extLst>
          </p:cNvPr>
          <p:cNvSpPr>
            <a:spLocks noGrp="1"/>
          </p:cNvSpPr>
          <p:nvPr>
            <p:ph type="title"/>
          </p:nvPr>
        </p:nvSpPr>
        <p:spPr>
          <a:xfrm>
            <a:off x="525019" y="368300"/>
            <a:ext cx="11151032" cy="900114"/>
          </a:xfrm>
        </p:spPr>
        <p:txBody>
          <a:bodyPr>
            <a:normAutofit/>
          </a:bodyPr>
          <a:lstStyle>
            <a:lvl1pPr>
              <a:defRPr sz="2800">
                <a:solidFill>
                  <a:schemeClr val="bg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444391AA-EE75-B38C-13B8-EDA655F21AB1}"/>
              </a:ext>
            </a:extLst>
          </p:cNvPr>
          <p:cNvSpPr>
            <a:spLocks noGrp="1"/>
          </p:cNvSpPr>
          <p:nvPr>
            <p:ph idx="10"/>
          </p:nvPr>
        </p:nvSpPr>
        <p:spPr>
          <a:xfrm>
            <a:off x="525018" y="1489075"/>
            <a:ext cx="11151033" cy="708026"/>
          </a:xfrm>
        </p:spPr>
        <p:txBody>
          <a:bodyPr/>
          <a:lstStyle>
            <a:lvl1pPr>
              <a:lnSpc>
                <a:spcPct val="100000"/>
              </a:lnSpc>
              <a:defRPr lang="en-US" sz="1800" kern="1200" dirty="0">
                <a:solidFill>
                  <a:schemeClr val="accent2"/>
                </a:solidFill>
                <a:latin typeface="Poppins" pitchFamily="2" charset="77"/>
                <a:ea typeface="Open Sans" panose="020B0606030504020204" pitchFamily="34" charset="0"/>
                <a:cs typeface="Poppins" pitchFamily="2" charset="77"/>
              </a:defRPr>
            </a:lvl1pPr>
            <a:lvl2pPr>
              <a:defRPr sz="1600"/>
            </a:lvl2pPr>
            <a:lvl3pPr>
              <a:defRPr sz="1400"/>
            </a:lvl3pPr>
            <a:lvl4pPr>
              <a:defRPr sz="1200"/>
            </a:lvl4pPr>
            <a:lvl5pPr>
              <a:defRPr sz="1100"/>
            </a:lvl5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 styles</a:t>
            </a:r>
          </a:p>
        </p:txBody>
      </p:sp>
      <p:sp>
        <p:nvSpPr>
          <p:cNvPr id="7" name="Content Placeholder 2">
            <a:extLst>
              <a:ext uri="{FF2B5EF4-FFF2-40B4-BE49-F238E27FC236}">
                <a16:creationId xmlns:a16="http://schemas.microsoft.com/office/drawing/2014/main" id="{305D6275-EA83-B059-B695-A7028EF622A9}"/>
              </a:ext>
            </a:extLst>
          </p:cNvPr>
          <p:cNvSpPr>
            <a:spLocks noGrp="1"/>
          </p:cNvSpPr>
          <p:nvPr>
            <p:ph idx="1"/>
          </p:nvPr>
        </p:nvSpPr>
        <p:spPr>
          <a:xfrm>
            <a:off x="525018" y="2417763"/>
            <a:ext cx="11151033" cy="3532188"/>
          </a:xfrm>
        </p:spPr>
        <p:txBody>
          <a:bodyPr>
            <a:normAutofit/>
          </a:bodyPr>
          <a:lstStyle>
            <a:lvl1pPr>
              <a:lnSpc>
                <a:spcPct val="100000"/>
              </a:lnSpc>
              <a:defRPr lang="en-US" sz="1400" kern="1200" dirty="0">
                <a:solidFill>
                  <a:schemeClr val="tx1"/>
                </a:solidFill>
                <a:latin typeface="+mn-lt"/>
                <a:ea typeface="Open Sans" panose="020B0606030504020204" pitchFamily="34" charset="0"/>
                <a:cs typeface="Open Sans" panose="020B0606030504020204" pitchFamily="34" charset="0"/>
              </a:defRPr>
            </a:lvl1pPr>
            <a:lvl2pPr>
              <a:lnSpc>
                <a:spcPct val="100000"/>
              </a:lnSpc>
              <a:defRPr sz="1200"/>
            </a:lvl2pPr>
            <a:lvl3pPr>
              <a:lnSpc>
                <a:spcPct val="100000"/>
              </a:lnSpc>
              <a:defRPr sz="1100"/>
            </a:lvl3pPr>
            <a:lvl4pPr>
              <a:lnSpc>
                <a:spcPct val="100000"/>
              </a:lnSpc>
              <a:defRPr sz="1050"/>
            </a:lvl4pPr>
            <a:lvl5pPr>
              <a:lnSpc>
                <a:spcPct val="100000"/>
              </a:lnSpc>
              <a:defRPr sz="1000"/>
            </a:lvl5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587218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18" name="Subtitle 2">
            <a:extLst>
              <a:ext uri="{FF2B5EF4-FFF2-40B4-BE49-F238E27FC236}">
                <a16:creationId xmlns:a16="http://schemas.microsoft.com/office/drawing/2014/main" id="{8DF9EC0C-8D8A-394C-98CB-975B46260778}"/>
              </a:ext>
            </a:extLst>
          </p:cNvPr>
          <p:cNvSpPr>
            <a:spLocks noGrp="1"/>
          </p:cNvSpPr>
          <p:nvPr>
            <p:ph type="subTitle" idx="1"/>
          </p:nvPr>
        </p:nvSpPr>
        <p:spPr>
          <a:xfrm>
            <a:off x="499110" y="5177854"/>
            <a:ext cx="9144000" cy="1655762"/>
          </a:xfrm>
        </p:spPr>
        <p:txBody>
          <a:bodyPr>
            <a:normAutofit/>
          </a:bodyPr>
          <a:lstStyle>
            <a:lvl1pPr marL="0" indent="0" algn="l">
              <a:buNone/>
              <a:defRPr sz="2000">
                <a:solidFill>
                  <a:schemeClr val="bg2"/>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9" name="Title 1">
            <a:extLst>
              <a:ext uri="{FF2B5EF4-FFF2-40B4-BE49-F238E27FC236}">
                <a16:creationId xmlns:a16="http://schemas.microsoft.com/office/drawing/2014/main" id="{E6174DF3-85AD-3849-AA29-99B8B3E8F7CA}"/>
              </a:ext>
            </a:extLst>
          </p:cNvPr>
          <p:cNvSpPr>
            <a:spLocks noGrp="1"/>
          </p:cNvSpPr>
          <p:nvPr>
            <p:ph type="ctrTitle"/>
          </p:nvPr>
        </p:nvSpPr>
        <p:spPr>
          <a:xfrm>
            <a:off x="499110" y="4096613"/>
            <a:ext cx="9144000" cy="947129"/>
          </a:xfrm>
        </p:spPr>
        <p:txBody>
          <a:bodyPr anchor="b">
            <a:normAutofit/>
          </a:bodyPr>
          <a:lstStyle>
            <a:lvl1pPr algn="l">
              <a:defRPr sz="4400" b="0">
                <a:solidFill>
                  <a:schemeClr val="bg1"/>
                </a:solidFill>
              </a:defRPr>
            </a:lvl1pPr>
          </a:lstStyle>
          <a:p>
            <a:r>
              <a:rPr lang="en-US"/>
              <a:t>Click to edit Master title style</a:t>
            </a:r>
          </a:p>
        </p:txBody>
      </p:sp>
      <p:sp>
        <p:nvSpPr>
          <p:cNvPr id="7" name="Slide Number Placeholder 3">
            <a:extLst>
              <a:ext uri="{FF2B5EF4-FFF2-40B4-BE49-F238E27FC236}">
                <a16:creationId xmlns:a16="http://schemas.microsoft.com/office/drawing/2014/main" id="{E155D132-6578-874E-A1F5-777D8134DC9D}"/>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733865409"/>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Orange Background">
    <p:bg>
      <p:bgRef idx="1001">
        <a:schemeClr val="bg1"/>
      </p:bgRef>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C3839F8-3364-3C4E-810A-2FC99C244E37}"/>
              </a:ext>
            </a:extLst>
          </p:cNvPr>
          <p:cNvSpPr/>
          <p:nvPr userDrawn="1"/>
        </p:nvSpPr>
        <p:spPr>
          <a:xfrm>
            <a:off x="0" y="0"/>
            <a:ext cx="12192000" cy="6858000"/>
          </a:xfrm>
          <a:prstGeom prst="rect">
            <a:avLst/>
          </a:prstGeom>
          <a:gradFill>
            <a:gsLst>
              <a:gs pos="4100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pic>
        <p:nvPicPr>
          <p:cNvPr id="15" name="Graphic 14">
            <a:extLst>
              <a:ext uri="{FF2B5EF4-FFF2-40B4-BE49-F238E27FC236}">
                <a16:creationId xmlns:a16="http://schemas.microsoft.com/office/drawing/2014/main" id="{DDDEA3E2-E5AD-D14C-B1EB-E632CA3CDBB3}"/>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42" r="35284" b="18720"/>
          <a:stretch/>
        </p:blipFill>
        <p:spPr>
          <a:xfrm>
            <a:off x="5545394" y="-1638142"/>
            <a:ext cx="6646606" cy="8342359"/>
          </a:xfrm>
          <a:prstGeom prst="rect">
            <a:avLst/>
          </a:prstGeom>
        </p:spPr>
      </p:pic>
    </p:spTree>
    <p:extLst>
      <p:ext uri="{BB962C8B-B14F-4D97-AF65-F5344CB8AC3E}">
        <p14:creationId xmlns:p14="http://schemas.microsoft.com/office/powerpoint/2010/main" val="3693151770"/>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ue Background">
    <p:bg>
      <p:bgRef idx="1001">
        <a:schemeClr val="bg1"/>
      </p:bgRef>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69FE0A4-E4BF-0B4D-9AAC-30724C2FC845}"/>
              </a:ext>
            </a:extLst>
          </p:cNvPr>
          <p:cNvSpPr/>
          <p:nvPr userDrawn="1"/>
        </p:nvSpPr>
        <p:spPr>
          <a:xfrm>
            <a:off x="0" y="0"/>
            <a:ext cx="12192000" cy="6858000"/>
          </a:xfrm>
          <a:prstGeom prst="rect">
            <a:avLst/>
          </a:prstGeom>
          <a:gradFill>
            <a:gsLst>
              <a:gs pos="0">
                <a:schemeClr val="accent3"/>
              </a:gs>
              <a:gs pos="10000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5A6D41D4-8055-A24D-80E7-090637EBB6CA}"/>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1481" t="-1" r="30512" b="20969"/>
          <a:stretch/>
        </p:blipFill>
        <p:spPr>
          <a:xfrm>
            <a:off x="6393461" y="-1718316"/>
            <a:ext cx="5798540" cy="7900197"/>
          </a:xfrm>
          <a:prstGeom prst="rect">
            <a:avLst/>
          </a:prstGeom>
        </p:spPr>
      </p:pic>
    </p:spTree>
    <p:extLst>
      <p:ext uri="{BB962C8B-B14F-4D97-AF65-F5344CB8AC3E}">
        <p14:creationId xmlns:p14="http://schemas.microsoft.com/office/powerpoint/2010/main" val="942874928"/>
      </p:ext>
    </p:extLst>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ink Background">
    <p:bg>
      <p:bgRef idx="1001">
        <a:schemeClr val="bg1"/>
      </p:bgRef>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81E03BB5-73A0-9740-A5A5-D1CE3064E40F}"/>
              </a:ext>
            </a:extLst>
          </p:cNvPr>
          <p:cNvSpPr/>
          <p:nvPr userDrawn="1"/>
        </p:nvSpPr>
        <p:spPr>
          <a:xfrm>
            <a:off x="0" y="0"/>
            <a:ext cx="12192000" cy="6858000"/>
          </a:xfrm>
          <a:prstGeom prst="rect">
            <a:avLst/>
          </a:prstGeom>
          <a:gradFill>
            <a:gsLst>
              <a:gs pos="0">
                <a:srgbClr val="EE2B7B"/>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4DCF62D6-5D07-004E-99E2-0014E921AD21}"/>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36134" t="10221" r="1" b="18731"/>
          <a:stretch/>
        </p:blipFill>
        <p:spPr>
          <a:xfrm rot="10800000">
            <a:off x="5607255" y="0"/>
            <a:ext cx="6584745" cy="7325222"/>
          </a:xfrm>
          <a:prstGeom prst="rect">
            <a:avLst/>
          </a:prstGeom>
        </p:spPr>
      </p:pic>
    </p:spTree>
    <p:extLst>
      <p:ext uri="{BB962C8B-B14F-4D97-AF65-F5344CB8AC3E}">
        <p14:creationId xmlns:p14="http://schemas.microsoft.com/office/powerpoint/2010/main" val="1214708061"/>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Orange Arrow">
    <p:spTree>
      <p:nvGrpSpPr>
        <p:cNvPr id="1" name=""/>
        <p:cNvGrpSpPr/>
        <p:nvPr/>
      </p:nvGrpSpPr>
      <p:grpSpPr>
        <a:xfrm>
          <a:off x="0" y="0"/>
          <a:ext cx="0" cy="0"/>
          <a:chOff x="0" y="0"/>
          <a:chExt cx="0" cy="0"/>
        </a:xfrm>
      </p:grpSpPr>
      <p:sp>
        <p:nvSpPr>
          <p:cNvPr id="7" name="Arrow: Pentagon 6">
            <a:extLst>
              <a:ext uri="{FF2B5EF4-FFF2-40B4-BE49-F238E27FC236}">
                <a16:creationId xmlns:a16="http://schemas.microsoft.com/office/drawing/2014/main" id="{981B40DD-4CB3-499A-674B-EC5B3D14F8C2}"/>
              </a:ext>
            </a:extLst>
          </p:cNvPr>
          <p:cNvSpPr/>
          <p:nvPr userDrawn="1"/>
        </p:nvSpPr>
        <p:spPr>
          <a:xfrm>
            <a:off x="-2" y="-1"/>
            <a:ext cx="5112776" cy="6858000"/>
          </a:xfrm>
          <a:prstGeom prst="homePlate">
            <a:avLst>
              <a:gd name="adj" fmla="val 32151"/>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Arrow: Pentagon 7">
            <a:extLst>
              <a:ext uri="{FF2B5EF4-FFF2-40B4-BE49-F238E27FC236}">
                <a16:creationId xmlns:a16="http://schemas.microsoft.com/office/drawing/2014/main" id="{B77F37F6-697C-4F0B-9B07-E50867F217DA}"/>
              </a:ext>
            </a:extLst>
          </p:cNvPr>
          <p:cNvSpPr/>
          <p:nvPr userDrawn="1"/>
        </p:nvSpPr>
        <p:spPr>
          <a:xfrm>
            <a:off x="0" y="0"/>
            <a:ext cx="5014452" cy="6858000"/>
          </a:xfrm>
          <a:prstGeom prst="homePlate">
            <a:avLst>
              <a:gd name="adj" fmla="val 32151"/>
            </a:avLst>
          </a:prstGeom>
          <a:gradFill>
            <a:gsLst>
              <a:gs pos="40000">
                <a:schemeClr val="accent1"/>
              </a:gs>
              <a:gs pos="100000">
                <a:srgbClr val="E85A3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Graphic 8">
            <a:extLst>
              <a:ext uri="{FF2B5EF4-FFF2-40B4-BE49-F238E27FC236}">
                <a16:creationId xmlns:a16="http://schemas.microsoft.com/office/drawing/2014/main" id="{F8412388-ED79-C9E4-19F6-A88EF37F8AA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8190" b="33857"/>
          <a:stretch/>
        </p:blipFill>
        <p:spPr>
          <a:xfrm rot="10800000" flipH="1">
            <a:off x="0" y="0"/>
            <a:ext cx="6959831" cy="5626984"/>
          </a:xfrm>
          <a:prstGeom prst="rect">
            <a:avLst/>
          </a:prstGeom>
        </p:spPr>
      </p:pic>
      <p:sp>
        <p:nvSpPr>
          <p:cNvPr id="4" name="Rectangle 3">
            <a:extLst>
              <a:ext uri="{FF2B5EF4-FFF2-40B4-BE49-F238E27FC236}">
                <a16:creationId xmlns:a16="http://schemas.microsoft.com/office/drawing/2014/main" id="{D983BA3F-B8C5-8046-A4E4-565E3761D642}"/>
              </a:ext>
            </a:extLst>
          </p:cNvPr>
          <p:cNvSpPr/>
          <p:nvPr userDrawn="1"/>
        </p:nvSpPr>
        <p:spPr>
          <a:xfrm>
            <a:off x="8412480" y="6126480"/>
            <a:ext cx="3127248" cy="512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719665" y="368300"/>
            <a:ext cx="5956398"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a:xfrm>
            <a:off x="5719653" y="1449388"/>
            <a:ext cx="5956398" cy="50403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1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163592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Blue Arrow">
    <p:spTree>
      <p:nvGrpSpPr>
        <p:cNvPr id="1" name=""/>
        <p:cNvGrpSpPr/>
        <p:nvPr/>
      </p:nvGrpSpPr>
      <p:grpSpPr>
        <a:xfrm>
          <a:off x="0" y="0"/>
          <a:ext cx="0" cy="0"/>
          <a:chOff x="0" y="0"/>
          <a:chExt cx="0" cy="0"/>
        </a:xfrm>
      </p:grpSpPr>
      <p:sp>
        <p:nvSpPr>
          <p:cNvPr id="7" name="Arrow: Pentagon 6">
            <a:extLst>
              <a:ext uri="{FF2B5EF4-FFF2-40B4-BE49-F238E27FC236}">
                <a16:creationId xmlns:a16="http://schemas.microsoft.com/office/drawing/2014/main" id="{981B40DD-4CB3-499A-674B-EC5B3D14F8C2}"/>
              </a:ext>
            </a:extLst>
          </p:cNvPr>
          <p:cNvSpPr/>
          <p:nvPr userDrawn="1"/>
        </p:nvSpPr>
        <p:spPr>
          <a:xfrm>
            <a:off x="-2" y="-1"/>
            <a:ext cx="5112776" cy="6858000"/>
          </a:xfrm>
          <a:prstGeom prst="homePlate">
            <a:avLst>
              <a:gd name="adj" fmla="val 32151"/>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Arrow: Pentagon 7">
            <a:extLst>
              <a:ext uri="{FF2B5EF4-FFF2-40B4-BE49-F238E27FC236}">
                <a16:creationId xmlns:a16="http://schemas.microsoft.com/office/drawing/2014/main" id="{B77F37F6-697C-4F0B-9B07-E50867F217DA}"/>
              </a:ext>
            </a:extLst>
          </p:cNvPr>
          <p:cNvSpPr/>
          <p:nvPr userDrawn="1"/>
        </p:nvSpPr>
        <p:spPr>
          <a:xfrm>
            <a:off x="0" y="0"/>
            <a:ext cx="5014452" cy="6858000"/>
          </a:xfrm>
          <a:prstGeom prst="homePlate">
            <a:avLst>
              <a:gd name="adj" fmla="val 32151"/>
            </a:avLst>
          </a:prstGeom>
          <a:gradFill>
            <a:gsLst>
              <a:gs pos="40000">
                <a:schemeClr val="accent3"/>
              </a:gs>
              <a:gs pos="100000">
                <a:srgbClr val="1B75B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Graphic 8">
            <a:extLst>
              <a:ext uri="{FF2B5EF4-FFF2-40B4-BE49-F238E27FC236}">
                <a16:creationId xmlns:a16="http://schemas.microsoft.com/office/drawing/2014/main" id="{F8412388-ED79-C9E4-19F6-A88EF37F8AA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8190" b="33857"/>
          <a:stretch/>
        </p:blipFill>
        <p:spPr>
          <a:xfrm rot="10800000" flipH="1">
            <a:off x="0" y="0"/>
            <a:ext cx="6959831" cy="5626984"/>
          </a:xfrm>
          <a:prstGeom prst="rect">
            <a:avLst/>
          </a:prstGeom>
        </p:spPr>
      </p:pic>
      <p:sp>
        <p:nvSpPr>
          <p:cNvPr id="4" name="Rectangle 3">
            <a:extLst>
              <a:ext uri="{FF2B5EF4-FFF2-40B4-BE49-F238E27FC236}">
                <a16:creationId xmlns:a16="http://schemas.microsoft.com/office/drawing/2014/main" id="{D983BA3F-B8C5-8046-A4E4-565E3761D642}"/>
              </a:ext>
            </a:extLst>
          </p:cNvPr>
          <p:cNvSpPr/>
          <p:nvPr userDrawn="1"/>
        </p:nvSpPr>
        <p:spPr>
          <a:xfrm>
            <a:off x="8412480" y="6126480"/>
            <a:ext cx="3127248" cy="512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719665" y="368300"/>
            <a:ext cx="5956398"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a:xfrm>
            <a:off x="5719653" y="1449388"/>
            <a:ext cx="5956398" cy="50403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1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97945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Pink Arrow">
    <p:spTree>
      <p:nvGrpSpPr>
        <p:cNvPr id="1" name=""/>
        <p:cNvGrpSpPr/>
        <p:nvPr/>
      </p:nvGrpSpPr>
      <p:grpSpPr>
        <a:xfrm>
          <a:off x="0" y="0"/>
          <a:ext cx="0" cy="0"/>
          <a:chOff x="0" y="0"/>
          <a:chExt cx="0" cy="0"/>
        </a:xfrm>
      </p:grpSpPr>
      <p:sp>
        <p:nvSpPr>
          <p:cNvPr id="7" name="Arrow: Pentagon 6">
            <a:extLst>
              <a:ext uri="{FF2B5EF4-FFF2-40B4-BE49-F238E27FC236}">
                <a16:creationId xmlns:a16="http://schemas.microsoft.com/office/drawing/2014/main" id="{981B40DD-4CB3-499A-674B-EC5B3D14F8C2}"/>
              </a:ext>
            </a:extLst>
          </p:cNvPr>
          <p:cNvSpPr/>
          <p:nvPr userDrawn="1"/>
        </p:nvSpPr>
        <p:spPr>
          <a:xfrm>
            <a:off x="-2" y="-1"/>
            <a:ext cx="5112776" cy="6858000"/>
          </a:xfrm>
          <a:prstGeom prst="homePlate">
            <a:avLst>
              <a:gd name="adj" fmla="val 32151"/>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Arrow: Pentagon 7">
            <a:extLst>
              <a:ext uri="{FF2B5EF4-FFF2-40B4-BE49-F238E27FC236}">
                <a16:creationId xmlns:a16="http://schemas.microsoft.com/office/drawing/2014/main" id="{B77F37F6-697C-4F0B-9B07-E50867F217DA}"/>
              </a:ext>
            </a:extLst>
          </p:cNvPr>
          <p:cNvSpPr/>
          <p:nvPr userDrawn="1"/>
        </p:nvSpPr>
        <p:spPr>
          <a:xfrm>
            <a:off x="0" y="0"/>
            <a:ext cx="5014452" cy="6858000"/>
          </a:xfrm>
          <a:prstGeom prst="homePlate">
            <a:avLst>
              <a:gd name="adj" fmla="val 32151"/>
            </a:avLst>
          </a:prstGeom>
          <a:gradFill>
            <a:gsLst>
              <a:gs pos="40000">
                <a:schemeClr val="accent2"/>
              </a:gs>
              <a:gs pos="100000">
                <a:schemeClr val="accent2">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Graphic 8">
            <a:extLst>
              <a:ext uri="{FF2B5EF4-FFF2-40B4-BE49-F238E27FC236}">
                <a16:creationId xmlns:a16="http://schemas.microsoft.com/office/drawing/2014/main" id="{F8412388-ED79-C9E4-19F6-A88EF37F8AA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8190" b="33857"/>
          <a:stretch/>
        </p:blipFill>
        <p:spPr>
          <a:xfrm rot="10800000" flipH="1">
            <a:off x="0" y="0"/>
            <a:ext cx="6959831" cy="5626984"/>
          </a:xfrm>
          <a:prstGeom prst="rect">
            <a:avLst/>
          </a:prstGeom>
        </p:spPr>
      </p:pic>
      <p:sp>
        <p:nvSpPr>
          <p:cNvPr id="4" name="Rectangle 3">
            <a:extLst>
              <a:ext uri="{FF2B5EF4-FFF2-40B4-BE49-F238E27FC236}">
                <a16:creationId xmlns:a16="http://schemas.microsoft.com/office/drawing/2014/main" id="{D983BA3F-B8C5-8046-A4E4-565E3761D642}"/>
              </a:ext>
            </a:extLst>
          </p:cNvPr>
          <p:cNvSpPr/>
          <p:nvPr userDrawn="1"/>
        </p:nvSpPr>
        <p:spPr>
          <a:xfrm>
            <a:off x="8412480" y="6126480"/>
            <a:ext cx="3127248" cy="512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719665" y="368300"/>
            <a:ext cx="5956398"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a:xfrm>
            <a:off x="5719653" y="1449388"/>
            <a:ext cx="5956398" cy="50403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1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6700901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Green Arrow">
    <p:spTree>
      <p:nvGrpSpPr>
        <p:cNvPr id="1" name=""/>
        <p:cNvGrpSpPr/>
        <p:nvPr/>
      </p:nvGrpSpPr>
      <p:grpSpPr>
        <a:xfrm>
          <a:off x="0" y="0"/>
          <a:ext cx="0" cy="0"/>
          <a:chOff x="0" y="0"/>
          <a:chExt cx="0" cy="0"/>
        </a:xfrm>
      </p:grpSpPr>
      <p:sp>
        <p:nvSpPr>
          <p:cNvPr id="7" name="Arrow: Pentagon 6">
            <a:extLst>
              <a:ext uri="{FF2B5EF4-FFF2-40B4-BE49-F238E27FC236}">
                <a16:creationId xmlns:a16="http://schemas.microsoft.com/office/drawing/2014/main" id="{981B40DD-4CB3-499A-674B-EC5B3D14F8C2}"/>
              </a:ext>
            </a:extLst>
          </p:cNvPr>
          <p:cNvSpPr/>
          <p:nvPr userDrawn="1"/>
        </p:nvSpPr>
        <p:spPr>
          <a:xfrm>
            <a:off x="-2" y="-1"/>
            <a:ext cx="5112776" cy="6858000"/>
          </a:xfrm>
          <a:prstGeom prst="homePlate">
            <a:avLst>
              <a:gd name="adj" fmla="val 32151"/>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Arrow: Pentagon 7">
            <a:extLst>
              <a:ext uri="{FF2B5EF4-FFF2-40B4-BE49-F238E27FC236}">
                <a16:creationId xmlns:a16="http://schemas.microsoft.com/office/drawing/2014/main" id="{B77F37F6-697C-4F0B-9B07-E50867F217DA}"/>
              </a:ext>
            </a:extLst>
          </p:cNvPr>
          <p:cNvSpPr/>
          <p:nvPr userDrawn="1"/>
        </p:nvSpPr>
        <p:spPr>
          <a:xfrm>
            <a:off x="0" y="0"/>
            <a:ext cx="5014452" cy="6858000"/>
          </a:xfrm>
          <a:prstGeom prst="homePlate">
            <a:avLst>
              <a:gd name="adj" fmla="val 32151"/>
            </a:avLst>
          </a:prstGeom>
          <a:gradFill>
            <a:gsLst>
              <a:gs pos="40000">
                <a:schemeClr val="accent4"/>
              </a:gs>
              <a:gs pos="100000">
                <a:schemeClr val="accent4">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Graphic 8">
            <a:extLst>
              <a:ext uri="{FF2B5EF4-FFF2-40B4-BE49-F238E27FC236}">
                <a16:creationId xmlns:a16="http://schemas.microsoft.com/office/drawing/2014/main" id="{F8412388-ED79-C9E4-19F6-A88EF37F8AA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8190" b="33857"/>
          <a:stretch/>
        </p:blipFill>
        <p:spPr>
          <a:xfrm rot="10800000" flipH="1">
            <a:off x="0" y="0"/>
            <a:ext cx="6959831" cy="5626984"/>
          </a:xfrm>
          <a:prstGeom prst="rect">
            <a:avLst/>
          </a:prstGeom>
        </p:spPr>
      </p:pic>
      <p:sp>
        <p:nvSpPr>
          <p:cNvPr id="4" name="Rectangle 3">
            <a:extLst>
              <a:ext uri="{FF2B5EF4-FFF2-40B4-BE49-F238E27FC236}">
                <a16:creationId xmlns:a16="http://schemas.microsoft.com/office/drawing/2014/main" id="{D983BA3F-B8C5-8046-A4E4-565E3761D642}"/>
              </a:ext>
            </a:extLst>
          </p:cNvPr>
          <p:cNvSpPr/>
          <p:nvPr userDrawn="1"/>
        </p:nvSpPr>
        <p:spPr>
          <a:xfrm>
            <a:off x="8412480" y="6126480"/>
            <a:ext cx="3127248" cy="512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719665" y="368300"/>
            <a:ext cx="5956398"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a:xfrm>
            <a:off x="5719653" y="1449388"/>
            <a:ext cx="5956398" cy="50403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1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9119238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Grey Arrow">
    <p:spTree>
      <p:nvGrpSpPr>
        <p:cNvPr id="1" name=""/>
        <p:cNvGrpSpPr/>
        <p:nvPr/>
      </p:nvGrpSpPr>
      <p:grpSpPr>
        <a:xfrm>
          <a:off x="0" y="0"/>
          <a:ext cx="0" cy="0"/>
          <a:chOff x="0" y="0"/>
          <a:chExt cx="0" cy="0"/>
        </a:xfrm>
      </p:grpSpPr>
      <p:sp>
        <p:nvSpPr>
          <p:cNvPr id="7" name="Arrow: Pentagon 6">
            <a:extLst>
              <a:ext uri="{FF2B5EF4-FFF2-40B4-BE49-F238E27FC236}">
                <a16:creationId xmlns:a16="http://schemas.microsoft.com/office/drawing/2014/main" id="{981B40DD-4CB3-499A-674B-EC5B3D14F8C2}"/>
              </a:ext>
            </a:extLst>
          </p:cNvPr>
          <p:cNvSpPr/>
          <p:nvPr userDrawn="1"/>
        </p:nvSpPr>
        <p:spPr>
          <a:xfrm>
            <a:off x="-2" y="-1"/>
            <a:ext cx="5112776" cy="6858000"/>
          </a:xfrm>
          <a:prstGeom prst="homePlate">
            <a:avLst>
              <a:gd name="adj" fmla="val 32151"/>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Arrow: Pentagon 7">
            <a:extLst>
              <a:ext uri="{FF2B5EF4-FFF2-40B4-BE49-F238E27FC236}">
                <a16:creationId xmlns:a16="http://schemas.microsoft.com/office/drawing/2014/main" id="{B77F37F6-697C-4F0B-9B07-E50867F217DA}"/>
              </a:ext>
            </a:extLst>
          </p:cNvPr>
          <p:cNvSpPr/>
          <p:nvPr userDrawn="1"/>
        </p:nvSpPr>
        <p:spPr>
          <a:xfrm>
            <a:off x="0" y="0"/>
            <a:ext cx="5014452" cy="6858000"/>
          </a:xfrm>
          <a:prstGeom prst="homePlate">
            <a:avLst>
              <a:gd name="adj" fmla="val 32151"/>
            </a:avLst>
          </a:prstGeom>
          <a:gradFill>
            <a:gsLst>
              <a:gs pos="40000">
                <a:schemeClr val="accent6"/>
              </a:gs>
              <a:gs pos="100000">
                <a:schemeClr val="accent6">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Graphic 8">
            <a:extLst>
              <a:ext uri="{FF2B5EF4-FFF2-40B4-BE49-F238E27FC236}">
                <a16:creationId xmlns:a16="http://schemas.microsoft.com/office/drawing/2014/main" id="{F8412388-ED79-C9E4-19F6-A88EF37F8AA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8190" b="33857"/>
          <a:stretch/>
        </p:blipFill>
        <p:spPr>
          <a:xfrm rot="10800000" flipH="1">
            <a:off x="0" y="0"/>
            <a:ext cx="6959831" cy="5626984"/>
          </a:xfrm>
          <a:prstGeom prst="rect">
            <a:avLst/>
          </a:prstGeom>
        </p:spPr>
      </p:pic>
      <p:sp>
        <p:nvSpPr>
          <p:cNvPr id="4" name="Rectangle 3">
            <a:extLst>
              <a:ext uri="{FF2B5EF4-FFF2-40B4-BE49-F238E27FC236}">
                <a16:creationId xmlns:a16="http://schemas.microsoft.com/office/drawing/2014/main" id="{D983BA3F-B8C5-8046-A4E4-565E3761D642}"/>
              </a:ext>
            </a:extLst>
          </p:cNvPr>
          <p:cNvSpPr/>
          <p:nvPr userDrawn="1"/>
        </p:nvSpPr>
        <p:spPr>
          <a:xfrm>
            <a:off x="8412480" y="6126480"/>
            <a:ext cx="3127248" cy="512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719665" y="368300"/>
            <a:ext cx="5956398"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a:xfrm>
            <a:off x="5719653" y="1449388"/>
            <a:ext cx="5956398" cy="50403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1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1266868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Light Blue Arrow">
    <p:spTree>
      <p:nvGrpSpPr>
        <p:cNvPr id="1" name=""/>
        <p:cNvGrpSpPr/>
        <p:nvPr/>
      </p:nvGrpSpPr>
      <p:grpSpPr>
        <a:xfrm>
          <a:off x="0" y="0"/>
          <a:ext cx="0" cy="0"/>
          <a:chOff x="0" y="0"/>
          <a:chExt cx="0" cy="0"/>
        </a:xfrm>
      </p:grpSpPr>
      <p:sp>
        <p:nvSpPr>
          <p:cNvPr id="7" name="Arrow: Pentagon 6">
            <a:extLst>
              <a:ext uri="{FF2B5EF4-FFF2-40B4-BE49-F238E27FC236}">
                <a16:creationId xmlns:a16="http://schemas.microsoft.com/office/drawing/2014/main" id="{981B40DD-4CB3-499A-674B-EC5B3D14F8C2}"/>
              </a:ext>
            </a:extLst>
          </p:cNvPr>
          <p:cNvSpPr/>
          <p:nvPr userDrawn="1"/>
        </p:nvSpPr>
        <p:spPr>
          <a:xfrm>
            <a:off x="-2" y="-1"/>
            <a:ext cx="5112776" cy="6858000"/>
          </a:xfrm>
          <a:prstGeom prst="homePlate">
            <a:avLst>
              <a:gd name="adj" fmla="val 32151"/>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Arrow: Pentagon 7">
            <a:extLst>
              <a:ext uri="{FF2B5EF4-FFF2-40B4-BE49-F238E27FC236}">
                <a16:creationId xmlns:a16="http://schemas.microsoft.com/office/drawing/2014/main" id="{B77F37F6-697C-4F0B-9B07-E50867F217DA}"/>
              </a:ext>
            </a:extLst>
          </p:cNvPr>
          <p:cNvSpPr/>
          <p:nvPr userDrawn="1"/>
        </p:nvSpPr>
        <p:spPr>
          <a:xfrm>
            <a:off x="0" y="0"/>
            <a:ext cx="5014452" cy="6858000"/>
          </a:xfrm>
          <a:prstGeom prst="homePlate">
            <a:avLst>
              <a:gd name="adj" fmla="val 32151"/>
            </a:avLst>
          </a:prstGeom>
          <a:gradFill>
            <a:gsLst>
              <a:gs pos="40000">
                <a:schemeClr val="accent5"/>
              </a:gs>
              <a:gs pos="99000">
                <a:schemeClr val="accent5">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9" name="Graphic 8">
            <a:extLst>
              <a:ext uri="{FF2B5EF4-FFF2-40B4-BE49-F238E27FC236}">
                <a16:creationId xmlns:a16="http://schemas.microsoft.com/office/drawing/2014/main" id="{F8412388-ED79-C9E4-19F6-A88EF37F8AA4}"/>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18190" b="33857"/>
          <a:stretch/>
        </p:blipFill>
        <p:spPr>
          <a:xfrm rot="10800000" flipH="1">
            <a:off x="0" y="0"/>
            <a:ext cx="6959831" cy="5626984"/>
          </a:xfrm>
          <a:prstGeom prst="rect">
            <a:avLst/>
          </a:prstGeom>
        </p:spPr>
      </p:pic>
      <p:sp>
        <p:nvSpPr>
          <p:cNvPr id="4" name="Rectangle 3">
            <a:extLst>
              <a:ext uri="{FF2B5EF4-FFF2-40B4-BE49-F238E27FC236}">
                <a16:creationId xmlns:a16="http://schemas.microsoft.com/office/drawing/2014/main" id="{D983BA3F-B8C5-8046-A4E4-565E3761D642}"/>
              </a:ext>
            </a:extLst>
          </p:cNvPr>
          <p:cNvSpPr/>
          <p:nvPr userDrawn="1"/>
        </p:nvSpPr>
        <p:spPr>
          <a:xfrm>
            <a:off x="8412480" y="6126480"/>
            <a:ext cx="3127248" cy="5120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719665" y="368300"/>
            <a:ext cx="5956398" cy="900114"/>
          </a:xfrm>
        </p:spPr>
        <p:txBody>
          <a:bodyPr>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539103F3-BB36-094B-8F56-34F5177C7F92}"/>
              </a:ext>
            </a:extLst>
          </p:cNvPr>
          <p:cNvSpPr>
            <a:spLocks noGrp="1"/>
          </p:cNvSpPr>
          <p:nvPr>
            <p:ph idx="1"/>
          </p:nvPr>
        </p:nvSpPr>
        <p:spPr>
          <a:xfrm>
            <a:off x="5719653" y="1449388"/>
            <a:ext cx="5956398" cy="5040311"/>
          </a:xfrm>
        </p:spPr>
        <p:txBody>
          <a:bodyPr/>
          <a:lstStyle>
            <a:lvl1pPr>
              <a:defRPr sz="1800">
                <a:latin typeface="Poppins Light" panose="00000400000000000000" pitchFamily="2" charset="0"/>
                <a:cs typeface="Poppins Light" panose="00000400000000000000" pitchFamily="2" charset="0"/>
              </a:defRPr>
            </a:lvl1pPr>
            <a:lvl2pPr>
              <a:defRPr sz="1600"/>
            </a:lvl2pPr>
            <a:lvl3pPr>
              <a:defRPr sz="1400"/>
            </a:lvl3pPr>
            <a:lvl4pPr>
              <a:defRPr sz="11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6679775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Orange Long Side Graphic">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29">
            <a:extLst>
              <a:ext uri="{FF2B5EF4-FFF2-40B4-BE49-F238E27FC236}">
                <a16:creationId xmlns:a16="http://schemas.microsoft.com/office/drawing/2014/main" id="{01C706FE-8F3E-CE27-4809-462B78AE473B}"/>
              </a:ext>
            </a:extLst>
          </p:cNvPr>
          <p:cNvSpPr/>
          <p:nvPr userDrawn="1"/>
        </p:nvSpPr>
        <p:spPr>
          <a:xfrm rot="16200000">
            <a:off x="7645400" y="2320583"/>
            <a:ext cx="6857999" cy="2235200"/>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gradFill>
            <a:gsLst>
              <a:gs pos="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5" name="Title 1">
            <a:extLst>
              <a:ext uri="{FF2B5EF4-FFF2-40B4-BE49-F238E27FC236}">
                <a16:creationId xmlns:a16="http://schemas.microsoft.com/office/drawing/2014/main" id="{785E208D-C5D8-6524-F56F-4BD1174247AC}"/>
              </a:ext>
            </a:extLst>
          </p:cNvPr>
          <p:cNvSpPr>
            <a:spLocks noGrp="1"/>
          </p:cNvSpPr>
          <p:nvPr>
            <p:ph type="title"/>
          </p:nvPr>
        </p:nvSpPr>
        <p:spPr>
          <a:xfrm>
            <a:off x="525019" y="368300"/>
            <a:ext cx="11151044" cy="900114"/>
          </a:xfrm>
        </p:spPr>
        <p:txBody>
          <a:bodyPr>
            <a:normAutofit/>
          </a:bodyPr>
          <a:lstStyle>
            <a:lvl1pPr>
              <a:defRPr sz="2800"/>
            </a:lvl1pPr>
          </a:lstStyle>
          <a:p>
            <a:r>
              <a:rPr lang="en-US"/>
              <a:t>Click to edit Master title style</a:t>
            </a:r>
          </a:p>
        </p:txBody>
      </p:sp>
      <p:sp>
        <p:nvSpPr>
          <p:cNvPr id="2" name="Content Placeholder 2">
            <a:extLst>
              <a:ext uri="{FF2B5EF4-FFF2-40B4-BE49-F238E27FC236}">
                <a16:creationId xmlns:a16="http://schemas.microsoft.com/office/drawing/2014/main" id="{6D0DA3B5-E9B5-9E73-6E4A-E6A8D4226CBE}"/>
              </a:ext>
            </a:extLst>
          </p:cNvPr>
          <p:cNvSpPr>
            <a:spLocks noGrp="1"/>
          </p:cNvSpPr>
          <p:nvPr>
            <p:ph idx="10"/>
          </p:nvPr>
        </p:nvSpPr>
        <p:spPr>
          <a:xfrm>
            <a:off x="525018" y="1489075"/>
            <a:ext cx="11151033" cy="708026"/>
          </a:xfrm>
        </p:spPr>
        <p:txBody>
          <a:bodyPr/>
          <a:lstStyle>
            <a:lvl1pPr>
              <a:defRPr lang="en-US" sz="1800" kern="1200" dirty="0">
                <a:solidFill>
                  <a:schemeClr val="accent1"/>
                </a:solidFill>
                <a:latin typeface="Poppins" pitchFamily="2" charset="77"/>
                <a:ea typeface="Open Sans" panose="020B0606030504020204" pitchFamily="34" charset="0"/>
                <a:cs typeface="Poppins" pitchFamily="2" charset="77"/>
              </a:defRPr>
            </a:lvl1pPr>
            <a:lvl2pPr>
              <a:defRPr sz="1600"/>
            </a:lvl2pPr>
            <a:lvl3pPr>
              <a:defRPr sz="1400"/>
            </a:lvl3pPr>
            <a:lvl4pPr>
              <a:defRPr sz="1200"/>
            </a:lvl4pPr>
            <a:lvl5pPr>
              <a:defRPr sz="1100"/>
            </a:lvl5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 styles</a:t>
            </a:r>
          </a:p>
        </p:txBody>
      </p:sp>
      <p:sp>
        <p:nvSpPr>
          <p:cNvPr id="3" name="Content Placeholder 2">
            <a:extLst>
              <a:ext uri="{FF2B5EF4-FFF2-40B4-BE49-F238E27FC236}">
                <a16:creationId xmlns:a16="http://schemas.microsoft.com/office/drawing/2014/main" id="{7FB55E82-4F67-E441-5FA4-A49E2A16A71B}"/>
              </a:ext>
            </a:extLst>
          </p:cNvPr>
          <p:cNvSpPr>
            <a:spLocks noGrp="1"/>
          </p:cNvSpPr>
          <p:nvPr>
            <p:ph idx="1"/>
          </p:nvPr>
        </p:nvSpPr>
        <p:spPr>
          <a:xfrm>
            <a:off x="525018" y="2417763"/>
            <a:ext cx="11151033" cy="3532188"/>
          </a:xfrm>
        </p:spPr>
        <p:txBody>
          <a:bodyPr>
            <a:normAutofit/>
          </a:bodyPr>
          <a:lstStyle>
            <a:lvl1pPr>
              <a:defRPr lang="en-US" sz="1400" kern="1200" dirty="0">
                <a:solidFill>
                  <a:schemeClr val="tx1"/>
                </a:solidFill>
                <a:latin typeface="+mn-lt"/>
                <a:ea typeface="Open Sans" panose="020B0606030504020204" pitchFamily="34" charset="0"/>
                <a:cs typeface="Open Sans" panose="020B0606030504020204" pitchFamily="34" charset="0"/>
              </a:defRPr>
            </a:lvl1pPr>
            <a:lvl2pPr>
              <a:defRPr sz="1200"/>
            </a:lvl2pPr>
            <a:lvl3pPr>
              <a:defRPr sz="1100"/>
            </a:lvl3pPr>
            <a:lvl4pPr>
              <a:defRPr sz="1050"/>
            </a:lvl4pPr>
            <a:lvl5pPr>
              <a:defRPr sz="1000"/>
            </a:lvl5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776493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Blue Long Side Graphic">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sp>
        <p:nvSpPr>
          <p:cNvPr id="6" name="Rectangle 29">
            <a:extLst>
              <a:ext uri="{FF2B5EF4-FFF2-40B4-BE49-F238E27FC236}">
                <a16:creationId xmlns:a16="http://schemas.microsoft.com/office/drawing/2014/main" id="{A31108C3-F34C-8C45-A897-FE6DA9684A4F}"/>
              </a:ext>
            </a:extLst>
          </p:cNvPr>
          <p:cNvSpPr/>
          <p:nvPr userDrawn="1"/>
        </p:nvSpPr>
        <p:spPr>
          <a:xfrm rot="16200000">
            <a:off x="7645400" y="2320583"/>
            <a:ext cx="6857999" cy="2235200"/>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gradFill>
            <a:gsLst>
              <a:gs pos="0">
                <a:srgbClr val="00AEEF"/>
              </a:gs>
              <a:gs pos="10000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5" name="Content Placeholder 2">
            <a:extLst>
              <a:ext uri="{FF2B5EF4-FFF2-40B4-BE49-F238E27FC236}">
                <a16:creationId xmlns:a16="http://schemas.microsoft.com/office/drawing/2014/main" id="{29049417-149F-92E6-29AE-727BB8EE3AC5}"/>
              </a:ext>
            </a:extLst>
          </p:cNvPr>
          <p:cNvSpPr>
            <a:spLocks noGrp="1"/>
          </p:cNvSpPr>
          <p:nvPr>
            <p:ph idx="10"/>
          </p:nvPr>
        </p:nvSpPr>
        <p:spPr>
          <a:xfrm>
            <a:off x="525018" y="1489075"/>
            <a:ext cx="11151033" cy="708026"/>
          </a:xfrm>
        </p:spPr>
        <p:txBody>
          <a:bodyPr/>
          <a:lstStyle>
            <a:lvl1pPr>
              <a:defRPr lang="en-US" sz="1800" kern="1200" dirty="0">
                <a:solidFill>
                  <a:schemeClr val="accent3"/>
                </a:solidFill>
                <a:latin typeface="Poppins" pitchFamily="2" charset="77"/>
                <a:ea typeface="Open Sans" panose="020B0606030504020204" pitchFamily="34" charset="0"/>
                <a:cs typeface="Poppins" pitchFamily="2" charset="77"/>
              </a:defRPr>
            </a:lvl1pPr>
            <a:lvl2pPr>
              <a:defRPr sz="1600"/>
            </a:lvl2pPr>
            <a:lvl3pPr>
              <a:defRPr sz="1400"/>
            </a:lvl3pPr>
            <a:lvl4pPr>
              <a:defRPr sz="1200"/>
            </a:lvl4pPr>
            <a:lvl5pPr>
              <a:defRPr sz="1100"/>
            </a:lvl5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 styles</a:t>
            </a:r>
          </a:p>
        </p:txBody>
      </p:sp>
      <p:sp>
        <p:nvSpPr>
          <p:cNvPr id="7" name="Content Placeholder 2">
            <a:extLst>
              <a:ext uri="{FF2B5EF4-FFF2-40B4-BE49-F238E27FC236}">
                <a16:creationId xmlns:a16="http://schemas.microsoft.com/office/drawing/2014/main" id="{EA224E19-2466-3A21-E067-E2334736B2B8}"/>
              </a:ext>
            </a:extLst>
          </p:cNvPr>
          <p:cNvSpPr>
            <a:spLocks noGrp="1"/>
          </p:cNvSpPr>
          <p:nvPr>
            <p:ph idx="1"/>
          </p:nvPr>
        </p:nvSpPr>
        <p:spPr>
          <a:xfrm>
            <a:off x="525018" y="2417763"/>
            <a:ext cx="11151033" cy="3532188"/>
          </a:xfrm>
        </p:spPr>
        <p:txBody>
          <a:bodyPr>
            <a:normAutofit/>
          </a:bodyPr>
          <a:lstStyle>
            <a:lvl1pPr>
              <a:defRPr lang="en-US" sz="1400" kern="1200" dirty="0">
                <a:solidFill>
                  <a:schemeClr val="tx1"/>
                </a:solidFill>
                <a:latin typeface="+mn-lt"/>
                <a:ea typeface="Open Sans" panose="020B0606030504020204" pitchFamily="34" charset="0"/>
                <a:cs typeface="Open Sans" panose="020B0606030504020204" pitchFamily="34" charset="0"/>
              </a:defRPr>
            </a:lvl1pPr>
            <a:lvl2pPr>
              <a:defRPr sz="1200"/>
            </a:lvl2pPr>
            <a:lvl3pPr>
              <a:defRPr sz="1100"/>
            </a:lvl3pPr>
            <a:lvl4pPr>
              <a:defRPr sz="1050"/>
            </a:lvl4pPr>
            <a:lvl5pPr>
              <a:defRPr sz="1000"/>
            </a:lvl5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3201024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Pink Long Side Graphic">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93187DA-91A8-9543-9044-A3EDC175753C}"/>
              </a:ext>
            </a:extLst>
          </p:cNvPr>
          <p:cNvSpPr/>
          <p:nvPr userDrawn="1"/>
        </p:nvSpPr>
        <p:spPr>
          <a:xfrm>
            <a:off x="8241475" y="6000547"/>
            <a:ext cx="2648198" cy="51900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29">
            <a:extLst>
              <a:ext uri="{FF2B5EF4-FFF2-40B4-BE49-F238E27FC236}">
                <a16:creationId xmlns:a16="http://schemas.microsoft.com/office/drawing/2014/main" id="{01C706FE-8F3E-CE27-4809-462B78AE473B}"/>
              </a:ext>
            </a:extLst>
          </p:cNvPr>
          <p:cNvSpPr/>
          <p:nvPr userDrawn="1"/>
        </p:nvSpPr>
        <p:spPr>
          <a:xfrm rot="16200000">
            <a:off x="7645400" y="2320583"/>
            <a:ext cx="6857999" cy="2235200"/>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8" name="Rectangle 29">
            <a:extLst>
              <a:ext uri="{FF2B5EF4-FFF2-40B4-BE49-F238E27FC236}">
                <a16:creationId xmlns:a16="http://schemas.microsoft.com/office/drawing/2014/main" id="{5ABDBB91-4825-3149-B88C-7BEECA042FB7}"/>
              </a:ext>
            </a:extLst>
          </p:cNvPr>
          <p:cNvSpPr/>
          <p:nvPr userDrawn="1"/>
        </p:nvSpPr>
        <p:spPr>
          <a:xfrm rot="16200000">
            <a:off x="7731228" y="2397225"/>
            <a:ext cx="6858001" cy="2063551"/>
          </a:xfrm>
          <a:custGeom>
            <a:avLst/>
            <a:gdLst>
              <a:gd name="connsiteX0" fmla="*/ 0 w 4411579"/>
              <a:gd name="connsiteY0" fmla="*/ 0 h 9601200"/>
              <a:gd name="connsiteX1" fmla="*/ 4411579 w 4411579"/>
              <a:gd name="connsiteY1" fmla="*/ 0 h 9601200"/>
              <a:gd name="connsiteX2" fmla="*/ 4411579 w 4411579"/>
              <a:gd name="connsiteY2" fmla="*/ 9601200 h 9601200"/>
              <a:gd name="connsiteX3" fmla="*/ 0 w 4411579"/>
              <a:gd name="connsiteY3" fmla="*/ 9601200 h 9601200"/>
              <a:gd name="connsiteX4" fmla="*/ 0 w 4411579"/>
              <a:gd name="connsiteY4" fmla="*/ 0 h 9601200"/>
              <a:gd name="connsiteX0" fmla="*/ 0 w 4411579"/>
              <a:gd name="connsiteY0" fmla="*/ 0 h 9601200"/>
              <a:gd name="connsiteX1" fmla="*/ 1909010 w 4411579"/>
              <a:gd name="connsiteY1" fmla="*/ 4475747 h 9601200"/>
              <a:gd name="connsiteX2" fmla="*/ 4411579 w 4411579"/>
              <a:gd name="connsiteY2" fmla="*/ 9601200 h 9601200"/>
              <a:gd name="connsiteX3" fmla="*/ 0 w 4411579"/>
              <a:gd name="connsiteY3" fmla="*/ 9601200 h 9601200"/>
              <a:gd name="connsiteX4" fmla="*/ 0 w 4411579"/>
              <a:gd name="connsiteY4" fmla="*/ 0 h 9601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11579" h="9601200">
                <a:moveTo>
                  <a:pt x="0" y="0"/>
                </a:moveTo>
                <a:lnTo>
                  <a:pt x="1909010" y="4475747"/>
                </a:lnTo>
                <a:lnTo>
                  <a:pt x="4411579" y="9601200"/>
                </a:lnTo>
                <a:lnTo>
                  <a:pt x="0" y="9601200"/>
                </a:lnTo>
                <a:lnTo>
                  <a:pt x="0" y="0"/>
                </a:lnTo>
                <a:close/>
              </a:path>
            </a:pathLst>
          </a:custGeom>
          <a:gradFill>
            <a:gsLst>
              <a:gs pos="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endParaRPr lang="en-US" sz="3200">
              <a:solidFill>
                <a:prstClr val="white"/>
              </a:solidFill>
              <a:latin typeface="Roboto"/>
            </a:endParaRPr>
          </a:p>
        </p:txBody>
      </p:sp>
      <p:sp>
        <p:nvSpPr>
          <p:cNvPr id="9" name="Title 1">
            <a:extLst>
              <a:ext uri="{FF2B5EF4-FFF2-40B4-BE49-F238E27FC236}">
                <a16:creationId xmlns:a16="http://schemas.microsoft.com/office/drawing/2014/main" id="{6D41C234-8CDF-C44A-2B85-C29AF0F0E254}"/>
              </a:ext>
            </a:extLst>
          </p:cNvPr>
          <p:cNvSpPr>
            <a:spLocks noGrp="1"/>
          </p:cNvSpPr>
          <p:nvPr>
            <p:ph type="title"/>
          </p:nvPr>
        </p:nvSpPr>
        <p:spPr>
          <a:xfrm>
            <a:off x="525019" y="368300"/>
            <a:ext cx="11151044" cy="900114"/>
          </a:xfrm>
        </p:spPr>
        <p:txBody>
          <a:bodyPr>
            <a:normAutofit/>
          </a:bodyPr>
          <a:lstStyle>
            <a:lvl1pPr>
              <a:defRPr sz="2800"/>
            </a:lvl1pPr>
          </a:lstStyle>
          <a:p>
            <a:r>
              <a:rPr lang="en-US"/>
              <a:t>Click to edit Master title style</a:t>
            </a:r>
          </a:p>
        </p:txBody>
      </p:sp>
      <p:sp>
        <p:nvSpPr>
          <p:cNvPr id="2" name="Content Placeholder 2">
            <a:extLst>
              <a:ext uri="{FF2B5EF4-FFF2-40B4-BE49-F238E27FC236}">
                <a16:creationId xmlns:a16="http://schemas.microsoft.com/office/drawing/2014/main" id="{572FD90D-CA92-67F9-C4F4-64875ACA3247}"/>
              </a:ext>
            </a:extLst>
          </p:cNvPr>
          <p:cNvSpPr>
            <a:spLocks noGrp="1"/>
          </p:cNvSpPr>
          <p:nvPr>
            <p:ph idx="10"/>
          </p:nvPr>
        </p:nvSpPr>
        <p:spPr>
          <a:xfrm>
            <a:off x="525018" y="1489075"/>
            <a:ext cx="11151033" cy="708026"/>
          </a:xfrm>
        </p:spPr>
        <p:txBody>
          <a:bodyPr/>
          <a:lstStyle>
            <a:lvl1pPr>
              <a:defRPr lang="en-US" sz="1800" kern="1200" dirty="0">
                <a:solidFill>
                  <a:schemeClr val="accent2"/>
                </a:solidFill>
                <a:latin typeface="Poppins" pitchFamily="2" charset="77"/>
                <a:ea typeface="Open Sans" panose="020B0606030504020204" pitchFamily="34" charset="0"/>
                <a:cs typeface="Poppins" pitchFamily="2" charset="77"/>
              </a:defRPr>
            </a:lvl1pPr>
            <a:lvl2pPr>
              <a:defRPr sz="1600"/>
            </a:lvl2pPr>
            <a:lvl3pPr>
              <a:defRPr sz="1400"/>
            </a:lvl3pPr>
            <a:lvl4pPr>
              <a:defRPr sz="1200"/>
            </a:lvl4pPr>
            <a:lvl5pPr>
              <a:defRPr sz="1100"/>
            </a:lvl5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 styles</a:t>
            </a:r>
          </a:p>
        </p:txBody>
      </p:sp>
      <p:sp>
        <p:nvSpPr>
          <p:cNvPr id="3" name="Content Placeholder 2">
            <a:extLst>
              <a:ext uri="{FF2B5EF4-FFF2-40B4-BE49-F238E27FC236}">
                <a16:creationId xmlns:a16="http://schemas.microsoft.com/office/drawing/2014/main" id="{56FF4714-C7CB-771D-F435-2E5C8A82F40B}"/>
              </a:ext>
            </a:extLst>
          </p:cNvPr>
          <p:cNvSpPr>
            <a:spLocks noGrp="1"/>
          </p:cNvSpPr>
          <p:nvPr>
            <p:ph idx="1"/>
          </p:nvPr>
        </p:nvSpPr>
        <p:spPr>
          <a:xfrm>
            <a:off x="525018" y="2417763"/>
            <a:ext cx="11151033" cy="3532188"/>
          </a:xfrm>
        </p:spPr>
        <p:txBody>
          <a:bodyPr>
            <a:normAutofit/>
          </a:bodyPr>
          <a:lstStyle>
            <a:lvl1pPr>
              <a:defRPr lang="en-US" sz="1400" kern="1200" dirty="0">
                <a:solidFill>
                  <a:schemeClr val="tx1"/>
                </a:solidFill>
                <a:latin typeface="+mn-lt"/>
                <a:ea typeface="Open Sans" panose="020B0606030504020204" pitchFamily="34" charset="0"/>
                <a:cs typeface="Open Sans" panose="020B0606030504020204" pitchFamily="34" charset="0"/>
              </a:defRPr>
            </a:lvl1pPr>
            <a:lvl2pPr>
              <a:defRPr sz="1200"/>
            </a:lvl2pPr>
            <a:lvl3pPr>
              <a:defRPr sz="1100"/>
            </a:lvl3pPr>
            <a:lvl4pPr>
              <a:defRPr sz="1050"/>
            </a:lvl4pPr>
            <a:lvl5pPr>
              <a:defRPr sz="1000"/>
            </a:lvl5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829685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Orange Corner Graphic">
    <p:spTree>
      <p:nvGrpSpPr>
        <p:cNvPr id="1" name=""/>
        <p:cNvGrpSpPr/>
        <p:nvPr/>
      </p:nvGrpSpPr>
      <p:grpSpPr>
        <a:xfrm>
          <a:off x="0" y="0"/>
          <a:ext cx="0" cy="0"/>
          <a:chOff x="0" y="0"/>
          <a:chExt cx="0" cy="0"/>
        </a:xfrm>
      </p:grpSpPr>
      <p:sp>
        <p:nvSpPr>
          <p:cNvPr id="8" name="Rectangle 3">
            <a:extLst>
              <a:ext uri="{FF2B5EF4-FFF2-40B4-BE49-F238E27FC236}">
                <a16:creationId xmlns:a16="http://schemas.microsoft.com/office/drawing/2014/main" id="{6E2B82B2-7313-CACC-3F46-AF2D3AD1FAC3}"/>
              </a:ext>
            </a:extLst>
          </p:cNvPr>
          <p:cNvSpPr/>
          <p:nvPr userDrawn="1"/>
        </p:nvSpPr>
        <p:spPr>
          <a:xfrm>
            <a:off x="10261600" y="-1"/>
            <a:ext cx="1930400" cy="1984375"/>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25019" y="368300"/>
            <a:ext cx="9863581" cy="900114"/>
          </a:xfrm>
        </p:spPr>
        <p:txBody>
          <a:bodyPr>
            <a:normAutofit/>
          </a:bodyPr>
          <a:lstStyle>
            <a:lvl1pPr>
              <a:defRPr sz="2800"/>
            </a:lvl1pPr>
          </a:lstStyle>
          <a:p>
            <a:r>
              <a:rPr lang="en-US"/>
              <a:t>Click to edit Master title style</a:t>
            </a:r>
          </a:p>
        </p:txBody>
      </p:sp>
      <p:sp>
        <p:nvSpPr>
          <p:cNvPr id="7" name="Slide Number Placeholder 3">
            <a:extLst>
              <a:ext uri="{FF2B5EF4-FFF2-40B4-BE49-F238E27FC236}">
                <a16:creationId xmlns:a16="http://schemas.microsoft.com/office/drawing/2014/main" id="{6C1160CB-3EDC-5A4B-9028-588350DCACB1}"/>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Rectangle 3">
            <a:extLst>
              <a:ext uri="{FF2B5EF4-FFF2-40B4-BE49-F238E27FC236}">
                <a16:creationId xmlns:a16="http://schemas.microsoft.com/office/drawing/2014/main" id="{F8E380DB-5D7C-D077-1CD7-69080BB74ADA}"/>
              </a:ext>
            </a:extLst>
          </p:cNvPr>
          <p:cNvSpPr/>
          <p:nvPr userDrawn="1"/>
        </p:nvSpPr>
        <p:spPr>
          <a:xfrm>
            <a:off x="10388600" y="0"/>
            <a:ext cx="1803400" cy="1803400"/>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gradFill>
            <a:gsLst>
              <a:gs pos="40000">
                <a:schemeClr val="accent1"/>
              </a:gs>
              <a:gs pos="100000">
                <a:srgbClr val="EF4136"/>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 name="Content Placeholder 2">
            <a:extLst>
              <a:ext uri="{FF2B5EF4-FFF2-40B4-BE49-F238E27FC236}">
                <a16:creationId xmlns:a16="http://schemas.microsoft.com/office/drawing/2014/main" id="{7A46BE76-DCE2-F95E-B217-5A073CE32881}"/>
              </a:ext>
            </a:extLst>
          </p:cNvPr>
          <p:cNvSpPr>
            <a:spLocks noGrp="1"/>
          </p:cNvSpPr>
          <p:nvPr>
            <p:ph idx="10"/>
          </p:nvPr>
        </p:nvSpPr>
        <p:spPr>
          <a:xfrm>
            <a:off x="525018" y="1489075"/>
            <a:ext cx="11151033" cy="708026"/>
          </a:xfrm>
        </p:spPr>
        <p:txBody>
          <a:bodyPr/>
          <a:lstStyle>
            <a:lvl1pPr>
              <a:defRPr lang="en-US" sz="1800" kern="1200" dirty="0">
                <a:solidFill>
                  <a:schemeClr val="accent1"/>
                </a:solidFill>
                <a:latin typeface="Poppins" pitchFamily="2" charset="77"/>
                <a:ea typeface="Open Sans" panose="020B0606030504020204" pitchFamily="34" charset="0"/>
                <a:cs typeface="Poppins" pitchFamily="2" charset="77"/>
              </a:defRPr>
            </a:lvl1pPr>
            <a:lvl2pPr>
              <a:defRPr sz="1600"/>
            </a:lvl2pPr>
            <a:lvl3pPr>
              <a:defRPr sz="1400"/>
            </a:lvl3pPr>
            <a:lvl4pPr>
              <a:defRPr sz="1200"/>
            </a:lvl4pPr>
            <a:lvl5pPr>
              <a:defRPr sz="1100"/>
            </a:lvl5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 styles</a:t>
            </a:r>
          </a:p>
        </p:txBody>
      </p:sp>
      <p:sp>
        <p:nvSpPr>
          <p:cNvPr id="6" name="Content Placeholder 2">
            <a:extLst>
              <a:ext uri="{FF2B5EF4-FFF2-40B4-BE49-F238E27FC236}">
                <a16:creationId xmlns:a16="http://schemas.microsoft.com/office/drawing/2014/main" id="{860B162B-9DE8-B5C5-0029-E19F7D82FA5D}"/>
              </a:ext>
            </a:extLst>
          </p:cNvPr>
          <p:cNvSpPr>
            <a:spLocks noGrp="1"/>
          </p:cNvSpPr>
          <p:nvPr>
            <p:ph idx="1"/>
          </p:nvPr>
        </p:nvSpPr>
        <p:spPr>
          <a:xfrm>
            <a:off x="525018" y="2417763"/>
            <a:ext cx="11151033" cy="3532188"/>
          </a:xfrm>
        </p:spPr>
        <p:txBody>
          <a:bodyPr>
            <a:normAutofit/>
          </a:bodyPr>
          <a:lstStyle>
            <a:lvl1pPr>
              <a:defRPr lang="en-US" sz="1400" kern="1200" dirty="0">
                <a:solidFill>
                  <a:schemeClr val="tx1"/>
                </a:solidFill>
                <a:latin typeface="+mn-lt"/>
                <a:ea typeface="Open Sans" panose="020B0606030504020204" pitchFamily="34" charset="0"/>
                <a:cs typeface="Open Sans" panose="020B0606030504020204" pitchFamily="34" charset="0"/>
              </a:defRPr>
            </a:lvl1pPr>
            <a:lvl2pPr>
              <a:defRPr sz="1200"/>
            </a:lvl2pPr>
            <a:lvl3pPr>
              <a:defRPr sz="1100"/>
            </a:lvl3pPr>
            <a:lvl4pPr>
              <a:defRPr sz="1050"/>
            </a:lvl4pPr>
            <a:lvl5pPr>
              <a:defRPr sz="1000"/>
            </a:lvl5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7439847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lue Corner Graphic">
    <p:spTree>
      <p:nvGrpSpPr>
        <p:cNvPr id="1" name=""/>
        <p:cNvGrpSpPr/>
        <p:nvPr/>
      </p:nvGrpSpPr>
      <p:grpSpPr>
        <a:xfrm>
          <a:off x="0" y="0"/>
          <a:ext cx="0" cy="0"/>
          <a:chOff x="0" y="0"/>
          <a:chExt cx="0" cy="0"/>
        </a:xfrm>
      </p:grpSpPr>
      <p:sp>
        <p:nvSpPr>
          <p:cNvPr id="8" name="Rectangle 3">
            <a:extLst>
              <a:ext uri="{FF2B5EF4-FFF2-40B4-BE49-F238E27FC236}">
                <a16:creationId xmlns:a16="http://schemas.microsoft.com/office/drawing/2014/main" id="{6E2B82B2-7313-CACC-3F46-AF2D3AD1FAC3}"/>
              </a:ext>
            </a:extLst>
          </p:cNvPr>
          <p:cNvSpPr/>
          <p:nvPr userDrawn="1"/>
        </p:nvSpPr>
        <p:spPr>
          <a:xfrm>
            <a:off x="10261600" y="-1"/>
            <a:ext cx="1930400" cy="1984375"/>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25019" y="368300"/>
            <a:ext cx="9863581" cy="900114"/>
          </a:xfrm>
        </p:spPr>
        <p:txBody>
          <a:bodyPr>
            <a:normAutofit/>
          </a:bodyPr>
          <a:lstStyle>
            <a:lvl1pPr>
              <a:defRPr sz="2800"/>
            </a:lvl1pPr>
          </a:lstStyle>
          <a:p>
            <a:r>
              <a:rPr lang="en-US"/>
              <a:t>Click to edit Master title style</a:t>
            </a:r>
          </a:p>
        </p:txBody>
      </p:sp>
      <p:sp>
        <p:nvSpPr>
          <p:cNvPr id="7" name="Slide Number Placeholder 3">
            <a:extLst>
              <a:ext uri="{FF2B5EF4-FFF2-40B4-BE49-F238E27FC236}">
                <a16:creationId xmlns:a16="http://schemas.microsoft.com/office/drawing/2014/main" id="{6C1160CB-3EDC-5A4B-9028-588350DCACB1}"/>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Rectangle 3">
            <a:extLst>
              <a:ext uri="{FF2B5EF4-FFF2-40B4-BE49-F238E27FC236}">
                <a16:creationId xmlns:a16="http://schemas.microsoft.com/office/drawing/2014/main" id="{F8E380DB-5D7C-D077-1CD7-69080BB74ADA}"/>
              </a:ext>
            </a:extLst>
          </p:cNvPr>
          <p:cNvSpPr/>
          <p:nvPr userDrawn="1"/>
        </p:nvSpPr>
        <p:spPr>
          <a:xfrm>
            <a:off x="10388600" y="0"/>
            <a:ext cx="1803400" cy="1803400"/>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gradFill>
            <a:gsLst>
              <a:gs pos="40000">
                <a:schemeClr val="accent3"/>
              </a:gs>
              <a:gs pos="100000">
                <a:srgbClr val="1B75B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 name="Content Placeholder 2">
            <a:extLst>
              <a:ext uri="{FF2B5EF4-FFF2-40B4-BE49-F238E27FC236}">
                <a16:creationId xmlns:a16="http://schemas.microsoft.com/office/drawing/2014/main" id="{75B83C9C-027A-60BC-8557-ACD67417F97F}"/>
              </a:ext>
            </a:extLst>
          </p:cNvPr>
          <p:cNvSpPr>
            <a:spLocks noGrp="1"/>
          </p:cNvSpPr>
          <p:nvPr>
            <p:ph idx="10"/>
          </p:nvPr>
        </p:nvSpPr>
        <p:spPr>
          <a:xfrm>
            <a:off x="525018" y="1489075"/>
            <a:ext cx="11151033" cy="708026"/>
          </a:xfrm>
        </p:spPr>
        <p:txBody>
          <a:bodyPr/>
          <a:lstStyle>
            <a:lvl1pPr>
              <a:defRPr lang="en-US" sz="1800" kern="1200" dirty="0">
                <a:solidFill>
                  <a:schemeClr val="accent3"/>
                </a:solidFill>
                <a:latin typeface="Poppins" pitchFamily="2" charset="77"/>
                <a:ea typeface="Open Sans" panose="020B0606030504020204" pitchFamily="34" charset="0"/>
                <a:cs typeface="Poppins" pitchFamily="2" charset="77"/>
              </a:defRPr>
            </a:lvl1pPr>
            <a:lvl2pPr>
              <a:defRPr sz="1600"/>
            </a:lvl2pPr>
            <a:lvl3pPr>
              <a:defRPr sz="1400"/>
            </a:lvl3pPr>
            <a:lvl4pPr>
              <a:defRPr sz="1200"/>
            </a:lvl4pPr>
            <a:lvl5pPr>
              <a:defRPr sz="1100"/>
            </a:lvl5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 styles</a:t>
            </a:r>
          </a:p>
        </p:txBody>
      </p:sp>
      <p:sp>
        <p:nvSpPr>
          <p:cNvPr id="6" name="Content Placeholder 2">
            <a:extLst>
              <a:ext uri="{FF2B5EF4-FFF2-40B4-BE49-F238E27FC236}">
                <a16:creationId xmlns:a16="http://schemas.microsoft.com/office/drawing/2014/main" id="{1EBA31E1-74A9-A507-53C1-5304675B62C8}"/>
              </a:ext>
            </a:extLst>
          </p:cNvPr>
          <p:cNvSpPr>
            <a:spLocks noGrp="1"/>
          </p:cNvSpPr>
          <p:nvPr>
            <p:ph idx="1"/>
          </p:nvPr>
        </p:nvSpPr>
        <p:spPr>
          <a:xfrm>
            <a:off x="525018" y="2417763"/>
            <a:ext cx="11151033" cy="3532188"/>
          </a:xfrm>
        </p:spPr>
        <p:txBody>
          <a:bodyPr>
            <a:normAutofit/>
          </a:bodyPr>
          <a:lstStyle>
            <a:lvl1pPr>
              <a:defRPr lang="en-US" sz="1400" kern="1200" dirty="0">
                <a:solidFill>
                  <a:schemeClr val="tx1"/>
                </a:solidFill>
                <a:latin typeface="+mn-lt"/>
                <a:ea typeface="Open Sans" panose="020B0606030504020204" pitchFamily="34" charset="0"/>
                <a:cs typeface="Open Sans" panose="020B0606030504020204" pitchFamily="34" charset="0"/>
              </a:defRPr>
            </a:lvl1pPr>
            <a:lvl2pPr>
              <a:defRPr sz="1200"/>
            </a:lvl2pPr>
            <a:lvl3pPr>
              <a:defRPr sz="1100"/>
            </a:lvl3pPr>
            <a:lvl4pPr>
              <a:defRPr sz="1050"/>
            </a:lvl4pPr>
            <a:lvl5pPr>
              <a:defRPr sz="1000"/>
            </a:lvl5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0814875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Pink Corner Graphic">
    <p:spTree>
      <p:nvGrpSpPr>
        <p:cNvPr id="1" name=""/>
        <p:cNvGrpSpPr/>
        <p:nvPr/>
      </p:nvGrpSpPr>
      <p:grpSpPr>
        <a:xfrm>
          <a:off x="0" y="0"/>
          <a:ext cx="0" cy="0"/>
          <a:chOff x="0" y="0"/>
          <a:chExt cx="0" cy="0"/>
        </a:xfrm>
      </p:grpSpPr>
      <p:sp>
        <p:nvSpPr>
          <p:cNvPr id="8" name="Rectangle 3">
            <a:extLst>
              <a:ext uri="{FF2B5EF4-FFF2-40B4-BE49-F238E27FC236}">
                <a16:creationId xmlns:a16="http://schemas.microsoft.com/office/drawing/2014/main" id="{6E2B82B2-7313-CACC-3F46-AF2D3AD1FAC3}"/>
              </a:ext>
            </a:extLst>
          </p:cNvPr>
          <p:cNvSpPr/>
          <p:nvPr userDrawn="1"/>
        </p:nvSpPr>
        <p:spPr>
          <a:xfrm>
            <a:off x="10261600" y="-1"/>
            <a:ext cx="1930400" cy="1984375"/>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a:xfrm>
            <a:off x="525019" y="368300"/>
            <a:ext cx="9863581" cy="900114"/>
          </a:xfrm>
        </p:spPr>
        <p:txBody>
          <a:bodyPr>
            <a:normAutofit/>
          </a:bodyPr>
          <a:lstStyle>
            <a:lvl1pPr>
              <a:defRPr sz="2800"/>
            </a:lvl1pPr>
          </a:lstStyle>
          <a:p>
            <a:r>
              <a:rPr lang="en-US"/>
              <a:t>Click to edit Master title style</a:t>
            </a:r>
          </a:p>
        </p:txBody>
      </p:sp>
      <p:sp>
        <p:nvSpPr>
          <p:cNvPr id="7" name="Slide Number Placeholder 3">
            <a:extLst>
              <a:ext uri="{FF2B5EF4-FFF2-40B4-BE49-F238E27FC236}">
                <a16:creationId xmlns:a16="http://schemas.microsoft.com/office/drawing/2014/main" id="{6C1160CB-3EDC-5A4B-9028-588350DCACB1}"/>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
        <p:nvSpPr>
          <p:cNvPr id="4" name="Rectangle 3">
            <a:extLst>
              <a:ext uri="{FF2B5EF4-FFF2-40B4-BE49-F238E27FC236}">
                <a16:creationId xmlns:a16="http://schemas.microsoft.com/office/drawing/2014/main" id="{F8E380DB-5D7C-D077-1CD7-69080BB74ADA}"/>
              </a:ext>
            </a:extLst>
          </p:cNvPr>
          <p:cNvSpPr/>
          <p:nvPr userDrawn="1"/>
        </p:nvSpPr>
        <p:spPr>
          <a:xfrm>
            <a:off x="10388600" y="0"/>
            <a:ext cx="1803400" cy="1803400"/>
          </a:xfrm>
          <a:custGeom>
            <a:avLst/>
            <a:gdLst>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1803400 h 1803400"/>
              <a:gd name="connsiteX4" fmla="*/ 0 w 1803400"/>
              <a:gd name="connsiteY4" fmla="*/ 0 h 1803400"/>
              <a:gd name="connsiteX0" fmla="*/ 0 w 1803400"/>
              <a:gd name="connsiteY0" fmla="*/ 0 h 1803400"/>
              <a:gd name="connsiteX1" fmla="*/ 1803400 w 1803400"/>
              <a:gd name="connsiteY1" fmla="*/ 0 h 1803400"/>
              <a:gd name="connsiteX2" fmla="*/ 1803400 w 1803400"/>
              <a:gd name="connsiteY2" fmla="*/ 1803400 h 1803400"/>
              <a:gd name="connsiteX3" fmla="*/ 0 w 1803400"/>
              <a:gd name="connsiteY3" fmla="*/ 0 h 1803400"/>
            </a:gdLst>
            <a:ahLst/>
            <a:cxnLst>
              <a:cxn ang="0">
                <a:pos x="connsiteX0" y="connsiteY0"/>
              </a:cxn>
              <a:cxn ang="0">
                <a:pos x="connsiteX1" y="connsiteY1"/>
              </a:cxn>
              <a:cxn ang="0">
                <a:pos x="connsiteX2" y="connsiteY2"/>
              </a:cxn>
              <a:cxn ang="0">
                <a:pos x="connsiteX3" y="connsiteY3"/>
              </a:cxn>
            </a:cxnLst>
            <a:rect l="l" t="t" r="r" b="b"/>
            <a:pathLst>
              <a:path w="1803400" h="1803400">
                <a:moveTo>
                  <a:pt x="0" y="0"/>
                </a:moveTo>
                <a:lnTo>
                  <a:pt x="1803400" y="0"/>
                </a:lnTo>
                <a:lnTo>
                  <a:pt x="1803400" y="1803400"/>
                </a:lnTo>
                <a:lnTo>
                  <a:pt x="0" y="0"/>
                </a:lnTo>
                <a:close/>
              </a:path>
            </a:pathLst>
          </a:custGeom>
          <a:gradFill>
            <a:gsLst>
              <a:gs pos="40000">
                <a:schemeClr val="accent2"/>
              </a:gs>
              <a:gs pos="100000">
                <a:schemeClr val="accent2">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 name="Content Placeholder 2">
            <a:extLst>
              <a:ext uri="{FF2B5EF4-FFF2-40B4-BE49-F238E27FC236}">
                <a16:creationId xmlns:a16="http://schemas.microsoft.com/office/drawing/2014/main" id="{6C7488F1-4877-7037-BCA4-AD749C49BC09}"/>
              </a:ext>
            </a:extLst>
          </p:cNvPr>
          <p:cNvSpPr>
            <a:spLocks noGrp="1"/>
          </p:cNvSpPr>
          <p:nvPr>
            <p:ph idx="10"/>
          </p:nvPr>
        </p:nvSpPr>
        <p:spPr>
          <a:xfrm>
            <a:off x="525018" y="1489075"/>
            <a:ext cx="11151033" cy="708026"/>
          </a:xfrm>
        </p:spPr>
        <p:txBody>
          <a:bodyPr/>
          <a:lstStyle>
            <a:lvl1pPr>
              <a:defRPr lang="en-US" sz="1800" kern="1200" dirty="0">
                <a:solidFill>
                  <a:schemeClr val="accent2"/>
                </a:solidFill>
                <a:latin typeface="Poppins" pitchFamily="2" charset="77"/>
                <a:ea typeface="Open Sans" panose="020B0606030504020204" pitchFamily="34" charset="0"/>
                <a:cs typeface="Poppins" pitchFamily="2" charset="77"/>
              </a:defRPr>
            </a:lvl1pPr>
            <a:lvl2pPr>
              <a:defRPr sz="1600"/>
            </a:lvl2pPr>
            <a:lvl3pPr>
              <a:defRPr sz="1400"/>
            </a:lvl3pPr>
            <a:lvl4pPr>
              <a:defRPr sz="1200"/>
            </a:lvl4pPr>
            <a:lvl5pPr>
              <a:defRPr sz="1100"/>
            </a:lvl5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 styles</a:t>
            </a:r>
          </a:p>
        </p:txBody>
      </p:sp>
      <p:sp>
        <p:nvSpPr>
          <p:cNvPr id="6" name="Content Placeholder 2">
            <a:extLst>
              <a:ext uri="{FF2B5EF4-FFF2-40B4-BE49-F238E27FC236}">
                <a16:creationId xmlns:a16="http://schemas.microsoft.com/office/drawing/2014/main" id="{97CF355D-4967-5A79-DFCE-2773ADFFC906}"/>
              </a:ext>
            </a:extLst>
          </p:cNvPr>
          <p:cNvSpPr>
            <a:spLocks noGrp="1"/>
          </p:cNvSpPr>
          <p:nvPr>
            <p:ph idx="1"/>
          </p:nvPr>
        </p:nvSpPr>
        <p:spPr>
          <a:xfrm>
            <a:off x="525018" y="2417763"/>
            <a:ext cx="11151033" cy="3532188"/>
          </a:xfrm>
        </p:spPr>
        <p:txBody>
          <a:bodyPr>
            <a:normAutofit/>
          </a:bodyPr>
          <a:lstStyle>
            <a:lvl1pPr>
              <a:defRPr lang="en-US" sz="1400" kern="1200" dirty="0">
                <a:solidFill>
                  <a:schemeClr val="tx1"/>
                </a:solidFill>
                <a:latin typeface="+mn-lt"/>
                <a:ea typeface="Open Sans" panose="020B0606030504020204" pitchFamily="34" charset="0"/>
                <a:cs typeface="Open Sans" panose="020B0606030504020204" pitchFamily="34" charset="0"/>
              </a:defRPr>
            </a:lvl1pPr>
            <a:lvl2pPr>
              <a:defRPr sz="1200"/>
            </a:lvl2pPr>
            <a:lvl3pPr>
              <a:defRPr sz="1100"/>
            </a:lvl3pPr>
            <a:lvl4pPr>
              <a:defRPr sz="1050"/>
            </a:lvl4pPr>
            <a:lvl5pPr>
              <a:defRPr sz="1000"/>
            </a:lvl5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8893151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Orange Pris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grpSp>
        <p:nvGrpSpPr>
          <p:cNvPr id="15" name="Group 14">
            <a:extLst>
              <a:ext uri="{FF2B5EF4-FFF2-40B4-BE49-F238E27FC236}">
                <a16:creationId xmlns:a16="http://schemas.microsoft.com/office/drawing/2014/main" id="{83460EAF-4649-FF95-874E-A0109DF57C9B}"/>
              </a:ext>
            </a:extLst>
          </p:cNvPr>
          <p:cNvGrpSpPr/>
          <p:nvPr userDrawn="1"/>
        </p:nvGrpSpPr>
        <p:grpSpPr>
          <a:xfrm>
            <a:off x="-14763" y="4808928"/>
            <a:ext cx="7482363" cy="2067930"/>
            <a:chOff x="-14763" y="3909367"/>
            <a:chExt cx="10737232" cy="2967491"/>
          </a:xfrm>
        </p:grpSpPr>
        <p:sp>
          <p:nvSpPr>
            <p:cNvPr id="16" name="Rectangle 1">
              <a:extLst>
                <a:ext uri="{FF2B5EF4-FFF2-40B4-BE49-F238E27FC236}">
                  <a16:creationId xmlns:a16="http://schemas.microsoft.com/office/drawing/2014/main" id="{F10C9F18-66F6-E79A-6E06-65FA6FBC8669}"/>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1"/>
                </a:gs>
                <a:gs pos="100000">
                  <a:srgbClr val="EF4136"/>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 name="Rectangle 1">
              <a:extLst>
                <a:ext uri="{FF2B5EF4-FFF2-40B4-BE49-F238E27FC236}">
                  <a16:creationId xmlns:a16="http://schemas.microsoft.com/office/drawing/2014/main" id="{03C9B154-C639-CDB7-2E12-E66ED22D2081}"/>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 name="Rectangle 1">
              <a:extLst>
                <a:ext uri="{FF2B5EF4-FFF2-40B4-BE49-F238E27FC236}">
                  <a16:creationId xmlns:a16="http://schemas.microsoft.com/office/drawing/2014/main" id="{000905DE-A103-D404-B98D-ABB24F02A543}"/>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1"/>
                </a:gs>
                <a:gs pos="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 name="Rectangle 1">
              <a:extLst>
                <a:ext uri="{FF2B5EF4-FFF2-40B4-BE49-F238E27FC236}">
                  <a16:creationId xmlns:a16="http://schemas.microsoft.com/office/drawing/2014/main" id="{04B3BAE2-1CF0-CD26-7ADD-CD6A1BB9F72B}"/>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1"/>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Rectangle 1">
              <a:extLst>
                <a:ext uri="{FF2B5EF4-FFF2-40B4-BE49-F238E27FC236}">
                  <a16:creationId xmlns:a16="http://schemas.microsoft.com/office/drawing/2014/main" id="{686DEDC8-C71C-E1F8-0601-D93F92F46FB7}"/>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1"/>
                </a:gs>
                <a:gs pos="100000">
                  <a:schemeClr val="accent1">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 name="Content Placeholder 2">
            <a:extLst>
              <a:ext uri="{FF2B5EF4-FFF2-40B4-BE49-F238E27FC236}">
                <a16:creationId xmlns:a16="http://schemas.microsoft.com/office/drawing/2014/main" id="{F443B213-CFD2-A09E-12D6-B0ED72AC3E18}"/>
              </a:ext>
            </a:extLst>
          </p:cNvPr>
          <p:cNvSpPr>
            <a:spLocks noGrp="1"/>
          </p:cNvSpPr>
          <p:nvPr>
            <p:ph idx="10"/>
          </p:nvPr>
        </p:nvSpPr>
        <p:spPr>
          <a:xfrm>
            <a:off x="525018" y="1489075"/>
            <a:ext cx="11151033" cy="708026"/>
          </a:xfrm>
        </p:spPr>
        <p:txBody>
          <a:bodyPr/>
          <a:lstStyle>
            <a:lvl1pPr>
              <a:defRPr lang="en-US" sz="1800" kern="1200" dirty="0">
                <a:solidFill>
                  <a:schemeClr val="accent1"/>
                </a:solidFill>
                <a:latin typeface="Poppins" pitchFamily="2" charset="77"/>
                <a:ea typeface="Open Sans" panose="020B0606030504020204" pitchFamily="34" charset="0"/>
                <a:cs typeface="Poppins" pitchFamily="2" charset="77"/>
              </a:defRPr>
            </a:lvl1pPr>
            <a:lvl2pPr>
              <a:defRPr sz="1600"/>
            </a:lvl2pPr>
            <a:lvl3pPr>
              <a:defRPr sz="1400"/>
            </a:lvl3pPr>
            <a:lvl4pPr>
              <a:defRPr sz="1200"/>
            </a:lvl4pPr>
            <a:lvl5pPr>
              <a:defRPr sz="1100"/>
            </a:lvl5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 styles</a:t>
            </a:r>
          </a:p>
        </p:txBody>
      </p:sp>
      <p:sp>
        <p:nvSpPr>
          <p:cNvPr id="4" name="Content Placeholder 2">
            <a:extLst>
              <a:ext uri="{FF2B5EF4-FFF2-40B4-BE49-F238E27FC236}">
                <a16:creationId xmlns:a16="http://schemas.microsoft.com/office/drawing/2014/main" id="{1548AAB4-64C1-C6D1-A1EB-C4DC25877458}"/>
              </a:ext>
            </a:extLst>
          </p:cNvPr>
          <p:cNvSpPr>
            <a:spLocks noGrp="1"/>
          </p:cNvSpPr>
          <p:nvPr>
            <p:ph idx="1"/>
          </p:nvPr>
        </p:nvSpPr>
        <p:spPr>
          <a:xfrm>
            <a:off x="525018" y="2417763"/>
            <a:ext cx="11151033" cy="3532188"/>
          </a:xfrm>
        </p:spPr>
        <p:txBody>
          <a:bodyPr>
            <a:normAutofit/>
          </a:bodyPr>
          <a:lstStyle>
            <a:lvl1pPr>
              <a:defRPr lang="en-US" sz="1400" kern="1200" dirty="0">
                <a:solidFill>
                  <a:schemeClr val="tx1"/>
                </a:solidFill>
                <a:latin typeface="+mn-lt"/>
                <a:ea typeface="Open Sans" panose="020B0606030504020204" pitchFamily="34" charset="0"/>
                <a:cs typeface="Open Sans" panose="020B0606030504020204" pitchFamily="34" charset="0"/>
              </a:defRPr>
            </a:lvl1pPr>
            <a:lvl2pPr>
              <a:defRPr sz="1200"/>
            </a:lvl2pPr>
            <a:lvl3pPr>
              <a:defRPr sz="1100"/>
            </a:lvl3pPr>
            <a:lvl4pPr>
              <a:defRPr sz="1050"/>
            </a:lvl4pPr>
            <a:lvl5pPr>
              <a:defRPr sz="1000"/>
            </a:lvl5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3">
            <a:extLst>
              <a:ext uri="{FF2B5EF4-FFF2-40B4-BE49-F238E27FC236}">
                <a16:creationId xmlns:a16="http://schemas.microsoft.com/office/drawing/2014/main" id="{EC48DEC7-E5D0-3C40-AE90-EF3B7AC0BF4A}"/>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17745773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Blue Pris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grpSp>
        <p:nvGrpSpPr>
          <p:cNvPr id="15" name="Group 14">
            <a:extLst>
              <a:ext uri="{FF2B5EF4-FFF2-40B4-BE49-F238E27FC236}">
                <a16:creationId xmlns:a16="http://schemas.microsoft.com/office/drawing/2014/main" id="{83460EAF-4649-FF95-874E-A0109DF57C9B}"/>
              </a:ext>
            </a:extLst>
          </p:cNvPr>
          <p:cNvGrpSpPr/>
          <p:nvPr userDrawn="1"/>
        </p:nvGrpSpPr>
        <p:grpSpPr>
          <a:xfrm>
            <a:off x="-14763" y="4808928"/>
            <a:ext cx="7482363" cy="2067930"/>
            <a:chOff x="-14763" y="3909367"/>
            <a:chExt cx="10737232" cy="2967491"/>
          </a:xfrm>
        </p:grpSpPr>
        <p:sp>
          <p:nvSpPr>
            <p:cNvPr id="16" name="Rectangle 1">
              <a:extLst>
                <a:ext uri="{FF2B5EF4-FFF2-40B4-BE49-F238E27FC236}">
                  <a16:creationId xmlns:a16="http://schemas.microsoft.com/office/drawing/2014/main" id="{F10C9F18-66F6-E79A-6E06-65FA6FBC8669}"/>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3"/>
                </a:gs>
                <a:gs pos="100000">
                  <a:schemeClr val="accent3">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 name="Rectangle 1">
              <a:extLst>
                <a:ext uri="{FF2B5EF4-FFF2-40B4-BE49-F238E27FC236}">
                  <a16:creationId xmlns:a16="http://schemas.microsoft.com/office/drawing/2014/main" id="{03C9B154-C639-CDB7-2E12-E66ED22D2081}"/>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0">
                  <a:schemeClr val="accent3"/>
                </a:gs>
                <a:gs pos="10000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 name="Rectangle 1">
              <a:extLst>
                <a:ext uri="{FF2B5EF4-FFF2-40B4-BE49-F238E27FC236}">
                  <a16:creationId xmlns:a16="http://schemas.microsoft.com/office/drawing/2014/main" id="{000905DE-A103-D404-B98D-ABB24F02A543}"/>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100000">
                  <a:schemeClr val="accent3"/>
                </a:gs>
                <a:gs pos="0">
                  <a:srgbClr val="1B75BC"/>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 name="Rectangle 1">
              <a:extLst>
                <a:ext uri="{FF2B5EF4-FFF2-40B4-BE49-F238E27FC236}">
                  <a16:creationId xmlns:a16="http://schemas.microsoft.com/office/drawing/2014/main" id="{04B3BAE2-1CF0-CD26-7ADD-CD6A1BB9F72B}"/>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0">
                  <a:schemeClr val="accent3"/>
                </a:gs>
                <a:gs pos="100000">
                  <a:schemeClr val="accent3">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Rectangle 1">
              <a:extLst>
                <a:ext uri="{FF2B5EF4-FFF2-40B4-BE49-F238E27FC236}">
                  <a16:creationId xmlns:a16="http://schemas.microsoft.com/office/drawing/2014/main" id="{686DEDC8-C71C-E1F8-0601-D93F92F46FB7}"/>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3"/>
                </a:gs>
                <a:gs pos="100000">
                  <a:srgbClr val="1B75BC"/>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 name="Content Placeholder 2">
            <a:extLst>
              <a:ext uri="{FF2B5EF4-FFF2-40B4-BE49-F238E27FC236}">
                <a16:creationId xmlns:a16="http://schemas.microsoft.com/office/drawing/2014/main" id="{DB861266-E30E-B346-AA28-DA2F7843A097}"/>
              </a:ext>
            </a:extLst>
          </p:cNvPr>
          <p:cNvSpPr>
            <a:spLocks noGrp="1"/>
          </p:cNvSpPr>
          <p:nvPr>
            <p:ph idx="10"/>
          </p:nvPr>
        </p:nvSpPr>
        <p:spPr>
          <a:xfrm>
            <a:off x="525018" y="1489075"/>
            <a:ext cx="11151033" cy="708026"/>
          </a:xfrm>
        </p:spPr>
        <p:txBody>
          <a:bodyPr/>
          <a:lstStyle>
            <a:lvl1pPr>
              <a:defRPr lang="en-US" sz="1800" kern="1200" dirty="0">
                <a:solidFill>
                  <a:schemeClr val="accent3"/>
                </a:solidFill>
                <a:latin typeface="Poppins" pitchFamily="2" charset="77"/>
                <a:ea typeface="Open Sans" panose="020B0606030504020204" pitchFamily="34" charset="0"/>
                <a:cs typeface="Poppins" pitchFamily="2" charset="77"/>
              </a:defRPr>
            </a:lvl1pPr>
            <a:lvl2pPr>
              <a:defRPr sz="1600"/>
            </a:lvl2pPr>
            <a:lvl3pPr>
              <a:defRPr sz="1400"/>
            </a:lvl3pPr>
            <a:lvl4pPr>
              <a:defRPr sz="1200"/>
            </a:lvl4pPr>
            <a:lvl5pPr>
              <a:defRPr sz="1100"/>
            </a:lvl5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 styles</a:t>
            </a:r>
          </a:p>
        </p:txBody>
      </p:sp>
      <p:sp>
        <p:nvSpPr>
          <p:cNvPr id="4" name="Content Placeholder 2">
            <a:extLst>
              <a:ext uri="{FF2B5EF4-FFF2-40B4-BE49-F238E27FC236}">
                <a16:creationId xmlns:a16="http://schemas.microsoft.com/office/drawing/2014/main" id="{7825B473-433E-D951-6E94-A3B1AFFA06A4}"/>
              </a:ext>
            </a:extLst>
          </p:cNvPr>
          <p:cNvSpPr>
            <a:spLocks noGrp="1"/>
          </p:cNvSpPr>
          <p:nvPr>
            <p:ph idx="1"/>
          </p:nvPr>
        </p:nvSpPr>
        <p:spPr>
          <a:xfrm>
            <a:off x="525018" y="2417763"/>
            <a:ext cx="11151033" cy="3532188"/>
          </a:xfrm>
        </p:spPr>
        <p:txBody>
          <a:bodyPr>
            <a:normAutofit/>
          </a:bodyPr>
          <a:lstStyle>
            <a:lvl1pPr>
              <a:defRPr lang="en-US" sz="1400" kern="1200" dirty="0">
                <a:solidFill>
                  <a:schemeClr val="tx1"/>
                </a:solidFill>
                <a:latin typeface="+mn-lt"/>
                <a:ea typeface="Open Sans" panose="020B0606030504020204" pitchFamily="34" charset="0"/>
                <a:cs typeface="Open Sans" panose="020B0606030504020204" pitchFamily="34" charset="0"/>
              </a:defRPr>
            </a:lvl1pPr>
            <a:lvl2pPr>
              <a:defRPr sz="1200"/>
            </a:lvl2pPr>
            <a:lvl3pPr>
              <a:defRPr sz="1100"/>
            </a:lvl3pPr>
            <a:lvl4pPr>
              <a:defRPr sz="1050"/>
            </a:lvl4pPr>
            <a:lvl5pPr>
              <a:defRPr sz="1000"/>
            </a:lvl5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3">
            <a:extLst>
              <a:ext uri="{FF2B5EF4-FFF2-40B4-BE49-F238E27FC236}">
                <a16:creationId xmlns:a16="http://schemas.microsoft.com/office/drawing/2014/main" id="{147D8B8C-6F8D-77E4-897B-38CA0C77B099}"/>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124842253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Pink Pris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91179-6902-E446-8B91-02FCFB894D9F}"/>
              </a:ext>
            </a:extLst>
          </p:cNvPr>
          <p:cNvSpPr>
            <a:spLocks noGrp="1"/>
          </p:cNvSpPr>
          <p:nvPr>
            <p:ph type="title"/>
          </p:nvPr>
        </p:nvSpPr>
        <p:spPr/>
        <p:txBody>
          <a:bodyPr>
            <a:normAutofit/>
          </a:bodyPr>
          <a:lstStyle>
            <a:lvl1pPr>
              <a:defRPr sz="2800"/>
            </a:lvl1pPr>
          </a:lstStyle>
          <a:p>
            <a:r>
              <a:rPr lang="en-US"/>
              <a:t>Click to edit Master title style</a:t>
            </a:r>
          </a:p>
        </p:txBody>
      </p:sp>
      <p:grpSp>
        <p:nvGrpSpPr>
          <p:cNvPr id="15" name="Group 14">
            <a:extLst>
              <a:ext uri="{FF2B5EF4-FFF2-40B4-BE49-F238E27FC236}">
                <a16:creationId xmlns:a16="http://schemas.microsoft.com/office/drawing/2014/main" id="{83460EAF-4649-FF95-874E-A0109DF57C9B}"/>
              </a:ext>
            </a:extLst>
          </p:cNvPr>
          <p:cNvGrpSpPr/>
          <p:nvPr userDrawn="1"/>
        </p:nvGrpSpPr>
        <p:grpSpPr>
          <a:xfrm>
            <a:off x="-14763" y="4808928"/>
            <a:ext cx="7482363" cy="2067930"/>
            <a:chOff x="-14763" y="3909367"/>
            <a:chExt cx="10737232" cy="2967491"/>
          </a:xfrm>
        </p:grpSpPr>
        <p:sp>
          <p:nvSpPr>
            <p:cNvPr id="16" name="Rectangle 1">
              <a:extLst>
                <a:ext uri="{FF2B5EF4-FFF2-40B4-BE49-F238E27FC236}">
                  <a16:creationId xmlns:a16="http://schemas.microsoft.com/office/drawing/2014/main" id="{F10C9F18-66F6-E79A-6E06-65FA6FBC8669}"/>
                </a:ext>
              </a:extLst>
            </p:cNvPr>
            <p:cNvSpPr/>
            <p:nvPr userDrawn="1"/>
          </p:nvSpPr>
          <p:spPr>
            <a:xfrm>
              <a:off x="-14763" y="3909367"/>
              <a:ext cx="3570795" cy="1243814"/>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3570795"/>
                <a:gd name="connsiteY0" fmla="*/ 257273 h 1243814"/>
                <a:gd name="connsiteX1" fmla="*/ 3570795 w 3570795"/>
                <a:gd name="connsiteY1" fmla="*/ 0 h 1243814"/>
                <a:gd name="connsiteX2" fmla="*/ 0 w 3570795"/>
                <a:gd name="connsiteY2" fmla="*/ 1243814 h 1243814"/>
                <a:gd name="connsiteX3" fmla="*/ 0 w 3570795"/>
                <a:gd name="connsiteY3" fmla="*/ 257273 h 1243814"/>
              </a:gdLst>
              <a:ahLst/>
              <a:cxnLst>
                <a:cxn ang="0">
                  <a:pos x="connsiteX0" y="connsiteY0"/>
                </a:cxn>
                <a:cxn ang="0">
                  <a:pos x="connsiteX1" y="connsiteY1"/>
                </a:cxn>
                <a:cxn ang="0">
                  <a:pos x="connsiteX2" y="connsiteY2"/>
                </a:cxn>
                <a:cxn ang="0">
                  <a:pos x="connsiteX3" y="connsiteY3"/>
                </a:cxn>
              </a:cxnLst>
              <a:rect l="l" t="t" r="r" b="b"/>
              <a:pathLst>
                <a:path w="3570795" h="1243814">
                  <a:moveTo>
                    <a:pt x="0" y="257273"/>
                  </a:moveTo>
                  <a:lnTo>
                    <a:pt x="3570795" y="0"/>
                  </a:lnTo>
                  <a:lnTo>
                    <a:pt x="0" y="1243814"/>
                  </a:lnTo>
                  <a:lnTo>
                    <a:pt x="0" y="257273"/>
                  </a:lnTo>
                  <a:close/>
                </a:path>
              </a:pathLst>
            </a:custGeom>
            <a:gradFill>
              <a:gsLst>
                <a:gs pos="4500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7" name="Rectangle 1">
              <a:extLst>
                <a:ext uri="{FF2B5EF4-FFF2-40B4-BE49-F238E27FC236}">
                  <a16:creationId xmlns:a16="http://schemas.microsoft.com/office/drawing/2014/main" id="{03C9B154-C639-CDB7-2E12-E66ED22D2081}"/>
                </a:ext>
              </a:extLst>
            </p:cNvPr>
            <p:cNvSpPr/>
            <p:nvPr userDrawn="1"/>
          </p:nvSpPr>
          <p:spPr>
            <a:xfrm>
              <a:off x="0" y="3928225"/>
              <a:ext cx="3638746" cy="292469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606800"/>
                <a:gd name="connsiteY0" fmla="*/ 1244600 h 2146300"/>
                <a:gd name="connsiteX1" fmla="*/ 3606800 w 3606800"/>
                <a:gd name="connsiteY1" fmla="*/ 0 h 2146300"/>
                <a:gd name="connsiteX2" fmla="*/ 0 w 3606800"/>
                <a:gd name="connsiteY2" fmla="*/ 2146300 h 2146300"/>
                <a:gd name="connsiteX3" fmla="*/ 0 w 3606800"/>
                <a:gd name="connsiteY3" fmla="*/ 1244600 h 2146300"/>
                <a:gd name="connsiteX0" fmla="*/ 0 w 3606800"/>
                <a:gd name="connsiteY0" fmla="*/ 1244600 h 2857500"/>
                <a:gd name="connsiteX1" fmla="*/ 3606800 w 3606800"/>
                <a:gd name="connsiteY1" fmla="*/ 0 h 2857500"/>
                <a:gd name="connsiteX2" fmla="*/ 1727200 w 3606800"/>
                <a:gd name="connsiteY2" fmla="*/ 2857500 h 2857500"/>
                <a:gd name="connsiteX3" fmla="*/ 0 w 3606800"/>
                <a:gd name="connsiteY3" fmla="*/ 1244600 h 2857500"/>
                <a:gd name="connsiteX0" fmla="*/ 0 w 3606800"/>
                <a:gd name="connsiteY0" fmla="*/ 1244600 h 2902271"/>
                <a:gd name="connsiteX1" fmla="*/ 3606800 w 3606800"/>
                <a:gd name="connsiteY1" fmla="*/ 0 h 2902271"/>
                <a:gd name="connsiteX2" fmla="*/ 1727200 w 3606800"/>
                <a:gd name="connsiteY2" fmla="*/ 2857500 h 2902271"/>
                <a:gd name="connsiteX3" fmla="*/ 12700 w 3606800"/>
                <a:gd name="connsiteY3" fmla="*/ 2819400 h 2902271"/>
                <a:gd name="connsiteX4" fmla="*/ 0 w 3606800"/>
                <a:gd name="connsiteY4" fmla="*/ 1244600 h 2902271"/>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66612"/>
                <a:gd name="connsiteX1" fmla="*/ 3606800 w 3606800"/>
                <a:gd name="connsiteY1" fmla="*/ 0 h 2866612"/>
                <a:gd name="connsiteX2" fmla="*/ 1727200 w 3606800"/>
                <a:gd name="connsiteY2" fmla="*/ 2857500 h 2866612"/>
                <a:gd name="connsiteX3" fmla="*/ 12700 w 3606800"/>
                <a:gd name="connsiteY3" fmla="*/ 2819400 h 2866612"/>
                <a:gd name="connsiteX4" fmla="*/ 0 w 3606800"/>
                <a:gd name="connsiteY4" fmla="*/ 1244600 h 2866612"/>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57500"/>
                <a:gd name="connsiteX1" fmla="*/ 3606800 w 3606800"/>
                <a:gd name="connsiteY1" fmla="*/ 0 h 2857500"/>
                <a:gd name="connsiteX2" fmla="*/ 1727200 w 3606800"/>
                <a:gd name="connsiteY2" fmla="*/ 2857500 h 2857500"/>
                <a:gd name="connsiteX3" fmla="*/ 12700 w 3606800"/>
                <a:gd name="connsiteY3" fmla="*/ 2819400 h 2857500"/>
                <a:gd name="connsiteX4" fmla="*/ 0 w 3606800"/>
                <a:gd name="connsiteY4" fmla="*/ 1244600 h 2857500"/>
                <a:gd name="connsiteX0" fmla="*/ 0 w 3606800"/>
                <a:gd name="connsiteY0" fmla="*/ 1244600 h 2881832"/>
                <a:gd name="connsiteX1" fmla="*/ 3606800 w 3606800"/>
                <a:gd name="connsiteY1" fmla="*/ 0 h 2881832"/>
                <a:gd name="connsiteX2" fmla="*/ 1727200 w 3606800"/>
                <a:gd name="connsiteY2" fmla="*/ 2857500 h 2881832"/>
                <a:gd name="connsiteX3" fmla="*/ 5080 w 3606800"/>
                <a:gd name="connsiteY3" fmla="*/ 2865120 h 2881832"/>
                <a:gd name="connsiteX4" fmla="*/ 0 w 3606800"/>
                <a:gd name="connsiteY4" fmla="*/ 1244600 h 2881832"/>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 name="connsiteX0" fmla="*/ 0 w 3606800"/>
                <a:gd name="connsiteY0" fmla="*/ 1244600 h 2865120"/>
                <a:gd name="connsiteX1" fmla="*/ 3606800 w 3606800"/>
                <a:gd name="connsiteY1" fmla="*/ 0 h 2865120"/>
                <a:gd name="connsiteX2" fmla="*/ 1727200 w 3606800"/>
                <a:gd name="connsiteY2" fmla="*/ 2857500 h 2865120"/>
                <a:gd name="connsiteX3" fmla="*/ 5080 w 3606800"/>
                <a:gd name="connsiteY3" fmla="*/ 2865120 h 2865120"/>
                <a:gd name="connsiteX4" fmla="*/ 0 w 3606800"/>
                <a:gd name="connsiteY4" fmla="*/ 1244600 h 28651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06800" h="2865120">
                  <a:moveTo>
                    <a:pt x="0" y="1244600"/>
                  </a:moveTo>
                  <a:lnTo>
                    <a:pt x="3606800" y="0"/>
                  </a:lnTo>
                  <a:lnTo>
                    <a:pt x="1727200" y="2857500"/>
                  </a:lnTo>
                  <a:lnTo>
                    <a:pt x="5080" y="2865120"/>
                  </a:lnTo>
                  <a:cubicBezTo>
                    <a:pt x="3387" y="2324947"/>
                    <a:pt x="1693" y="1784773"/>
                    <a:pt x="0" y="1244600"/>
                  </a:cubicBezTo>
                  <a:close/>
                </a:path>
              </a:pathLst>
            </a:custGeom>
            <a:gradFill>
              <a:gsLst>
                <a:gs pos="4500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 name="Rectangle 1">
              <a:extLst>
                <a:ext uri="{FF2B5EF4-FFF2-40B4-BE49-F238E27FC236}">
                  <a16:creationId xmlns:a16="http://schemas.microsoft.com/office/drawing/2014/main" id="{000905DE-A103-D404-B98D-ABB24F02A543}"/>
                </a:ext>
              </a:extLst>
            </p:cNvPr>
            <p:cNvSpPr/>
            <p:nvPr userDrawn="1"/>
          </p:nvSpPr>
          <p:spPr>
            <a:xfrm rot="16200000">
              <a:off x="1383972" y="4338949"/>
              <a:ext cx="2948633" cy="2127185"/>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882644"/>
                <a:gd name="connsiteY0" fmla="*/ 0 h 2127185"/>
                <a:gd name="connsiteX1" fmla="*/ 2882644 w 2882644"/>
                <a:gd name="connsiteY1" fmla="*/ 1910893 h 2127185"/>
                <a:gd name="connsiteX2" fmla="*/ 0 w 2882644"/>
                <a:gd name="connsiteY2" fmla="*/ 2127185 h 2127185"/>
                <a:gd name="connsiteX3" fmla="*/ 18857 w 2882644"/>
                <a:gd name="connsiteY3" fmla="*/ 0 h 2127185"/>
              </a:gdLst>
              <a:ahLst/>
              <a:cxnLst>
                <a:cxn ang="0">
                  <a:pos x="connsiteX0" y="connsiteY0"/>
                </a:cxn>
                <a:cxn ang="0">
                  <a:pos x="connsiteX1" y="connsiteY1"/>
                </a:cxn>
                <a:cxn ang="0">
                  <a:pos x="connsiteX2" y="connsiteY2"/>
                </a:cxn>
                <a:cxn ang="0">
                  <a:pos x="connsiteX3" y="connsiteY3"/>
                </a:cxn>
              </a:cxnLst>
              <a:rect l="l" t="t" r="r" b="b"/>
              <a:pathLst>
                <a:path w="2882644" h="2127185">
                  <a:moveTo>
                    <a:pt x="18857" y="0"/>
                  </a:moveTo>
                  <a:lnTo>
                    <a:pt x="2882644" y="1910893"/>
                  </a:lnTo>
                  <a:lnTo>
                    <a:pt x="0" y="2127185"/>
                  </a:lnTo>
                  <a:lnTo>
                    <a:pt x="18857" y="0"/>
                  </a:lnTo>
                  <a:close/>
                </a:path>
              </a:pathLst>
            </a:custGeom>
            <a:gradFill>
              <a:gsLst>
                <a:gs pos="45000">
                  <a:schemeClr val="accent2"/>
                </a:gs>
                <a:gs pos="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 name="Rectangle 1">
              <a:extLst>
                <a:ext uri="{FF2B5EF4-FFF2-40B4-BE49-F238E27FC236}">
                  <a16:creationId xmlns:a16="http://schemas.microsoft.com/office/drawing/2014/main" id="{04B3BAE2-1CF0-CD26-7ADD-CD6A1BB9F72B}"/>
                </a:ext>
              </a:extLst>
            </p:cNvPr>
            <p:cNvSpPr/>
            <p:nvPr userDrawn="1"/>
          </p:nvSpPr>
          <p:spPr>
            <a:xfrm rot="16200000">
              <a:off x="4075788" y="3616875"/>
              <a:ext cx="2930683" cy="3572238"/>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Lst>
              <a:ahLst/>
              <a:cxnLst>
                <a:cxn ang="0">
                  <a:pos x="connsiteX0" y="connsiteY0"/>
                </a:cxn>
                <a:cxn ang="0">
                  <a:pos x="connsiteX1" y="connsiteY1"/>
                </a:cxn>
                <a:cxn ang="0">
                  <a:pos x="connsiteX2" y="connsiteY2"/>
                </a:cxn>
                <a:cxn ang="0">
                  <a:pos x="connsiteX3" y="connsiteY3"/>
                </a:cxn>
              </a:cxnLst>
              <a:rect l="l" t="t" r="r" b="b"/>
              <a:pathLst>
                <a:path w="2930683" h="3572238">
                  <a:moveTo>
                    <a:pt x="907" y="219563"/>
                  </a:moveTo>
                  <a:lnTo>
                    <a:pt x="2930683" y="0"/>
                  </a:lnTo>
                  <a:lnTo>
                    <a:pt x="907" y="3572238"/>
                  </a:lnTo>
                  <a:cubicBezTo>
                    <a:pt x="4049" y="2460964"/>
                    <a:pt x="-2235" y="1330837"/>
                    <a:pt x="907" y="219563"/>
                  </a:cubicBezTo>
                  <a:close/>
                </a:path>
              </a:pathLst>
            </a:custGeom>
            <a:gradFill>
              <a:gsLst>
                <a:gs pos="45000">
                  <a:schemeClr val="accent2"/>
                </a:gs>
                <a:gs pos="100000">
                  <a:schemeClr val="accent2">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0" name="Rectangle 1">
              <a:extLst>
                <a:ext uri="{FF2B5EF4-FFF2-40B4-BE49-F238E27FC236}">
                  <a16:creationId xmlns:a16="http://schemas.microsoft.com/office/drawing/2014/main" id="{686DEDC8-C71C-E1F8-0601-D93F92F46FB7}"/>
                </a:ext>
              </a:extLst>
            </p:cNvPr>
            <p:cNvSpPr/>
            <p:nvPr userDrawn="1"/>
          </p:nvSpPr>
          <p:spPr>
            <a:xfrm rot="16200000">
              <a:off x="7037377" y="3183243"/>
              <a:ext cx="1837173" cy="5533011"/>
            </a:xfrm>
            <a:custGeom>
              <a:avLst/>
              <a:gdLst>
                <a:gd name="connsiteX0" fmla="*/ 0 w 3454400"/>
                <a:gd name="connsiteY0" fmla="*/ 0 h 736600"/>
                <a:gd name="connsiteX1" fmla="*/ 3454400 w 3454400"/>
                <a:gd name="connsiteY1" fmla="*/ 0 h 736600"/>
                <a:gd name="connsiteX2" fmla="*/ 3454400 w 3454400"/>
                <a:gd name="connsiteY2" fmla="*/ 736600 h 736600"/>
                <a:gd name="connsiteX3" fmla="*/ 0 w 3454400"/>
                <a:gd name="connsiteY3" fmla="*/ 736600 h 736600"/>
                <a:gd name="connsiteX4" fmla="*/ 0 w 3454400"/>
                <a:gd name="connsiteY4" fmla="*/ 0 h 736600"/>
                <a:gd name="connsiteX0" fmla="*/ 0 w 3454400"/>
                <a:gd name="connsiteY0" fmla="*/ 0 h 736600"/>
                <a:gd name="connsiteX1" fmla="*/ 3454400 w 3454400"/>
                <a:gd name="connsiteY1" fmla="*/ 0 h 736600"/>
                <a:gd name="connsiteX2" fmla="*/ 0 w 3454400"/>
                <a:gd name="connsiteY2" fmla="*/ 736600 h 736600"/>
                <a:gd name="connsiteX3" fmla="*/ 0 w 3454400"/>
                <a:gd name="connsiteY3" fmla="*/ 0 h 736600"/>
                <a:gd name="connsiteX0" fmla="*/ 0 w 3454400"/>
                <a:gd name="connsiteY0" fmla="*/ 0 h 901700"/>
                <a:gd name="connsiteX1" fmla="*/ 3454400 w 3454400"/>
                <a:gd name="connsiteY1" fmla="*/ 165100 h 901700"/>
                <a:gd name="connsiteX2" fmla="*/ 0 w 3454400"/>
                <a:gd name="connsiteY2" fmla="*/ 901700 h 901700"/>
                <a:gd name="connsiteX3" fmla="*/ 0 w 3454400"/>
                <a:gd name="connsiteY3" fmla="*/ 0 h 901700"/>
                <a:gd name="connsiteX0" fmla="*/ 0 w 3467100"/>
                <a:gd name="connsiteY0" fmla="*/ 266700 h 1168400"/>
                <a:gd name="connsiteX1" fmla="*/ 3467100 w 3467100"/>
                <a:gd name="connsiteY1" fmla="*/ 0 h 1168400"/>
                <a:gd name="connsiteX2" fmla="*/ 0 w 3467100"/>
                <a:gd name="connsiteY2" fmla="*/ 1168400 h 1168400"/>
                <a:gd name="connsiteX3" fmla="*/ 0 w 3467100"/>
                <a:gd name="connsiteY3" fmla="*/ 266700 h 1168400"/>
                <a:gd name="connsiteX0" fmla="*/ 0 w 3570795"/>
                <a:gd name="connsiteY0" fmla="*/ 257273 h 1158973"/>
                <a:gd name="connsiteX1" fmla="*/ 3570795 w 3570795"/>
                <a:gd name="connsiteY1" fmla="*/ 0 h 1158973"/>
                <a:gd name="connsiteX2" fmla="*/ 0 w 3570795"/>
                <a:gd name="connsiteY2" fmla="*/ 1158973 h 1158973"/>
                <a:gd name="connsiteX3" fmla="*/ 0 w 3570795"/>
                <a:gd name="connsiteY3" fmla="*/ 257273 h 1158973"/>
                <a:gd name="connsiteX0" fmla="*/ 0 w 2835504"/>
                <a:gd name="connsiteY0" fmla="*/ 0 h 1750636"/>
                <a:gd name="connsiteX1" fmla="*/ 2835504 w 2835504"/>
                <a:gd name="connsiteY1" fmla="*/ 1750636 h 1750636"/>
                <a:gd name="connsiteX2" fmla="*/ 0 w 2835504"/>
                <a:gd name="connsiteY2" fmla="*/ 901700 h 1750636"/>
                <a:gd name="connsiteX3" fmla="*/ 0 w 2835504"/>
                <a:gd name="connsiteY3" fmla="*/ 0 h 1750636"/>
                <a:gd name="connsiteX0" fmla="*/ 0 w 2835504"/>
                <a:gd name="connsiteY0" fmla="*/ 0 h 1750636"/>
                <a:gd name="connsiteX1" fmla="*/ 2835504 w 2835504"/>
                <a:gd name="connsiteY1" fmla="*/ 1750636 h 1750636"/>
                <a:gd name="connsiteX2" fmla="*/ 0 w 2835504"/>
                <a:gd name="connsiteY2" fmla="*/ 1684125 h 1750636"/>
                <a:gd name="connsiteX3" fmla="*/ 0 w 2835504"/>
                <a:gd name="connsiteY3" fmla="*/ 0 h 1750636"/>
                <a:gd name="connsiteX0" fmla="*/ 0 w 2835504"/>
                <a:gd name="connsiteY0" fmla="*/ 0 h 1873184"/>
                <a:gd name="connsiteX1" fmla="*/ 2835504 w 2835504"/>
                <a:gd name="connsiteY1" fmla="*/ 1873184 h 1873184"/>
                <a:gd name="connsiteX2" fmla="*/ 0 w 2835504"/>
                <a:gd name="connsiteY2" fmla="*/ 1806673 h 1873184"/>
                <a:gd name="connsiteX3" fmla="*/ 0 w 2835504"/>
                <a:gd name="connsiteY3" fmla="*/ 0 h 1873184"/>
                <a:gd name="connsiteX0" fmla="*/ 0 w 2863785"/>
                <a:gd name="connsiteY0" fmla="*/ 0 h 1863758"/>
                <a:gd name="connsiteX1" fmla="*/ 2863785 w 2863785"/>
                <a:gd name="connsiteY1" fmla="*/ 1863758 h 1863758"/>
                <a:gd name="connsiteX2" fmla="*/ 0 w 2863785"/>
                <a:gd name="connsiteY2" fmla="*/ 1806673 h 1863758"/>
                <a:gd name="connsiteX3" fmla="*/ 0 w 2863785"/>
                <a:gd name="connsiteY3" fmla="*/ 0 h 1863758"/>
                <a:gd name="connsiteX0" fmla="*/ 0 w 2863787"/>
                <a:gd name="connsiteY0" fmla="*/ 0 h 1835480"/>
                <a:gd name="connsiteX1" fmla="*/ 2863787 w 2863787"/>
                <a:gd name="connsiteY1" fmla="*/ 1835480 h 1835480"/>
                <a:gd name="connsiteX2" fmla="*/ 0 w 2863787"/>
                <a:gd name="connsiteY2" fmla="*/ 1806673 h 1835480"/>
                <a:gd name="connsiteX3" fmla="*/ 0 w 2863787"/>
                <a:gd name="connsiteY3" fmla="*/ 0 h 1835480"/>
                <a:gd name="connsiteX0" fmla="*/ 18857 w 2882644"/>
                <a:gd name="connsiteY0" fmla="*/ 0 h 2051772"/>
                <a:gd name="connsiteX1" fmla="*/ 2882644 w 2882644"/>
                <a:gd name="connsiteY1" fmla="*/ 1835480 h 2051772"/>
                <a:gd name="connsiteX2" fmla="*/ 0 w 2882644"/>
                <a:gd name="connsiteY2" fmla="*/ 2051772 h 2051772"/>
                <a:gd name="connsiteX3" fmla="*/ 18857 w 2882644"/>
                <a:gd name="connsiteY3" fmla="*/ 0 h 2051772"/>
                <a:gd name="connsiteX0" fmla="*/ 18857 w 2948632"/>
                <a:gd name="connsiteY0" fmla="*/ 210137 h 2261909"/>
                <a:gd name="connsiteX1" fmla="*/ 2948632 w 2948632"/>
                <a:gd name="connsiteY1" fmla="*/ 0 h 2261909"/>
                <a:gd name="connsiteX2" fmla="*/ 0 w 2948632"/>
                <a:gd name="connsiteY2" fmla="*/ 2261909 h 2261909"/>
                <a:gd name="connsiteX3" fmla="*/ 18857 w 2948632"/>
                <a:gd name="connsiteY3" fmla="*/ 210137 h 2261909"/>
                <a:gd name="connsiteX0" fmla="*/ 9427 w 2939202"/>
                <a:gd name="connsiteY0" fmla="*/ 210137 h 3543958"/>
                <a:gd name="connsiteX1" fmla="*/ 2939202 w 2939202"/>
                <a:gd name="connsiteY1" fmla="*/ 0 h 3543958"/>
                <a:gd name="connsiteX2" fmla="*/ 0 w 2939202"/>
                <a:gd name="connsiteY2" fmla="*/ 3543958 h 3543958"/>
                <a:gd name="connsiteX3" fmla="*/ 9427 w 2939202"/>
                <a:gd name="connsiteY3" fmla="*/ 210137 h 3543958"/>
                <a:gd name="connsiteX0" fmla="*/ 9427 w 2929776"/>
                <a:gd name="connsiteY0" fmla="*/ 238417 h 3572238"/>
                <a:gd name="connsiteX1" fmla="*/ 2929776 w 2929776"/>
                <a:gd name="connsiteY1" fmla="*/ 0 h 3572238"/>
                <a:gd name="connsiteX2" fmla="*/ 0 w 2929776"/>
                <a:gd name="connsiteY2" fmla="*/ 3572238 h 3572238"/>
                <a:gd name="connsiteX3" fmla="*/ 9427 w 2929776"/>
                <a:gd name="connsiteY3" fmla="*/ 238417 h 3572238"/>
                <a:gd name="connsiteX0" fmla="*/ 907 w 2930683"/>
                <a:gd name="connsiteY0" fmla="*/ 219563 h 3572238"/>
                <a:gd name="connsiteX1" fmla="*/ 2930683 w 2930683"/>
                <a:gd name="connsiteY1" fmla="*/ 0 h 3572238"/>
                <a:gd name="connsiteX2" fmla="*/ 907 w 2930683"/>
                <a:gd name="connsiteY2" fmla="*/ 3572238 h 3572238"/>
                <a:gd name="connsiteX3" fmla="*/ 907 w 2930683"/>
                <a:gd name="connsiteY3" fmla="*/ 219563 h 3572238"/>
                <a:gd name="connsiteX0" fmla="*/ 907 w 1837173"/>
                <a:gd name="connsiteY0" fmla="*/ 2180336 h 5533011"/>
                <a:gd name="connsiteX1" fmla="*/ 1837173 w 1837173"/>
                <a:gd name="connsiteY1" fmla="*/ 0 h 5533011"/>
                <a:gd name="connsiteX2" fmla="*/ 907 w 1837173"/>
                <a:gd name="connsiteY2" fmla="*/ 5533011 h 5533011"/>
                <a:gd name="connsiteX3" fmla="*/ 907 w 1837173"/>
                <a:gd name="connsiteY3" fmla="*/ 2180336 h 5533011"/>
                <a:gd name="connsiteX0" fmla="*/ 907 w 1837173"/>
                <a:gd name="connsiteY0" fmla="*/ 2218043 h 5533011"/>
                <a:gd name="connsiteX1" fmla="*/ 1837173 w 1837173"/>
                <a:gd name="connsiteY1" fmla="*/ 0 h 5533011"/>
                <a:gd name="connsiteX2" fmla="*/ 907 w 1837173"/>
                <a:gd name="connsiteY2" fmla="*/ 5533011 h 5533011"/>
                <a:gd name="connsiteX3" fmla="*/ 907 w 1837173"/>
                <a:gd name="connsiteY3" fmla="*/ 2218043 h 5533011"/>
              </a:gdLst>
              <a:ahLst/>
              <a:cxnLst>
                <a:cxn ang="0">
                  <a:pos x="connsiteX0" y="connsiteY0"/>
                </a:cxn>
                <a:cxn ang="0">
                  <a:pos x="connsiteX1" y="connsiteY1"/>
                </a:cxn>
                <a:cxn ang="0">
                  <a:pos x="connsiteX2" y="connsiteY2"/>
                </a:cxn>
                <a:cxn ang="0">
                  <a:pos x="connsiteX3" y="connsiteY3"/>
                </a:cxn>
              </a:cxnLst>
              <a:rect l="l" t="t" r="r" b="b"/>
              <a:pathLst>
                <a:path w="1837173" h="5533011">
                  <a:moveTo>
                    <a:pt x="907" y="2218043"/>
                  </a:moveTo>
                  <a:lnTo>
                    <a:pt x="1837173" y="0"/>
                  </a:lnTo>
                  <a:lnTo>
                    <a:pt x="907" y="5533011"/>
                  </a:lnTo>
                  <a:cubicBezTo>
                    <a:pt x="4049" y="4421737"/>
                    <a:pt x="-2235" y="3329317"/>
                    <a:pt x="907" y="2218043"/>
                  </a:cubicBezTo>
                  <a:close/>
                </a:path>
              </a:pathLst>
            </a:custGeom>
            <a:gradFill>
              <a:gsLst>
                <a:gs pos="45000">
                  <a:schemeClr val="accent2"/>
                </a:gs>
                <a:gs pos="100000">
                  <a:schemeClr val="accent2">
                    <a:lumMod val="75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 name="Content Placeholder 2">
            <a:extLst>
              <a:ext uri="{FF2B5EF4-FFF2-40B4-BE49-F238E27FC236}">
                <a16:creationId xmlns:a16="http://schemas.microsoft.com/office/drawing/2014/main" id="{0A86C974-15D3-8B58-8610-2335C05DF6D3}"/>
              </a:ext>
            </a:extLst>
          </p:cNvPr>
          <p:cNvSpPr>
            <a:spLocks noGrp="1"/>
          </p:cNvSpPr>
          <p:nvPr>
            <p:ph idx="10"/>
          </p:nvPr>
        </p:nvSpPr>
        <p:spPr>
          <a:xfrm>
            <a:off x="525018" y="1489075"/>
            <a:ext cx="11151033" cy="708026"/>
          </a:xfrm>
        </p:spPr>
        <p:txBody>
          <a:bodyPr/>
          <a:lstStyle>
            <a:lvl1pPr>
              <a:defRPr lang="en-US" sz="1800" kern="1200" dirty="0">
                <a:solidFill>
                  <a:schemeClr val="accent2"/>
                </a:solidFill>
                <a:latin typeface="Poppins" pitchFamily="2" charset="77"/>
                <a:ea typeface="Open Sans" panose="020B0606030504020204" pitchFamily="34" charset="0"/>
                <a:cs typeface="Poppins" pitchFamily="2" charset="77"/>
              </a:defRPr>
            </a:lvl1pPr>
            <a:lvl2pPr>
              <a:defRPr sz="1600"/>
            </a:lvl2pPr>
            <a:lvl3pPr>
              <a:defRPr sz="1400"/>
            </a:lvl3pPr>
            <a:lvl4pPr>
              <a:defRPr sz="1200"/>
            </a:lvl4pPr>
            <a:lvl5pPr>
              <a:defRPr sz="1100"/>
            </a:lvl5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 styles</a:t>
            </a:r>
          </a:p>
        </p:txBody>
      </p:sp>
      <p:sp>
        <p:nvSpPr>
          <p:cNvPr id="4" name="Content Placeholder 2">
            <a:extLst>
              <a:ext uri="{FF2B5EF4-FFF2-40B4-BE49-F238E27FC236}">
                <a16:creationId xmlns:a16="http://schemas.microsoft.com/office/drawing/2014/main" id="{F2A6A591-31FF-756F-6264-123058C10B96}"/>
              </a:ext>
            </a:extLst>
          </p:cNvPr>
          <p:cNvSpPr>
            <a:spLocks noGrp="1"/>
          </p:cNvSpPr>
          <p:nvPr>
            <p:ph idx="1"/>
          </p:nvPr>
        </p:nvSpPr>
        <p:spPr>
          <a:xfrm>
            <a:off x="525018" y="2417763"/>
            <a:ext cx="11151033" cy="3532188"/>
          </a:xfrm>
        </p:spPr>
        <p:txBody>
          <a:bodyPr>
            <a:normAutofit/>
          </a:bodyPr>
          <a:lstStyle>
            <a:lvl1pPr>
              <a:defRPr lang="en-US" sz="1400" kern="1200" dirty="0">
                <a:solidFill>
                  <a:schemeClr val="tx1"/>
                </a:solidFill>
                <a:latin typeface="+mn-lt"/>
                <a:ea typeface="Open Sans" panose="020B0606030504020204" pitchFamily="34" charset="0"/>
                <a:cs typeface="Open Sans" panose="020B0606030504020204" pitchFamily="34" charset="0"/>
              </a:defRPr>
            </a:lvl1pPr>
            <a:lvl2pPr>
              <a:defRPr sz="1200"/>
            </a:lvl2pPr>
            <a:lvl3pPr>
              <a:defRPr sz="1100"/>
            </a:lvl3pPr>
            <a:lvl4pPr>
              <a:defRPr sz="1050"/>
            </a:lvl4pPr>
            <a:lvl5pPr>
              <a:defRPr sz="1000"/>
            </a:lvl5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3">
            <a:extLst>
              <a:ext uri="{FF2B5EF4-FFF2-40B4-BE49-F238E27FC236}">
                <a16:creationId xmlns:a16="http://schemas.microsoft.com/office/drawing/2014/main" id="{F1B1F545-BB23-5F51-9BF6-9617CB8CFF4A}"/>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1202980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A19B4F-E032-7842-81B5-F7DAEF0BD261}"/>
              </a:ext>
            </a:extLst>
          </p:cNvPr>
          <p:cNvSpPr>
            <a:spLocks noGrp="1"/>
          </p:cNvSpPr>
          <p:nvPr>
            <p:ph type="title"/>
          </p:nvPr>
        </p:nvSpPr>
        <p:spPr/>
        <p:txBody>
          <a:bodyPr>
            <a:normAutofit/>
          </a:bodyPr>
          <a:lstStyle>
            <a:lvl1pPr>
              <a:defRPr sz="2800"/>
            </a:lvl1pPr>
          </a:lstStyle>
          <a:p>
            <a:r>
              <a:rPr lang="en-US"/>
              <a:t>Click to edit Master title style</a:t>
            </a:r>
          </a:p>
        </p:txBody>
      </p:sp>
      <p:sp>
        <p:nvSpPr>
          <p:cNvPr id="6" name="Slide Number Placeholder 3">
            <a:extLst>
              <a:ext uri="{FF2B5EF4-FFF2-40B4-BE49-F238E27FC236}">
                <a16:creationId xmlns:a16="http://schemas.microsoft.com/office/drawing/2014/main" id="{B7A7A84D-8766-D045-8B74-31B5E18E5185}"/>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17784220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3F30FBA-829C-6D43-A610-2ACFFB45657D}"/>
              </a:ext>
            </a:extLst>
          </p:cNvPr>
          <p:cNvSpPr>
            <a:spLocks noGrp="1"/>
          </p:cNvSpPr>
          <p:nvPr>
            <p:ph type="sldNum" sz="quarter" idx="4"/>
          </p:nvPr>
        </p:nvSpPr>
        <p:spPr>
          <a:xfrm>
            <a:off x="8600440" y="6241428"/>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spTree>
    <p:extLst>
      <p:ext uri="{BB962C8B-B14F-4D97-AF65-F5344CB8AC3E}">
        <p14:creationId xmlns:p14="http://schemas.microsoft.com/office/powerpoint/2010/main" val="291274734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8300121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p:bg>
      <p:bgPr>
        <a:solidFill>
          <a:srgbClr val="2B2A2A"/>
        </a:solidFill>
        <a:effectLst/>
      </p:bgPr>
    </p:bg>
    <p:spTree>
      <p:nvGrpSpPr>
        <p:cNvPr id="1" name=""/>
        <p:cNvGrpSpPr/>
        <p:nvPr/>
      </p:nvGrpSpPr>
      <p:grpSpPr>
        <a:xfrm>
          <a:off x="0" y="0"/>
          <a:ext cx="0" cy="0"/>
          <a:chOff x="0" y="0"/>
          <a:chExt cx="0" cy="0"/>
        </a:xfrm>
      </p:grpSpPr>
      <p:pic>
        <p:nvPicPr>
          <p:cNvPr id="2" name="Image 0" descr="train.png"/>
          <p:cNvPicPr>
            <a:picLocks noChangeAspect="1"/>
          </p:cNvPicPr>
          <p:nvPr/>
        </p:nvPicPr>
        <p:blipFill>
          <a:blip r:embed="rId2"/>
          <a:src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2B2A2A">
              <a:alpha val="75000"/>
            </a:srgbClr>
          </a:solidFill>
          <a:ln/>
        </p:spPr>
        <p:txBody>
          <a:bodyPr/>
          <a:lstStyle/>
          <a:p>
            <a:endParaRPr lang="en-AU"/>
          </a:p>
        </p:txBody>
      </p:sp>
      <p:pic>
        <p:nvPicPr>
          <p:cNvPr id="4" name="Image 1" descr="geo_orange.png"/>
          <p:cNvPicPr>
            <a:picLocks noChangeAspect="1"/>
          </p:cNvPicPr>
          <p:nvPr/>
        </p:nvPicPr>
        <p:blipFill>
          <a:blip r:embed="rId3"/>
          <a:stretch>
            <a:fillRect/>
          </a:stretch>
        </p:blipFill>
        <p:spPr>
          <a:xfrm>
            <a:off x="7955280" y="457200"/>
            <a:ext cx="2926080" cy="2926080"/>
          </a:xfrm>
          <a:prstGeom prst="rect">
            <a:avLst/>
          </a:prstGeom>
        </p:spPr>
      </p:pic>
      <p:pic>
        <p:nvPicPr>
          <p:cNvPr id="5" name="Image 2" descr="geo_blue.png"/>
          <p:cNvPicPr>
            <a:picLocks noChangeAspect="1"/>
          </p:cNvPicPr>
          <p:nvPr/>
        </p:nvPicPr>
        <p:blipFill>
          <a:blip r:embed="rId4"/>
          <a:stretch>
            <a:fillRect/>
          </a:stretch>
        </p:blipFill>
        <p:spPr>
          <a:xfrm>
            <a:off x="8778240" y="1188720"/>
            <a:ext cx="2377440" cy="2377440"/>
          </a:xfrm>
          <a:prstGeom prst="rect">
            <a:avLst/>
          </a:prstGeom>
        </p:spPr>
      </p:pic>
      <p:pic>
        <p:nvPicPr>
          <p:cNvPr id="6" name="Image 3" descr="geo_pink.png"/>
          <p:cNvPicPr>
            <a:picLocks noChangeAspect="1"/>
          </p:cNvPicPr>
          <p:nvPr/>
        </p:nvPicPr>
        <p:blipFill>
          <a:blip r:embed="rId5"/>
          <a:stretch>
            <a:fillRect/>
          </a:stretch>
        </p:blipFill>
        <p:spPr>
          <a:xfrm>
            <a:off x="7498080" y="1554480"/>
            <a:ext cx="2011680" cy="2011680"/>
          </a:xfrm>
          <a:prstGeom prst="rect">
            <a:avLst/>
          </a:prstGeom>
        </p:spPr>
      </p:pic>
      <p:pic>
        <p:nvPicPr>
          <p:cNvPr id="7" name="Image 4" descr="tsg_white.png"/>
          <p:cNvPicPr>
            <a:picLocks noChangeAspect="1"/>
          </p:cNvPicPr>
          <p:nvPr/>
        </p:nvPicPr>
        <p:blipFill>
          <a:blip r:embed="rId6"/>
          <a:stretch>
            <a:fillRect/>
          </a:stretch>
        </p:blipFill>
        <p:spPr>
          <a:xfrm>
            <a:off x="548640" y="502920"/>
            <a:ext cx="1463040" cy="676656"/>
          </a:xfrm>
          <a:prstGeom prst="rect">
            <a:avLst/>
          </a:prstGeom>
        </p:spPr>
      </p:pic>
      <p:sp>
        <p:nvSpPr>
          <p:cNvPr id="8" name="Text 1"/>
          <p:cNvSpPr>
            <a:spLocks noGrp="1"/>
          </p:cNvSpPr>
          <p:nvPr>
            <p:ph type="title" idx="106" hasCustomPrompt="1"/>
          </p:nvPr>
        </p:nvSpPr>
        <p:spPr>
          <a:xfrm>
            <a:off x="548640" y="2926080"/>
            <a:ext cx="8229600" cy="160020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r>
              <a:rPr lang="en-US" sz="4400" b="1" dirty="0">
                <a:solidFill>
                  <a:schemeClr val="bg1"/>
                </a:solidFill>
              </a:rPr>
              <a:t>Title</a:t>
            </a:r>
            <a:endParaRPr lang="en-US" sz="4400" dirty="0"/>
          </a:p>
        </p:txBody>
      </p:sp>
      <p:sp>
        <p:nvSpPr>
          <p:cNvPr id="9" name="Text 1"/>
          <p:cNvSpPr>
            <a:spLocks noGrp="1"/>
          </p:cNvSpPr>
          <p:nvPr>
            <p:ph type="body" idx="107" hasCustomPrompt="1"/>
          </p:nvPr>
        </p:nvSpPr>
        <p:spPr>
          <a:xfrm>
            <a:off x="548640" y="4709160"/>
            <a:ext cx="8229600" cy="1097280"/>
          </a:xfrm>
          <a:prstGeom prst="rect">
            <a:avLst/>
          </a:prstGeom>
          <a:noFill/>
          <a:ln/>
        </p:spPr>
        <p:txBody>
          <a:bodyPr wrap="square" rtlCol="0"/>
          <a:lstStyle>
            <a:lvl1pPr marL="0" indent="0" algn="l">
              <a:buNone/>
              <a:defRPr lang="en-US" sz="1600" dirty="0">
                <a:solidFill>
                  <a:schemeClr val="bg1"/>
                </a:solidFill>
              </a:defRPr>
            </a:lvl1pPr>
          </a:lstStyle>
          <a:p>
            <a:pPr marL="0" indent="0" algn="l">
              <a:buNone/>
            </a:pPr>
            <a:r>
              <a:rPr lang="en-US" sz="1600" dirty="0">
                <a:solidFill>
                  <a:schemeClr val="bg1"/>
                </a:solidFill>
              </a:rPr>
              <a:t>Subtitle</a:t>
            </a:r>
            <a:endParaRPr lang="en-US" sz="1600" dirty="0"/>
          </a:p>
        </p:txBody>
      </p:sp>
    </p:spTree>
    <p:extLst>
      <p:ext uri="{BB962C8B-B14F-4D97-AF65-F5344CB8AC3E}">
        <p14:creationId xmlns:p14="http://schemas.microsoft.com/office/powerpoint/2010/main" val="283981049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LOSING">
    <p:bg>
      <p:bgPr>
        <a:solidFill>
          <a:srgbClr val="2B2A2A"/>
        </a:solidFill>
        <a:effectLst/>
      </p:bgPr>
    </p:bg>
    <p:spTree>
      <p:nvGrpSpPr>
        <p:cNvPr id="1" name=""/>
        <p:cNvGrpSpPr/>
        <p:nvPr/>
      </p:nvGrpSpPr>
      <p:grpSpPr>
        <a:xfrm>
          <a:off x="0" y="0"/>
          <a:ext cx="0" cy="0"/>
          <a:chOff x="0" y="0"/>
          <a:chExt cx="0" cy="0"/>
        </a:xfrm>
      </p:grpSpPr>
      <p:pic>
        <p:nvPicPr>
          <p:cNvPr id="2" name="Image 0" descr="train.png"/>
          <p:cNvPicPr>
            <a:picLocks noChangeAspect="1"/>
          </p:cNvPicPr>
          <p:nvPr/>
        </p:nvPicPr>
        <p:blipFill>
          <a:blip r:embed="rId2"/>
          <a:src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2B2A2A">
              <a:alpha val="75000"/>
            </a:srgbClr>
          </a:solidFill>
          <a:ln/>
        </p:spPr>
      </p:sp>
      <p:pic>
        <p:nvPicPr>
          <p:cNvPr id="4" name="Image 1" descr="geo_orange.png"/>
          <p:cNvPicPr>
            <a:picLocks noChangeAspect="1"/>
          </p:cNvPicPr>
          <p:nvPr/>
        </p:nvPicPr>
        <p:blipFill>
          <a:blip r:embed="rId3"/>
          <a:stretch>
            <a:fillRect/>
          </a:stretch>
        </p:blipFill>
        <p:spPr>
          <a:xfrm>
            <a:off x="7955280" y="457200"/>
            <a:ext cx="2926080" cy="2926080"/>
          </a:xfrm>
          <a:prstGeom prst="rect">
            <a:avLst/>
          </a:prstGeom>
        </p:spPr>
      </p:pic>
      <p:pic>
        <p:nvPicPr>
          <p:cNvPr id="5" name="Image 2" descr="geo_blue.png"/>
          <p:cNvPicPr>
            <a:picLocks noChangeAspect="1"/>
          </p:cNvPicPr>
          <p:nvPr/>
        </p:nvPicPr>
        <p:blipFill>
          <a:blip r:embed="rId4"/>
          <a:stretch>
            <a:fillRect/>
          </a:stretch>
        </p:blipFill>
        <p:spPr>
          <a:xfrm>
            <a:off x="8778240" y="1188720"/>
            <a:ext cx="2377440" cy="2377440"/>
          </a:xfrm>
          <a:prstGeom prst="rect">
            <a:avLst/>
          </a:prstGeom>
        </p:spPr>
      </p:pic>
      <p:pic>
        <p:nvPicPr>
          <p:cNvPr id="6" name="Image 3" descr="geo_pink.png"/>
          <p:cNvPicPr>
            <a:picLocks noChangeAspect="1"/>
          </p:cNvPicPr>
          <p:nvPr/>
        </p:nvPicPr>
        <p:blipFill>
          <a:blip r:embed="rId5"/>
          <a:stretch>
            <a:fillRect/>
          </a:stretch>
        </p:blipFill>
        <p:spPr>
          <a:xfrm>
            <a:off x="7498080" y="1554480"/>
            <a:ext cx="2011680" cy="2011680"/>
          </a:xfrm>
          <a:prstGeom prst="rect">
            <a:avLst/>
          </a:prstGeom>
        </p:spPr>
      </p:pic>
      <p:pic>
        <p:nvPicPr>
          <p:cNvPr id="7" name="Image 4" descr="tsg_white.png"/>
          <p:cNvPicPr>
            <a:picLocks noChangeAspect="1"/>
          </p:cNvPicPr>
          <p:nvPr/>
        </p:nvPicPr>
        <p:blipFill>
          <a:blip r:embed="rId6"/>
          <a:stretch>
            <a:fillRect/>
          </a:stretch>
        </p:blipFill>
        <p:spPr>
          <a:xfrm>
            <a:off x="548640" y="502920"/>
            <a:ext cx="1463040" cy="676656"/>
          </a:xfrm>
          <a:prstGeom prst="rect">
            <a:avLst/>
          </a:prstGeom>
        </p:spPr>
      </p:pic>
      <p:sp>
        <p:nvSpPr>
          <p:cNvPr id="8" name="Text 1"/>
          <p:cNvSpPr>
            <a:spLocks noGrp="1"/>
          </p:cNvSpPr>
          <p:nvPr>
            <p:ph type="title" idx="106" hasCustomPrompt="1"/>
          </p:nvPr>
        </p:nvSpPr>
        <p:spPr>
          <a:xfrm>
            <a:off x="548640" y="2743200"/>
            <a:ext cx="8229600" cy="1097280"/>
          </a:xfrm>
          <a:prstGeom prst="rect">
            <a:avLst/>
          </a:prstGeom>
          <a:noFill/>
          <a:ln/>
        </p:spPr>
        <p:txBody>
          <a:bodyPr wrap="square" rtlCol="0"/>
          <a:lstStyle>
            <a:lvl1pPr marL="0" indent="0" algn="l">
              <a:buNone/>
              <a:defRPr lang="en-US" sz="5400" b="1" dirty="0">
                <a:solidFill>
                  <a:schemeClr val="bg1"/>
                </a:solidFill>
              </a:defRPr>
            </a:lvl1pPr>
          </a:lstStyle>
          <a:p>
            <a:pPr marL="0" indent="0" algn="l">
              <a:buNone/>
            </a:pPr>
            <a:r>
              <a:rPr lang="en-US" sz="5400" b="1" dirty="0">
                <a:solidFill>
                  <a:schemeClr val="bg1"/>
                </a:solidFill>
              </a:rPr>
              <a:t>Thank you</a:t>
            </a:r>
            <a:endParaRPr lang="en-US" sz="5400" dirty="0"/>
          </a:p>
        </p:txBody>
      </p:sp>
      <p:sp>
        <p:nvSpPr>
          <p:cNvPr id="9" name="Text 1"/>
          <p:cNvSpPr>
            <a:spLocks noGrp="1"/>
          </p:cNvSpPr>
          <p:nvPr>
            <p:ph type="body" idx="107" hasCustomPrompt="1"/>
          </p:nvPr>
        </p:nvSpPr>
        <p:spPr>
          <a:xfrm>
            <a:off x="548640" y="3977640"/>
            <a:ext cx="8229600" cy="914400"/>
          </a:xfrm>
          <a:prstGeom prst="rect">
            <a:avLst/>
          </a:prstGeom>
          <a:noFill/>
          <a:ln/>
        </p:spPr>
        <p:txBody>
          <a:bodyPr wrap="square" rtlCol="0"/>
          <a:lstStyle>
            <a:lvl1pPr marL="0" indent="0" algn="l">
              <a:buNone/>
              <a:defRPr lang="en-US" sz="1600" dirty="0">
                <a:solidFill>
                  <a:schemeClr val="bg1"/>
                </a:solidFill>
              </a:defRPr>
            </a:lvl1pPr>
          </a:lstStyle>
          <a:p>
            <a:pPr marL="0" indent="0" algn="l">
              <a:buNone/>
            </a:pPr>
            <a:r>
              <a:rPr lang="en-US" sz="1600" dirty="0">
                <a:solidFill>
                  <a:schemeClr val="bg1"/>
                </a:solidFill>
              </a:rPr>
              <a:t>Body</a:t>
            </a:r>
            <a:endParaRPr lang="en-US" sz="1600" dirty="0"/>
          </a:p>
        </p:txBody>
      </p:sp>
    </p:spTree>
    <p:extLst>
      <p:ext uri="{BB962C8B-B14F-4D97-AF65-F5344CB8AC3E}">
        <p14:creationId xmlns:p14="http://schemas.microsoft.com/office/powerpoint/2010/main" val="366758540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7315200" cy="274320"/>
          </a:xfrm>
          <a:prstGeom prst="rect">
            <a:avLst/>
          </a:prstGeom>
          <a:noFill/>
          <a:ln/>
        </p:spPr>
        <p:txBody>
          <a:bodyPr wrap="square" rtlCol="0"/>
          <a:lstStyle>
            <a:lvl1pPr marL="0" indent="0" algn="l">
              <a:buNone/>
              <a:defRPr lang="en-US" sz="1100" b="1" kern="0" spc="200" dirty="0">
                <a:solidFill>
                  <a:schemeClr val="accent1"/>
                </a:solidFill>
              </a:defRPr>
            </a:lvl1pPr>
          </a:lstStyle>
          <a:p>
            <a:pPr marL="0" indent="0" algn="l">
              <a:buNone/>
            </a:pPr>
            <a:r>
              <a:rPr lang="en-US" sz="1100" b="1" kern="0" spc="200" dirty="0">
                <a:solidFill>
                  <a:schemeClr val="accent1"/>
                </a:solidFill>
              </a:rPr>
              <a:t>SECTION</a:t>
            </a:r>
            <a:endParaRPr lang="en-US" sz="1100" dirty="0"/>
          </a:p>
        </p:txBody>
      </p:sp>
      <p:sp>
        <p:nvSpPr>
          <p:cNvPr id="3" name="Text 0"/>
          <p:cNvSpPr>
            <a:spLocks noGrp="1"/>
          </p:cNvSpPr>
          <p:nvPr>
            <p:ph type="title" idx="101" hasCustomPrompt="1"/>
          </p:nvPr>
        </p:nvSpPr>
        <p:spPr>
          <a:xfrm>
            <a:off x="548640" y="658368"/>
            <a:ext cx="11094415" cy="640080"/>
          </a:xfrm>
          <a:prstGeom prst="rect">
            <a:avLst/>
          </a:prstGeom>
          <a:noFill/>
          <a:ln/>
        </p:spPr>
        <p:txBody>
          <a:bodyPr wrap="square" rtlCol="0"/>
          <a:lstStyle>
            <a:lvl1pPr marL="0" indent="0" algn="l">
              <a:buNone/>
              <a:defRPr lang="en-US" sz="2800" b="1" dirty="0">
                <a:solidFill>
                  <a:schemeClr val="tx1"/>
                </a:solidFill>
              </a:defRPr>
            </a:lvl1pPr>
          </a:lstStyle>
          <a:p>
            <a:pPr marL="0" indent="0" algn="l">
              <a:buNone/>
            </a:pPr>
            <a:r>
              <a:rPr lang="en-US" sz="2800" b="1" dirty="0">
                <a:solidFill>
                  <a:schemeClr val="tx1"/>
                </a:solidFill>
              </a:rPr>
              <a:t>Title</a:t>
            </a:r>
            <a:endParaRPr lang="en-US" sz="2800" dirty="0"/>
          </a:p>
        </p:txBody>
      </p:sp>
      <p:pic>
        <p:nvPicPr>
          <p:cNvPr id="4" name="Image 0" descr="tsg.png"/>
          <p:cNvPicPr>
            <a:picLocks noChangeAspect="1"/>
          </p:cNvPicPr>
          <p:nvPr/>
        </p:nvPicPr>
        <p:blipFill>
          <a:blip r:embed="rId2"/>
          <a:stretch>
            <a:fillRect/>
          </a:stretch>
        </p:blipFill>
        <p:spPr>
          <a:xfrm>
            <a:off x="548640" y="6263640"/>
            <a:ext cx="841248" cy="393192"/>
          </a:xfrm>
          <a:prstGeom prst="rect">
            <a:avLst/>
          </a:prstGeom>
        </p:spPr>
      </p:pic>
      <p:sp>
        <p:nvSpPr>
          <p:cNvPr id="5" name="Shape 0"/>
          <p:cNvSpPr/>
          <p:nvPr/>
        </p:nvSpPr>
        <p:spPr>
          <a:xfrm>
            <a:off x="1554480" y="6281928"/>
            <a:ext cx="0" cy="347472"/>
          </a:xfrm>
          <a:prstGeom prst="line">
            <a:avLst/>
          </a:prstGeom>
          <a:noFill/>
          <a:ln w="12700">
            <a:solidFill>
              <a:srgbClr val="D9DBE0"/>
            </a:solidFill>
            <a:prstDash val="solid"/>
          </a:ln>
        </p:spPr>
        <p:txBody>
          <a:bodyPr/>
          <a:lstStyle/>
          <a:p>
            <a:endParaRPr lang="en-AU"/>
          </a:p>
        </p:txBody>
      </p:sp>
      <p:pic>
        <p:nvPicPr>
          <p:cNvPr id="6" name="Image 1" descr="gofar.png"/>
          <p:cNvPicPr>
            <a:picLocks noChangeAspect="1"/>
          </p:cNvPicPr>
          <p:nvPr/>
        </p:nvPicPr>
        <p:blipFill>
          <a:blip r:embed="rId3"/>
          <a:stretch>
            <a:fillRect/>
          </a:stretch>
        </p:blipFill>
        <p:spPr>
          <a:xfrm>
            <a:off x="1719072" y="6281928"/>
            <a:ext cx="850392" cy="347472"/>
          </a:xfrm>
          <a:prstGeom prst="rect">
            <a:avLst/>
          </a:prstGeom>
        </p:spPr>
      </p:pic>
      <p:sp>
        <p:nvSpPr>
          <p:cNvPr id="25" name="Slide Number Placeholder 0"/>
          <p:cNvSpPr>
            <a:spLocks noGrp="1"/>
          </p:cNvSpPr>
          <p:nvPr>
            <p:ph type="sldNum" sz="quarter" idx="4294967295"/>
          </p:nvPr>
        </p:nvSpPr>
        <p:spPr>
          <a:xfrm>
            <a:off x="11259007" y="6327648"/>
            <a:ext cx="384048" cy="27432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000">
                <a:solidFill>
                  <a:srgbClr val="FFFFFF"/>
                </a:solidFill>
              </a:defRPr>
            </a:lvl1pPr>
          </a:lstStyle>
          <a:p>
            <a:pPr algn="ctr"/>
            <a:fld id="{F7021451-1387-4CA6-816F-3879F97B5CBC}" type="slidenum">
              <a:rPr lang="en-US" b="0"/>
              <a:t>‹#›</a:t>
            </a:fld>
            <a:endParaRPr lang="en-US"/>
          </a:p>
        </p:txBody>
      </p:sp>
    </p:spTree>
    <p:extLst>
      <p:ext uri="{BB962C8B-B14F-4D97-AF65-F5344CB8AC3E}">
        <p14:creationId xmlns:p14="http://schemas.microsoft.com/office/powerpoint/2010/main" val="234251976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 Id="rId28" Type="http://schemas.openxmlformats.org/officeDocument/2006/relationships/image" Target="../media/image1.png"/><Relationship Id="rId29"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slideLayout" Target="../slideLayouts/slideLayout28.xml"/><Relationship Id="rId3" Type="http://schemas.openxmlformats.org/officeDocument/2006/relationships/slideLayout" Target="../slideLayouts/slideLayout29.xml"/><Relationship Id="rId4" Type="http://schemas.openxmlformats.org/officeDocument/2006/relationships/slideLayout" Target="../slideLayouts/slideLayout30.xml"/><Relationship Id="rId5"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751D45D-9934-604D-99B4-7F9FD259C3C4}"/>
              </a:ext>
            </a:extLst>
          </p:cNvPr>
          <p:cNvSpPr>
            <a:spLocks noGrp="1"/>
          </p:cNvSpPr>
          <p:nvPr>
            <p:ph type="title"/>
          </p:nvPr>
        </p:nvSpPr>
        <p:spPr>
          <a:xfrm>
            <a:off x="525019" y="368300"/>
            <a:ext cx="11151044" cy="90011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F73DDE4-94D2-5D4A-8196-76F06726BE19}"/>
              </a:ext>
            </a:extLst>
          </p:cNvPr>
          <p:cNvSpPr>
            <a:spLocks noGrp="1"/>
          </p:cNvSpPr>
          <p:nvPr>
            <p:ph type="body" idx="1"/>
          </p:nvPr>
        </p:nvSpPr>
        <p:spPr>
          <a:xfrm>
            <a:off x="525018" y="1449389"/>
            <a:ext cx="11151033" cy="450056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3">
            <a:extLst>
              <a:ext uri="{FF2B5EF4-FFF2-40B4-BE49-F238E27FC236}">
                <a16:creationId xmlns:a16="http://schemas.microsoft.com/office/drawing/2014/main" id="{2718ADEF-C0A1-8B49-91E2-AFDA120F0929}"/>
              </a:ext>
            </a:extLst>
          </p:cNvPr>
          <p:cNvSpPr>
            <a:spLocks noGrp="1"/>
          </p:cNvSpPr>
          <p:nvPr>
            <p:ph type="sldNum" sz="quarter" idx="4"/>
          </p:nvPr>
        </p:nvSpPr>
        <p:spPr>
          <a:xfrm>
            <a:off x="10504448" y="6241428"/>
            <a:ext cx="839191"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8BD019-05FF-F145-A6E1-6EE5A88665E4}" type="slidenum">
              <a:rPr lang="en-US" smtClean="0"/>
              <a:pPr/>
              <a:t>‹#›</a:t>
            </a:fld>
            <a:endParaRPr lang="en-US"/>
          </a:p>
        </p:txBody>
      </p:sp>
      <p:grpSp>
        <p:nvGrpSpPr>
          <p:cNvPr id="5" name="Group 4">
            <a:extLst>
              <a:ext uri="{FF2B5EF4-FFF2-40B4-BE49-F238E27FC236}">
                <a16:creationId xmlns:a16="http://schemas.microsoft.com/office/drawing/2014/main" id="{64482773-B2E0-D326-27CB-64C855DD4DE5}"/>
              </a:ext>
            </a:extLst>
          </p:cNvPr>
          <p:cNvGrpSpPr/>
          <p:nvPr userDrawn="1"/>
        </p:nvGrpSpPr>
        <p:grpSpPr>
          <a:xfrm>
            <a:off x="337362" y="6000547"/>
            <a:ext cx="1633336" cy="719658"/>
            <a:chOff x="160202" y="5758079"/>
            <a:chExt cx="2310184" cy="1017881"/>
          </a:xfrm>
        </p:grpSpPr>
        <p:pic>
          <p:nvPicPr>
            <p:cNvPr id="6" name="Picture 5">
              <a:extLst>
                <a:ext uri="{FF2B5EF4-FFF2-40B4-BE49-F238E27FC236}">
                  <a16:creationId xmlns:a16="http://schemas.microsoft.com/office/drawing/2014/main" id="{3551CE2F-3298-01F2-6306-63927A6420B3}"/>
                </a:ext>
              </a:extLst>
            </p:cNvPr>
            <p:cNvPicPr>
              <a:picLocks noChangeAspect="1"/>
            </p:cNvPicPr>
            <p:nvPr/>
          </p:nvPicPr>
          <p:blipFill>
            <a:blip r:embed="rId28" cstate="print">
              <a:extLst>
                <a:ext uri="{28A0092B-C50C-407E-A947-70E740481C1C}">
                  <a14:useLocalDpi xmlns:a14="http://schemas.microsoft.com/office/drawing/2010/main"/>
                </a:ext>
              </a:extLst>
            </a:blip>
            <a:stretch>
              <a:fillRect/>
            </a:stretch>
          </p:blipFill>
          <p:spPr>
            <a:xfrm>
              <a:off x="160202" y="5758079"/>
              <a:ext cx="2198685" cy="1017881"/>
            </a:xfrm>
            <a:prstGeom prst="rect">
              <a:avLst/>
            </a:prstGeom>
          </p:spPr>
        </p:pic>
        <p:cxnSp>
          <p:nvCxnSpPr>
            <p:cNvPr id="7" name="Straight Connector 6">
              <a:extLst>
                <a:ext uri="{FF2B5EF4-FFF2-40B4-BE49-F238E27FC236}">
                  <a16:creationId xmlns:a16="http://schemas.microsoft.com/office/drawing/2014/main" id="{030E8B77-A89A-2DF0-F6BE-25862EA85E77}"/>
                </a:ext>
              </a:extLst>
            </p:cNvPr>
            <p:cNvCxnSpPr>
              <a:cxnSpLocks/>
            </p:cNvCxnSpPr>
            <p:nvPr/>
          </p:nvCxnSpPr>
          <p:spPr>
            <a:xfrm>
              <a:off x="2470386" y="5980428"/>
              <a:ext cx="0" cy="573181"/>
            </a:xfrm>
            <a:prstGeom prst="line">
              <a:avLst/>
            </a:prstGeom>
            <a:ln>
              <a:solidFill>
                <a:schemeClr val="bg1">
                  <a:lumMod val="65000"/>
                </a:schemeClr>
              </a:solidFill>
            </a:ln>
          </p:spPr>
          <p:style>
            <a:lnRef idx="1">
              <a:schemeClr val="dk1"/>
            </a:lnRef>
            <a:fillRef idx="0">
              <a:schemeClr val="dk1"/>
            </a:fillRef>
            <a:effectRef idx="0">
              <a:schemeClr val="dk1"/>
            </a:effectRef>
            <a:fontRef idx="minor">
              <a:schemeClr val="tx1"/>
            </a:fontRef>
          </p:style>
        </p:cxnSp>
      </p:grpSp>
      <p:pic>
        <p:nvPicPr>
          <p:cNvPr id="10" name="Picture 9">
            <a:extLst>
              <a:ext uri="{FF2B5EF4-FFF2-40B4-BE49-F238E27FC236}">
                <a16:creationId xmlns:a16="http://schemas.microsoft.com/office/drawing/2014/main" id="{95EB2FFE-FAAE-C8EB-5AAC-40F0A3B05D3F}"/>
              </a:ext>
            </a:extLst>
          </p:cNvPr>
          <p:cNvPicPr>
            <a:picLocks noChangeAspect="1"/>
          </p:cNvPicPr>
          <p:nvPr userDrawn="1"/>
        </p:nvPicPr>
        <p:blipFill>
          <a:blip r:embed="rId29"/>
          <a:stretch>
            <a:fillRect/>
          </a:stretch>
        </p:blipFill>
        <p:spPr>
          <a:xfrm>
            <a:off x="2198542" y="6130081"/>
            <a:ext cx="1261006" cy="517004"/>
          </a:xfrm>
          <a:prstGeom prst="rect">
            <a:avLst/>
          </a:prstGeom>
        </p:spPr>
      </p:pic>
    </p:spTree>
    <p:extLst>
      <p:ext uri="{BB962C8B-B14F-4D97-AF65-F5344CB8AC3E}">
        <p14:creationId xmlns:p14="http://schemas.microsoft.com/office/powerpoint/2010/main" val="766684962"/>
      </p:ext>
    </p:extLst>
  </p:cSld>
  <p:clrMap bg1="lt1" tx1="dk1" bg2="lt2" tx2="dk2" accent1="accent1" accent2="accent2" accent3="accent3" accent4="accent4" accent5="accent5" accent6="accent6" hlink="hlink" folHlink="folHlink"/>
  <p:sldLayoutIdLst>
    <p:sldLayoutId id="2147483922" r:id="rId1"/>
    <p:sldLayoutId id="2147483846" r:id="rId2"/>
    <p:sldLayoutId id="2147483919" r:id="rId3"/>
    <p:sldLayoutId id="2147483918" r:id="rId4"/>
    <p:sldLayoutId id="2147483920" r:id="rId5"/>
    <p:sldLayoutId id="2147483891" r:id="rId6"/>
    <p:sldLayoutId id="2147483886" r:id="rId7"/>
    <p:sldLayoutId id="2147483885" r:id="rId8"/>
    <p:sldLayoutId id="2147483887" r:id="rId9"/>
    <p:sldLayoutId id="2147483898" r:id="rId10"/>
    <p:sldLayoutId id="2147483905" r:id="rId11"/>
    <p:sldLayoutId id="2147483906" r:id="rId12"/>
    <p:sldLayoutId id="2147483923" r:id="rId13"/>
    <p:sldLayoutId id="2147483924" r:id="rId14"/>
    <p:sldLayoutId id="2147483925" r:id="rId15"/>
    <p:sldLayoutId id="2147483910" r:id="rId16"/>
    <p:sldLayoutId id="2147483881" r:id="rId17"/>
    <p:sldLayoutId id="2147483877" r:id="rId18"/>
    <p:sldLayoutId id="2147483907" r:id="rId19"/>
    <p:sldLayoutId id="2147483908" r:id="rId20"/>
    <p:sldLayoutId id="2147483874" r:id="rId21"/>
    <p:sldLayoutId id="2147483911" r:id="rId22"/>
    <p:sldLayoutId id="2147483914" r:id="rId23"/>
    <p:sldLayoutId id="2147483913" r:id="rId24"/>
    <p:sldLayoutId id="2147483850" r:id="rId25"/>
    <p:sldLayoutId id="2147483851" r:id="rId26"/>
  </p:sldLayoutIdLst>
  <p:hf hdr="0" ftr="0" dt="0"/>
  <p:txStyles>
    <p:titleStyle>
      <a:lvl1pPr algn="l" defTabSz="914400" rtl="0" eaLnBrk="1" latinLnBrk="0" hangingPunct="1">
        <a:lnSpc>
          <a:spcPct val="90000"/>
        </a:lnSpc>
        <a:spcBef>
          <a:spcPct val="0"/>
        </a:spcBef>
        <a:buNone/>
        <a:defRPr sz="2800" b="0" i="0" kern="1200">
          <a:solidFill>
            <a:schemeClr val="tx1"/>
          </a:solidFill>
          <a:latin typeface="Poppins Medium" pitchFamily="2" charset="77"/>
          <a:ea typeface="+mj-ea"/>
          <a:cs typeface="Poppins Medium" pitchFamily="2" charset="77"/>
        </a:defRPr>
      </a:lvl1pPr>
    </p:titleStyle>
    <p:bodyStyle>
      <a:lvl1pPr marL="0" indent="0" algn="l" defTabSz="914400" rtl="0" eaLnBrk="1" latinLnBrk="0" hangingPunct="1">
        <a:lnSpc>
          <a:spcPct val="100000"/>
        </a:lnSpc>
        <a:spcBef>
          <a:spcPts val="1000"/>
        </a:spcBef>
        <a:buFont typeface="Arial" panose="020B0604020202020204" pitchFamily="34" charset="0"/>
        <a:buNone/>
        <a:defRPr sz="1400" kern="1200">
          <a:solidFill>
            <a:schemeClr val="tx1"/>
          </a:solidFill>
          <a:latin typeface="+mn-lt"/>
          <a:ea typeface="Open Sans" panose="020B0606030504020204" pitchFamily="34" charset="0"/>
          <a:cs typeface="Open Sans" panose="020B0606030504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1200" kern="1200">
          <a:solidFill>
            <a:schemeClr val="tx1"/>
          </a:solidFill>
          <a:latin typeface="+mn-lt"/>
          <a:ea typeface="Lato" panose="020F0502020204030203" pitchFamily="34" charset="0"/>
          <a:cs typeface="Lato" panose="020F0502020204030203"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100" kern="1200">
          <a:solidFill>
            <a:schemeClr val="tx1"/>
          </a:solidFill>
          <a:latin typeface="+mn-lt"/>
          <a:ea typeface="Lato" panose="020F0502020204030203" pitchFamily="34" charset="0"/>
          <a:cs typeface="Lato" panose="020F0502020204030203"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100" kern="1200">
          <a:solidFill>
            <a:schemeClr val="tx1"/>
          </a:solidFill>
          <a:latin typeface="+mn-lt"/>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25" userDrawn="1">
          <p15:clr>
            <a:srgbClr val="F26B43"/>
          </p15:clr>
        </p15:guide>
        <p15:guide id="3" pos="7355" userDrawn="1">
          <p15:clr>
            <a:srgbClr val="F26B43"/>
          </p15:clr>
        </p15:guide>
        <p15:guide id="4" pos="551" userDrawn="1">
          <p15:clr>
            <a:srgbClr val="F26B43"/>
          </p15:clr>
        </p15:guide>
        <p15:guide id="5" pos="7129" userDrawn="1">
          <p15:clr>
            <a:srgbClr val="F26B43"/>
          </p15:clr>
        </p15:guide>
        <p15:guide id="6" orient="horz" pos="232" userDrawn="1">
          <p15:clr>
            <a:srgbClr val="F26B43"/>
          </p15:clr>
        </p15:guide>
        <p15:guide id="7" orient="horz" pos="799" userDrawn="1">
          <p15:clr>
            <a:srgbClr val="F26B43"/>
          </p15:clr>
        </p15:guide>
        <p15:guide id="8" orient="horz" pos="3748" userDrawn="1">
          <p15:clr>
            <a:srgbClr val="F26B43"/>
          </p15:clr>
        </p15:guide>
        <p15:guide id="9" orient="horz" pos="913"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59007" y="6327648"/>
            <a:ext cx="384048" cy="27432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000">
                <a:solidFill>
                  <a:srgbClr val="FFFFFF"/>
                </a:solidFill>
              </a:defRPr>
            </a:lvl1pPr>
          </a:lstStyle>
          <a:p>
            <a:pPr algn="ctr"/>
            <a:fld id="{F7021451-1387-4CA6-816F-3879F97B5CBC}" type="slidenum">
              <a:rPr lang="en-US" b="0"/>
              <a:t>‹#›</a:t>
            </a:fld>
            <a:endParaRPr lang="en-US"/>
          </a:p>
        </p:txBody>
      </p:sp>
    </p:spTree>
    <p:extLst>
      <p:ext uri="{BB962C8B-B14F-4D97-AF65-F5344CB8AC3E}">
        <p14:creationId xmlns:p14="http://schemas.microsoft.com/office/powerpoint/2010/main" val="804045884"/>
      </p:ext>
    </p:extLst>
  </p:cSld>
  <p:clrMap bg1="lt1" tx1="dk1" bg2="lt2" tx2="dk2" accent1="accent1" accent2="accent2" accent3="accent3" accent4="accent4" accent5="accent5" accent6="accent6" hlink="hlink" folHlink="folHlink"/>
  <p:sldLayoutIdLst>
    <p:sldLayoutId id="2147483927" r:id="rId1"/>
    <p:sldLayoutId id="2147483928" r:id="rId2"/>
    <p:sldLayoutId id="2147483929" r:id="rId3"/>
    <p:sldLayoutId id="2147483930"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7.png"/><Relationship Id="rId3" Type="http://schemas.openxmlformats.org/officeDocument/2006/relationships/image" Target="../media/image12.png"/><Relationship Id="rId4" Type="http://schemas.microsoft.com/office/2007/relationships/hdphoto" Target="../media/hdphoto1.wdp"/><Relationship Id="rId5" Type="http://schemas.openxmlformats.org/officeDocument/2006/relationships/image" Target="../media/image13.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2.xml"/><Relationship Id="rId3" Type="http://schemas.openxmlformats.org/officeDocument/2006/relationships/image" Target="../media/image14.png"/><Relationship Id="rId4"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3.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image" Target="../media/image1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8A79E8C-9096-10F5-8459-7A47586921B4}"/>
              </a:ext>
            </a:extLst>
          </p:cNvPr>
          <p:cNvPicPr>
            <a:picLocks noChangeAspect="1"/>
          </p:cNvPicPr>
          <p:nvPr/>
        </p:nvPicPr>
        <p:blipFill>
          <a:blip r:embed="rId2"/>
          <a:srcRect r="4198"/>
          <a:stretch>
            <a:fillRect/>
          </a:stretch>
        </p:blipFill>
        <p:spPr>
          <a:xfrm>
            <a:off x="18866" y="-2770"/>
            <a:ext cx="12173133" cy="6844780"/>
          </a:xfrm>
          <a:prstGeom prst="rect">
            <a:avLst/>
          </a:prstGeom>
        </p:spPr>
      </p:pic>
      <p:sp>
        <p:nvSpPr>
          <p:cNvPr id="2" name="Rectangle 1">
            <a:extLst>
              <a:ext uri="{FF2B5EF4-FFF2-40B4-BE49-F238E27FC236}">
                <a16:creationId xmlns:a16="http://schemas.microsoft.com/office/drawing/2014/main" id="{B1914DFD-16DC-64F6-470F-BB1B2ABF17B4}"/>
              </a:ext>
            </a:extLst>
          </p:cNvPr>
          <p:cNvSpPr/>
          <p:nvPr/>
        </p:nvSpPr>
        <p:spPr>
          <a:xfrm>
            <a:off x="0" y="15990"/>
            <a:ext cx="12192000" cy="6858000"/>
          </a:xfrm>
          <a:prstGeom prst="rect">
            <a:avLst/>
          </a:prstGeom>
          <a:solidFill>
            <a:schemeClr val="tx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Open Sans" panose="020B0606030504020204" pitchFamily="34" charset="0"/>
              <a:ea typeface="+mn-ea"/>
              <a:cs typeface="+mn-cs"/>
            </a:endParaRPr>
          </a:p>
        </p:txBody>
      </p:sp>
      <p:sp>
        <p:nvSpPr>
          <p:cNvPr id="3" name="Title 3">
            <a:extLst>
              <a:ext uri="{FF2B5EF4-FFF2-40B4-BE49-F238E27FC236}">
                <a16:creationId xmlns:a16="http://schemas.microsoft.com/office/drawing/2014/main" id="{2E7CB030-9D95-B185-F78E-3592399D2B68}"/>
              </a:ext>
            </a:extLst>
          </p:cNvPr>
          <p:cNvSpPr txBox="1">
            <a:spLocks/>
          </p:cNvSpPr>
          <p:nvPr/>
        </p:nvSpPr>
        <p:spPr>
          <a:xfrm>
            <a:off x="499110" y="1886304"/>
            <a:ext cx="9143999" cy="3685692"/>
          </a:xfrm>
          <a:prstGeom prst="rect">
            <a:avLst/>
          </a:prstGeom>
        </p:spPr>
        <p:txBody>
          <a:bodyPr anchor="ctr">
            <a:normAutofit/>
          </a:bodyPr>
          <a:lstStyle>
            <a:lvl1pPr algn="l" defTabSz="914400" rtl="0" eaLnBrk="1" latinLnBrk="0" hangingPunct="1">
              <a:lnSpc>
                <a:spcPct val="90000"/>
              </a:lnSpc>
              <a:spcBef>
                <a:spcPct val="0"/>
              </a:spcBef>
              <a:buNone/>
              <a:defRPr sz="2800" b="0" i="0" kern="1200">
                <a:solidFill>
                  <a:schemeClr val="tx1"/>
                </a:solidFill>
                <a:latin typeface="Poppins Medium" pitchFamily="2" charset="77"/>
                <a:ea typeface="+mj-ea"/>
                <a:cs typeface="Poppins Medium" pitchFamily="2" charset="77"/>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5400" b="1" i="0" u="none" strike="noStrike" kern="1200" cap="none" spc="0" normalizeH="0" baseline="0" noProof="0">
                <a:ln>
                  <a:noFill/>
                </a:ln>
                <a:solidFill>
                  <a:srgbClr val="FFFFFF"/>
                </a:solidFill>
                <a:effectLst/>
                <a:uLnTx/>
                <a:uFillTx/>
                <a:latin typeface="Poppins SemiBold" panose="00000700000000000000" pitchFamily="2" charset="0"/>
                <a:ea typeface="+mj-ea"/>
                <a:cs typeface="Poppins SemiBold" panose="00000700000000000000" pitchFamily="2" charset="0"/>
              </a:rPr>
              <a:t>Supporting </a:t>
            </a:r>
            <a:r>
              <a:rPr kumimoji="0" lang="en-US" sz="5400" b="1" i="0" u="none" strike="noStrike" kern="1200" cap="none" spc="0" normalizeH="0" baseline="0" noProof="0" err="1">
                <a:ln>
                  <a:noFill/>
                </a:ln>
                <a:solidFill>
                  <a:srgbClr val="FFFFFF"/>
                </a:solidFill>
                <a:effectLst/>
                <a:uLnTx/>
                <a:uFillTx/>
                <a:latin typeface="Poppins SemiBold" panose="00000700000000000000" pitchFamily="2" charset="0"/>
                <a:ea typeface="+mj-ea"/>
                <a:cs typeface="Poppins SemiBold" panose="00000700000000000000" pitchFamily="2" charset="0"/>
              </a:rPr>
              <a:t>GoFar</a:t>
            </a:r>
            <a:r>
              <a:rPr kumimoji="0" lang="en-US" sz="5400" b="1" i="0" u="none" strike="noStrike" kern="1200" cap="none" spc="0" normalizeH="0" baseline="0" noProof="0">
                <a:ln>
                  <a:noFill/>
                </a:ln>
                <a:solidFill>
                  <a:srgbClr val="FFFFFF"/>
                </a:solidFill>
                <a:effectLst/>
                <a:uLnTx/>
                <a:uFillTx/>
                <a:latin typeface="Poppins SemiBold" panose="00000700000000000000" pitchFamily="2" charset="0"/>
                <a:ea typeface="+mj-ea"/>
                <a:cs typeface="Poppins SemiBold" panose="00000700000000000000" pitchFamily="2" charset="0"/>
              </a:rPr>
              <a:t> across the project</a:t>
            </a:r>
            <a:endParaRPr kumimoji="0" lang="en-US" sz="9600" b="1" i="0" u="none" strike="noStrike" kern="1200" cap="none" spc="0" normalizeH="0" baseline="0" noProof="0">
              <a:ln>
                <a:noFill/>
              </a:ln>
              <a:solidFill>
                <a:srgbClr val="FFFFFF"/>
              </a:solidFill>
              <a:effectLst/>
              <a:uLnTx/>
              <a:uFillTx/>
              <a:latin typeface="Poppins" pitchFamily="2" charset="77"/>
              <a:ea typeface="+mj-ea"/>
              <a:cs typeface="Poppins" pitchFamily="2" charset="77"/>
            </a:endParaRPr>
          </a:p>
        </p:txBody>
      </p:sp>
      <p:pic>
        <p:nvPicPr>
          <p:cNvPr id="6" name="Picture 5">
            <a:extLst>
              <a:ext uri="{FF2B5EF4-FFF2-40B4-BE49-F238E27FC236}">
                <a16:creationId xmlns:a16="http://schemas.microsoft.com/office/drawing/2014/main" id="{F759C7C1-1A5A-0B37-12DF-7268700A29C8}"/>
              </a:ext>
            </a:extLst>
          </p:cNvPr>
          <p:cNvPicPr>
            <a:picLocks noChangeAspect="1"/>
          </p:cNvPicPr>
          <p:nvPr/>
        </p:nvPicPr>
        <p:blipFill>
          <a:blip r:embed="rId3">
            <a:extLst>
              <a:ext uri="{BEBA8EAE-BF5A-486C-A8C5-ECC9F3942E4B}">
                <a14:imgProps xmlns:a14="http://schemas.microsoft.com/office/drawing/2010/main">
                  <a14:imgLayer r:embed="rId4">
                    <a14:imgEffect>
                      <a14:brightnessContrast bright="100000"/>
                    </a14:imgEffect>
                  </a14:imgLayer>
                </a14:imgProps>
              </a:ext>
            </a:extLst>
          </a:blip>
          <a:stretch>
            <a:fillRect/>
          </a:stretch>
        </p:blipFill>
        <p:spPr>
          <a:xfrm>
            <a:off x="655839" y="693748"/>
            <a:ext cx="2026805" cy="830977"/>
          </a:xfrm>
          <a:prstGeom prst="rect">
            <a:avLst/>
          </a:prstGeom>
        </p:spPr>
      </p:pic>
      <p:sp>
        <p:nvSpPr>
          <p:cNvPr id="7" name="Subtitle 4">
            <a:extLst>
              <a:ext uri="{FF2B5EF4-FFF2-40B4-BE49-F238E27FC236}">
                <a16:creationId xmlns:a16="http://schemas.microsoft.com/office/drawing/2014/main" id="{45931A76-FA21-1C15-5AE0-7A6CAF273255}"/>
              </a:ext>
            </a:extLst>
          </p:cNvPr>
          <p:cNvSpPr txBox="1">
            <a:spLocks/>
          </p:cNvSpPr>
          <p:nvPr/>
        </p:nvSpPr>
        <p:spPr>
          <a:xfrm>
            <a:off x="499109" y="4969512"/>
            <a:ext cx="9144000" cy="989229"/>
          </a:xfrm>
          <a:prstGeom prst="rect">
            <a:avLst/>
          </a:prstGeom>
        </p:spPr>
        <p:txBody>
          <a:bodyPr>
            <a:normAutofit/>
          </a:bodyPr>
          <a:lstStyle>
            <a:lvl1pPr marL="0" indent="0" algn="l" defTabSz="914400" rtl="0" eaLnBrk="1" latinLnBrk="0" hangingPunct="1">
              <a:lnSpc>
                <a:spcPct val="100000"/>
              </a:lnSpc>
              <a:spcBef>
                <a:spcPts val="1000"/>
              </a:spcBef>
              <a:buFont typeface="Arial" panose="020B0604020202020204" pitchFamily="34" charset="0"/>
              <a:buNone/>
              <a:defRPr sz="1400" kern="1200">
                <a:solidFill>
                  <a:schemeClr val="tx1"/>
                </a:solidFill>
                <a:latin typeface="+mn-lt"/>
                <a:ea typeface="Open Sans" panose="020B0606030504020204" pitchFamily="34" charset="0"/>
                <a:cs typeface="Open Sans" panose="020B0606030504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1200" kern="1200">
                <a:solidFill>
                  <a:schemeClr val="tx1"/>
                </a:solidFill>
                <a:latin typeface="+mn-lt"/>
                <a:ea typeface="Lato" panose="020F0502020204030203" pitchFamily="34" charset="0"/>
                <a:cs typeface="Lato" panose="020F0502020204030203"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100" kern="1200">
                <a:solidFill>
                  <a:schemeClr val="tx1"/>
                </a:solidFill>
                <a:latin typeface="+mn-lt"/>
                <a:ea typeface="Lato" panose="020F0502020204030203" pitchFamily="34" charset="0"/>
                <a:cs typeface="Lato" panose="020F0502020204030203"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100" kern="1200">
                <a:solidFill>
                  <a:schemeClr val="tx1"/>
                </a:solidFill>
                <a:latin typeface="+mn-lt"/>
                <a:ea typeface="Lato" panose="020F0502020204030203" pitchFamily="34" charset="0"/>
                <a:cs typeface="Lato" panose="020F050202020403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800"/>
              </a:spcAft>
              <a:buClrTx/>
              <a:buSzTx/>
              <a:buFont typeface="Arial" panose="020B0604020202020204" pitchFamily="34" charset="0"/>
              <a:buNone/>
              <a:tabLst/>
              <a:defRPr/>
            </a:pPr>
            <a:r>
              <a:rPr kumimoji="0" lang="en-US" sz="1600" b="0" i="0" u="none" strike="noStrike" kern="1200" cap="none" spc="0" normalizeH="0" baseline="0" noProof="0" dirty="0">
                <a:ln>
                  <a:noFill/>
                </a:ln>
                <a:solidFill>
                  <a:srgbClr val="FFFFFF"/>
                </a:solidFill>
                <a:effectLst/>
                <a:uLnTx/>
                <a:uFillTx/>
                <a:latin typeface="Poppins Light" panose="00000400000000000000" pitchFamily="2" charset="0"/>
                <a:ea typeface="Open Sans" panose="020B0606030504020204" pitchFamily="34" charset="0"/>
                <a:cs typeface="Poppins Light" panose="00000400000000000000" pitchFamily="2" charset="0"/>
              </a:rPr>
              <a:t>The Strategy Group</a:t>
            </a:r>
          </a:p>
          <a:p>
            <a:pPr marL="0" marR="0" lvl="0" indent="0" algn="l" defTabSz="914400" rtl="0" eaLnBrk="1" fontAlgn="auto" latinLnBrk="0" hangingPunct="1">
              <a:lnSpc>
                <a:spcPct val="100000"/>
              </a:lnSpc>
              <a:spcBef>
                <a:spcPts val="0"/>
              </a:spcBef>
              <a:spcAft>
                <a:spcPts val="800"/>
              </a:spcAft>
              <a:buClrTx/>
              <a:buSzTx/>
              <a:buFont typeface="Arial" panose="020B0604020202020204" pitchFamily="34" charset="0"/>
              <a:buNone/>
              <a:tabLst/>
              <a:defRPr/>
            </a:pPr>
            <a:r>
              <a:rPr kumimoji="0" lang="en-US" sz="1600" b="0" i="0" u="none" strike="noStrike" kern="1200" cap="none" spc="0" normalizeH="0" baseline="0" noProof="0" dirty="0">
                <a:ln>
                  <a:noFill/>
                </a:ln>
                <a:solidFill>
                  <a:srgbClr val="FFFFFF"/>
                </a:solidFill>
                <a:effectLst/>
                <a:uLnTx/>
                <a:uFillTx/>
                <a:latin typeface="Poppins Light" panose="00000400000000000000" pitchFamily="2" charset="0"/>
                <a:ea typeface="Open Sans" panose="020B0606030504020204" pitchFamily="34" charset="0"/>
                <a:cs typeface="Poppins Light" panose="00000400000000000000" pitchFamily="2" charset="0"/>
              </a:rPr>
              <a:t>October 2026</a:t>
            </a:r>
          </a:p>
        </p:txBody>
      </p:sp>
      <p:pic>
        <p:nvPicPr>
          <p:cNvPr id="9" name="Graphic 8">
            <a:extLst>
              <a:ext uri="{FF2B5EF4-FFF2-40B4-BE49-F238E27FC236}">
                <a16:creationId xmlns:a16="http://schemas.microsoft.com/office/drawing/2014/main" id="{19AB1856-2B67-9D16-ADDD-BC61DD7DC841}"/>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5"/>
              </a:ext>
            </a:extLst>
          </a:blip>
          <a:srcRect l="-6492" t="36592" r="41734" b="8432"/>
          <a:stretch/>
        </p:blipFill>
        <p:spPr>
          <a:xfrm>
            <a:off x="7227329" y="1"/>
            <a:ext cx="4964669" cy="4214717"/>
          </a:xfrm>
          <a:prstGeom prst="rect">
            <a:avLst/>
          </a:prstGeom>
        </p:spPr>
      </p:pic>
    </p:spTree>
    <p:extLst>
      <p:ext uri="{BB962C8B-B14F-4D97-AF65-F5344CB8AC3E}">
        <p14:creationId xmlns:p14="http://schemas.microsoft.com/office/powerpoint/2010/main" val="39361979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A1B2E-E38C-F52E-7962-3966BCE244C7}"/>
            </a:ext>
          </a:extLst>
        </p:cNvPr>
        <p:cNvGrpSpPr/>
        <p:nvPr/>
      </p:nvGrpSpPr>
      <p:grpSpPr>
        <a:xfrm>
          <a:off x="0" y="0"/>
          <a:ext cx="0" cy="0"/>
          <a:chOff x="0" y="0"/>
          <a:chExt cx="0" cy="0"/>
        </a:xfrm>
      </p:grpSpPr>
      <p:sp>
        <p:nvSpPr>
          <p:cNvPr id="25" name="Slide Number Placeholder 0">
            <a:extLst>
              <a:ext uri="{FF2B5EF4-FFF2-40B4-BE49-F238E27FC236}">
                <a16:creationId xmlns:a16="http://schemas.microsoft.com/office/drawing/2014/main" id="{55A0BDEF-977E-5BF7-EC02-2253EB2A63F4}"/>
              </a:ext>
            </a:extLst>
          </p:cNvPr>
          <p:cNvSpPr>
            <a:spLocks noGrp="1"/>
          </p:cNvSpPr>
          <p:nvPr>
            <p:ph type="sldNum" sz="quarter" idx="4294967295"/>
          </p:nvPr>
        </p:nvSpPr>
        <p:spPr>
          <a:xfrm>
            <a:off x="11259007" y="6327648"/>
            <a:ext cx="384048" cy="27432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000">
                <a:solidFill>
                  <a:srgbClr val="FFFFFF"/>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000" b="0" i="0" u="none" strike="noStrike" kern="1200" cap="none" spc="0" normalizeH="0" baseline="0" noProof="0">
                <a:ln>
                  <a:noFill/>
                </a:ln>
                <a:solidFill>
                  <a:srgbClr val="FFFFFF"/>
                </a:solidFill>
                <a:effectLst/>
                <a:uLnTx/>
                <a:uFillTx/>
                <a:latin typeface="Poppins"/>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a:t>
            </a:fld>
            <a:endParaRPr kumimoji="0" lang="en-US" sz="1000" b="0" i="0" u="none" strike="noStrike" kern="1200" cap="none" spc="0" normalizeH="0" baseline="0" noProof="0">
              <a:ln>
                <a:noFill/>
              </a:ln>
              <a:solidFill>
                <a:srgbClr val="FFFFFF"/>
              </a:solidFill>
              <a:effectLst/>
              <a:uLnTx/>
              <a:uFillTx/>
              <a:latin typeface="Poppins"/>
              <a:ea typeface="+mn-ea"/>
              <a:cs typeface="+mn-cs"/>
            </a:endParaRPr>
          </a:p>
        </p:txBody>
      </p:sp>
      <p:cxnSp>
        <p:nvCxnSpPr>
          <p:cNvPr id="77" name="Straight Connector 76">
            <a:extLst>
              <a:ext uri="{FF2B5EF4-FFF2-40B4-BE49-F238E27FC236}">
                <a16:creationId xmlns:a16="http://schemas.microsoft.com/office/drawing/2014/main" id="{63666F55-3AFA-FD9D-BF8D-CEDD59F582BD}"/>
              </a:ext>
            </a:extLst>
          </p:cNvPr>
          <p:cNvCxnSpPr>
            <a:cxnSpLocks/>
          </p:cNvCxnSpPr>
          <p:nvPr/>
        </p:nvCxnSpPr>
        <p:spPr>
          <a:xfrm>
            <a:off x="-28575" y="4759659"/>
            <a:ext cx="12192000" cy="0"/>
          </a:xfrm>
          <a:prstGeom prst="line">
            <a:avLst/>
          </a:prstGeom>
          <a:noFill/>
          <a:ln w="12700" cap="rnd" cmpd="sng" algn="ctr">
            <a:solidFill>
              <a:srgbClr val="445469"/>
            </a:solidFill>
            <a:prstDash val="solid"/>
            <a:miter lim="800000"/>
          </a:ln>
          <a:effectLst/>
        </p:spPr>
      </p:cxnSp>
      <p:sp>
        <p:nvSpPr>
          <p:cNvPr id="78" name="Text 48">
            <a:extLst>
              <a:ext uri="{FF2B5EF4-FFF2-40B4-BE49-F238E27FC236}">
                <a16:creationId xmlns:a16="http://schemas.microsoft.com/office/drawing/2014/main" id="{FBBF6103-EEDE-08EC-AFBC-B73F987705ED}"/>
              </a:ext>
            </a:extLst>
          </p:cNvPr>
          <p:cNvSpPr/>
          <p:nvPr/>
        </p:nvSpPr>
        <p:spPr>
          <a:xfrm>
            <a:off x="349832" y="3071974"/>
            <a:ext cx="2306110" cy="731520"/>
          </a:xfrm>
          <a:prstGeom prst="rect">
            <a:avLst/>
          </a:prstGeom>
          <a:noFill/>
          <a:ln/>
        </p:spPr>
        <p:txBody>
          <a:bodyPr wrap="squar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445469"/>
                </a:solidFill>
                <a:effectLst/>
                <a:uLnTx/>
                <a:uFillTx/>
                <a:latin typeface="Poppins"/>
                <a:ea typeface="Open Sans" pitchFamily="34" charset="-122"/>
                <a:cs typeface="Open Sans" pitchFamily="34" charset="-120"/>
              </a:rPr>
              <a:t>EOI • July</a:t>
            </a:r>
          </a:p>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445469"/>
                </a:solidFill>
                <a:effectLst/>
                <a:uLnTx/>
                <a:uFillTx/>
                <a:latin typeface="Poppins"/>
                <a:ea typeface="Open Sans" pitchFamily="34" charset="-122"/>
                <a:cs typeface="Open Sans" pitchFamily="34" charset="-120"/>
              </a:rPr>
              <a:t>Interactive Preparation</a:t>
            </a:r>
          </a:p>
        </p:txBody>
      </p:sp>
      <p:sp>
        <p:nvSpPr>
          <p:cNvPr id="79" name="Text 50">
            <a:extLst>
              <a:ext uri="{FF2B5EF4-FFF2-40B4-BE49-F238E27FC236}">
                <a16:creationId xmlns:a16="http://schemas.microsoft.com/office/drawing/2014/main" id="{0AF454E8-FBD4-8DFD-5857-51B9E09FA2AE}"/>
              </a:ext>
            </a:extLst>
          </p:cNvPr>
          <p:cNvSpPr/>
          <p:nvPr/>
        </p:nvSpPr>
        <p:spPr>
          <a:xfrm>
            <a:off x="2763969" y="3071974"/>
            <a:ext cx="2039001" cy="731520"/>
          </a:xfrm>
          <a:prstGeom prst="rect">
            <a:avLst/>
          </a:prstGeom>
          <a:noFill/>
          <a:ln/>
        </p:spPr>
        <p:txBody>
          <a:bodyPr wrap="squar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445469"/>
                </a:solidFill>
                <a:effectLst/>
                <a:uLnTx/>
                <a:uFillTx/>
                <a:latin typeface="Poppins"/>
                <a:ea typeface="Open Sans" pitchFamily="34" charset="-122"/>
                <a:cs typeface="Open Sans" pitchFamily="34" charset="-120"/>
              </a:rPr>
              <a:t>Pre-C&amp;V • September</a:t>
            </a:r>
          </a:p>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445469"/>
                </a:solidFill>
                <a:effectLst/>
                <a:uLnTx/>
                <a:uFillTx/>
                <a:latin typeface="Poppins"/>
                <a:ea typeface="Open Sans" pitchFamily="34" charset="-122"/>
                <a:cs typeface="Open Sans" pitchFamily="34" charset="-120"/>
              </a:rPr>
              <a:t>Cultural Foundation Session</a:t>
            </a:r>
          </a:p>
        </p:txBody>
      </p:sp>
      <p:sp>
        <p:nvSpPr>
          <p:cNvPr id="80" name="Text 52">
            <a:extLst>
              <a:ext uri="{FF2B5EF4-FFF2-40B4-BE49-F238E27FC236}">
                <a16:creationId xmlns:a16="http://schemas.microsoft.com/office/drawing/2014/main" id="{F2AF289B-844A-6CC9-3590-39A2038AFC4E}"/>
              </a:ext>
            </a:extLst>
          </p:cNvPr>
          <p:cNvSpPr/>
          <p:nvPr/>
        </p:nvSpPr>
        <p:spPr>
          <a:xfrm>
            <a:off x="5082537" y="3071974"/>
            <a:ext cx="1940738" cy="731520"/>
          </a:xfrm>
          <a:prstGeom prst="rect">
            <a:avLst/>
          </a:prstGeom>
          <a:noFill/>
          <a:ln/>
        </p:spPr>
        <p:txBody>
          <a:bodyPr wrap="squar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445469"/>
                </a:solidFill>
                <a:effectLst/>
                <a:uLnTx/>
                <a:uFillTx/>
                <a:latin typeface="Poppins"/>
                <a:ea typeface="Open Sans" pitchFamily="34" charset="-122"/>
                <a:cs typeface="Open Sans" pitchFamily="34" charset="-120"/>
              </a:rPr>
              <a:t>C&amp;V Phase • Now</a:t>
            </a:r>
          </a:p>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445469"/>
                </a:solidFill>
                <a:effectLst/>
                <a:uLnTx/>
                <a:uFillTx/>
                <a:latin typeface="Poppins"/>
                <a:ea typeface="Open Sans" pitchFamily="34" charset="-122"/>
                <a:cs typeface="Open Sans" pitchFamily="34" charset="-120"/>
              </a:rPr>
              <a:t>Early Interactives &amp; Readiness</a:t>
            </a:r>
          </a:p>
        </p:txBody>
      </p:sp>
      <p:grpSp>
        <p:nvGrpSpPr>
          <p:cNvPr id="81" name="Group 80">
            <a:extLst>
              <a:ext uri="{FF2B5EF4-FFF2-40B4-BE49-F238E27FC236}">
                <a16:creationId xmlns:a16="http://schemas.microsoft.com/office/drawing/2014/main" id="{E37F9FF9-C447-85EE-54F3-A3C8923949BB}"/>
              </a:ext>
            </a:extLst>
          </p:cNvPr>
          <p:cNvGrpSpPr/>
          <p:nvPr/>
        </p:nvGrpSpPr>
        <p:grpSpPr>
          <a:xfrm>
            <a:off x="1300327" y="4547627"/>
            <a:ext cx="424783" cy="424783"/>
            <a:chOff x="548638" y="3779215"/>
            <a:chExt cx="424783" cy="424783"/>
          </a:xfrm>
        </p:grpSpPr>
        <p:sp>
          <p:nvSpPr>
            <p:cNvPr id="82" name="Oval 81">
              <a:extLst>
                <a:ext uri="{FF2B5EF4-FFF2-40B4-BE49-F238E27FC236}">
                  <a16:creationId xmlns:a16="http://schemas.microsoft.com/office/drawing/2014/main" id="{F41AC58E-E55A-114E-AE2D-F0E5D2559F61}"/>
                </a:ext>
              </a:extLst>
            </p:cNvPr>
            <p:cNvSpPr/>
            <p:nvPr/>
          </p:nvSpPr>
          <p:spPr>
            <a:xfrm>
              <a:off x="548638" y="3779215"/>
              <a:ext cx="424783" cy="424783"/>
            </a:xfrm>
            <a:prstGeom prst="ellipse">
              <a:avLst/>
            </a:prstGeom>
            <a:solidFill>
              <a:srgbClr val="445469">
                <a:lumMod val="60000"/>
                <a:lumOff val="40000"/>
                <a:alpha val="42000"/>
              </a:srgbClr>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1" b="0" i="0" u="none" strike="noStrike" kern="0" cap="none" spc="0" normalizeH="0" baseline="0" noProof="0">
                <a:ln>
                  <a:noFill/>
                </a:ln>
                <a:solidFill>
                  <a:srgbClr val="FFFFFF"/>
                </a:solidFill>
                <a:effectLst/>
                <a:uLnTx/>
                <a:uFillTx/>
                <a:latin typeface="Open Sans"/>
                <a:ea typeface="+mn-ea"/>
                <a:cs typeface="+mn-cs"/>
              </a:endParaRPr>
            </a:p>
          </p:txBody>
        </p:sp>
        <p:sp>
          <p:nvSpPr>
            <p:cNvPr id="83" name="Oval 82">
              <a:extLst>
                <a:ext uri="{FF2B5EF4-FFF2-40B4-BE49-F238E27FC236}">
                  <a16:creationId xmlns:a16="http://schemas.microsoft.com/office/drawing/2014/main" id="{53875768-0A58-7112-C695-1EE2165F8703}"/>
                </a:ext>
              </a:extLst>
            </p:cNvPr>
            <p:cNvSpPr/>
            <p:nvPr/>
          </p:nvSpPr>
          <p:spPr>
            <a:xfrm>
              <a:off x="652443" y="3882662"/>
              <a:ext cx="217170" cy="217170"/>
            </a:xfrm>
            <a:prstGeom prst="ellipse">
              <a:avLst/>
            </a:prstGeom>
            <a:gradFill>
              <a:gsLst>
                <a:gs pos="100000">
                  <a:srgbClr val="445469">
                    <a:lumMod val="60000"/>
                    <a:lumOff val="40000"/>
                  </a:srgbClr>
                </a:gs>
                <a:gs pos="0">
                  <a:srgbClr val="445469">
                    <a:lumMod val="75000"/>
                  </a:srgbClr>
                </a:gs>
              </a:gsLst>
              <a:lin ang="21000000" scaled="0"/>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200" b="0" i="0" u="none" strike="noStrike" kern="0" cap="none" spc="0" normalizeH="0" baseline="0" noProof="0">
                <a:ln>
                  <a:noFill/>
                </a:ln>
                <a:solidFill>
                  <a:srgbClr val="FFFFFF"/>
                </a:solidFill>
                <a:effectLst/>
                <a:uLnTx/>
                <a:uFillTx/>
                <a:latin typeface="Open Sans"/>
                <a:ea typeface="+mn-ea"/>
                <a:cs typeface="Poppins" pitchFamily="2" charset="77"/>
              </a:endParaRPr>
            </a:p>
          </p:txBody>
        </p:sp>
      </p:grpSp>
      <p:cxnSp>
        <p:nvCxnSpPr>
          <p:cNvPr id="84" name="Straight Connector 83">
            <a:extLst>
              <a:ext uri="{FF2B5EF4-FFF2-40B4-BE49-F238E27FC236}">
                <a16:creationId xmlns:a16="http://schemas.microsoft.com/office/drawing/2014/main" id="{499E4100-7F53-83CB-5E32-31339368E8B4}"/>
              </a:ext>
            </a:extLst>
          </p:cNvPr>
          <p:cNvCxnSpPr>
            <a:cxnSpLocks/>
            <a:stCxn id="78" idx="2"/>
            <a:endCxn id="82" idx="0"/>
          </p:cNvCxnSpPr>
          <p:nvPr/>
        </p:nvCxnSpPr>
        <p:spPr>
          <a:xfrm>
            <a:off x="1502887" y="3803494"/>
            <a:ext cx="9832" cy="744133"/>
          </a:xfrm>
          <a:prstGeom prst="line">
            <a:avLst/>
          </a:prstGeom>
          <a:noFill/>
          <a:ln w="6350" cap="flat" cmpd="sng" algn="ctr">
            <a:solidFill>
              <a:srgbClr val="445469"/>
            </a:solidFill>
            <a:prstDash val="solid"/>
            <a:miter lim="800000"/>
          </a:ln>
          <a:effectLst/>
        </p:spPr>
      </p:cxnSp>
      <p:cxnSp>
        <p:nvCxnSpPr>
          <p:cNvPr id="85" name="Straight Connector 84">
            <a:extLst>
              <a:ext uri="{FF2B5EF4-FFF2-40B4-BE49-F238E27FC236}">
                <a16:creationId xmlns:a16="http://schemas.microsoft.com/office/drawing/2014/main" id="{A1ACEF65-5E29-8DE9-1D57-332A82B5F9FC}"/>
              </a:ext>
            </a:extLst>
          </p:cNvPr>
          <p:cNvCxnSpPr>
            <a:cxnSpLocks/>
          </p:cNvCxnSpPr>
          <p:nvPr/>
        </p:nvCxnSpPr>
        <p:spPr>
          <a:xfrm>
            <a:off x="3783470" y="3956906"/>
            <a:ext cx="2" cy="590721"/>
          </a:xfrm>
          <a:prstGeom prst="line">
            <a:avLst/>
          </a:prstGeom>
          <a:noFill/>
          <a:ln w="6350" cap="flat" cmpd="sng" algn="ctr">
            <a:solidFill>
              <a:srgbClr val="445469"/>
            </a:solidFill>
            <a:prstDash val="solid"/>
            <a:miter lim="800000"/>
          </a:ln>
          <a:effectLst/>
        </p:spPr>
      </p:cxnSp>
      <p:cxnSp>
        <p:nvCxnSpPr>
          <p:cNvPr id="86" name="Straight Connector 85">
            <a:extLst>
              <a:ext uri="{FF2B5EF4-FFF2-40B4-BE49-F238E27FC236}">
                <a16:creationId xmlns:a16="http://schemas.microsoft.com/office/drawing/2014/main" id="{69FCE28E-95D6-ED5D-6B9F-C41102DCD6BD}"/>
              </a:ext>
            </a:extLst>
          </p:cNvPr>
          <p:cNvCxnSpPr>
            <a:cxnSpLocks/>
          </p:cNvCxnSpPr>
          <p:nvPr/>
        </p:nvCxnSpPr>
        <p:spPr>
          <a:xfrm>
            <a:off x="6052906" y="3956906"/>
            <a:ext cx="2" cy="590721"/>
          </a:xfrm>
          <a:prstGeom prst="line">
            <a:avLst/>
          </a:prstGeom>
          <a:noFill/>
          <a:ln w="6350" cap="flat" cmpd="sng" algn="ctr">
            <a:solidFill>
              <a:srgbClr val="445469"/>
            </a:solidFill>
            <a:prstDash val="solid"/>
            <a:miter lim="800000"/>
          </a:ln>
          <a:effectLst/>
        </p:spPr>
      </p:cxnSp>
      <p:cxnSp>
        <p:nvCxnSpPr>
          <p:cNvPr id="87" name="Straight Connector 86">
            <a:extLst>
              <a:ext uri="{FF2B5EF4-FFF2-40B4-BE49-F238E27FC236}">
                <a16:creationId xmlns:a16="http://schemas.microsoft.com/office/drawing/2014/main" id="{41BBAA69-8B90-B691-DD78-6A8453EF1B7A}"/>
              </a:ext>
            </a:extLst>
          </p:cNvPr>
          <p:cNvCxnSpPr>
            <a:cxnSpLocks/>
            <a:stCxn id="88" idx="2"/>
            <a:endCxn id="97" idx="0"/>
          </p:cNvCxnSpPr>
          <p:nvPr/>
        </p:nvCxnSpPr>
        <p:spPr>
          <a:xfrm flipH="1">
            <a:off x="10618736" y="3803494"/>
            <a:ext cx="869" cy="746479"/>
          </a:xfrm>
          <a:prstGeom prst="line">
            <a:avLst/>
          </a:prstGeom>
          <a:noFill/>
          <a:ln w="6350" cap="flat" cmpd="sng" algn="ctr">
            <a:solidFill>
              <a:srgbClr val="445469"/>
            </a:solidFill>
            <a:prstDash val="solid"/>
            <a:miter lim="800000"/>
          </a:ln>
          <a:effectLst/>
        </p:spPr>
      </p:cxnSp>
      <p:sp>
        <p:nvSpPr>
          <p:cNvPr id="88" name="Text 57">
            <a:extLst>
              <a:ext uri="{FF2B5EF4-FFF2-40B4-BE49-F238E27FC236}">
                <a16:creationId xmlns:a16="http://schemas.microsoft.com/office/drawing/2014/main" id="{EBBD081B-3DFF-CB34-A8B3-CCDBB61E0512}"/>
              </a:ext>
            </a:extLst>
          </p:cNvPr>
          <p:cNvSpPr/>
          <p:nvPr/>
        </p:nvSpPr>
        <p:spPr>
          <a:xfrm>
            <a:off x="9563147" y="3071974"/>
            <a:ext cx="2112916" cy="731520"/>
          </a:xfrm>
          <a:prstGeom prst="rect">
            <a:avLst/>
          </a:prstGeom>
          <a:noFill/>
          <a:ln/>
        </p:spPr>
        <p:txBody>
          <a:bodyPr wrap="squar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445469"/>
                </a:solidFill>
                <a:effectLst/>
                <a:uLnTx/>
                <a:uFillTx/>
                <a:latin typeface="Poppins"/>
                <a:ea typeface="Open Sans" pitchFamily="34" charset="-122"/>
                <a:cs typeface="Open Sans" pitchFamily="34" charset="-120"/>
              </a:rPr>
              <a:t>ECI Phase • 2027</a:t>
            </a:r>
          </a:p>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445469"/>
                </a:solidFill>
                <a:effectLst/>
                <a:uLnTx/>
                <a:uFillTx/>
                <a:latin typeface="Poppins"/>
                <a:ea typeface="Open Sans" pitchFamily="34" charset="-122"/>
                <a:cs typeface="Open Sans" pitchFamily="34" charset="-120"/>
              </a:rPr>
              <a:t>Structured Interactive Phase</a:t>
            </a:r>
          </a:p>
        </p:txBody>
      </p:sp>
      <p:sp>
        <p:nvSpPr>
          <p:cNvPr id="89" name="TextBox 88">
            <a:extLst>
              <a:ext uri="{FF2B5EF4-FFF2-40B4-BE49-F238E27FC236}">
                <a16:creationId xmlns:a16="http://schemas.microsoft.com/office/drawing/2014/main" id="{8B899F53-714D-0B92-E985-59102E4A1E42}"/>
              </a:ext>
            </a:extLst>
          </p:cNvPr>
          <p:cNvSpPr txBox="1"/>
          <p:nvPr/>
        </p:nvSpPr>
        <p:spPr>
          <a:xfrm>
            <a:off x="525019" y="1331336"/>
            <a:ext cx="11066906"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AU" sz="1800" b="0" i="0" u="none" strike="noStrike" kern="0" cap="none" spc="0" normalizeH="0" baseline="0" noProof="0" dirty="0">
                <a:ln>
                  <a:noFill/>
                </a:ln>
                <a:solidFill>
                  <a:srgbClr val="445469"/>
                </a:solidFill>
                <a:effectLst/>
                <a:uLnTx/>
                <a:uFillTx/>
                <a:latin typeface="Poppins"/>
                <a:ea typeface="+mn-ea"/>
                <a:cs typeface="+mn-cs"/>
              </a:rPr>
              <a:t>Our proposal indicates that we can provide support during the C&amp;V and ECI Phase, but has not detailed support for the RFP phase</a:t>
            </a:r>
          </a:p>
        </p:txBody>
      </p:sp>
      <p:grpSp>
        <p:nvGrpSpPr>
          <p:cNvPr id="90" name="Group 89">
            <a:extLst>
              <a:ext uri="{FF2B5EF4-FFF2-40B4-BE49-F238E27FC236}">
                <a16:creationId xmlns:a16="http://schemas.microsoft.com/office/drawing/2014/main" id="{3252A94E-125D-62F4-4558-5827AB0B8A03}"/>
              </a:ext>
            </a:extLst>
          </p:cNvPr>
          <p:cNvGrpSpPr/>
          <p:nvPr/>
        </p:nvGrpSpPr>
        <p:grpSpPr>
          <a:xfrm>
            <a:off x="3566869" y="4556461"/>
            <a:ext cx="424783" cy="424783"/>
            <a:chOff x="548638" y="3779215"/>
            <a:chExt cx="424783" cy="424783"/>
          </a:xfrm>
        </p:grpSpPr>
        <p:sp>
          <p:nvSpPr>
            <p:cNvPr id="91" name="Oval 90">
              <a:extLst>
                <a:ext uri="{FF2B5EF4-FFF2-40B4-BE49-F238E27FC236}">
                  <a16:creationId xmlns:a16="http://schemas.microsoft.com/office/drawing/2014/main" id="{FC1D7431-12DA-4B69-D471-1CA2A5F387F8}"/>
                </a:ext>
              </a:extLst>
            </p:cNvPr>
            <p:cNvSpPr/>
            <p:nvPr/>
          </p:nvSpPr>
          <p:spPr>
            <a:xfrm>
              <a:off x="548638" y="3779215"/>
              <a:ext cx="424783" cy="424783"/>
            </a:xfrm>
            <a:prstGeom prst="ellipse">
              <a:avLst/>
            </a:prstGeom>
            <a:solidFill>
              <a:srgbClr val="445469">
                <a:lumMod val="60000"/>
                <a:lumOff val="40000"/>
                <a:alpha val="42000"/>
              </a:srgbClr>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1" b="0" i="0" u="none" strike="noStrike" kern="0" cap="none" spc="0" normalizeH="0" baseline="0" noProof="0">
                <a:ln>
                  <a:noFill/>
                </a:ln>
                <a:solidFill>
                  <a:srgbClr val="FFFFFF"/>
                </a:solidFill>
                <a:effectLst/>
                <a:uLnTx/>
                <a:uFillTx/>
                <a:latin typeface="Open Sans"/>
                <a:ea typeface="+mn-ea"/>
                <a:cs typeface="+mn-cs"/>
              </a:endParaRPr>
            </a:p>
          </p:txBody>
        </p:sp>
        <p:sp>
          <p:nvSpPr>
            <p:cNvPr id="92" name="Oval 91">
              <a:extLst>
                <a:ext uri="{FF2B5EF4-FFF2-40B4-BE49-F238E27FC236}">
                  <a16:creationId xmlns:a16="http://schemas.microsoft.com/office/drawing/2014/main" id="{61784D10-3A42-CC89-161F-DE7D1B267999}"/>
                </a:ext>
              </a:extLst>
            </p:cNvPr>
            <p:cNvSpPr/>
            <p:nvPr/>
          </p:nvSpPr>
          <p:spPr>
            <a:xfrm>
              <a:off x="652443" y="3882662"/>
              <a:ext cx="217170" cy="217170"/>
            </a:xfrm>
            <a:prstGeom prst="ellipse">
              <a:avLst/>
            </a:prstGeom>
            <a:gradFill>
              <a:gsLst>
                <a:gs pos="100000">
                  <a:srgbClr val="445469">
                    <a:lumMod val="60000"/>
                    <a:lumOff val="40000"/>
                  </a:srgbClr>
                </a:gs>
                <a:gs pos="0">
                  <a:srgbClr val="445469">
                    <a:lumMod val="75000"/>
                  </a:srgbClr>
                </a:gs>
              </a:gsLst>
              <a:lin ang="21000000" scaled="0"/>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200" b="0" i="0" u="none" strike="noStrike" kern="0" cap="none" spc="0" normalizeH="0" baseline="0" noProof="0">
                <a:ln>
                  <a:noFill/>
                </a:ln>
                <a:solidFill>
                  <a:srgbClr val="FFFFFF"/>
                </a:solidFill>
                <a:effectLst/>
                <a:uLnTx/>
                <a:uFillTx/>
                <a:latin typeface="Open Sans"/>
                <a:ea typeface="+mn-ea"/>
                <a:cs typeface="Poppins" pitchFamily="2" charset="77"/>
              </a:endParaRPr>
            </a:p>
          </p:txBody>
        </p:sp>
      </p:grpSp>
      <p:grpSp>
        <p:nvGrpSpPr>
          <p:cNvPr id="93" name="Group 92">
            <a:extLst>
              <a:ext uri="{FF2B5EF4-FFF2-40B4-BE49-F238E27FC236}">
                <a16:creationId xmlns:a16="http://schemas.microsoft.com/office/drawing/2014/main" id="{784EADCD-40E1-6C7F-0F9A-E039EAAA339C}"/>
              </a:ext>
            </a:extLst>
          </p:cNvPr>
          <p:cNvGrpSpPr/>
          <p:nvPr/>
        </p:nvGrpSpPr>
        <p:grpSpPr>
          <a:xfrm>
            <a:off x="5841172" y="4554199"/>
            <a:ext cx="424783" cy="424783"/>
            <a:chOff x="548638" y="3779215"/>
            <a:chExt cx="424783" cy="424783"/>
          </a:xfrm>
        </p:grpSpPr>
        <p:sp>
          <p:nvSpPr>
            <p:cNvPr id="94" name="Oval 93">
              <a:extLst>
                <a:ext uri="{FF2B5EF4-FFF2-40B4-BE49-F238E27FC236}">
                  <a16:creationId xmlns:a16="http://schemas.microsoft.com/office/drawing/2014/main" id="{379D5D9A-A287-959A-E600-97CEC625542A}"/>
                </a:ext>
              </a:extLst>
            </p:cNvPr>
            <p:cNvSpPr/>
            <p:nvPr/>
          </p:nvSpPr>
          <p:spPr>
            <a:xfrm>
              <a:off x="548638" y="3779215"/>
              <a:ext cx="424783" cy="424783"/>
            </a:xfrm>
            <a:prstGeom prst="ellipse">
              <a:avLst/>
            </a:prstGeom>
            <a:solidFill>
              <a:srgbClr val="445469">
                <a:lumMod val="60000"/>
                <a:lumOff val="40000"/>
                <a:alpha val="42000"/>
              </a:srgbClr>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1" b="0" i="0" u="none" strike="noStrike" kern="0" cap="none" spc="0" normalizeH="0" baseline="0" noProof="0">
                <a:ln>
                  <a:noFill/>
                </a:ln>
                <a:solidFill>
                  <a:srgbClr val="FFFFFF"/>
                </a:solidFill>
                <a:effectLst/>
                <a:uLnTx/>
                <a:uFillTx/>
                <a:latin typeface="Open Sans"/>
                <a:ea typeface="+mn-ea"/>
                <a:cs typeface="+mn-cs"/>
              </a:endParaRPr>
            </a:p>
          </p:txBody>
        </p:sp>
        <p:sp>
          <p:nvSpPr>
            <p:cNvPr id="95" name="Oval 94">
              <a:extLst>
                <a:ext uri="{FF2B5EF4-FFF2-40B4-BE49-F238E27FC236}">
                  <a16:creationId xmlns:a16="http://schemas.microsoft.com/office/drawing/2014/main" id="{A68B9F8B-5283-6972-57C9-05FCD2D145DD}"/>
                </a:ext>
              </a:extLst>
            </p:cNvPr>
            <p:cNvSpPr/>
            <p:nvPr/>
          </p:nvSpPr>
          <p:spPr>
            <a:xfrm>
              <a:off x="652443" y="3882662"/>
              <a:ext cx="217170" cy="217170"/>
            </a:xfrm>
            <a:prstGeom prst="ellipse">
              <a:avLst/>
            </a:prstGeom>
            <a:gradFill>
              <a:gsLst>
                <a:gs pos="100000">
                  <a:srgbClr val="445469">
                    <a:lumMod val="60000"/>
                    <a:lumOff val="40000"/>
                  </a:srgbClr>
                </a:gs>
                <a:gs pos="0">
                  <a:srgbClr val="445469">
                    <a:lumMod val="75000"/>
                  </a:srgbClr>
                </a:gs>
              </a:gsLst>
              <a:lin ang="21000000" scaled="0"/>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200" b="0" i="0" u="none" strike="noStrike" kern="0" cap="none" spc="0" normalizeH="0" baseline="0" noProof="0">
                <a:ln>
                  <a:noFill/>
                </a:ln>
                <a:solidFill>
                  <a:srgbClr val="FFFFFF"/>
                </a:solidFill>
                <a:effectLst/>
                <a:uLnTx/>
                <a:uFillTx/>
                <a:latin typeface="Open Sans"/>
                <a:ea typeface="+mn-ea"/>
                <a:cs typeface="Poppins" pitchFamily="2" charset="77"/>
              </a:endParaRPr>
            </a:p>
          </p:txBody>
        </p:sp>
      </p:grpSp>
      <p:grpSp>
        <p:nvGrpSpPr>
          <p:cNvPr id="96" name="Group 95">
            <a:extLst>
              <a:ext uri="{FF2B5EF4-FFF2-40B4-BE49-F238E27FC236}">
                <a16:creationId xmlns:a16="http://schemas.microsoft.com/office/drawing/2014/main" id="{BC9E1310-642D-3360-FED2-A56BA2EE0D25}"/>
              </a:ext>
            </a:extLst>
          </p:cNvPr>
          <p:cNvGrpSpPr/>
          <p:nvPr/>
        </p:nvGrpSpPr>
        <p:grpSpPr>
          <a:xfrm>
            <a:off x="10406344" y="4549973"/>
            <a:ext cx="424783" cy="424783"/>
            <a:chOff x="548638" y="3779215"/>
            <a:chExt cx="424783" cy="424783"/>
          </a:xfrm>
        </p:grpSpPr>
        <p:sp>
          <p:nvSpPr>
            <p:cNvPr id="97" name="Oval 96">
              <a:extLst>
                <a:ext uri="{FF2B5EF4-FFF2-40B4-BE49-F238E27FC236}">
                  <a16:creationId xmlns:a16="http://schemas.microsoft.com/office/drawing/2014/main" id="{B90160F1-F580-5672-1CC7-A77356F7BA85}"/>
                </a:ext>
              </a:extLst>
            </p:cNvPr>
            <p:cNvSpPr/>
            <p:nvPr/>
          </p:nvSpPr>
          <p:spPr>
            <a:xfrm>
              <a:off x="548638" y="3779215"/>
              <a:ext cx="424783" cy="424783"/>
            </a:xfrm>
            <a:prstGeom prst="ellipse">
              <a:avLst/>
            </a:prstGeom>
            <a:solidFill>
              <a:srgbClr val="445469">
                <a:lumMod val="60000"/>
                <a:lumOff val="40000"/>
                <a:alpha val="42000"/>
              </a:srgbClr>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1" b="0" i="0" u="none" strike="noStrike" kern="0" cap="none" spc="0" normalizeH="0" baseline="0" noProof="0">
                <a:ln>
                  <a:noFill/>
                </a:ln>
                <a:solidFill>
                  <a:srgbClr val="FFFFFF"/>
                </a:solidFill>
                <a:effectLst/>
                <a:uLnTx/>
                <a:uFillTx/>
                <a:latin typeface="Open Sans"/>
                <a:ea typeface="+mn-ea"/>
                <a:cs typeface="+mn-cs"/>
              </a:endParaRPr>
            </a:p>
          </p:txBody>
        </p:sp>
        <p:sp>
          <p:nvSpPr>
            <p:cNvPr id="98" name="Oval 97">
              <a:extLst>
                <a:ext uri="{FF2B5EF4-FFF2-40B4-BE49-F238E27FC236}">
                  <a16:creationId xmlns:a16="http://schemas.microsoft.com/office/drawing/2014/main" id="{F6573CF0-F380-0BF7-DD8F-5BC24EFB48EA}"/>
                </a:ext>
              </a:extLst>
            </p:cNvPr>
            <p:cNvSpPr/>
            <p:nvPr/>
          </p:nvSpPr>
          <p:spPr>
            <a:xfrm>
              <a:off x="652443" y="3882662"/>
              <a:ext cx="217170" cy="217170"/>
            </a:xfrm>
            <a:prstGeom prst="ellipse">
              <a:avLst/>
            </a:prstGeom>
            <a:gradFill>
              <a:gsLst>
                <a:gs pos="100000">
                  <a:srgbClr val="445469">
                    <a:lumMod val="60000"/>
                    <a:lumOff val="40000"/>
                  </a:srgbClr>
                </a:gs>
                <a:gs pos="0">
                  <a:srgbClr val="445469">
                    <a:lumMod val="75000"/>
                  </a:srgbClr>
                </a:gs>
              </a:gsLst>
              <a:lin ang="21000000" scaled="0"/>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200" b="0" i="0" u="none" strike="noStrike" kern="0" cap="none" spc="0" normalizeH="0" baseline="0" noProof="0">
                <a:ln>
                  <a:noFill/>
                </a:ln>
                <a:solidFill>
                  <a:srgbClr val="FFFFFF"/>
                </a:solidFill>
                <a:effectLst/>
                <a:uLnTx/>
                <a:uFillTx/>
                <a:latin typeface="Open Sans"/>
                <a:ea typeface="+mn-ea"/>
                <a:cs typeface="Poppins" pitchFamily="2" charset="77"/>
              </a:endParaRPr>
            </a:p>
          </p:txBody>
        </p:sp>
      </p:grpSp>
      <p:sp>
        <p:nvSpPr>
          <p:cNvPr id="99" name="Rectangle: Rounded Corners 98">
            <a:extLst>
              <a:ext uri="{FF2B5EF4-FFF2-40B4-BE49-F238E27FC236}">
                <a16:creationId xmlns:a16="http://schemas.microsoft.com/office/drawing/2014/main" id="{FAEAF912-558B-974F-CC35-43850C645FDB}"/>
              </a:ext>
            </a:extLst>
          </p:cNvPr>
          <p:cNvSpPr/>
          <p:nvPr/>
        </p:nvSpPr>
        <p:spPr>
          <a:xfrm>
            <a:off x="756508" y="2476363"/>
            <a:ext cx="1531391" cy="252189"/>
          </a:xfrm>
          <a:prstGeom prst="roundRect">
            <a:avLst>
              <a:gd name="adj" fmla="val 50000"/>
            </a:avLst>
          </a:prstGeom>
          <a:solidFill>
            <a:srgbClr val="FFFFFF"/>
          </a:solidFill>
          <a:ln w="12700" cap="flat" cmpd="sng" algn="ctr">
            <a:solidFill>
              <a:srgbClr val="0E98D7"/>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AU" sz="1400" b="1" i="0" u="none" strike="noStrike" kern="0" cap="none" spc="0" normalizeH="0" baseline="0" noProof="0" dirty="0">
                <a:ln>
                  <a:noFill/>
                </a:ln>
                <a:solidFill>
                  <a:srgbClr val="0E98D7"/>
                </a:solidFill>
                <a:effectLst/>
                <a:uLnTx/>
                <a:uFillTx/>
                <a:latin typeface="Poppins"/>
                <a:ea typeface="+mn-ea"/>
                <a:cs typeface="+mn-cs"/>
              </a:rPr>
              <a:t>Completed</a:t>
            </a:r>
          </a:p>
        </p:txBody>
      </p:sp>
      <p:sp>
        <p:nvSpPr>
          <p:cNvPr id="100" name="Rectangle: Rounded Corners 99">
            <a:extLst>
              <a:ext uri="{FF2B5EF4-FFF2-40B4-BE49-F238E27FC236}">
                <a16:creationId xmlns:a16="http://schemas.microsoft.com/office/drawing/2014/main" id="{205CE35A-ABD4-D1C4-8FCE-EEF7269441F2}"/>
              </a:ext>
            </a:extLst>
          </p:cNvPr>
          <p:cNvSpPr/>
          <p:nvPr/>
        </p:nvSpPr>
        <p:spPr>
          <a:xfrm>
            <a:off x="5260303" y="2476363"/>
            <a:ext cx="1531391" cy="252189"/>
          </a:xfrm>
          <a:prstGeom prst="roundRect">
            <a:avLst>
              <a:gd name="adj" fmla="val 50000"/>
            </a:avLst>
          </a:prstGeom>
          <a:solidFill>
            <a:srgbClr val="FFFFFF"/>
          </a:solidFill>
          <a:ln w="12700" cap="flat" cmpd="sng" algn="ctr">
            <a:solidFill>
              <a:srgbClr val="2EB88A"/>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AU" sz="1400" b="1" i="0" u="none" strike="noStrike" kern="0" cap="none" spc="0" normalizeH="0" baseline="0" noProof="0" dirty="0">
                <a:ln>
                  <a:noFill/>
                </a:ln>
                <a:solidFill>
                  <a:srgbClr val="2EB88A"/>
                </a:solidFill>
                <a:effectLst/>
                <a:uLnTx/>
                <a:uFillTx/>
                <a:latin typeface="Poppins"/>
                <a:ea typeface="+mn-ea"/>
                <a:cs typeface="+mn-cs"/>
              </a:rPr>
              <a:t>Ongoing</a:t>
            </a:r>
          </a:p>
        </p:txBody>
      </p:sp>
      <p:sp>
        <p:nvSpPr>
          <p:cNvPr id="101" name="Rectangle: Rounded Corners 100">
            <a:extLst>
              <a:ext uri="{FF2B5EF4-FFF2-40B4-BE49-F238E27FC236}">
                <a16:creationId xmlns:a16="http://schemas.microsoft.com/office/drawing/2014/main" id="{512422EA-0CA0-1592-91EB-526B28187BC2}"/>
              </a:ext>
            </a:extLst>
          </p:cNvPr>
          <p:cNvSpPr/>
          <p:nvPr/>
        </p:nvSpPr>
        <p:spPr>
          <a:xfrm>
            <a:off x="9796712" y="2474120"/>
            <a:ext cx="1531391" cy="252189"/>
          </a:xfrm>
          <a:prstGeom prst="roundRect">
            <a:avLst>
              <a:gd name="adj" fmla="val 50000"/>
            </a:avLst>
          </a:prstGeom>
          <a:solidFill>
            <a:srgbClr val="FFFFFF"/>
          </a:solidFill>
          <a:ln w="12700" cap="flat" cmpd="sng" algn="ctr">
            <a:solidFill>
              <a:srgbClr val="EE2B79"/>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AU" sz="1400" b="1" i="0" u="none" strike="noStrike" kern="0" cap="none" spc="0" normalizeH="0" baseline="0" noProof="0" dirty="0">
                <a:ln>
                  <a:noFill/>
                </a:ln>
                <a:solidFill>
                  <a:srgbClr val="EE2B79"/>
                </a:solidFill>
                <a:effectLst/>
                <a:uLnTx/>
                <a:uFillTx/>
                <a:latin typeface="Poppins"/>
                <a:ea typeface="+mn-ea"/>
                <a:cs typeface="+mn-cs"/>
              </a:rPr>
              <a:t>Upcoming</a:t>
            </a:r>
          </a:p>
        </p:txBody>
      </p:sp>
      <p:sp>
        <p:nvSpPr>
          <p:cNvPr id="102" name="Rectangle: Rounded Corners 101">
            <a:extLst>
              <a:ext uri="{FF2B5EF4-FFF2-40B4-BE49-F238E27FC236}">
                <a16:creationId xmlns:a16="http://schemas.microsoft.com/office/drawing/2014/main" id="{BD803622-DAF8-C578-60AA-273A2873AFD9}"/>
              </a:ext>
            </a:extLst>
          </p:cNvPr>
          <p:cNvSpPr/>
          <p:nvPr/>
        </p:nvSpPr>
        <p:spPr>
          <a:xfrm>
            <a:off x="3022574" y="2480552"/>
            <a:ext cx="1531391" cy="252189"/>
          </a:xfrm>
          <a:prstGeom prst="roundRect">
            <a:avLst>
              <a:gd name="adj" fmla="val 50000"/>
            </a:avLst>
          </a:prstGeom>
          <a:solidFill>
            <a:srgbClr val="FFFFFF"/>
          </a:solidFill>
          <a:ln w="12700" cap="flat" cmpd="sng" algn="ctr">
            <a:solidFill>
              <a:srgbClr val="0E98D7"/>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AU" sz="1400" b="1" i="0" u="none" strike="noStrike" kern="0" cap="none" spc="0" normalizeH="0" baseline="0" noProof="0" dirty="0">
                <a:ln>
                  <a:noFill/>
                </a:ln>
                <a:solidFill>
                  <a:srgbClr val="0E98D7"/>
                </a:solidFill>
                <a:effectLst/>
                <a:uLnTx/>
                <a:uFillTx/>
                <a:latin typeface="Poppins"/>
                <a:ea typeface="+mn-ea"/>
                <a:cs typeface="+mn-cs"/>
              </a:rPr>
              <a:t>Completed</a:t>
            </a:r>
          </a:p>
        </p:txBody>
      </p:sp>
      <p:sp>
        <p:nvSpPr>
          <p:cNvPr id="103" name="Text 50">
            <a:extLst>
              <a:ext uri="{FF2B5EF4-FFF2-40B4-BE49-F238E27FC236}">
                <a16:creationId xmlns:a16="http://schemas.microsoft.com/office/drawing/2014/main" id="{57EE88F4-1B39-2A0F-F136-F0E228FB984B}"/>
              </a:ext>
            </a:extLst>
          </p:cNvPr>
          <p:cNvSpPr/>
          <p:nvPr/>
        </p:nvSpPr>
        <p:spPr>
          <a:xfrm>
            <a:off x="7139400" y="3071974"/>
            <a:ext cx="2437463" cy="731520"/>
          </a:xfrm>
          <a:prstGeom prst="rect">
            <a:avLst/>
          </a:prstGeom>
          <a:noFill/>
          <a:ln/>
        </p:spPr>
        <p:txBody>
          <a:bodyPr wrap="square"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445469"/>
                </a:solidFill>
                <a:effectLst/>
                <a:uLnTx/>
                <a:uFillTx/>
                <a:latin typeface="Poppins"/>
                <a:ea typeface="Open Sans" pitchFamily="34" charset="-122"/>
                <a:cs typeface="Open Sans" pitchFamily="34" charset="-120"/>
              </a:rPr>
              <a:t>Pre-ECI </a:t>
            </a:r>
            <a:r>
              <a:rPr kumimoji="0" lang="en-US" sz="1200" b="0" i="0" u="none" strike="noStrike" kern="1200" cap="none" spc="0" normalizeH="0" baseline="0" noProof="0" dirty="0">
                <a:ln>
                  <a:noFill/>
                </a:ln>
                <a:solidFill>
                  <a:srgbClr val="445469"/>
                </a:solidFill>
                <a:effectLst/>
                <a:uLnTx/>
                <a:uFillTx/>
                <a:latin typeface="Open Sans"/>
                <a:ea typeface="Open Sans" pitchFamily="34" charset="-122"/>
                <a:cs typeface="Open Sans" pitchFamily="34" charset="-120"/>
              </a:rPr>
              <a:t>• </a:t>
            </a:r>
            <a:r>
              <a:rPr kumimoji="0" lang="en-US" sz="1200" b="0" i="0" u="none" strike="noStrike" kern="1200" cap="none" spc="0" normalizeH="0" baseline="0" noProof="0" dirty="0">
                <a:ln>
                  <a:noFill/>
                </a:ln>
                <a:solidFill>
                  <a:srgbClr val="445469"/>
                </a:solidFill>
                <a:effectLst/>
                <a:uLnTx/>
                <a:uFillTx/>
                <a:latin typeface="Poppins"/>
                <a:ea typeface="Open Sans" pitchFamily="34" charset="-122"/>
                <a:cs typeface="Open Sans" pitchFamily="34" charset="-120"/>
              </a:rPr>
              <a:t>December</a:t>
            </a:r>
          </a:p>
          <a:p>
            <a:pPr marL="0" marR="0" lvl="0" indent="0" algn="ctr" defTabSz="121917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445469"/>
                </a:solidFill>
                <a:effectLst/>
                <a:uLnTx/>
                <a:uFillTx/>
                <a:latin typeface="Poppins"/>
                <a:ea typeface="Open Sans" pitchFamily="34" charset="-122"/>
                <a:cs typeface="Open Sans" pitchFamily="34" charset="-120"/>
              </a:rPr>
              <a:t>JV Alignment &amp; Strategy Foundation Sessions</a:t>
            </a:r>
          </a:p>
        </p:txBody>
      </p:sp>
      <p:cxnSp>
        <p:nvCxnSpPr>
          <p:cNvPr id="104" name="Straight Connector 103">
            <a:extLst>
              <a:ext uri="{FF2B5EF4-FFF2-40B4-BE49-F238E27FC236}">
                <a16:creationId xmlns:a16="http://schemas.microsoft.com/office/drawing/2014/main" id="{FE2565A4-0587-7E8C-6A4D-EBA3E935777E}"/>
              </a:ext>
            </a:extLst>
          </p:cNvPr>
          <p:cNvCxnSpPr>
            <a:cxnSpLocks/>
          </p:cNvCxnSpPr>
          <p:nvPr/>
        </p:nvCxnSpPr>
        <p:spPr>
          <a:xfrm>
            <a:off x="8362343" y="3956906"/>
            <a:ext cx="2" cy="590721"/>
          </a:xfrm>
          <a:prstGeom prst="line">
            <a:avLst/>
          </a:prstGeom>
          <a:noFill/>
          <a:ln w="6350" cap="flat" cmpd="sng" algn="ctr">
            <a:solidFill>
              <a:srgbClr val="445469"/>
            </a:solidFill>
            <a:prstDash val="solid"/>
            <a:miter lim="800000"/>
          </a:ln>
          <a:effectLst/>
        </p:spPr>
      </p:cxnSp>
      <p:grpSp>
        <p:nvGrpSpPr>
          <p:cNvPr id="105" name="Group 104">
            <a:extLst>
              <a:ext uri="{FF2B5EF4-FFF2-40B4-BE49-F238E27FC236}">
                <a16:creationId xmlns:a16="http://schemas.microsoft.com/office/drawing/2014/main" id="{FC2E4F68-AF2B-C016-6D7B-C439F458ACAD}"/>
              </a:ext>
            </a:extLst>
          </p:cNvPr>
          <p:cNvGrpSpPr/>
          <p:nvPr/>
        </p:nvGrpSpPr>
        <p:grpSpPr>
          <a:xfrm>
            <a:off x="8145742" y="4556461"/>
            <a:ext cx="424783" cy="424783"/>
            <a:chOff x="548638" y="3779215"/>
            <a:chExt cx="424783" cy="424783"/>
          </a:xfrm>
        </p:grpSpPr>
        <p:sp>
          <p:nvSpPr>
            <p:cNvPr id="106" name="Oval 105">
              <a:extLst>
                <a:ext uri="{FF2B5EF4-FFF2-40B4-BE49-F238E27FC236}">
                  <a16:creationId xmlns:a16="http://schemas.microsoft.com/office/drawing/2014/main" id="{7D4F6B6C-6778-E88C-3A1D-8CBEF9AC785A}"/>
                </a:ext>
              </a:extLst>
            </p:cNvPr>
            <p:cNvSpPr/>
            <p:nvPr/>
          </p:nvSpPr>
          <p:spPr>
            <a:xfrm>
              <a:off x="548638" y="3779215"/>
              <a:ext cx="424783" cy="424783"/>
            </a:xfrm>
            <a:prstGeom prst="ellipse">
              <a:avLst/>
            </a:prstGeom>
            <a:solidFill>
              <a:srgbClr val="445469">
                <a:lumMod val="60000"/>
                <a:lumOff val="40000"/>
                <a:alpha val="42000"/>
              </a:srgbClr>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1" b="0" i="0" u="none" strike="noStrike" kern="0" cap="none" spc="0" normalizeH="0" baseline="0" noProof="0">
                <a:ln>
                  <a:noFill/>
                </a:ln>
                <a:solidFill>
                  <a:srgbClr val="FFFFFF"/>
                </a:solidFill>
                <a:effectLst/>
                <a:uLnTx/>
                <a:uFillTx/>
                <a:latin typeface="Open Sans"/>
                <a:ea typeface="+mn-ea"/>
                <a:cs typeface="+mn-cs"/>
              </a:endParaRPr>
            </a:p>
          </p:txBody>
        </p:sp>
        <p:sp>
          <p:nvSpPr>
            <p:cNvPr id="107" name="Oval 106">
              <a:extLst>
                <a:ext uri="{FF2B5EF4-FFF2-40B4-BE49-F238E27FC236}">
                  <a16:creationId xmlns:a16="http://schemas.microsoft.com/office/drawing/2014/main" id="{28846AF6-EAD2-51E8-8C6F-979E319D1801}"/>
                </a:ext>
              </a:extLst>
            </p:cNvPr>
            <p:cNvSpPr/>
            <p:nvPr/>
          </p:nvSpPr>
          <p:spPr>
            <a:xfrm>
              <a:off x="652443" y="3882662"/>
              <a:ext cx="217170" cy="217170"/>
            </a:xfrm>
            <a:prstGeom prst="ellipse">
              <a:avLst/>
            </a:prstGeom>
            <a:gradFill>
              <a:gsLst>
                <a:gs pos="100000">
                  <a:srgbClr val="445469">
                    <a:lumMod val="60000"/>
                    <a:lumOff val="40000"/>
                  </a:srgbClr>
                </a:gs>
                <a:gs pos="0">
                  <a:srgbClr val="445469">
                    <a:lumMod val="75000"/>
                  </a:srgbClr>
                </a:gs>
              </a:gsLst>
              <a:lin ang="21000000" scaled="0"/>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200" b="0" i="0" u="none" strike="noStrike" kern="0" cap="none" spc="0" normalizeH="0" baseline="0" noProof="0">
                <a:ln>
                  <a:noFill/>
                </a:ln>
                <a:solidFill>
                  <a:srgbClr val="FFFFFF"/>
                </a:solidFill>
                <a:effectLst/>
                <a:uLnTx/>
                <a:uFillTx/>
                <a:latin typeface="Open Sans"/>
                <a:ea typeface="+mn-ea"/>
                <a:cs typeface="Poppins" pitchFamily="2" charset="77"/>
              </a:endParaRPr>
            </a:p>
          </p:txBody>
        </p:sp>
      </p:grpSp>
      <p:sp>
        <p:nvSpPr>
          <p:cNvPr id="108" name="Rectangle: Rounded Corners 107">
            <a:extLst>
              <a:ext uri="{FF2B5EF4-FFF2-40B4-BE49-F238E27FC236}">
                <a16:creationId xmlns:a16="http://schemas.microsoft.com/office/drawing/2014/main" id="{9D21E29D-E2E0-9635-51F3-9CBD0C8D92A6}"/>
              </a:ext>
            </a:extLst>
          </p:cNvPr>
          <p:cNvSpPr/>
          <p:nvPr/>
        </p:nvSpPr>
        <p:spPr>
          <a:xfrm>
            <a:off x="7526369" y="2479156"/>
            <a:ext cx="1531391" cy="252189"/>
          </a:xfrm>
          <a:prstGeom prst="roundRect">
            <a:avLst>
              <a:gd name="adj" fmla="val 50000"/>
            </a:avLst>
          </a:prstGeom>
          <a:solidFill>
            <a:srgbClr val="FFFFFF"/>
          </a:solidFill>
          <a:ln w="12700" cap="flat" cmpd="sng" algn="ctr">
            <a:solidFill>
              <a:srgbClr val="EE2B79"/>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AU" sz="1400" b="1" i="0" u="none" strike="noStrike" kern="0" cap="none" spc="0" normalizeH="0" baseline="0" noProof="0" dirty="0">
                <a:ln>
                  <a:noFill/>
                </a:ln>
                <a:solidFill>
                  <a:srgbClr val="EE2B79"/>
                </a:solidFill>
                <a:effectLst/>
                <a:uLnTx/>
                <a:uFillTx/>
                <a:latin typeface="Poppins"/>
                <a:ea typeface="+mn-ea"/>
                <a:cs typeface="+mn-cs"/>
              </a:rPr>
              <a:t>Upcoming</a:t>
            </a:r>
          </a:p>
        </p:txBody>
      </p:sp>
      <p:sp>
        <p:nvSpPr>
          <p:cNvPr id="109" name="Text 0">
            <a:extLst>
              <a:ext uri="{FF2B5EF4-FFF2-40B4-BE49-F238E27FC236}">
                <a16:creationId xmlns:a16="http://schemas.microsoft.com/office/drawing/2014/main" id="{49865999-52B8-82D6-7B2E-39DDCDEAA3B8}"/>
              </a:ext>
            </a:extLst>
          </p:cNvPr>
          <p:cNvSpPr txBox="1">
            <a:spLocks/>
          </p:cNvSpPr>
          <p:nvPr/>
        </p:nvSpPr>
        <p:spPr>
          <a:xfrm>
            <a:off x="548640" y="658368"/>
            <a:ext cx="11094415" cy="640080"/>
          </a:xfrm>
          <a:prstGeom prst="rect">
            <a:avLst/>
          </a:prstGeom>
          <a:noFill/>
          <a:ln/>
        </p:spPr>
        <p:txBody>
          <a:bodyPr wrap="square" lIns="0" tIns="0" rIns="0" bIns="0" rtlCol="0" anchor="t"/>
          <a:lstStyle>
            <a:lvl1pPr marL="0" indent="0" algn="l" defTabSz="914400" rtl="0" eaLnBrk="1" latinLnBrk="0" hangingPunct="1">
              <a:spcBef>
                <a:spcPct val="0"/>
              </a:spcBef>
              <a:buNone/>
              <a:defRPr lang="en-US" sz="2800" b="1" kern="1200" dirty="0">
                <a:solidFill>
                  <a:schemeClr val="tx1"/>
                </a:solidFill>
                <a:latin typeface="+mj-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2800" b="1" i="0" u="none" strike="noStrike" kern="1200" cap="none" spc="0" normalizeH="0" baseline="0" noProof="0" dirty="0">
                <a:ln>
                  <a:noFill/>
                </a:ln>
                <a:solidFill>
                  <a:srgbClr val="3D3C3C"/>
                </a:solidFill>
                <a:effectLst/>
                <a:uLnTx/>
                <a:uFillTx/>
                <a:latin typeface="Poppins"/>
                <a:ea typeface="+mj-ea"/>
                <a:cs typeface="+mj-cs"/>
              </a:rPr>
              <a:t>Our support will focus largely on the C&amp;V and ECI Phase</a:t>
            </a:r>
          </a:p>
        </p:txBody>
      </p:sp>
    </p:spTree>
    <p:extLst>
      <p:ext uri="{BB962C8B-B14F-4D97-AF65-F5344CB8AC3E}">
        <p14:creationId xmlns:p14="http://schemas.microsoft.com/office/powerpoint/2010/main" val="17640871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a:spLocks noGrp="1"/>
          </p:cNvSpPr>
          <p:nvPr>
            <p:ph type="title" idx="101" hasCustomPrompt="1"/>
          </p:nvPr>
        </p:nvSpPr>
        <p:spPr>
          <a:xfrm>
            <a:off x="548640" y="658368"/>
            <a:ext cx="11094415" cy="640080"/>
          </a:xfrm>
          <a:prstGeom prst="rect">
            <a:avLst/>
          </a:prstGeom>
          <a:noFill/>
          <a:ln/>
        </p:spPr>
        <p:txBody>
          <a:bodyPr wrap="square" lIns="0" tIns="0" rIns="0" bIns="0" rtlCol="0" anchor="t"/>
          <a:lstStyle/>
          <a:p>
            <a:pPr marL="0" indent="0" algn="l">
              <a:buNone/>
            </a:pPr>
            <a:r>
              <a:rPr lang="en-US" sz="2800" b="1" dirty="0">
                <a:solidFill>
                  <a:schemeClr val="tx1"/>
                </a:solidFill>
              </a:rPr>
              <a:t>The majority of our </a:t>
            </a:r>
            <a:r>
              <a:rPr lang="en-US" dirty="0"/>
              <a:t>budget will be focused in the E</a:t>
            </a:r>
            <a:r>
              <a:rPr lang="en-US" sz="2800" b="1" dirty="0">
                <a:solidFill>
                  <a:schemeClr val="tx1"/>
                </a:solidFill>
              </a:rPr>
              <a:t>CI Phase</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2481931631"/>
              </p:ext>
            </p:extLst>
          </p:nvPr>
        </p:nvGraphicFramePr>
        <p:xfrm>
          <a:off x="548640" y="1463040"/>
          <a:ext cx="7772400" cy="4608576"/>
        </p:xfrm>
        <a:graphic>
          <a:graphicData uri="http://schemas.openxmlformats.org/drawingml/2006/table">
            <a:tbl>
              <a:tblPr/>
              <a:tblGrid>
                <a:gridCol w="448056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tblGrid>
              <a:tr h="256032">
                <a:tc>
                  <a:txBody>
                    <a:bodyPr/>
                    <a:lstStyle/>
                    <a:p>
                      <a:pPr marL="0" indent="0" algn="l">
                        <a:buNone/>
                      </a:pPr>
                      <a:r>
                        <a:rPr lang="en-US" sz="1050" b="1" dirty="0">
                          <a:solidFill>
                            <a:srgbClr val="FFFFFF"/>
                          </a:solidFill>
                        </a:rPr>
                        <a:t>Project steps</a:t>
                      </a:r>
                      <a:endParaRPr lang="en-US" sz="1050" dirty="0"/>
                    </a:p>
                  </a:txBody>
                  <a:tcPr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3D3C3C"/>
                    </a:solidFill>
                  </a:tcPr>
                </a:tc>
                <a:tc>
                  <a:txBody>
                    <a:bodyPr/>
                    <a:lstStyle/>
                    <a:p>
                      <a:pPr marL="0" indent="0" algn="r">
                        <a:buNone/>
                      </a:pPr>
                      <a:r>
                        <a:rPr lang="en-US" sz="1050" b="1" dirty="0">
                          <a:solidFill>
                            <a:srgbClr val="FFFFFF"/>
                          </a:solidFill>
                        </a:rPr>
                        <a:t>Investment (excl. GST)</a:t>
                      </a:r>
                      <a:endParaRPr lang="en-US" sz="1050" dirty="0"/>
                    </a:p>
                  </a:txBody>
                  <a:tcPr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3D3C3C"/>
                    </a:solidFill>
                  </a:tcPr>
                </a:tc>
                <a:extLst>
                  <a:ext uri="{0D108BD9-81ED-4DB2-BD59-A6C34878D82A}">
                    <a16:rowId xmlns:a16="http://schemas.microsoft.com/office/drawing/2014/main" val="10000"/>
                  </a:ext>
                </a:extLst>
              </a:tr>
              <a:tr h="256032">
                <a:tc gridSpan="2">
                  <a:txBody>
                    <a:bodyPr/>
                    <a:lstStyle/>
                    <a:p>
                      <a:pPr marL="0" indent="0">
                        <a:buNone/>
                      </a:pPr>
                      <a:r>
                        <a:rPr lang="en-US" sz="1050" b="1" dirty="0">
                          <a:solidFill>
                            <a:srgbClr val="3D3C3C"/>
                          </a:solidFill>
                        </a:rPr>
                        <a:t>Pre-ECI: Interactive Preparation</a:t>
                      </a:r>
                      <a:endParaRPr lang="en-US" sz="1050" dirty="0"/>
                    </a:p>
                  </a:txBody>
                  <a:tcPr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E5E6EB"/>
                    </a:solidFill>
                  </a:tcPr>
                </a:tc>
                <a:tc hMerge="1">
                  <a:txBody>
                    <a:bodyPr/>
                    <a:lstStyle/>
                    <a:p>
                      <a:endParaRPr lang="en-US"/>
                    </a:p>
                  </a:txBody>
                  <a:tcPr/>
                </a:tc>
                <a:extLst>
                  <a:ext uri="{0D108BD9-81ED-4DB2-BD59-A6C34878D82A}">
                    <a16:rowId xmlns:a16="http://schemas.microsoft.com/office/drawing/2014/main" val="10001"/>
                  </a:ext>
                </a:extLst>
              </a:tr>
              <a:tr h="256032">
                <a:tc>
                  <a:txBody>
                    <a:bodyPr/>
                    <a:lstStyle/>
                    <a:p>
                      <a:pPr marL="0" indent="0">
                        <a:buNone/>
                      </a:pPr>
                      <a:r>
                        <a:rPr lang="en-US" sz="1050" dirty="0">
                          <a:solidFill>
                            <a:srgbClr val="9A9DA3"/>
                          </a:solidFill>
                        </a:rPr>
                        <a:t>Virtual team introduction and alignment session</a:t>
                      </a:r>
                      <a:endParaRPr lang="en-US" sz="1050" dirty="0"/>
                    </a:p>
                  </a:txBody>
                  <a:tcPr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rowSpan="3">
                  <a:txBody>
                    <a:bodyPr/>
                    <a:lstStyle/>
                    <a:p>
                      <a:pPr marL="0" indent="0" algn="r">
                        <a:buNone/>
                      </a:pPr>
                      <a:r>
                        <a:rPr lang="en-US" sz="1050" dirty="0">
                          <a:solidFill>
                            <a:srgbClr val="9A9DA3"/>
                          </a:solidFill>
                        </a:rPr>
                        <a:t>Reduced to $10,000 for goodwill (paid separately to this contract)</a:t>
                      </a:r>
                      <a:endParaRPr lang="en-US" sz="1050" dirty="0"/>
                    </a:p>
                  </a:txBody>
                  <a:tcPr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extLst>
                  <a:ext uri="{0D108BD9-81ED-4DB2-BD59-A6C34878D82A}">
                    <a16:rowId xmlns:a16="http://schemas.microsoft.com/office/drawing/2014/main" val="10002"/>
                  </a:ext>
                </a:extLst>
              </a:tr>
              <a:tr h="256032">
                <a:tc>
                  <a:txBody>
                    <a:bodyPr/>
                    <a:lstStyle/>
                    <a:p>
                      <a:pPr marL="0" indent="0">
                        <a:buNone/>
                      </a:pPr>
                      <a:r>
                        <a:rPr lang="en-US" sz="1050" dirty="0">
                          <a:solidFill>
                            <a:srgbClr val="9A9DA3"/>
                          </a:solidFill>
                        </a:rPr>
                        <a:t>Pre-interactive team alignment session</a:t>
                      </a:r>
                      <a:endParaRPr lang="en-US" sz="1050" dirty="0"/>
                    </a:p>
                  </a:txBody>
                  <a:tcPr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vMerge="1">
                  <a:txBody>
                    <a:bodyPr/>
                    <a:lstStyle/>
                    <a:p>
                      <a:endParaRPr lang="en-US"/>
                    </a:p>
                  </a:txBody>
                  <a:tcPr/>
                </a:tc>
                <a:extLst>
                  <a:ext uri="{0D108BD9-81ED-4DB2-BD59-A6C34878D82A}">
                    <a16:rowId xmlns:a16="http://schemas.microsoft.com/office/drawing/2014/main" val="10003"/>
                  </a:ext>
                </a:extLst>
              </a:tr>
              <a:tr h="256032">
                <a:tc>
                  <a:txBody>
                    <a:bodyPr/>
                    <a:lstStyle/>
                    <a:p>
                      <a:pPr marL="0" indent="0">
                        <a:buNone/>
                      </a:pPr>
                      <a:r>
                        <a:rPr lang="en-US" sz="1050" dirty="0">
                          <a:solidFill>
                            <a:srgbClr val="9A9DA3"/>
                          </a:solidFill>
                        </a:rPr>
                        <a:t>Eight-step interactive preparation process</a:t>
                      </a:r>
                      <a:endParaRPr lang="en-US" sz="1050" dirty="0"/>
                    </a:p>
                  </a:txBody>
                  <a:tcPr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vMerge="1">
                  <a:txBody>
                    <a:bodyPr/>
                    <a:lstStyle/>
                    <a:p>
                      <a:endParaRPr lang="en-US"/>
                    </a:p>
                  </a:txBody>
                  <a:tcPr/>
                </a:tc>
                <a:extLst>
                  <a:ext uri="{0D108BD9-81ED-4DB2-BD59-A6C34878D82A}">
                    <a16:rowId xmlns:a16="http://schemas.microsoft.com/office/drawing/2014/main" val="10004"/>
                  </a:ext>
                </a:extLst>
              </a:tr>
              <a:tr h="256032">
                <a:tc>
                  <a:txBody>
                    <a:bodyPr/>
                    <a:lstStyle/>
                    <a:p>
                      <a:pPr marL="0" indent="0">
                        <a:buNone/>
                      </a:pPr>
                      <a:r>
                        <a:rPr lang="en-US" sz="1050" dirty="0">
                          <a:solidFill>
                            <a:srgbClr val="3D3C3C"/>
                          </a:solidFill>
                        </a:rPr>
                        <a:t>Presentation coaching</a:t>
                      </a:r>
                      <a:endParaRPr lang="en-US" sz="1050" dirty="0"/>
                    </a:p>
                  </a:txBody>
                  <a:tcPr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marL="0" indent="0" algn="r">
                        <a:buNone/>
                      </a:pPr>
                      <a:r>
                        <a:rPr lang="en-US" sz="1050" dirty="0">
                          <a:solidFill>
                            <a:srgbClr val="3D3C3C"/>
                          </a:solidFill>
                        </a:rPr>
                        <a:t>$15,000 ($5,000 each)</a:t>
                      </a:r>
                      <a:endParaRPr lang="en-US" sz="1050" dirty="0"/>
                    </a:p>
                  </a:txBody>
                  <a:tcPr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extLst>
                  <a:ext uri="{0D108BD9-81ED-4DB2-BD59-A6C34878D82A}">
                    <a16:rowId xmlns:a16="http://schemas.microsoft.com/office/drawing/2014/main" val="10005"/>
                  </a:ext>
                </a:extLst>
              </a:tr>
              <a:tr h="256032">
                <a:tc gridSpan="2">
                  <a:txBody>
                    <a:bodyPr/>
                    <a:lstStyle/>
                    <a:p>
                      <a:pPr marL="0" indent="0">
                        <a:buNone/>
                      </a:pPr>
                      <a:r>
                        <a:rPr lang="en-US" sz="1050" b="1" dirty="0">
                          <a:solidFill>
                            <a:srgbClr val="3D3C3C"/>
                          </a:solidFill>
                        </a:rPr>
                        <a:t>Foundation Sessions</a:t>
                      </a:r>
                      <a:endParaRPr lang="en-US" sz="1050" dirty="0"/>
                    </a:p>
                  </a:txBody>
                  <a:tcPr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E5E6EB"/>
                    </a:solidFill>
                  </a:tcPr>
                </a:tc>
                <a:tc hMerge="1">
                  <a:txBody>
                    <a:bodyPr/>
                    <a:lstStyle/>
                    <a:p>
                      <a:endParaRPr lang="en-US"/>
                    </a:p>
                  </a:txBody>
                  <a:tcPr/>
                </a:tc>
                <a:extLst>
                  <a:ext uri="{0D108BD9-81ED-4DB2-BD59-A6C34878D82A}">
                    <a16:rowId xmlns:a16="http://schemas.microsoft.com/office/drawing/2014/main" val="10006"/>
                  </a:ext>
                </a:extLst>
              </a:tr>
              <a:tr h="256032">
                <a:tc>
                  <a:txBody>
                    <a:bodyPr/>
                    <a:lstStyle/>
                    <a:p>
                      <a:pPr marL="0" indent="0">
                        <a:buNone/>
                      </a:pPr>
                      <a:r>
                        <a:rPr lang="en-US" sz="1050" dirty="0">
                          <a:solidFill>
                            <a:srgbClr val="3D3C3C"/>
                          </a:solidFill>
                        </a:rPr>
                        <a:t>Strategy to Win Workshop</a:t>
                      </a:r>
                      <a:endParaRPr lang="en-US" sz="1050" dirty="0"/>
                    </a:p>
                  </a:txBody>
                  <a:tcPr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marL="0" indent="0" algn="r">
                        <a:buNone/>
                      </a:pPr>
                      <a:r>
                        <a:rPr lang="en-US" sz="1050" dirty="0">
                          <a:solidFill>
                            <a:srgbClr val="3D3C3C"/>
                          </a:solidFill>
                        </a:rPr>
                        <a:t>$23,000</a:t>
                      </a:r>
                      <a:endParaRPr lang="en-US" sz="1050" dirty="0"/>
                    </a:p>
                  </a:txBody>
                  <a:tcPr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extLst>
                  <a:ext uri="{0D108BD9-81ED-4DB2-BD59-A6C34878D82A}">
                    <a16:rowId xmlns:a16="http://schemas.microsoft.com/office/drawing/2014/main" val="10007"/>
                  </a:ext>
                </a:extLst>
              </a:tr>
              <a:tr h="256032">
                <a:tc>
                  <a:txBody>
                    <a:bodyPr/>
                    <a:lstStyle/>
                    <a:p>
                      <a:pPr marL="0" indent="0">
                        <a:buNone/>
                      </a:pPr>
                      <a:r>
                        <a:rPr lang="en-US" sz="1050" dirty="0">
                          <a:solidFill>
                            <a:srgbClr val="3D3C3C"/>
                          </a:solidFill>
                        </a:rPr>
                        <a:t>Culture Workshop </a:t>
                      </a:r>
                      <a:endParaRPr lang="en-US" sz="1050" dirty="0"/>
                    </a:p>
                  </a:txBody>
                  <a:tcPr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marL="0" indent="0" algn="r">
                        <a:buNone/>
                      </a:pPr>
                      <a:r>
                        <a:rPr lang="en-US" sz="1050" dirty="0">
                          <a:solidFill>
                            <a:srgbClr val="3D3C3C"/>
                          </a:solidFill>
                        </a:rPr>
                        <a:t>$23,000</a:t>
                      </a:r>
                      <a:endParaRPr lang="en-US" sz="1050" dirty="0"/>
                    </a:p>
                  </a:txBody>
                  <a:tcPr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extLst>
                  <a:ext uri="{0D108BD9-81ED-4DB2-BD59-A6C34878D82A}">
                    <a16:rowId xmlns:a16="http://schemas.microsoft.com/office/drawing/2014/main" val="10008"/>
                  </a:ext>
                </a:extLst>
              </a:tr>
              <a:tr h="2560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3D3C3C"/>
                          </a:solidFill>
                          <a:effectLst/>
                          <a:uLnTx/>
                          <a:uFillTx/>
                          <a:latin typeface="+mn-lt"/>
                          <a:ea typeface="+mn-ea"/>
                          <a:cs typeface="+mn-cs"/>
                        </a:rPr>
                        <a:t>Reflection and JV Alignment Workshop</a:t>
                      </a:r>
                    </a:p>
                  </a:txBody>
                  <a:tcPr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marL="0" indent="0" algn="r">
                        <a:buNone/>
                      </a:pPr>
                      <a:r>
                        <a:rPr lang="en-US" sz="1050" dirty="0"/>
                        <a:t>$23,000</a:t>
                      </a:r>
                    </a:p>
                  </a:txBody>
                  <a:tcPr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extLst>
                  <a:ext uri="{0D108BD9-81ED-4DB2-BD59-A6C34878D82A}">
                    <a16:rowId xmlns:a16="http://schemas.microsoft.com/office/drawing/2014/main" val="2865748747"/>
                  </a:ext>
                </a:extLst>
              </a:tr>
              <a:tr h="256032">
                <a:tc>
                  <a:txBody>
                    <a:bodyPr/>
                    <a:lstStyle/>
                    <a:p>
                      <a:pPr marL="0" indent="0">
                        <a:buNone/>
                      </a:pPr>
                      <a:r>
                        <a:rPr lang="en-US" sz="1050" dirty="0">
                          <a:solidFill>
                            <a:srgbClr val="3D3C3C"/>
                          </a:solidFill>
                        </a:rPr>
                        <a:t>Interactive Readiness and Roleplay</a:t>
                      </a:r>
                      <a:endParaRPr lang="en-US" sz="1050" dirty="0"/>
                    </a:p>
                  </a:txBody>
                  <a:tcPr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marL="0" indent="0" algn="r">
                        <a:buNone/>
                      </a:pPr>
                      <a:r>
                        <a:rPr lang="en-US" sz="1050" dirty="0">
                          <a:solidFill>
                            <a:srgbClr val="3D3C3C"/>
                          </a:solidFill>
                        </a:rPr>
                        <a:t>$11,500</a:t>
                      </a:r>
                      <a:endParaRPr lang="en-US" sz="1050" dirty="0"/>
                    </a:p>
                  </a:txBody>
                  <a:tcPr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extLst>
                  <a:ext uri="{0D108BD9-81ED-4DB2-BD59-A6C34878D82A}">
                    <a16:rowId xmlns:a16="http://schemas.microsoft.com/office/drawing/2014/main" val="10009"/>
                  </a:ext>
                </a:extLst>
              </a:tr>
              <a:tr h="256032">
                <a:tc gridSpan="2">
                  <a:txBody>
                    <a:bodyPr/>
                    <a:lstStyle/>
                    <a:p>
                      <a:pPr marL="0" indent="0">
                        <a:buNone/>
                      </a:pPr>
                      <a:r>
                        <a:rPr lang="en-US" sz="1050" b="1" dirty="0">
                          <a:solidFill>
                            <a:srgbClr val="3D3C3C"/>
                          </a:solidFill>
                        </a:rPr>
                        <a:t>C&amp;V Phase Support</a:t>
                      </a:r>
                      <a:endParaRPr lang="en-US" sz="1050" dirty="0"/>
                    </a:p>
                  </a:txBody>
                  <a:tcPr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E5E6EB"/>
                    </a:solidFill>
                  </a:tcPr>
                </a:tc>
                <a:tc hMerge="1">
                  <a:txBody>
                    <a:bodyPr/>
                    <a:lstStyle/>
                    <a:p>
                      <a:endParaRPr lang="en-US"/>
                    </a:p>
                  </a:txBody>
                  <a:tcPr/>
                </a:tc>
                <a:extLst>
                  <a:ext uri="{0D108BD9-81ED-4DB2-BD59-A6C34878D82A}">
                    <a16:rowId xmlns:a16="http://schemas.microsoft.com/office/drawing/2014/main" val="10010"/>
                  </a:ext>
                </a:extLst>
              </a:tr>
              <a:tr h="256032">
                <a:tc>
                  <a:txBody>
                    <a:bodyPr/>
                    <a:lstStyle/>
                    <a:p>
                      <a:pPr marL="0" indent="0">
                        <a:buNone/>
                      </a:pPr>
                      <a:r>
                        <a:rPr lang="en-US" sz="1050" dirty="0">
                          <a:solidFill>
                            <a:srgbClr val="3D3C3C"/>
                          </a:solidFill>
                        </a:rPr>
                        <a:t>Interactive readiness and debrief sessions</a:t>
                      </a:r>
                      <a:endParaRPr lang="en-US" sz="1050" dirty="0"/>
                    </a:p>
                  </a:txBody>
                  <a:tcPr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marL="0" indent="0" algn="r">
                        <a:buNone/>
                      </a:pPr>
                      <a:r>
                        <a:rPr lang="en-US" sz="1050" dirty="0">
                          <a:solidFill>
                            <a:srgbClr val="3D3C3C"/>
                          </a:solidFill>
                        </a:rPr>
                        <a:t>$81,600 (est. 14 sessions)</a:t>
                      </a:r>
                      <a:endParaRPr lang="en-US" sz="1050" dirty="0"/>
                    </a:p>
                  </a:txBody>
                  <a:tcPr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extLst>
                  <a:ext uri="{0D108BD9-81ED-4DB2-BD59-A6C34878D82A}">
                    <a16:rowId xmlns:a16="http://schemas.microsoft.com/office/drawing/2014/main" val="10011"/>
                  </a:ext>
                </a:extLst>
              </a:tr>
              <a:tr h="256032">
                <a:tc gridSpan="2">
                  <a:txBody>
                    <a:bodyPr/>
                    <a:lstStyle/>
                    <a:p>
                      <a:pPr marL="0" indent="0">
                        <a:buNone/>
                      </a:pPr>
                      <a:r>
                        <a:rPr lang="en-US" sz="1050" b="1" dirty="0">
                          <a:solidFill>
                            <a:srgbClr val="3D3C3C"/>
                          </a:solidFill>
                        </a:rPr>
                        <a:t>ECI Phase Support</a:t>
                      </a:r>
                      <a:endParaRPr lang="en-US" sz="1050" dirty="0"/>
                    </a:p>
                  </a:txBody>
                  <a:tcPr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E5E6EB"/>
                    </a:solidFill>
                  </a:tcPr>
                </a:tc>
                <a:tc hMerge="1">
                  <a:txBody>
                    <a:bodyPr/>
                    <a:lstStyle/>
                    <a:p>
                      <a:endParaRPr lang="en-US"/>
                    </a:p>
                  </a:txBody>
                  <a:tcPr/>
                </a:tc>
                <a:extLst>
                  <a:ext uri="{0D108BD9-81ED-4DB2-BD59-A6C34878D82A}">
                    <a16:rowId xmlns:a16="http://schemas.microsoft.com/office/drawing/2014/main" val="10012"/>
                  </a:ext>
                </a:extLst>
              </a:tr>
              <a:tr h="256032">
                <a:tc>
                  <a:txBody>
                    <a:bodyPr/>
                    <a:lstStyle/>
                    <a:p>
                      <a:pPr marL="0" indent="0">
                        <a:buNone/>
                      </a:pPr>
                      <a:r>
                        <a:rPr lang="en-US" sz="1050" dirty="0">
                          <a:solidFill>
                            <a:srgbClr val="3D3C3C"/>
                          </a:solidFill>
                        </a:rPr>
                        <a:t>Client interactive preparation and support</a:t>
                      </a:r>
                      <a:endParaRPr lang="en-US" sz="1050" dirty="0"/>
                    </a:p>
                  </a:txBody>
                  <a:tcPr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marL="0" indent="0" algn="r">
                        <a:buNone/>
                      </a:pPr>
                      <a:r>
                        <a:rPr lang="en-US" sz="1050" dirty="0">
                          <a:solidFill>
                            <a:srgbClr val="3D3C3C"/>
                          </a:solidFill>
                        </a:rPr>
                        <a:t>$174,000 (est. 12 sessions)</a:t>
                      </a:r>
                      <a:endParaRPr lang="en-US" sz="1050" dirty="0"/>
                    </a:p>
                  </a:txBody>
                  <a:tcPr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extLst>
                  <a:ext uri="{0D108BD9-81ED-4DB2-BD59-A6C34878D82A}">
                    <a16:rowId xmlns:a16="http://schemas.microsoft.com/office/drawing/2014/main" val="10013"/>
                  </a:ext>
                </a:extLst>
              </a:tr>
              <a:tr h="256032">
                <a:tc gridSpan="2">
                  <a:txBody>
                    <a:bodyPr/>
                    <a:lstStyle/>
                    <a:p>
                      <a:pPr marL="0" indent="0">
                        <a:buNone/>
                      </a:pPr>
                      <a:r>
                        <a:rPr lang="en-US" sz="1050" b="1" dirty="0">
                          <a:solidFill>
                            <a:srgbClr val="3D3C3C"/>
                          </a:solidFill>
                        </a:rPr>
                        <a:t>Ongoing Support</a:t>
                      </a:r>
                      <a:endParaRPr lang="en-US" sz="1050" dirty="0"/>
                    </a:p>
                  </a:txBody>
                  <a:tcPr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E5E6EB"/>
                    </a:solidFill>
                  </a:tcPr>
                </a:tc>
                <a:tc hMerge="1">
                  <a:txBody>
                    <a:bodyPr/>
                    <a:lstStyle/>
                    <a:p>
                      <a:endParaRPr lang="en-US"/>
                    </a:p>
                  </a:txBody>
                  <a:tcPr/>
                </a:tc>
                <a:extLst>
                  <a:ext uri="{0D108BD9-81ED-4DB2-BD59-A6C34878D82A}">
                    <a16:rowId xmlns:a16="http://schemas.microsoft.com/office/drawing/2014/main" val="10014"/>
                  </a:ext>
                </a:extLst>
              </a:tr>
              <a:tr h="256032">
                <a:tc>
                  <a:txBody>
                    <a:bodyPr/>
                    <a:lstStyle/>
                    <a:p>
                      <a:pPr marL="0" indent="0">
                        <a:buNone/>
                      </a:pPr>
                      <a:r>
                        <a:rPr lang="en-US" sz="1050" dirty="0">
                          <a:solidFill>
                            <a:srgbClr val="3D3C3C"/>
                          </a:solidFill>
                        </a:rPr>
                        <a:t>Strategy and Positioning Support</a:t>
                      </a:r>
                      <a:endParaRPr lang="en-US" sz="1050" dirty="0"/>
                    </a:p>
                  </a:txBody>
                  <a:tcPr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marL="0" indent="0" algn="r">
                        <a:buNone/>
                      </a:pPr>
                      <a:r>
                        <a:rPr lang="en-US" sz="1050" dirty="0">
                          <a:solidFill>
                            <a:srgbClr val="3D3C3C"/>
                          </a:solidFill>
                        </a:rPr>
                        <a:t>$37,000</a:t>
                      </a:r>
                      <a:endParaRPr lang="en-US" sz="1050" dirty="0"/>
                    </a:p>
                  </a:txBody>
                  <a:tcPr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extLst>
                  <a:ext uri="{0D108BD9-81ED-4DB2-BD59-A6C34878D82A}">
                    <a16:rowId xmlns:a16="http://schemas.microsoft.com/office/drawing/2014/main" val="10015"/>
                  </a:ext>
                </a:extLst>
              </a:tr>
              <a:tr h="256032">
                <a:tc>
                  <a:txBody>
                    <a:bodyPr/>
                    <a:lstStyle/>
                    <a:p>
                      <a:pPr marL="0" indent="0">
                        <a:buNone/>
                      </a:pPr>
                      <a:r>
                        <a:rPr lang="en-US" sz="1050" b="1" dirty="0">
                          <a:solidFill>
                            <a:srgbClr val="3D3C3C"/>
                          </a:solidFill>
                        </a:rPr>
                        <a:t>Total</a:t>
                      </a:r>
                      <a:endParaRPr lang="en-US" sz="1050" dirty="0"/>
                    </a:p>
                  </a:txBody>
                  <a:tcPr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F4F5F7"/>
                    </a:solidFill>
                  </a:tcPr>
                </a:tc>
                <a:tc>
                  <a:txBody>
                    <a:bodyPr/>
                    <a:lstStyle/>
                    <a:p>
                      <a:pPr marL="0" indent="0" algn="r">
                        <a:buNone/>
                      </a:pPr>
                      <a:r>
                        <a:rPr lang="en-US" sz="1050" b="1" dirty="0">
                          <a:solidFill>
                            <a:srgbClr val="3D3C3C"/>
                          </a:solidFill>
                        </a:rPr>
                        <a:t>$388,100</a:t>
                      </a:r>
                      <a:endParaRPr lang="en-US" sz="1050" dirty="0"/>
                    </a:p>
                  </a:txBody>
                  <a:tcPr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F4F5F7"/>
                    </a:solidFill>
                  </a:tcPr>
                </a:tc>
                <a:extLst>
                  <a:ext uri="{0D108BD9-81ED-4DB2-BD59-A6C34878D82A}">
                    <a16:rowId xmlns:a16="http://schemas.microsoft.com/office/drawing/2014/main" val="10016"/>
                  </a:ext>
                </a:extLst>
              </a:tr>
            </a:tbl>
          </a:graphicData>
        </a:graphic>
      </p:graphicFrame>
      <p:pic>
        <p:nvPicPr>
          <p:cNvPr id="5" name="Image 0" descr="grad_blue.png"/>
          <p:cNvPicPr>
            <a:picLocks noChangeAspect="1"/>
          </p:cNvPicPr>
          <p:nvPr/>
        </p:nvPicPr>
        <p:blipFill>
          <a:blip r:embed="rId3"/>
          <a:srcRect/>
          <a:stretch/>
        </p:blipFill>
        <p:spPr>
          <a:xfrm>
            <a:off x="8686800" y="1828800"/>
            <a:ext cx="2956255" cy="1828800"/>
          </a:xfrm>
          <a:prstGeom prst="rect">
            <a:avLst/>
          </a:prstGeom>
        </p:spPr>
      </p:pic>
      <p:sp>
        <p:nvSpPr>
          <p:cNvPr id="6" name="Text 2"/>
          <p:cNvSpPr txBox="1"/>
          <p:nvPr/>
        </p:nvSpPr>
        <p:spPr>
          <a:xfrm>
            <a:off x="8961120" y="1828800"/>
            <a:ext cx="2407615" cy="1828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0" cap="none" spc="150" normalizeH="0" baseline="0" noProof="0" dirty="0">
                <a:ln>
                  <a:noFill/>
                </a:ln>
                <a:solidFill>
                  <a:srgbClr val="FFFFFF"/>
                </a:solidFill>
                <a:effectLst/>
                <a:uLnTx/>
                <a:uFillTx/>
                <a:latin typeface="Poppins"/>
                <a:ea typeface="+mn-ea"/>
                <a:cs typeface="+mn-cs"/>
              </a:rPr>
              <a:t>PRE-ECI, FOUNDATION SESSIONS AND C&amp;V PHASE</a:t>
            </a:r>
            <a:endParaRPr kumimoji="0" lang="en-US" sz="1100" b="0" i="0" u="none" strike="noStrike" kern="1200" cap="none" spc="0" normalizeH="0" baseline="0" noProof="0" dirty="0">
              <a:ln>
                <a:noFill/>
              </a:ln>
              <a:solidFill>
                <a:srgbClr val="3D3C3C"/>
              </a:solidFill>
              <a:effectLst/>
              <a:uLnTx/>
              <a:uFillTx/>
              <a:latin typeface="Poppins"/>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FFFFFF"/>
                </a:solidFill>
                <a:effectLst/>
                <a:uLnTx/>
                <a:uFillTx/>
                <a:latin typeface="Poppins"/>
                <a:ea typeface="+mn-ea"/>
                <a:cs typeface="+mn-cs"/>
              </a:rPr>
              <a:t>$177,100</a:t>
            </a:r>
            <a:endParaRPr kumimoji="0" lang="en-US" sz="1100" b="0" i="0" u="none" strike="noStrike" kern="1200" cap="none" spc="0" normalizeH="0" baseline="0" noProof="0" dirty="0">
              <a:ln>
                <a:noFill/>
              </a:ln>
              <a:solidFill>
                <a:srgbClr val="3D3C3C"/>
              </a:solidFill>
              <a:effectLst/>
              <a:uLnTx/>
              <a:uFillTx/>
              <a:latin typeface="Poppins"/>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FFFFFF"/>
                </a:solidFill>
                <a:effectLst/>
                <a:uLnTx/>
                <a:uFillTx/>
                <a:latin typeface="Poppins"/>
                <a:ea typeface="+mn-ea"/>
                <a:cs typeface="+mn-cs"/>
              </a:rPr>
              <a:t>45.6% of total budget</a:t>
            </a:r>
            <a:endParaRPr kumimoji="0" lang="en-US" sz="1100" b="0" i="0" u="none" strike="noStrike" kern="1200" cap="none" spc="0" normalizeH="0" baseline="0" noProof="0" dirty="0">
              <a:ln>
                <a:noFill/>
              </a:ln>
              <a:solidFill>
                <a:srgbClr val="3D3C3C"/>
              </a:solidFill>
              <a:effectLst/>
              <a:uLnTx/>
              <a:uFillTx/>
              <a:latin typeface="Poppins"/>
              <a:ea typeface="+mn-ea"/>
              <a:cs typeface="+mn-cs"/>
            </a:endParaRPr>
          </a:p>
        </p:txBody>
      </p:sp>
      <p:pic>
        <p:nvPicPr>
          <p:cNvPr id="7" name="Image 1" descr="grad_purple.png"/>
          <p:cNvPicPr>
            <a:picLocks noChangeAspect="1"/>
          </p:cNvPicPr>
          <p:nvPr/>
        </p:nvPicPr>
        <p:blipFill>
          <a:blip r:embed="rId4"/>
          <a:srcRect/>
          <a:stretch/>
        </p:blipFill>
        <p:spPr>
          <a:xfrm>
            <a:off x="8686800" y="3968496"/>
            <a:ext cx="2956255" cy="1828800"/>
          </a:xfrm>
          <a:prstGeom prst="rect">
            <a:avLst/>
          </a:prstGeom>
        </p:spPr>
      </p:pic>
      <p:sp>
        <p:nvSpPr>
          <p:cNvPr id="8" name="Text 3"/>
          <p:cNvSpPr txBox="1"/>
          <p:nvPr/>
        </p:nvSpPr>
        <p:spPr>
          <a:xfrm>
            <a:off x="8961120" y="3968496"/>
            <a:ext cx="2407615" cy="1828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0" cap="none" spc="150" normalizeH="0" baseline="0" noProof="0" dirty="0">
                <a:ln>
                  <a:noFill/>
                </a:ln>
                <a:solidFill>
                  <a:srgbClr val="FFFFFF"/>
                </a:solidFill>
                <a:effectLst/>
                <a:uLnTx/>
                <a:uFillTx/>
                <a:latin typeface="Poppins"/>
                <a:ea typeface="+mn-ea"/>
                <a:cs typeface="+mn-cs"/>
              </a:rPr>
              <a:t>ECI PHASE</a:t>
            </a:r>
            <a:endParaRPr kumimoji="0" lang="en-US" sz="1100" b="0" i="0" u="none" strike="noStrike" kern="1200" cap="none" spc="0" normalizeH="0" baseline="0" noProof="0" dirty="0">
              <a:ln>
                <a:noFill/>
              </a:ln>
              <a:solidFill>
                <a:srgbClr val="3D3C3C"/>
              </a:solidFill>
              <a:effectLst/>
              <a:uLnTx/>
              <a:uFillTx/>
              <a:latin typeface="Poppins"/>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FFFFFF"/>
                </a:solidFill>
                <a:effectLst/>
                <a:uLnTx/>
                <a:uFillTx/>
                <a:latin typeface="Poppins"/>
                <a:ea typeface="+mn-ea"/>
                <a:cs typeface="+mn-cs"/>
              </a:rPr>
              <a:t>$211,000</a:t>
            </a:r>
            <a:endParaRPr kumimoji="0" lang="en-US" sz="1100" b="0" i="0" u="none" strike="noStrike" kern="1200" cap="none" spc="0" normalizeH="0" baseline="0" noProof="0" dirty="0">
              <a:ln>
                <a:noFill/>
              </a:ln>
              <a:solidFill>
                <a:srgbClr val="3D3C3C"/>
              </a:solidFill>
              <a:effectLst/>
              <a:uLnTx/>
              <a:uFillTx/>
              <a:latin typeface="Poppins"/>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FFFFFF"/>
                </a:solidFill>
                <a:effectLst/>
                <a:uLnTx/>
                <a:uFillTx/>
                <a:latin typeface="Poppins"/>
                <a:ea typeface="+mn-ea"/>
                <a:cs typeface="+mn-cs"/>
              </a:rPr>
              <a:t>54.4% of total budget</a:t>
            </a:r>
            <a:endParaRPr kumimoji="0" lang="en-US" sz="1100" b="0" i="0" u="none" strike="noStrike" kern="1200" cap="none" spc="0" normalizeH="0" baseline="0" noProof="0" dirty="0">
              <a:ln>
                <a:noFill/>
              </a:ln>
              <a:solidFill>
                <a:srgbClr val="3D3C3C"/>
              </a:solidFill>
              <a:effectLst/>
              <a:uLnTx/>
              <a:uFillTx/>
              <a:latin typeface="Poppins"/>
              <a:ea typeface="+mn-ea"/>
              <a:cs typeface="+mn-cs"/>
            </a:endParaRPr>
          </a:p>
        </p:txBody>
      </p:sp>
      <p:sp>
        <p:nvSpPr>
          <p:cNvPr id="25" name="Slide Number Placeholder 0"/>
          <p:cNvSpPr>
            <a:spLocks noGrp="1"/>
          </p:cNvSpPr>
          <p:nvPr>
            <p:ph type="sldNum" sz="quarter" idx="4294967295"/>
          </p:nvPr>
        </p:nvSpPr>
        <p:spPr>
          <a:xfrm>
            <a:off x="11259007" y="6327648"/>
            <a:ext cx="384048" cy="27432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000">
                <a:solidFill>
                  <a:srgbClr val="FFFFFF"/>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000" b="0" i="0" u="none" strike="noStrike" kern="1200" cap="none" spc="0" normalizeH="0" baseline="0" noProof="0">
                <a:ln>
                  <a:noFill/>
                </a:ln>
                <a:solidFill>
                  <a:srgbClr val="FFFFFF"/>
                </a:solidFill>
                <a:effectLst/>
                <a:uLnTx/>
                <a:uFillTx/>
                <a:latin typeface="Poppins"/>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3</a:t>
            </a:fld>
            <a:endParaRPr kumimoji="0" lang="en-US" sz="1000" b="0" i="0" u="none" strike="noStrike" kern="1200" cap="none" spc="0" normalizeH="0" baseline="0" noProof="0">
              <a:ln>
                <a:noFill/>
              </a:ln>
              <a:solidFill>
                <a:srgbClr val="FFFFFF"/>
              </a:solidFill>
              <a:effectLst/>
              <a:uLnTx/>
              <a:uFillTx/>
              <a:latin typeface="Poppins"/>
              <a:ea typeface="+mn-ea"/>
              <a:cs typeface="+mn-cs"/>
            </a:endParaRPr>
          </a:p>
        </p:txBody>
      </p:sp>
      <p:cxnSp>
        <p:nvCxnSpPr>
          <p:cNvPr id="9" name="Straight Arrow Connector 8">
            <a:extLst>
              <a:ext uri="{FF2B5EF4-FFF2-40B4-BE49-F238E27FC236}">
                <a16:creationId xmlns:a16="http://schemas.microsoft.com/office/drawing/2014/main" id="{A02670A5-B829-156E-8504-B19852474FD1}"/>
              </a:ext>
            </a:extLst>
          </p:cNvPr>
          <p:cNvCxnSpPr>
            <a:cxnSpLocks/>
          </p:cNvCxnSpPr>
          <p:nvPr/>
        </p:nvCxnSpPr>
        <p:spPr>
          <a:xfrm flipV="1">
            <a:off x="8499475" y="1771650"/>
            <a:ext cx="0" cy="2952750"/>
          </a:xfrm>
          <a:prstGeom prst="straightConnector1">
            <a:avLst/>
          </a:prstGeom>
          <a:ln w="31750">
            <a:solidFill>
              <a:schemeClr val="accent2"/>
            </a:solidFill>
            <a:headEnd type="none" w="med" len="med"/>
            <a:tailEnd type="arrow" w="lg" len="med"/>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EA52C308-E5BB-A9FC-F430-B49720A1C0EB}"/>
              </a:ext>
            </a:extLst>
          </p:cNvPr>
          <p:cNvCxnSpPr>
            <a:cxnSpLocks/>
          </p:cNvCxnSpPr>
          <p:nvPr/>
        </p:nvCxnSpPr>
        <p:spPr>
          <a:xfrm>
            <a:off x="8499475" y="4826000"/>
            <a:ext cx="0" cy="1245616"/>
          </a:xfrm>
          <a:prstGeom prst="straightConnector1">
            <a:avLst/>
          </a:prstGeom>
          <a:ln w="31750">
            <a:solidFill>
              <a:schemeClr val="accent3"/>
            </a:solidFill>
            <a:headEnd type="none" w="med" len="med"/>
            <a:tailEnd type="arrow" w="lg" len="med"/>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a:spLocks noGrp="1"/>
          </p:cNvSpPr>
          <p:nvPr>
            <p:ph type="title" idx="101" hasCustomPrompt="1"/>
          </p:nvPr>
        </p:nvSpPr>
        <p:spPr>
          <a:xfrm>
            <a:off x="548640" y="658368"/>
            <a:ext cx="11094415" cy="640080"/>
          </a:xfrm>
          <a:prstGeom prst="rect">
            <a:avLst/>
          </a:prstGeom>
          <a:noFill/>
          <a:ln/>
        </p:spPr>
        <p:txBody>
          <a:bodyPr wrap="square" lIns="0" tIns="0" rIns="0" bIns="0" rtlCol="0" anchor="t"/>
          <a:lstStyle/>
          <a:p>
            <a:pPr marL="0" indent="0" algn="l">
              <a:buNone/>
            </a:pPr>
            <a:r>
              <a:rPr lang="en-US" sz="2800" b="1" dirty="0">
                <a:solidFill>
                  <a:schemeClr val="tx1"/>
                </a:solidFill>
              </a:rPr>
              <a:t>Four more interactives and three submissions</a:t>
            </a:r>
            <a:endParaRPr lang="en-US" sz="2800" dirty="0"/>
          </a:p>
        </p:txBody>
      </p:sp>
      <p:sp>
        <p:nvSpPr>
          <p:cNvPr id="34" name="Slide Number Placeholder 0"/>
          <p:cNvSpPr>
            <a:spLocks noGrp="1"/>
          </p:cNvSpPr>
          <p:nvPr>
            <p:ph type="sldNum" sz="quarter" idx="4294967295"/>
          </p:nvPr>
        </p:nvSpPr>
        <p:spPr>
          <a:xfrm>
            <a:off x="11259007" y="6327648"/>
            <a:ext cx="384048" cy="27432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000">
                <a:solidFill>
                  <a:srgbClr val="FFFFFF"/>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000" b="0" i="0" u="none" strike="noStrike" kern="1200" cap="none" spc="0" normalizeH="0" baseline="0" noProof="0">
                <a:ln>
                  <a:noFill/>
                </a:ln>
                <a:solidFill>
                  <a:srgbClr val="FFFFFF"/>
                </a:solidFill>
                <a:effectLst/>
                <a:uLnTx/>
                <a:uFillTx/>
                <a:latin typeface="Poppins"/>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4</a:t>
            </a:fld>
            <a:endParaRPr kumimoji="0" lang="en-US" sz="1000" b="0" i="0" u="none" strike="noStrike" kern="1200" cap="none" spc="0" normalizeH="0" baseline="0" noProof="0">
              <a:ln>
                <a:noFill/>
              </a:ln>
              <a:solidFill>
                <a:srgbClr val="FFFFFF"/>
              </a:solidFill>
              <a:effectLst/>
              <a:uLnTx/>
              <a:uFillTx/>
              <a:latin typeface="Poppins"/>
              <a:ea typeface="+mn-ea"/>
              <a:cs typeface="+mn-cs"/>
            </a:endParaRPr>
          </a:p>
        </p:txBody>
      </p:sp>
      <p:sp>
        <p:nvSpPr>
          <p:cNvPr id="35" name="TextBox 34"/>
          <p:cNvSpPr txBox="1"/>
          <p:nvPr/>
        </p:nvSpPr>
        <p:spPr>
          <a:xfrm>
            <a:off x="548640" y="1481328"/>
            <a:ext cx="11091672" cy="365760"/>
          </a:xfrm>
          <a:prstGeom prst="rect">
            <a:avLst/>
          </a:prstGeom>
          <a:noFill/>
        </p:spPr>
        <p:txBody>
          <a:bodyPr wrap="square" lIns="0" rIns="0" tIns="0" bIns="0" anchor="t">
            <a:spAutoFit/>
          </a:bodyPr>
          <a:lstStyle/>
          <a:p>
            <a:pPr algn="l"/>
            <a:r>
              <a:rPr sz="1400" b="0" i="0">
                <a:solidFill>
                  <a:srgbClr val="6E7178"/>
                </a:solidFill>
                <a:latin typeface="Poppins"/>
              </a:rPr>
              <a:t>Our proposed support for the remainder of the C&amp;V Phase, within the existing budget.</a:t>
            </a:r>
          </a:p>
        </p:txBody>
      </p:sp>
      <p:sp>
        <p:nvSpPr>
          <p:cNvPr id="36" name="TextBox 35"/>
          <p:cNvSpPr txBox="1"/>
          <p:nvPr/>
        </p:nvSpPr>
        <p:spPr>
          <a:xfrm>
            <a:off x="548640" y="2194560"/>
            <a:ext cx="3148584" cy="1463040"/>
          </a:xfrm>
          <a:prstGeom prst="rect">
            <a:avLst/>
          </a:prstGeom>
          <a:noFill/>
        </p:spPr>
        <p:txBody>
          <a:bodyPr wrap="square" lIns="0" rIns="0" tIns="0" bIns="0" anchor="b">
            <a:spAutoFit/>
          </a:bodyPr>
          <a:lstStyle/>
          <a:p>
            <a:pPr algn="l"/>
            <a:r>
              <a:rPr sz="10000" b="1" i="0">
                <a:solidFill>
                  <a:srgbClr val="0E98D7"/>
                </a:solidFill>
                <a:latin typeface="Poppins"/>
              </a:rPr>
              <a:t>8</a:t>
            </a:r>
          </a:p>
        </p:txBody>
      </p:sp>
      <p:sp>
        <p:nvSpPr>
          <p:cNvPr id="37" name="TextBox 36"/>
          <p:cNvSpPr txBox="1"/>
          <p:nvPr/>
        </p:nvSpPr>
        <p:spPr>
          <a:xfrm>
            <a:off x="548640" y="3703320"/>
            <a:ext cx="3148584" cy="365760"/>
          </a:xfrm>
          <a:prstGeom prst="rect">
            <a:avLst/>
          </a:prstGeom>
          <a:noFill/>
        </p:spPr>
        <p:txBody>
          <a:bodyPr wrap="square" lIns="0" rIns="0" tIns="0" bIns="0" anchor="t">
            <a:spAutoFit/>
          </a:bodyPr>
          <a:lstStyle/>
          <a:p>
            <a:pPr algn="l"/>
            <a:r>
              <a:rPr sz="1700" b="1" i="0">
                <a:solidFill>
                  <a:srgbClr val="3D3C3C"/>
                </a:solidFill>
                <a:latin typeface="Poppins"/>
              </a:rPr>
              <a:t>interactives supported</a:t>
            </a:r>
          </a:p>
        </p:txBody>
      </p:sp>
      <p:sp>
        <p:nvSpPr>
          <p:cNvPr id="38" name="TextBox 37"/>
          <p:cNvSpPr txBox="1"/>
          <p:nvPr/>
        </p:nvSpPr>
        <p:spPr>
          <a:xfrm>
            <a:off x="548640" y="4160520"/>
            <a:ext cx="3148584" cy="914400"/>
          </a:xfrm>
          <a:prstGeom prst="rect">
            <a:avLst/>
          </a:prstGeom>
          <a:noFill/>
        </p:spPr>
        <p:txBody>
          <a:bodyPr wrap="square" lIns="0" rIns="0" tIns="0" bIns="0" anchor="t">
            <a:spAutoFit/>
          </a:bodyPr>
          <a:lstStyle/>
          <a:p>
            <a:pPr algn="l"/>
            <a:r>
              <a:rPr sz="1200" b="0" i="0">
                <a:solidFill>
                  <a:srgbClr val="6E7178"/>
                </a:solidFill>
                <a:latin typeface="Poppins"/>
              </a:rPr>
              <a:t>Capacity and Service through to Tunnel Requirements and AMF</a:t>
            </a:r>
          </a:p>
        </p:txBody>
      </p:sp>
      <p:cxnSp>
        <p:nvCxnSpPr>
          <p:cNvPr id="39" name="Connector 38"/>
          <p:cNvCxnSpPr/>
          <p:nvPr/>
        </p:nvCxnSpPr>
        <p:spPr>
          <a:xfrm>
            <a:off x="4245864" y="2331720"/>
            <a:ext cx="0" cy="2743200"/>
          </a:xfrm>
          <a:prstGeom prst="line">
            <a:avLst/>
          </a:prstGeom>
          <a:ln w="9525">
            <a:solidFill>
              <a:srgbClr val="D9DBE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565904" y="2194560"/>
            <a:ext cx="3148584" cy="1463040"/>
          </a:xfrm>
          <a:prstGeom prst="rect">
            <a:avLst/>
          </a:prstGeom>
          <a:noFill/>
        </p:spPr>
        <p:txBody>
          <a:bodyPr wrap="square" lIns="0" rIns="0" tIns="0" bIns="0" anchor="b">
            <a:spAutoFit/>
          </a:bodyPr>
          <a:lstStyle/>
          <a:p>
            <a:pPr algn="l"/>
            <a:r>
              <a:rPr sz="10000" b="1" i="0">
                <a:solidFill>
                  <a:srgbClr val="F48047"/>
                </a:solidFill>
                <a:latin typeface="Poppins"/>
              </a:rPr>
              <a:t>4</a:t>
            </a:r>
          </a:p>
        </p:txBody>
      </p:sp>
      <p:sp>
        <p:nvSpPr>
          <p:cNvPr id="41" name="TextBox 40"/>
          <p:cNvSpPr txBox="1"/>
          <p:nvPr/>
        </p:nvSpPr>
        <p:spPr>
          <a:xfrm>
            <a:off x="4565904" y="3703320"/>
            <a:ext cx="3148584" cy="365760"/>
          </a:xfrm>
          <a:prstGeom prst="rect">
            <a:avLst/>
          </a:prstGeom>
          <a:noFill/>
        </p:spPr>
        <p:txBody>
          <a:bodyPr wrap="square" lIns="0" rIns="0" tIns="0" bIns="0" anchor="t">
            <a:spAutoFit/>
          </a:bodyPr>
          <a:lstStyle/>
          <a:p>
            <a:pPr algn="l"/>
            <a:r>
              <a:rPr sz="1700" b="1" i="0">
                <a:solidFill>
                  <a:srgbClr val="3D3C3C"/>
                </a:solidFill>
                <a:latin typeface="Poppins"/>
              </a:rPr>
              <a:t>further interactives</a:t>
            </a:r>
          </a:p>
        </p:txBody>
      </p:sp>
      <p:sp>
        <p:nvSpPr>
          <p:cNvPr id="42" name="TextBox 41"/>
          <p:cNvSpPr txBox="1"/>
          <p:nvPr/>
        </p:nvSpPr>
        <p:spPr>
          <a:xfrm>
            <a:off x="4565904" y="4160520"/>
            <a:ext cx="3148584" cy="914400"/>
          </a:xfrm>
          <a:prstGeom prst="rect">
            <a:avLst/>
          </a:prstGeom>
          <a:noFill/>
        </p:spPr>
        <p:txBody>
          <a:bodyPr wrap="square" lIns="0" rIns="0" tIns="0" bIns="0" anchor="t">
            <a:spAutoFit/>
          </a:bodyPr>
          <a:lstStyle/>
          <a:p>
            <a:pPr algn="l"/>
            <a:r>
              <a:rPr sz="1200" b="0" i="0">
                <a:solidFill>
                  <a:srgbClr val="6E7178"/>
                </a:solidFill>
                <a:latin typeface="Poppins"/>
              </a:rPr>
              <a:t>Alignment #4, Rolling Stock and Station Design #3, AMF and MMC, and Construction and Operational Staging</a:t>
            </a:r>
          </a:p>
        </p:txBody>
      </p:sp>
      <p:cxnSp>
        <p:nvCxnSpPr>
          <p:cNvPr id="43" name="Connector 42"/>
          <p:cNvCxnSpPr/>
          <p:nvPr/>
        </p:nvCxnSpPr>
        <p:spPr>
          <a:xfrm>
            <a:off x="7943088" y="2331720"/>
            <a:ext cx="0" cy="2743200"/>
          </a:xfrm>
          <a:prstGeom prst="line">
            <a:avLst/>
          </a:prstGeom>
          <a:ln w="9525">
            <a:solidFill>
              <a:srgbClr val="D9DBE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63128" y="2194560"/>
            <a:ext cx="3148584" cy="1463040"/>
          </a:xfrm>
          <a:prstGeom prst="rect">
            <a:avLst/>
          </a:prstGeom>
          <a:noFill/>
        </p:spPr>
        <p:txBody>
          <a:bodyPr wrap="square" lIns="0" rIns="0" tIns="0" bIns="0" anchor="b">
            <a:spAutoFit/>
          </a:bodyPr>
          <a:lstStyle/>
          <a:p>
            <a:pPr algn="l"/>
            <a:r>
              <a:rPr sz="10000" b="1" i="0">
                <a:solidFill>
                  <a:srgbClr val="EE2B7A"/>
                </a:solidFill>
                <a:latin typeface="Poppins"/>
              </a:rPr>
              <a:t>3</a:t>
            </a:r>
          </a:p>
        </p:txBody>
      </p:sp>
      <p:sp>
        <p:nvSpPr>
          <p:cNvPr id="45" name="TextBox 44"/>
          <p:cNvSpPr txBox="1"/>
          <p:nvPr/>
        </p:nvSpPr>
        <p:spPr>
          <a:xfrm>
            <a:off x="8263128" y="3703320"/>
            <a:ext cx="3148584" cy="365760"/>
          </a:xfrm>
          <a:prstGeom prst="rect">
            <a:avLst/>
          </a:prstGeom>
          <a:noFill/>
        </p:spPr>
        <p:txBody>
          <a:bodyPr wrap="square" lIns="0" rIns="0" tIns="0" bIns="0" anchor="t">
            <a:spAutoFit/>
          </a:bodyPr>
          <a:lstStyle/>
          <a:p>
            <a:pPr algn="l"/>
            <a:r>
              <a:rPr sz="1700" b="1" i="0">
                <a:solidFill>
                  <a:srgbClr val="3D3C3C"/>
                </a:solidFill>
                <a:latin typeface="Poppins"/>
              </a:rPr>
              <a:t>submissions</a:t>
            </a:r>
          </a:p>
        </p:txBody>
      </p:sp>
      <p:sp>
        <p:nvSpPr>
          <p:cNvPr id="46" name="TextBox 45"/>
          <p:cNvSpPr txBox="1"/>
          <p:nvPr/>
        </p:nvSpPr>
        <p:spPr>
          <a:xfrm>
            <a:off x="8263128" y="4160520"/>
            <a:ext cx="3148584" cy="914400"/>
          </a:xfrm>
          <a:prstGeom prst="rect">
            <a:avLst/>
          </a:prstGeom>
          <a:noFill/>
        </p:spPr>
        <p:txBody>
          <a:bodyPr wrap="square" lIns="0" rIns="0" tIns="0" bIns="0" anchor="t">
            <a:spAutoFit/>
          </a:bodyPr>
          <a:lstStyle/>
          <a:p>
            <a:pPr algn="l"/>
            <a:r>
              <a:rPr sz="1200" b="0" i="0">
                <a:solidFill>
                  <a:srgbClr val="6E7178"/>
                </a:solidFill>
                <a:latin typeface="Poppins"/>
              </a:rPr>
              <a:t>Two Alternate Alignment submissions (RFC#1659) and the Rolling Stock and Station Design wrap-up</a:t>
            </a:r>
          </a:p>
        </p:txBody>
      </p:sp>
      <p:cxnSp>
        <p:nvCxnSpPr>
          <p:cNvPr id="47" name="Connector 46"/>
          <p:cNvCxnSpPr/>
          <p:nvPr/>
        </p:nvCxnSpPr>
        <p:spPr>
          <a:xfrm>
            <a:off x="548640" y="5440680"/>
            <a:ext cx="11091672" cy="0"/>
          </a:xfrm>
          <a:prstGeom prst="line">
            <a:avLst/>
          </a:prstGeom>
          <a:ln w="9525">
            <a:solidFill>
              <a:srgbClr val="D9DBE0"/>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548640" y="5577840"/>
            <a:ext cx="11091672" cy="411480"/>
          </a:xfrm>
          <a:prstGeom prst="rect">
            <a:avLst/>
          </a:prstGeom>
          <a:noFill/>
        </p:spPr>
        <p:txBody>
          <a:bodyPr wrap="square" lIns="0" rIns="0" tIns="0" bIns="0" anchor="t">
            <a:spAutoFit/>
          </a:bodyPr>
          <a:lstStyle/>
          <a:p>
            <a:pPr algn="l"/>
            <a:r>
              <a:rPr sz="1200" b="0" i="0">
                <a:solidFill>
                  <a:srgbClr val="6E7178"/>
                </a:solidFill>
                <a:latin typeface="Poppins"/>
              </a:rPr>
              <a:t>We focus on preparation and rehearsal rather than attending interactives, which allows us to support the sessions that matter most.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a:spLocks noGrp="1"/>
          </p:cNvSpPr>
          <p:nvPr>
            <p:ph type="title" idx="101" hasCustomPrompt="1"/>
          </p:nvPr>
        </p:nvSpPr>
        <p:spPr>
          <a:xfrm>
            <a:off x="548640" y="658368"/>
            <a:ext cx="11264419" cy="640080"/>
          </a:xfrm>
          <a:prstGeom prst="rect">
            <a:avLst/>
          </a:prstGeom>
          <a:noFill/>
          <a:ln/>
        </p:spPr>
        <p:txBody>
          <a:bodyPr wrap="square" lIns="0" tIns="0" rIns="0" bIns="0" rtlCol="0" anchor="t"/>
          <a:lstStyle/>
          <a:p>
            <a:r>
              <a:rPr lang="en-AU" dirty="0"/>
              <a:t>The interactives we propose to support</a:t>
            </a:r>
            <a:endParaRPr lang="en-US" sz="2800" dirty="0"/>
          </a:p>
        </p:txBody>
      </p:sp>
      <p:sp>
        <p:nvSpPr>
          <p:cNvPr id="25" name="Slide Number Placeholder 0"/>
          <p:cNvSpPr>
            <a:spLocks noGrp="1"/>
          </p:cNvSpPr>
          <p:nvPr>
            <p:ph type="sldNum" sz="quarter" idx="4294967295"/>
          </p:nvPr>
        </p:nvSpPr>
        <p:spPr>
          <a:xfrm>
            <a:off x="11259007" y="6327648"/>
            <a:ext cx="384048" cy="27432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000">
                <a:solidFill>
                  <a:srgbClr val="FFFFFF"/>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000" b="0" i="0" u="none" strike="noStrike" kern="1200" cap="none" spc="0" normalizeH="0" baseline="0" noProof="0">
                <a:ln>
                  <a:noFill/>
                </a:ln>
                <a:solidFill>
                  <a:srgbClr val="FFFFFF"/>
                </a:solidFill>
                <a:effectLst/>
                <a:uLnTx/>
                <a:uFillTx/>
                <a:latin typeface="Poppins"/>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US" sz="1000" b="0" i="0" u="none" strike="noStrike" kern="1200" cap="none" spc="0" normalizeH="0" baseline="0" noProof="0">
              <a:ln>
                <a:noFill/>
              </a:ln>
              <a:solidFill>
                <a:srgbClr val="FFFFFF"/>
              </a:solidFill>
              <a:effectLst/>
              <a:uLnTx/>
              <a:uFillTx/>
              <a:latin typeface="Poppins"/>
              <a:ea typeface="+mn-ea"/>
              <a:cs typeface="+mn-cs"/>
            </a:endParaRPr>
          </a:p>
        </p:txBody>
      </p:sp>
      <p:sp>
        <p:nvSpPr>
          <p:cNvPr id="26" name="TextBox 25"/>
          <p:cNvSpPr txBox="1"/>
          <p:nvPr/>
        </p:nvSpPr>
        <p:spPr>
          <a:xfrm>
            <a:off x="548640" y="1234440"/>
            <a:ext cx="11091672" cy="502920"/>
          </a:xfrm>
          <a:prstGeom prst="rect">
            <a:avLst/>
          </a:prstGeom>
          <a:noFill/>
        </p:spPr>
        <p:txBody>
          <a:bodyPr wrap="square" lIns="0" rIns="0" tIns="0" bIns="0" anchor="t">
            <a:spAutoFit/>
          </a:bodyPr>
          <a:lstStyle/>
          <a:p>
            <a:pPr algn="l"/>
            <a:r>
              <a:rPr sz="1300" b="0" i="0">
                <a:solidFill>
                  <a:srgbClr val="6E7178"/>
                </a:solidFill>
                <a:latin typeface="Poppins"/>
              </a:rPr>
              <a:t>We will focus on the sessions that most shape GoFar's final position: the alignment decision, station design and passenger experience, and how the project will be built and staged.</a:t>
            </a:r>
          </a:p>
        </p:txBody>
      </p:sp>
      <p:graphicFrame>
        <p:nvGraphicFramePr>
          <p:cNvPr id="27" name="Table 26"/>
          <p:cNvGraphicFramePr>
            <a:graphicFrameLocks noGrp="1"/>
          </p:cNvGraphicFramePr>
          <p:nvPr/>
        </p:nvGraphicFramePr>
        <p:xfrm>
          <a:off x="548640" y="1810512"/>
          <a:ext cx="11091672" cy="3703320"/>
        </p:xfrm>
        <a:graphic>
          <a:graphicData uri="http://schemas.openxmlformats.org/drawingml/2006/table">
            <a:tbl>
              <a:tblPr firstRow="0" bandRow="0">
                <a:tableStyleId>{5C22544A-7EE6-4342-B048-85BDC9FD1C3A}</a:tableStyleId>
              </a:tblPr>
              <a:tblGrid>
                <a:gridCol w="548640"/>
                <a:gridCol w="5486400"/>
                <a:gridCol w="1828800"/>
                <a:gridCol w="1737360"/>
                <a:gridCol w="1490472"/>
              </a:tblGrid>
              <a:tr h="246888">
                <a:tc>
                  <a:txBody>
                    <a:bodyPr/>
                    <a:lstStyle/>
                    <a:p>
                      <a:pPr algn="ctr"/>
                      <a:r>
                        <a:rPr sz="950" b="1" spc="100">
                          <a:solidFill>
                            <a:srgbClr val="6E7178"/>
                          </a:solidFill>
                          <a:latin typeface="Poppins"/>
                        </a:rPr>
                        <a:t>#</a:t>
                      </a:r>
                    </a:p>
                  </a:txBody>
                  <a:tcPr marL="73152" marR="73152" marT="18288" marB="18288" anchor="ctr">
                    <a:lnL w="0">
                      <a:noFill/>
                    </a:lnL>
                    <a:lnR w="0">
                      <a:noFill/>
                    </a:lnR>
                    <a:lnT w="0">
                      <a:noFill/>
                    </a:lnT>
                    <a:lnB w="15875">
                      <a:solidFill>
                        <a:srgbClr val="3D3C3C"/>
                      </a:solidFill>
                    </a:lnB>
                    <a:noFill/>
                  </a:tcPr>
                </a:tc>
                <a:tc>
                  <a:txBody>
                    <a:bodyPr/>
                    <a:lstStyle/>
                    <a:p>
                      <a:pPr algn="l"/>
                      <a:r>
                        <a:rPr sz="950" b="1" spc="100">
                          <a:solidFill>
                            <a:srgbClr val="6E7178"/>
                          </a:solidFill>
                          <a:latin typeface="Poppins"/>
                        </a:rPr>
                        <a:t>INTERACTIVE TOPIC</a:t>
                      </a:r>
                    </a:p>
                  </a:txBody>
                  <a:tcPr marL="73152" marR="73152" marT="18288" marB="18288" anchor="ctr">
                    <a:lnL w="0">
                      <a:noFill/>
                    </a:lnL>
                    <a:lnR w="0">
                      <a:noFill/>
                    </a:lnR>
                    <a:lnT w="0">
                      <a:noFill/>
                    </a:lnT>
                    <a:lnB w="15875">
                      <a:solidFill>
                        <a:srgbClr val="3D3C3C"/>
                      </a:solidFill>
                    </a:lnB>
                    <a:noFill/>
                  </a:tcPr>
                </a:tc>
                <a:tc>
                  <a:txBody>
                    <a:bodyPr/>
                    <a:lstStyle/>
                    <a:p>
                      <a:pPr algn="l"/>
                      <a:r>
                        <a:rPr sz="950" b="1" spc="100">
                          <a:solidFill>
                            <a:srgbClr val="6E7178"/>
                          </a:solidFill>
                          <a:latin typeface="Poppins"/>
                        </a:rPr>
                        <a:t>SESSION</a:t>
                      </a:r>
                    </a:p>
                  </a:txBody>
                  <a:tcPr marL="73152" marR="73152" marT="18288" marB="18288" anchor="ctr">
                    <a:lnL w="0">
                      <a:noFill/>
                    </a:lnL>
                    <a:lnR w="0">
                      <a:noFill/>
                    </a:lnR>
                    <a:lnT w="0">
                      <a:noFill/>
                    </a:lnT>
                    <a:lnB w="15875">
                      <a:solidFill>
                        <a:srgbClr val="3D3C3C"/>
                      </a:solidFill>
                    </a:lnB>
                    <a:noFill/>
                  </a:tcPr>
                </a:tc>
                <a:tc>
                  <a:txBody>
                    <a:bodyPr/>
                    <a:lstStyle/>
                    <a:p>
                      <a:pPr algn="l"/>
                      <a:r>
                        <a:rPr sz="950" b="1" spc="100">
                          <a:solidFill>
                            <a:srgbClr val="6E7178"/>
                          </a:solidFill>
                          <a:latin typeface="Poppins"/>
                        </a:rPr>
                        <a:t>DATE</a:t>
                      </a:r>
                    </a:p>
                  </a:txBody>
                  <a:tcPr marL="73152" marR="73152" marT="18288" marB="18288" anchor="ctr">
                    <a:lnL w="0">
                      <a:noFill/>
                    </a:lnL>
                    <a:lnR w="0">
                      <a:noFill/>
                    </a:lnR>
                    <a:lnT w="0">
                      <a:noFill/>
                    </a:lnT>
                    <a:lnB w="15875">
                      <a:solidFill>
                        <a:srgbClr val="3D3C3C"/>
                      </a:solidFill>
                    </a:lnB>
                    <a:noFill/>
                  </a:tcPr>
                </a:tc>
                <a:tc>
                  <a:txBody>
                    <a:bodyPr/>
                    <a:lstStyle/>
                    <a:p>
                      <a:pPr algn="l"/>
                      <a:r>
                        <a:rPr sz="950" b="1" spc="100">
                          <a:solidFill>
                            <a:srgbClr val="6E7178"/>
                          </a:solidFill>
                          <a:latin typeface="Poppins"/>
                        </a:rPr>
                        <a:t>STATUS</a:t>
                      </a:r>
                    </a:p>
                  </a:txBody>
                  <a:tcPr marL="73152" marR="73152" marT="18288" marB="18288" anchor="ctr">
                    <a:lnL w="0">
                      <a:noFill/>
                    </a:lnL>
                    <a:lnR w="0">
                      <a:noFill/>
                    </a:lnR>
                    <a:lnT w="0">
                      <a:noFill/>
                    </a:lnT>
                    <a:lnB w="15875">
                      <a:solidFill>
                        <a:srgbClr val="3D3C3C"/>
                      </a:solidFill>
                    </a:lnB>
                    <a:noFill/>
                  </a:tcPr>
                </a:tc>
              </a:tr>
              <a:tr h="246888">
                <a:tc>
                  <a:txBody>
                    <a:bodyPr/>
                    <a:lstStyle/>
                    <a:p>
                      <a:pPr algn="ctr"/>
                      <a:r>
                        <a:rPr sz="1100" b="0">
                          <a:solidFill>
                            <a:srgbClr val="6E7178"/>
                          </a:solidFill>
                          <a:latin typeface="Poppins"/>
                        </a:rPr>
                        <a:t>1</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6E7178"/>
                          </a:solidFill>
                          <a:latin typeface="Poppins"/>
                        </a:rPr>
                        <a:t>Capacity and Service</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6E7178"/>
                          </a:solidFill>
                          <a:latin typeface="Poppins"/>
                        </a:rPr>
                        <a:t>Workshop 1</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6E7178"/>
                          </a:solidFill>
                          <a:latin typeface="Poppins"/>
                        </a:rPr>
                        <a:t>Tue 22 Sep</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6E7178"/>
                          </a:solidFill>
                          <a:latin typeface="Poppins"/>
                        </a:rPr>
                        <a:t>Completed</a:t>
                      </a:r>
                    </a:p>
                  </a:txBody>
                  <a:tcPr marL="73152" marR="73152" marT="18288" marB="18288" anchor="ctr">
                    <a:lnL w="0">
                      <a:noFill/>
                    </a:lnL>
                    <a:lnR w="0">
                      <a:noFill/>
                    </a:lnR>
                    <a:lnT w="0">
                      <a:noFill/>
                    </a:lnT>
                    <a:lnB w="9525">
                      <a:solidFill>
                        <a:srgbClr val="D9DBE0"/>
                      </a:solidFill>
                    </a:lnB>
                    <a:noFill/>
                  </a:tcPr>
                </a:tc>
              </a:tr>
              <a:tr h="246888">
                <a:tc>
                  <a:txBody>
                    <a:bodyPr/>
                    <a:lstStyle/>
                    <a:p>
                      <a:pPr algn="ctr"/>
                      <a:r>
                        <a:rPr sz="1100" b="0">
                          <a:solidFill>
                            <a:srgbClr val="6E7178"/>
                          </a:solidFill>
                          <a:latin typeface="Poppins"/>
                        </a:rPr>
                        <a:t>2</a:t>
                      </a:r>
                    </a:p>
                  </a:txBody>
                  <a:tcPr marL="73152" marR="73152" marT="18288" marB="18288" anchor="ctr">
                    <a:lnL w="0">
                      <a:noFill/>
                    </a:lnL>
                    <a:lnR w="0">
                      <a:noFill/>
                    </a:lnR>
                    <a:lnT w="0">
                      <a:noFill/>
                    </a:lnT>
                    <a:lnB w="9525">
                      <a:solidFill>
                        <a:srgbClr val="D9DBE0"/>
                      </a:solidFill>
                    </a:lnB>
                    <a:noFill/>
                  </a:tcPr>
                </a:tc>
                <a:tc rowSpan="2">
                  <a:txBody>
                    <a:bodyPr/>
                    <a:lstStyle/>
                    <a:p>
                      <a:pPr algn="l"/>
                      <a:r>
                        <a:rPr sz="1100" b="0">
                          <a:solidFill>
                            <a:srgbClr val="6E7178"/>
                          </a:solidFill>
                          <a:latin typeface="Poppins"/>
                        </a:rPr>
                        <a:t>Alignment</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6E7178"/>
                          </a:solidFill>
                          <a:latin typeface="Poppins"/>
                        </a:rPr>
                        <a:t>Workshop 1</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6E7178"/>
                          </a:solidFill>
                          <a:latin typeface="Poppins"/>
                        </a:rPr>
                        <a:t>Wed 23 Sep</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6E7178"/>
                          </a:solidFill>
                          <a:latin typeface="Poppins"/>
                        </a:rPr>
                        <a:t>Completed</a:t>
                      </a:r>
                    </a:p>
                  </a:txBody>
                  <a:tcPr marL="73152" marR="73152" marT="18288" marB="18288" anchor="ctr">
                    <a:lnL w="0">
                      <a:noFill/>
                    </a:lnL>
                    <a:lnR w="0">
                      <a:noFill/>
                    </a:lnR>
                    <a:lnT w="0">
                      <a:noFill/>
                    </a:lnT>
                    <a:lnB w="9525">
                      <a:solidFill>
                        <a:srgbClr val="D9DBE0"/>
                      </a:solidFill>
                    </a:lnB>
                    <a:noFill/>
                  </a:tcPr>
                </a:tc>
              </a:tr>
              <a:tr h="246888">
                <a:tc>
                  <a:txBody>
                    <a:bodyPr/>
                    <a:lstStyle/>
                    <a:p>
                      <a:pPr algn="ctr"/>
                      <a:r>
                        <a:rPr sz="1100" b="0">
                          <a:solidFill>
                            <a:srgbClr val="6E7178"/>
                          </a:solidFill>
                          <a:latin typeface="Poppins"/>
                        </a:rPr>
                        <a:t>3</a:t>
                      </a:r>
                    </a:p>
                  </a:txBody>
                  <a:tcPr marL="73152" marR="73152" marT="18288" marB="18288" anchor="ctr">
                    <a:lnL w="0">
                      <a:noFill/>
                    </a:lnL>
                    <a:lnR w="0">
                      <a:noFill/>
                    </a:lnR>
                    <a:lnT w="0">
                      <a:noFill/>
                    </a:lnT>
                    <a:lnB w="9525">
                      <a:solidFill>
                        <a:srgbClr val="D9DBE0"/>
                      </a:solidFill>
                    </a:lnB>
                    <a:noFill/>
                  </a:tcPr>
                </a:tc>
                <a:tc vMerge="1">
                  <a:txBody>
                    <a:bodyPr/>
                    <a:lstStyle/>
                    <a:p>
                      <a:pPr algn="l"/>
                      <a:r>
                        <a:rPr sz="1100" b="0">
                          <a:solidFill>
                            <a:srgbClr val="6E7178"/>
                          </a:solidFill>
                          <a:latin typeface="Poppins"/>
                        </a:rPr>
                        <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6E7178"/>
                          </a:solidFill>
                          <a:latin typeface="Poppins"/>
                        </a:rPr>
                        <a:t>Workshop 3</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6E7178"/>
                          </a:solidFill>
                          <a:latin typeface="Poppins"/>
                        </a:rPr>
                        <a:t>Tue 13 Oct</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6E7178"/>
                          </a:solidFill>
                          <a:latin typeface="Poppins"/>
                        </a:rPr>
                        <a:t>Completed</a:t>
                      </a:r>
                    </a:p>
                  </a:txBody>
                  <a:tcPr marL="73152" marR="73152" marT="18288" marB="18288" anchor="ctr">
                    <a:lnL w="0">
                      <a:noFill/>
                    </a:lnL>
                    <a:lnR w="0">
                      <a:noFill/>
                    </a:lnR>
                    <a:lnT w="0">
                      <a:noFill/>
                    </a:lnT>
                    <a:lnB w="9525">
                      <a:solidFill>
                        <a:srgbClr val="D9DBE0"/>
                      </a:solidFill>
                    </a:lnB>
                    <a:noFill/>
                  </a:tcPr>
                </a:tc>
              </a:tr>
              <a:tr h="246888">
                <a:tc>
                  <a:txBody>
                    <a:bodyPr/>
                    <a:lstStyle/>
                    <a:p>
                      <a:pPr algn="ctr"/>
                      <a:r>
                        <a:rPr sz="1100" b="0">
                          <a:solidFill>
                            <a:srgbClr val="6E7178"/>
                          </a:solidFill>
                          <a:latin typeface="Poppins"/>
                        </a:rPr>
                        <a:t>4</a:t>
                      </a:r>
                    </a:p>
                  </a:txBody>
                  <a:tcPr marL="73152" marR="73152" marT="18288" marB="18288" anchor="ctr">
                    <a:lnL w="0">
                      <a:noFill/>
                    </a:lnL>
                    <a:lnR w="0">
                      <a:noFill/>
                    </a:lnR>
                    <a:lnT w="0">
                      <a:noFill/>
                    </a:lnT>
                    <a:lnB w="9525">
                      <a:solidFill>
                        <a:srgbClr val="D9DBE0"/>
                      </a:solidFill>
                    </a:lnB>
                    <a:noFill/>
                  </a:tcPr>
                </a:tc>
                <a:tc rowSpan="2">
                  <a:txBody>
                    <a:bodyPr/>
                    <a:lstStyle/>
                    <a:p>
                      <a:pPr algn="l"/>
                      <a:r>
                        <a:rPr sz="1100" b="0">
                          <a:solidFill>
                            <a:srgbClr val="6E7178"/>
                          </a:solidFill>
                          <a:latin typeface="Poppins"/>
                        </a:rPr>
                        <a:t>Alternative Alignment</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6E7178"/>
                          </a:solidFill>
                          <a:latin typeface="Poppins"/>
                        </a:rPr>
                        <a:t>Workshop 2</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6E7178"/>
                          </a:solidFill>
                          <a:latin typeface="Poppins"/>
                        </a:rPr>
                        <a:t>Tue 6 Oct</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6E7178"/>
                          </a:solidFill>
                          <a:latin typeface="Poppins"/>
                        </a:rPr>
                        <a:t>Completed</a:t>
                      </a:r>
                    </a:p>
                  </a:txBody>
                  <a:tcPr marL="73152" marR="73152" marT="18288" marB="18288" anchor="ctr">
                    <a:lnL w="0">
                      <a:noFill/>
                    </a:lnL>
                    <a:lnR w="0">
                      <a:noFill/>
                    </a:lnR>
                    <a:lnT w="0">
                      <a:noFill/>
                    </a:lnT>
                    <a:lnB w="9525">
                      <a:solidFill>
                        <a:srgbClr val="D9DBE0"/>
                      </a:solidFill>
                    </a:lnB>
                    <a:noFill/>
                  </a:tcPr>
                </a:tc>
              </a:tr>
              <a:tr h="246888">
                <a:tc>
                  <a:txBody>
                    <a:bodyPr/>
                    <a:lstStyle/>
                    <a:p>
                      <a:pPr algn="ctr"/>
                      <a:r>
                        <a:rPr sz="1100" b="0">
                          <a:solidFill>
                            <a:srgbClr val="6E7178"/>
                          </a:solidFill>
                          <a:latin typeface="Poppins"/>
                        </a:rPr>
                        <a:t>5</a:t>
                      </a:r>
                    </a:p>
                  </a:txBody>
                  <a:tcPr marL="73152" marR="73152" marT="18288" marB="18288" anchor="ctr">
                    <a:lnL w="0">
                      <a:noFill/>
                    </a:lnL>
                    <a:lnR w="0">
                      <a:noFill/>
                    </a:lnR>
                    <a:lnT w="0">
                      <a:noFill/>
                    </a:lnT>
                    <a:lnB w="9525">
                      <a:solidFill>
                        <a:srgbClr val="D9DBE0"/>
                      </a:solidFill>
                    </a:lnB>
                    <a:noFill/>
                  </a:tcPr>
                </a:tc>
                <a:tc vMerge="1">
                  <a:txBody>
                    <a:bodyPr/>
                    <a:lstStyle/>
                    <a:p>
                      <a:pPr algn="l"/>
                      <a:r>
                        <a:rPr sz="1100" b="0">
                          <a:solidFill>
                            <a:srgbClr val="6E7178"/>
                          </a:solidFill>
                          <a:latin typeface="Poppins"/>
                        </a:rPr>
                        <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6E7178"/>
                          </a:solidFill>
                          <a:latin typeface="Poppins"/>
                        </a:rPr>
                        <a:t>Workshop 3</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6E7178"/>
                          </a:solidFill>
                          <a:latin typeface="Poppins"/>
                        </a:rPr>
                        <a:t/>
                      </a:r>
                      <a:endParaRPr sz="1100"/>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6E7178"/>
                          </a:solidFill>
                          <a:latin typeface="Poppins"/>
                        </a:rPr>
                        <a:t>Completed</a:t>
                      </a:r>
                    </a:p>
                  </a:txBody>
                  <a:tcPr marL="73152" marR="73152" marT="18288" marB="18288" anchor="ctr">
                    <a:lnL w="0">
                      <a:noFill/>
                    </a:lnL>
                    <a:lnR w="0">
                      <a:noFill/>
                    </a:lnR>
                    <a:lnT w="0">
                      <a:noFill/>
                    </a:lnT>
                    <a:lnB w="9525">
                      <a:solidFill>
                        <a:srgbClr val="D9DBE0"/>
                      </a:solidFill>
                    </a:lnB>
                    <a:noFill/>
                  </a:tcPr>
                </a:tc>
              </a:tr>
              <a:tr h="246888">
                <a:tc>
                  <a:txBody>
                    <a:bodyPr/>
                    <a:lstStyle/>
                    <a:p>
                      <a:pPr algn="ctr"/>
                      <a:r>
                        <a:rPr sz="1100" b="0">
                          <a:solidFill>
                            <a:srgbClr val="6E7178"/>
                          </a:solidFill>
                          <a:latin typeface="Poppins"/>
                        </a:rPr>
                        <a:t>6</a:t>
                      </a:r>
                    </a:p>
                  </a:txBody>
                  <a:tcPr marL="73152" marR="73152" marT="18288" marB="18288" anchor="ctr">
                    <a:lnL w="0">
                      <a:noFill/>
                    </a:lnL>
                    <a:lnR w="0">
                      <a:noFill/>
                    </a:lnR>
                    <a:lnT w="0">
                      <a:noFill/>
                    </a:lnT>
                    <a:lnB w="9525">
                      <a:solidFill>
                        <a:srgbClr val="D9DBE0"/>
                      </a:solidFill>
                    </a:lnB>
                    <a:noFill/>
                  </a:tcPr>
                </a:tc>
                <a:tc rowSpan="2">
                  <a:txBody>
                    <a:bodyPr/>
                    <a:lstStyle/>
                    <a:p>
                      <a:pPr algn="l"/>
                      <a:r>
                        <a:rPr sz="1100" b="0">
                          <a:solidFill>
                            <a:srgbClr val="6E7178"/>
                          </a:solidFill>
                          <a:latin typeface="Poppins"/>
                        </a:rPr>
                        <a:t>Fire and Life Safety</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6E7178"/>
                          </a:solidFill>
                          <a:latin typeface="Poppins"/>
                        </a:rPr>
                        <a:t>Workshop 2</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6E7178"/>
                          </a:solidFill>
                          <a:latin typeface="Poppins"/>
                        </a:rPr>
                        <a:t>Thu 1 Oct</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6E7178"/>
                          </a:solidFill>
                          <a:latin typeface="Poppins"/>
                        </a:rPr>
                        <a:t>Completed</a:t>
                      </a:r>
                    </a:p>
                  </a:txBody>
                  <a:tcPr marL="73152" marR="73152" marT="18288" marB="18288" anchor="ctr">
                    <a:lnL w="0">
                      <a:noFill/>
                    </a:lnL>
                    <a:lnR w="0">
                      <a:noFill/>
                    </a:lnR>
                    <a:lnT w="0">
                      <a:noFill/>
                    </a:lnT>
                    <a:lnB w="9525">
                      <a:solidFill>
                        <a:srgbClr val="D9DBE0"/>
                      </a:solidFill>
                    </a:lnB>
                    <a:noFill/>
                  </a:tcPr>
                </a:tc>
              </a:tr>
              <a:tr h="246888">
                <a:tc>
                  <a:txBody>
                    <a:bodyPr/>
                    <a:lstStyle/>
                    <a:p>
                      <a:pPr algn="ctr"/>
                      <a:r>
                        <a:rPr sz="1100" b="0">
                          <a:solidFill>
                            <a:srgbClr val="6E7178"/>
                          </a:solidFill>
                          <a:latin typeface="Poppins"/>
                        </a:rPr>
                        <a:t>7</a:t>
                      </a:r>
                    </a:p>
                  </a:txBody>
                  <a:tcPr marL="73152" marR="73152" marT="18288" marB="18288" anchor="ctr">
                    <a:lnL w="0">
                      <a:noFill/>
                    </a:lnL>
                    <a:lnR w="0">
                      <a:noFill/>
                    </a:lnR>
                    <a:lnT w="0">
                      <a:noFill/>
                    </a:lnT>
                    <a:lnB w="9525">
                      <a:solidFill>
                        <a:srgbClr val="D9DBE0"/>
                      </a:solidFill>
                    </a:lnB>
                    <a:noFill/>
                  </a:tcPr>
                </a:tc>
                <a:tc vMerge="1">
                  <a:txBody>
                    <a:bodyPr/>
                    <a:lstStyle/>
                    <a:p>
                      <a:pPr algn="l"/>
                      <a:r>
                        <a:rPr sz="1100" b="0">
                          <a:solidFill>
                            <a:srgbClr val="6E7178"/>
                          </a:solidFill>
                          <a:latin typeface="Poppins"/>
                        </a:rPr>
                        <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6E7178"/>
                          </a:solidFill>
                          <a:latin typeface="Poppins"/>
                        </a:rPr>
                        <a:t>Workshop 3</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6E7178"/>
                          </a:solidFill>
                          <a:latin typeface="Poppins"/>
                        </a:rPr>
                        <a:t>Thu 15 Oct</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6E7178"/>
                          </a:solidFill>
                          <a:latin typeface="Poppins"/>
                        </a:rPr>
                        <a:t>Completed</a:t>
                      </a:r>
                    </a:p>
                  </a:txBody>
                  <a:tcPr marL="73152" marR="73152" marT="18288" marB="18288" anchor="ctr">
                    <a:lnL w="0">
                      <a:noFill/>
                    </a:lnL>
                    <a:lnR w="0">
                      <a:noFill/>
                    </a:lnR>
                    <a:lnT w="0">
                      <a:noFill/>
                    </a:lnT>
                    <a:lnB w="9525">
                      <a:solidFill>
                        <a:srgbClr val="D9DBE0"/>
                      </a:solidFill>
                    </a:lnB>
                    <a:noFill/>
                  </a:tcPr>
                </a:tc>
              </a:tr>
              <a:tr h="246888">
                <a:tc>
                  <a:txBody>
                    <a:bodyPr/>
                    <a:lstStyle/>
                    <a:p>
                      <a:pPr algn="ctr"/>
                      <a:r>
                        <a:rPr sz="1100" b="0">
                          <a:solidFill>
                            <a:srgbClr val="6E7178"/>
                          </a:solidFill>
                          <a:latin typeface="Poppins"/>
                        </a:rPr>
                        <a:t>8</a:t>
                      </a:r>
                    </a:p>
                  </a:txBody>
                  <a:tcPr marL="73152" marR="73152" marT="18288" marB="18288" anchor="ctr">
                    <a:lnL w="0">
                      <a:noFill/>
                    </a:lnL>
                    <a:lnR w="0">
                      <a:noFill/>
                    </a:lnR>
                    <a:lnT w="0">
                      <a:noFill/>
                    </a:lnT>
                    <a:lnB w="12700">
                      <a:solidFill>
                        <a:srgbClr val="3D3C3C"/>
                      </a:solidFill>
                    </a:lnB>
                    <a:noFill/>
                  </a:tcPr>
                </a:tc>
                <a:tc>
                  <a:txBody>
                    <a:bodyPr/>
                    <a:lstStyle/>
                    <a:p>
                      <a:pPr algn="l"/>
                      <a:r>
                        <a:rPr sz="1100" b="0">
                          <a:solidFill>
                            <a:srgbClr val="6E7178"/>
                          </a:solidFill>
                          <a:latin typeface="Poppins"/>
                        </a:rPr>
                        <a:t>Tunnel Requirements and AMF</a:t>
                      </a:r>
                    </a:p>
                  </a:txBody>
                  <a:tcPr marL="73152" marR="73152" marT="18288" marB="18288" anchor="ctr">
                    <a:lnL w="0">
                      <a:noFill/>
                    </a:lnL>
                    <a:lnR w="0">
                      <a:noFill/>
                    </a:lnR>
                    <a:lnT w="0">
                      <a:noFill/>
                    </a:lnT>
                    <a:lnB w="12700">
                      <a:solidFill>
                        <a:srgbClr val="3D3C3C"/>
                      </a:solidFill>
                    </a:lnB>
                    <a:noFill/>
                  </a:tcPr>
                </a:tc>
                <a:tc>
                  <a:txBody>
                    <a:bodyPr/>
                    <a:lstStyle/>
                    <a:p>
                      <a:pPr algn="l"/>
                      <a:r>
                        <a:rPr sz="1100" b="0">
                          <a:solidFill>
                            <a:srgbClr val="6E7178"/>
                          </a:solidFill>
                          <a:latin typeface="Poppins"/>
                        </a:rPr>
                        <a:t>Workshop 2</a:t>
                      </a:r>
                    </a:p>
                  </a:txBody>
                  <a:tcPr marL="73152" marR="73152" marT="18288" marB="18288" anchor="ctr">
                    <a:lnL w="0">
                      <a:noFill/>
                    </a:lnL>
                    <a:lnR w="0">
                      <a:noFill/>
                    </a:lnR>
                    <a:lnT w="0">
                      <a:noFill/>
                    </a:lnT>
                    <a:lnB w="12700">
                      <a:solidFill>
                        <a:srgbClr val="3D3C3C"/>
                      </a:solidFill>
                    </a:lnB>
                    <a:noFill/>
                  </a:tcPr>
                </a:tc>
                <a:tc>
                  <a:txBody>
                    <a:bodyPr/>
                    <a:lstStyle/>
                    <a:p>
                      <a:pPr algn="l"/>
                      <a:r>
                        <a:rPr sz="1100" b="0">
                          <a:solidFill>
                            <a:srgbClr val="6E7178"/>
                          </a:solidFill>
                          <a:latin typeface="Poppins"/>
                        </a:rPr>
                        <a:t>Thu 8 Oct</a:t>
                      </a:r>
                    </a:p>
                  </a:txBody>
                  <a:tcPr marL="73152" marR="73152" marT="18288" marB="18288" anchor="ctr">
                    <a:lnL w="0">
                      <a:noFill/>
                    </a:lnL>
                    <a:lnR w="0">
                      <a:noFill/>
                    </a:lnR>
                    <a:lnT w="0">
                      <a:noFill/>
                    </a:lnT>
                    <a:lnB w="12700">
                      <a:solidFill>
                        <a:srgbClr val="3D3C3C"/>
                      </a:solidFill>
                    </a:lnB>
                    <a:noFill/>
                  </a:tcPr>
                </a:tc>
                <a:tc>
                  <a:txBody>
                    <a:bodyPr/>
                    <a:lstStyle/>
                    <a:p>
                      <a:pPr algn="l"/>
                      <a:r>
                        <a:rPr sz="1100" b="0">
                          <a:solidFill>
                            <a:srgbClr val="6E7178"/>
                          </a:solidFill>
                          <a:latin typeface="Poppins"/>
                        </a:rPr>
                        <a:t>Completed</a:t>
                      </a:r>
                    </a:p>
                  </a:txBody>
                  <a:tcPr marL="73152" marR="73152" marT="18288" marB="18288" anchor="ctr">
                    <a:lnL w="0">
                      <a:noFill/>
                    </a:lnL>
                    <a:lnR w="0">
                      <a:noFill/>
                    </a:lnR>
                    <a:lnT w="0">
                      <a:noFill/>
                    </a:lnT>
                    <a:lnB w="12700">
                      <a:solidFill>
                        <a:srgbClr val="3D3C3C"/>
                      </a:solidFill>
                    </a:lnB>
                    <a:noFill/>
                  </a:tcPr>
                </a:tc>
              </a:tr>
              <a:tr h="246888">
                <a:tc>
                  <a:txBody>
                    <a:bodyPr/>
                    <a:lstStyle/>
                    <a:p>
                      <a:pPr algn="ctr"/>
                      <a:r>
                        <a:rPr sz="1100" b="0">
                          <a:solidFill>
                            <a:srgbClr val="6E7178"/>
                          </a:solidFill>
                          <a:latin typeface="Poppins"/>
                        </a:rPr>
                        <a:t>9</a:t>
                      </a:r>
                    </a:p>
                  </a:txBody>
                  <a:tcPr marL="73152" marR="73152" marT="18288" marB="18288" anchor="ctr">
                    <a:lnL w="0">
                      <a:noFill/>
                    </a:lnL>
                    <a:lnR w="0">
                      <a:noFill/>
                    </a:lnR>
                    <a:lnT w="0">
                      <a:noFill/>
                    </a:lnT>
                    <a:lnB w="9525">
                      <a:solidFill>
                        <a:srgbClr val="D9DBE0"/>
                      </a:solidFill>
                    </a:lnB>
                    <a:noFill/>
                  </a:tcPr>
                </a:tc>
                <a:tc>
                  <a:txBody>
                    <a:bodyPr/>
                    <a:lstStyle/>
                    <a:p>
                      <a:pPr algn="l"/>
                      <a:r>
                        <a:rPr sz="1100" b="1">
                          <a:solidFill>
                            <a:srgbClr val="3D3C3C"/>
                          </a:solidFill>
                          <a:latin typeface="Poppins"/>
                        </a:rPr>
                        <a:t>Alignment (Baseline and Alternate)</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3D3C3C"/>
                          </a:solidFill>
                          <a:latin typeface="Poppins"/>
                        </a:rPr>
                        <a:t>Workshop 4</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3D3C3C"/>
                          </a:solidFill>
                          <a:latin typeface="Poppins"/>
                        </a:rPr>
                        <a:t>Wed 4 Nov</a:t>
                      </a:r>
                    </a:p>
                  </a:txBody>
                  <a:tcPr marL="73152" marR="73152" marT="18288" marB="18288" anchor="ctr">
                    <a:lnL w="0">
                      <a:noFill/>
                    </a:lnL>
                    <a:lnR w="0">
                      <a:noFill/>
                    </a:lnR>
                    <a:lnT w="0">
                      <a:noFill/>
                    </a:lnT>
                    <a:lnB w="9525">
                      <a:solidFill>
                        <a:srgbClr val="D9DBE0"/>
                      </a:solidFill>
                    </a:lnB>
                    <a:noFill/>
                  </a:tcPr>
                </a:tc>
                <a:tc>
                  <a:txBody>
                    <a:bodyPr/>
                    <a:lstStyle/>
                    <a:p>
                      <a:pPr algn="l"/>
                      <a:r>
                        <a:rPr sz="1100" b="1">
                          <a:solidFill>
                            <a:srgbClr val="F48047"/>
                          </a:solidFill>
                          <a:latin typeface="Poppins"/>
                        </a:rPr>
                        <a:t>Proposed</a:t>
                      </a:r>
                    </a:p>
                  </a:txBody>
                  <a:tcPr marL="73152" marR="73152" marT="18288" marB="18288" anchor="ctr">
                    <a:lnL w="0">
                      <a:noFill/>
                    </a:lnL>
                    <a:lnR w="0">
                      <a:noFill/>
                    </a:lnR>
                    <a:lnT w="0">
                      <a:noFill/>
                    </a:lnT>
                    <a:lnB w="9525">
                      <a:solidFill>
                        <a:srgbClr val="D9DBE0"/>
                      </a:solidFill>
                    </a:lnB>
                    <a:noFill/>
                  </a:tcPr>
                </a:tc>
              </a:tr>
              <a:tr h="246888">
                <a:tc>
                  <a:txBody>
                    <a:bodyPr/>
                    <a:lstStyle/>
                    <a:p>
                      <a:pPr algn="ctr"/>
                      <a:r>
                        <a:rPr sz="1100" b="0">
                          <a:solidFill>
                            <a:srgbClr val="6E7178"/>
                          </a:solidFill>
                          <a:latin typeface="Poppins"/>
                        </a:rPr>
                        <a:t>10</a:t>
                      </a:r>
                    </a:p>
                  </a:txBody>
                  <a:tcPr marL="73152" marR="73152" marT="18288" marB="18288" anchor="ctr">
                    <a:lnL w="0">
                      <a:noFill/>
                    </a:lnL>
                    <a:lnR w="0">
                      <a:noFill/>
                    </a:lnR>
                    <a:lnT w="0">
                      <a:noFill/>
                    </a:lnT>
                    <a:lnB w="9525">
                      <a:solidFill>
                        <a:srgbClr val="D9DBE0"/>
                      </a:solidFill>
                    </a:lnB>
                    <a:noFill/>
                  </a:tcPr>
                </a:tc>
                <a:tc>
                  <a:txBody>
                    <a:bodyPr/>
                    <a:lstStyle/>
                    <a:p>
                      <a:pPr algn="l"/>
                      <a:r>
                        <a:rPr sz="1100" b="1">
                          <a:solidFill>
                            <a:srgbClr val="3D3C3C"/>
                          </a:solidFill>
                          <a:latin typeface="Poppins"/>
                        </a:rPr>
                        <a:t>Rolling Stock and Station Design</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3D3C3C"/>
                          </a:solidFill>
                          <a:latin typeface="Poppins"/>
                        </a:rPr>
                        <a:t>Workshop 3</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3D3C3C"/>
                          </a:solidFill>
                          <a:latin typeface="Poppins"/>
                        </a:rPr>
                        <a:t>Thu 12 Nov</a:t>
                      </a:r>
                    </a:p>
                  </a:txBody>
                  <a:tcPr marL="73152" marR="73152" marT="18288" marB="18288" anchor="ctr">
                    <a:lnL w="0">
                      <a:noFill/>
                    </a:lnL>
                    <a:lnR w="0">
                      <a:noFill/>
                    </a:lnR>
                    <a:lnT w="0">
                      <a:noFill/>
                    </a:lnT>
                    <a:lnB w="9525">
                      <a:solidFill>
                        <a:srgbClr val="D9DBE0"/>
                      </a:solidFill>
                    </a:lnB>
                    <a:noFill/>
                  </a:tcPr>
                </a:tc>
                <a:tc>
                  <a:txBody>
                    <a:bodyPr/>
                    <a:lstStyle/>
                    <a:p>
                      <a:pPr algn="l"/>
                      <a:r>
                        <a:rPr sz="1100" b="1">
                          <a:solidFill>
                            <a:srgbClr val="F48047"/>
                          </a:solidFill>
                          <a:latin typeface="Poppins"/>
                        </a:rPr>
                        <a:t>Proposed</a:t>
                      </a:r>
                    </a:p>
                  </a:txBody>
                  <a:tcPr marL="73152" marR="73152" marT="18288" marB="18288" anchor="ctr">
                    <a:lnL w="0">
                      <a:noFill/>
                    </a:lnL>
                    <a:lnR w="0">
                      <a:noFill/>
                    </a:lnR>
                    <a:lnT w="0">
                      <a:noFill/>
                    </a:lnT>
                    <a:lnB w="9525">
                      <a:solidFill>
                        <a:srgbClr val="D9DBE0"/>
                      </a:solidFill>
                    </a:lnB>
                    <a:noFill/>
                  </a:tcPr>
                </a:tc>
              </a:tr>
              <a:tr h="246888">
                <a:tc>
                  <a:txBody>
                    <a:bodyPr/>
                    <a:lstStyle/>
                    <a:p>
                      <a:pPr algn="ctr"/>
                      <a:r>
                        <a:rPr sz="1100" b="0">
                          <a:solidFill>
                            <a:srgbClr val="6E7178"/>
                          </a:solidFill>
                          <a:latin typeface="Poppins"/>
                        </a:rPr>
                        <a:t>11</a:t>
                      </a:r>
                    </a:p>
                  </a:txBody>
                  <a:tcPr marL="73152" marR="73152" marT="18288" marB="18288" anchor="ctr">
                    <a:lnL w="0">
                      <a:noFill/>
                    </a:lnL>
                    <a:lnR w="0">
                      <a:noFill/>
                    </a:lnR>
                    <a:lnT w="0">
                      <a:noFill/>
                    </a:lnT>
                    <a:lnB w="9525">
                      <a:solidFill>
                        <a:srgbClr val="D9DBE0"/>
                      </a:solidFill>
                    </a:lnB>
                    <a:noFill/>
                  </a:tcPr>
                </a:tc>
                <a:tc>
                  <a:txBody>
                    <a:bodyPr/>
                    <a:lstStyle/>
                    <a:p>
                      <a:pPr algn="l"/>
                      <a:r>
                        <a:rPr sz="1100" b="1">
                          <a:solidFill>
                            <a:srgbClr val="3D3C3C"/>
                          </a:solidFill>
                          <a:latin typeface="Poppins"/>
                        </a:rPr>
                        <a:t>AMF and Modern Methods of Construction</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3D3C3C"/>
                          </a:solidFill>
                          <a:latin typeface="Poppins"/>
                        </a:rPr>
                        <a:t>Workshop 1</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3D3C3C"/>
                          </a:solidFill>
                          <a:latin typeface="Poppins"/>
                        </a:rPr>
                        <a:t>Thu 12 Nov</a:t>
                      </a:r>
                    </a:p>
                  </a:txBody>
                  <a:tcPr marL="73152" marR="73152" marT="18288" marB="18288" anchor="ctr">
                    <a:lnL w="0">
                      <a:noFill/>
                    </a:lnL>
                    <a:lnR w="0">
                      <a:noFill/>
                    </a:lnR>
                    <a:lnT w="0">
                      <a:noFill/>
                    </a:lnT>
                    <a:lnB w="9525">
                      <a:solidFill>
                        <a:srgbClr val="D9DBE0"/>
                      </a:solidFill>
                    </a:lnB>
                    <a:noFill/>
                  </a:tcPr>
                </a:tc>
                <a:tc>
                  <a:txBody>
                    <a:bodyPr/>
                    <a:lstStyle/>
                    <a:p>
                      <a:pPr algn="l"/>
                      <a:r>
                        <a:rPr sz="1100" b="1">
                          <a:solidFill>
                            <a:srgbClr val="F48047"/>
                          </a:solidFill>
                          <a:latin typeface="Poppins"/>
                        </a:rPr>
                        <a:t>Proposed</a:t>
                      </a:r>
                    </a:p>
                  </a:txBody>
                  <a:tcPr marL="73152" marR="73152" marT="18288" marB="18288" anchor="ctr">
                    <a:lnL w="0">
                      <a:noFill/>
                    </a:lnL>
                    <a:lnR w="0">
                      <a:noFill/>
                    </a:lnR>
                    <a:lnT w="0">
                      <a:noFill/>
                    </a:lnT>
                    <a:lnB w="9525">
                      <a:solidFill>
                        <a:srgbClr val="D9DBE0"/>
                      </a:solidFill>
                    </a:lnB>
                    <a:noFill/>
                  </a:tcPr>
                </a:tc>
              </a:tr>
              <a:tr h="246888">
                <a:tc>
                  <a:txBody>
                    <a:bodyPr/>
                    <a:lstStyle/>
                    <a:p>
                      <a:pPr algn="ctr"/>
                      <a:r>
                        <a:rPr sz="1100" b="0">
                          <a:solidFill>
                            <a:srgbClr val="6E7178"/>
                          </a:solidFill>
                          <a:latin typeface="Poppins"/>
                        </a:rPr>
                        <a:t>12</a:t>
                      </a:r>
                    </a:p>
                  </a:txBody>
                  <a:tcPr marL="73152" marR="73152" marT="18288" marB="18288" anchor="ctr">
                    <a:lnL w="0">
                      <a:noFill/>
                    </a:lnL>
                    <a:lnR w="0">
                      <a:noFill/>
                    </a:lnR>
                    <a:lnT w="0">
                      <a:noFill/>
                    </a:lnT>
                    <a:lnB w="9525">
                      <a:solidFill>
                        <a:srgbClr val="D9DBE0"/>
                      </a:solidFill>
                    </a:lnB>
                    <a:noFill/>
                  </a:tcPr>
                </a:tc>
                <a:tc>
                  <a:txBody>
                    <a:bodyPr/>
                    <a:lstStyle/>
                    <a:p>
                      <a:pPr algn="l"/>
                      <a:r>
                        <a:rPr sz="1100" b="1">
                          <a:solidFill>
                            <a:srgbClr val="3D3C3C"/>
                          </a:solidFill>
                          <a:latin typeface="Poppins"/>
                        </a:rPr>
                        <a:t>Construction and Operational Staging</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3D3C3C"/>
                          </a:solidFill>
                          <a:latin typeface="Poppins"/>
                        </a:rPr>
                        <a:t>Workshop 1</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3D3C3C"/>
                          </a:solidFill>
                          <a:latin typeface="Poppins"/>
                        </a:rPr>
                        <a:t>Tue 17 Nov</a:t>
                      </a:r>
                    </a:p>
                  </a:txBody>
                  <a:tcPr marL="73152" marR="73152" marT="18288" marB="18288" anchor="ctr">
                    <a:lnL w="0">
                      <a:noFill/>
                    </a:lnL>
                    <a:lnR w="0">
                      <a:noFill/>
                    </a:lnR>
                    <a:lnT w="0">
                      <a:noFill/>
                    </a:lnT>
                    <a:lnB w="9525">
                      <a:solidFill>
                        <a:srgbClr val="D9DBE0"/>
                      </a:solidFill>
                    </a:lnB>
                    <a:noFill/>
                  </a:tcPr>
                </a:tc>
                <a:tc>
                  <a:txBody>
                    <a:bodyPr/>
                    <a:lstStyle/>
                    <a:p>
                      <a:pPr algn="l"/>
                      <a:r>
                        <a:rPr sz="1100" b="1">
                          <a:solidFill>
                            <a:srgbClr val="F48047"/>
                          </a:solidFill>
                          <a:latin typeface="Poppins"/>
                        </a:rPr>
                        <a:t>Proposed</a:t>
                      </a:r>
                    </a:p>
                  </a:txBody>
                  <a:tcPr marL="73152" marR="73152" marT="18288" marB="18288" anchor="ctr">
                    <a:lnL w="0">
                      <a:noFill/>
                    </a:lnL>
                    <a:lnR w="0">
                      <a:noFill/>
                    </a:lnR>
                    <a:lnT w="0">
                      <a:noFill/>
                    </a:lnT>
                    <a:lnB w="9525">
                      <a:solidFill>
                        <a:srgbClr val="D9DBE0"/>
                      </a:solidFill>
                    </a:lnB>
                    <a:noFill/>
                  </a:tcPr>
                </a:tc>
              </a:tr>
              <a:tr h="246888">
                <a:tc>
                  <a:txBody>
                    <a:bodyPr/>
                    <a:lstStyle/>
                    <a:p>
                      <a:pPr algn="ctr"/>
                      <a:r>
                        <a:rPr sz="1100" b="1">
                          <a:solidFill>
                            <a:srgbClr val="EE2B7A"/>
                          </a:solidFill>
                          <a:latin typeface="Poppins"/>
                        </a:rPr>
                        <a:t>+</a:t>
                      </a:r>
                    </a:p>
                  </a:txBody>
                  <a:tcPr marL="73152" marR="73152" marT="18288" marB="18288" anchor="ctr">
                    <a:lnL w="0">
                      <a:noFill/>
                    </a:lnL>
                    <a:lnR w="0">
                      <a:noFill/>
                    </a:lnR>
                    <a:lnT w="0">
                      <a:noFill/>
                    </a:lnT>
                    <a:lnB w="9525">
                      <a:solidFill>
                        <a:srgbClr val="D9DBE0"/>
                      </a:solidFill>
                    </a:lnB>
                    <a:noFill/>
                  </a:tcPr>
                </a:tc>
                <a:tc>
                  <a:txBody>
                    <a:bodyPr/>
                    <a:lstStyle/>
                    <a:p>
                      <a:pPr algn="l"/>
                      <a:r>
                        <a:rPr sz="1100" b="1">
                          <a:solidFill>
                            <a:srgbClr val="3D3C3C"/>
                          </a:solidFill>
                          <a:latin typeface="Poppins"/>
                        </a:rPr>
                        <a:t>Submissions: Alternate Alignment (RFC#1659)</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3D3C3C"/>
                          </a:solidFill>
                          <a:latin typeface="Poppins"/>
                        </a:rPr>
                        <a:t>2 submissions</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3D3C3C"/>
                          </a:solidFill>
                          <a:latin typeface="Poppins"/>
                        </a:rPr>
                        <a:t>28 and 30 Oct</a:t>
                      </a:r>
                    </a:p>
                  </a:txBody>
                  <a:tcPr marL="73152" marR="73152" marT="18288" marB="18288" anchor="ctr">
                    <a:lnL w="0">
                      <a:noFill/>
                    </a:lnL>
                    <a:lnR w="0">
                      <a:noFill/>
                    </a:lnR>
                    <a:lnT w="0">
                      <a:noFill/>
                    </a:lnT>
                    <a:lnB w="9525">
                      <a:solidFill>
                        <a:srgbClr val="D9DBE0"/>
                      </a:solidFill>
                    </a:lnB>
                    <a:noFill/>
                  </a:tcPr>
                </a:tc>
                <a:tc>
                  <a:txBody>
                    <a:bodyPr/>
                    <a:lstStyle/>
                    <a:p>
                      <a:pPr algn="l"/>
                      <a:r>
                        <a:rPr sz="1100" b="1">
                          <a:solidFill>
                            <a:srgbClr val="EE2B7A"/>
                          </a:solidFill>
                          <a:latin typeface="Poppins"/>
                        </a:rPr>
                        <a:t>Proposed</a:t>
                      </a:r>
                    </a:p>
                  </a:txBody>
                  <a:tcPr marL="73152" marR="73152" marT="18288" marB="18288" anchor="ctr">
                    <a:lnL w="0">
                      <a:noFill/>
                    </a:lnL>
                    <a:lnR w="0">
                      <a:noFill/>
                    </a:lnR>
                    <a:lnT w="0">
                      <a:noFill/>
                    </a:lnT>
                    <a:lnB w="9525">
                      <a:solidFill>
                        <a:srgbClr val="D9DBE0"/>
                      </a:solidFill>
                    </a:lnB>
                    <a:noFill/>
                  </a:tcPr>
                </a:tc>
              </a:tr>
              <a:tr h="246888">
                <a:tc>
                  <a:txBody>
                    <a:bodyPr/>
                    <a:lstStyle/>
                    <a:p>
                      <a:pPr algn="ctr"/>
                      <a:r>
                        <a:rPr sz="1100" b="1">
                          <a:solidFill>
                            <a:srgbClr val="EE2B7A"/>
                          </a:solidFill>
                          <a:latin typeface="Poppins"/>
                        </a:rPr>
                        <a:t>+</a:t>
                      </a:r>
                    </a:p>
                  </a:txBody>
                  <a:tcPr marL="73152" marR="73152" marT="18288" marB="18288" anchor="ctr">
                    <a:lnL w="0">
                      <a:noFill/>
                    </a:lnL>
                    <a:lnR w="0">
                      <a:noFill/>
                    </a:lnR>
                    <a:lnT w="0">
                      <a:noFill/>
                    </a:lnT>
                    <a:lnB w="9525">
                      <a:solidFill>
                        <a:srgbClr val="D9DBE0"/>
                      </a:solidFill>
                    </a:lnB>
                    <a:noFill/>
                  </a:tcPr>
                </a:tc>
                <a:tc>
                  <a:txBody>
                    <a:bodyPr/>
                    <a:lstStyle/>
                    <a:p>
                      <a:pPr algn="l"/>
                      <a:r>
                        <a:rPr sz="1100" b="1">
                          <a:solidFill>
                            <a:srgbClr val="3D3C3C"/>
                          </a:solidFill>
                          <a:latin typeface="Poppins"/>
                        </a:rPr>
                        <a:t>Submission: Rolling Stock and Station Design wrap-up</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3D3C3C"/>
                          </a:solidFill>
                          <a:latin typeface="Poppins"/>
                        </a:rPr>
                        <a:t>1 submission</a:t>
                      </a:r>
                    </a:p>
                  </a:txBody>
                  <a:tcPr marL="73152" marR="73152" marT="18288" marB="18288" anchor="ctr">
                    <a:lnL w="0">
                      <a:noFill/>
                    </a:lnL>
                    <a:lnR w="0">
                      <a:noFill/>
                    </a:lnR>
                    <a:lnT w="0">
                      <a:noFill/>
                    </a:lnT>
                    <a:lnB w="9525">
                      <a:solidFill>
                        <a:srgbClr val="D9DBE0"/>
                      </a:solidFill>
                    </a:lnB>
                    <a:noFill/>
                  </a:tcPr>
                </a:tc>
                <a:tc>
                  <a:txBody>
                    <a:bodyPr/>
                    <a:lstStyle/>
                    <a:p>
                      <a:pPr algn="l"/>
                      <a:r>
                        <a:rPr sz="1100" b="0">
                          <a:solidFill>
                            <a:srgbClr val="3D3C3C"/>
                          </a:solidFill>
                          <a:latin typeface="Poppins"/>
                        </a:rPr>
                        <a:t>Thu 19 Nov</a:t>
                      </a:r>
                    </a:p>
                  </a:txBody>
                  <a:tcPr marL="73152" marR="73152" marT="18288" marB="18288" anchor="ctr">
                    <a:lnL w="0">
                      <a:noFill/>
                    </a:lnL>
                    <a:lnR w="0">
                      <a:noFill/>
                    </a:lnR>
                    <a:lnT w="0">
                      <a:noFill/>
                    </a:lnT>
                    <a:lnB w="9525">
                      <a:solidFill>
                        <a:srgbClr val="D9DBE0"/>
                      </a:solidFill>
                    </a:lnB>
                    <a:noFill/>
                  </a:tcPr>
                </a:tc>
                <a:tc>
                  <a:txBody>
                    <a:bodyPr/>
                    <a:lstStyle/>
                    <a:p>
                      <a:pPr algn="l"/>
                      <a:r>
                        <a:rPr sz="1100" b="1">
                          <a:solidFill>
                            <a:srgbClr val="EE2B7A"/>
                          </a:solidFill>
                          <a:latin typeface="Poppins"/>
                        </a:rPr>
                        <a:t>Proposed</a:t>
                      </a:r>
                    </a:p>
                  </a:txBody>
                  <a:tcPr marL="73152" marR="73152" marT="18288" marB="18288" anchor="ctr">
                    <a:lnL w="0">
                      <a:noFill/>
                    </a:lnL>
                    <a:lnR w="0">
                      <a:noFill/>
                    </a:lnR>
                    <a:lnT w="0">
                      <a:noFill/>
                    </a:lnT>
                    <a:lnB w="9525">
                      <a:solidFill>
                        <a:srgbClr val="D9DBE0"/>
                      </a:solidFill>
                    </a:lnB>
                    <a:no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a:spLocks noGrp="1"/>
          </p:cNvSpPr>
          <p:nvPr>
            <p:ph type="title" idx="101" hasCustomPrompt="1"/>
          </p:nvPr>
        </p:nvSpPr>
        <p:spPr>
          <a:xfrm>
            <a:off x="548640" y="658368"/>
            <a:ext cx="11094415" cy="640080"/>
          </a:xfrm>
          <a:prstGeom prst="rect">
            <a:avLst/>
          </a:prstGeom>
          <a:noFill/>
          <a:ln/>
        </p:spPr>
        <p:txBody>
          <a:bodyPr wrap="square" lIns="0" tIns="0" rIns="0" bIns="0" rtlCol="0" anchor="t"/>
          <a:lstStyle/>
          <a:p>
            <a:pPr marL="0" indent="0" algn="l">
              <a:buNone/>
            </a:pPr>
            <a:r>
              <a:rPr lang="en-US" dirty="0"/>
              <a:t>Four lessons from the C&amp;V Phase</a:t>
            </a:r>
            <a:endParaRPr lang="en-US" sz="2800" dirty="0"/>
          </a:p>
        </p:txBody>
      </p:sp>
      <p:sp>
        <p:nvSpPr>
          <p:cNvPr id="25" name="Slide Number Placeholder 0"/>
          <p:cNvSpPr>
            <a:spLocks noGrp="1"/>
          </p:cNvSpPr>
          <p:nvPr>
            <p:ph type="sldNum" sz="quarter" idx="4294967295"/>
          </p:nvPr>
        </p:nvSpPr>
        <p:spPr>
          <a:xfrm>
            <a:off x="11256264" y="6327648"/>
            <a:ext cx="384048" cy="27432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000">
                <a:solidFill>
                  <a:srgbClr val="FFFFFF"/>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000" b="0" i="0" u="none" strike="noStrike" kern="1200" cap="none" spc="0" normalizeH="0" baseline="0" noProof="0">
                <a:ln>
                  <a:noFill/>
                </a:ln>
                <a:solidFill>
                  <a:srgbClr val="FFFFFF"/>
                </a:solidFill>
                <a:effectLst/>
                <a:uLnTx/>
                <a:uFillTx/>
                <a:latin typeface="Poppins"/>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8</a:t>
            </a:fld>
            <a:endParaRPr kumimoji="0" lang="en-US" sz="1000" b="0" i="0" u="none" strike="noStrike" kern="1200" cap="none" spc="0" normalizeH="0" baseline="0" noProof="0">
              <a:ln>
                <a:noFill/>
              </a:ln>
              <a:solidFill>
                <a:srgbClr val="FFFFFF"/>
              </a:solidFill>
              <a:effectLst/>
              <a:uLnTx/>
              <a:uFillTx/>
              <a:latin typeface="Poppins"/>
              <a:ea typeface="+mn-ea"/>
              <a:cs typeface="+mn-cs"/>
            </a:endParaRPr>
          </a:p>
        </p:txBody>
      </p:sp>
      <p:sp>
        <p:nvSpPr>
          <p:cNvPr id="26" name="TextBox 25"/>
          <p:cNvSpPr txBox="1"/>
          <p:nvPr/>
        </p:nvSpPr>
        <p:spPr>
          <a:xfrm>
            <a:off x="1417320" y="1481328"/>
            <a:ext cx="3108960" cy="256032"/>
          </a:xfrm>
          <a:prstGeom prst="rect">
            <a:avLst/>
          </a:prstGeom>
          <a:noFill/>
        </p:spPr>
        <p:txBody>
          <a:bodyPr wrap="square" lIns="0" rIns="0" tIns="0" bIns="0" anchor="t">
            <a:spAutoFit/>
          </a:bodyPr>
          <a:lstStyle/>
          <a:p>
            <a:pPr algn="l"/>
            <a:r>
              <a:rPr sz="1050" b="1" i="0" spc="150">
                <a:solidFill>
                  <a:srgbClr val="6E7178"/>
                </a:solidFill>
                <a:latin typeface="Poppins"/>
              </a:rPr>
              <a:t>LESSON</a:t>
            </a:r>
          </a:p>
        </p:txBody>
      </p:sp>
      <p:sp>
        <p:nvSpPr>
          <p:cNvPr id="27" name="TextBox 26"/>
          <p:cNvSpPr txBox="1"/>
          <p:nvPr/>
        </p:nvSpPr>
        <p:spPr>
          <a:xfrm>
            <a:off x="4709160" y="1481328"/>
            <a:ext cx="3383280" cy="256032"/>
          </a:xfrm>
          <a:prstGeom prst="rect">
            <a:avLst/>
          </a:prstGeom>
          <a:noFill/>
        </p:spPr>
        <p:txBody>
          <a:bodyPr wrap="square" lIns="0" rIns="0" tIns="0" bIns="0" anchor="t">
            <a:spAutoFit/>
          </a:bodyPr>
          <a:lstStyle/>
          <a:p>
            <a:pPr algn="l"/>
            <a:r>
              <a:rPr sz="1050" b="1" i="0" spc="150">
                <a:solidFill>
                  <a:srgbClr val="6E7178"/>
                </a:solidFill>
                <a:latin typeface="Poppins"/>
              </a:rPr>
              <a:t>WHAT IT MEANS</a:t>
            </a:r>
          </a:p>
        </p:txBody>
      </p:sp>
      <p:sp>
        <p:nvSpPr>
          <p:cNvPr id="28" name="TextBox 27"/>
          <p:cNvSpPr txBox="1"/>
          <p:nvPr/>
        </p:nvSpPr>
        <p:spPr>
          <a:xfrm>
            <a:off x="8366760" y="1481328"/>
            <a:ext cx="3273552" cy="256032"/>
          </a:xfrm>
          <a:prstGeom prst="rect">
            <a:avLst/>
          </a:prstGeom>
          <a:noFill/>
        </p:spPr>
        <p:txBody>
          <a:bodyPr wrap="square" lIns="0" rIns="0" tIns="0" bIns="0" anchor="t">
            <a:spAutoFit/>
          </a:bodyPr>
          <a:lstStyle/>
          <a:p>
            <a:pPr algn="l"/>
            <a:r>
              <a:rPr sz="1050" b="1" i="0" spc="150">
                <a:solidFill>
                  <a:srgbClr val="6E7178"/>
                </a:solidFill>
                <a:latin typeface="Poppins"/>
              </a:rPr>
              <a:t>IN PRACTICE</a:t>
            </a:r>
          </a:p>
        </p:txBody>
      </p:sp>
      <p:cxnSp>
        <p:nvCxnSpPr>
          <p:cNvPr id="29" name="Connector 28"/>
          <p:cNvCxnSpPr/>
          <p:nvPr/>
        </p:nvCxnSpPr>
        <p:spPr>
          <a:xfrm>
            <a:off x="548640" y="1801368"/>
            <a:ext cx="11091672" cy="0"/>
          </a:xfrm>
          <a:prstGeom prst="line">
            <a:avLst/>
          </a:prstGeom>
          <a:ln w="12700">
            <a:solidFill>
              <a:srgbClr val="3D3C3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1892808"/>
            <a:ext cx="777240" cy="548640"/>
          </a:xfrm>
          <a:prstGeom prst="rect">
            <a:avLst/>
          </a:prstGeom>
          <a:noFill/>
        </p:spPr>
        <p:txBody>
          <a:bodyPr wrap="square" lIns="0" rIns="0" tIns="0" bIns="0" anchor="t">
            <a:spAutoFit/>
          </a:bodyPr>
          <a:lstStyle/>
          <a:p>
            <a:pPr algn="l"/>
            <a:r>
              <a:rPr sz="3000" b="1" i="0">
                <a:solidFill>
                  <a:srgbClr val="F48047"/>
                </a:solidFill>
                <a:latin typeface="Poppins"/>
              </a:rPr>
              <a:t>01</a:t>
            </a:r>
          </a:p>
        </p:txBody>
      </p:sp>
      <p:sp>
        <p:nvSpPr>
          <p:cNvPr id="31" name="TextBox 30"/>
          <p:cNvSpPr txBox="1"/>
          <p:nvPr/>
        </p:nvSpPr>
        <p:spPr>
          <a:xfrm>
            <a:off x="1417320" y="1938528"/>
            <a:ext cx="3108960" cy="822960"/>
          </a:xfrm>
          <a:prstGeom prst="rect">
            <a:avLst/>
          </a:prstGeom>
          <a:noFill/>
        </p:spPr>
        <p:txBody>
          <a:bodyPr wrap="square" lIns="0" rIns="0" tIns="0" bIns="0" anchor="t">
            <a:spAutoFit/>
          </a:bodyPr>
          <a:lstStyle/>
          <a:p>
            <a:pPr algn="l"/>
            <a:r>
              <a:rPr sz="1500" b="1" i="0">
                <a:solidFill>
                  <a:srgbClr val="3D3C3C"/>
                </a:solidFill>
                <a:latin typeface="Poppins"/>
              </a:rPr>
              <a:t>Preparation is paramount</a:t>
            </a:r>
          </a:p>
        </p:txBody>
      </p:sp>
      <p:sp>
        <p:nvSpPr>
          <p:cNvPr id="32" name="TextBox 31"/>
          <p:cNvSpPr txBox="1"/>
          <p:nvPr/>
        </p:nvSpPr>
        <p:spPr>
          <a:xfrm>
            <a:off x="4709160" y="1938528"/>
            <a:ext cx="3383280" cy="868680"/>
          </a:xfrm>
          <a:prstGeom prst="rect">
            <a:avLst/>
          </a:prstGeom>
          <a:noFill/>
        </p:spPr>
        <p:txBody>
          <a:bodyPr wrap="square" lIns="0" rIns="0" tIns="0" bIns="0" anchor="t">
            <a:spAutoFit/>
          </a:bodyPr>
          <a:lstStyle/>
          <a:p>
            <a:pPr algn="l"/>
            <a:r>
              <a:rPr sz="1150" b="0" i="0">
                <a:solidFill>
                  <a:srgbClr val="3D3C3C"/>
                </a:solidFill>
                <a:latin typeface="Poppins"/>
              </a:rPr>
              <a:t>Thorough preparation gives the team its key messages and puts GoFar in a strong light, even when slides are not presented.</a:t>
            </a:r>
          </a:p>
        </p:txBody>
      </p:sp>
      <p:sp>
        <p:nvSpPr>
          <p:cNvPr id="33" name="TextBox 32"/>
          <p:cNvSpPr txBox="1"/>
          <p:nvPr/>
        </p:nvSpPr>
        <p:spPr>
          <a:xfrm>
            <a:off x="8366760" y="1938528"/>
            <a:ext cx="3273552" cy="868680"/>
          </a:xfrm>
          <a:prstGeom prst="rect">
            <a:avLst/>
          </a:prstGeom>
          <a:noFill/>
        </p:spPr>
        <p:txBody>
          <a:bodyPr wrap="square" lIns="0" rIns="0" tIns="0" bIns="0" anchor="t">
            <a:spAutoFit/>
          </a:bodyPr>
          <a:lstStyle/>
          <a:p>
            <a:pPr algn="l"/>
            <a:r>
              <a:rPr sz="1100" b="0" i="1">
                <a:solidFill>
                  <a:srgbClr val="6E7178"/>
                </a:solidFill>
                <a:latin typeface="Poppins"/>
              </a:rPr>
              <a:t>In instances where GoFar doesn't present, the team is still better informed and ready because of the work done beforehand.</a:t>
            </a:r>
          </a:p>
        </p:txBody>
      </p:sp>
      <p:cxnSp>
        <p:nvCxnSpPr>
          <p:cNvPr id="34" name="Connector 33"/>
          <p:cNvCxnSpPr/>
          <p:nvPr/>
        </p:nvCxnSpPr>
        <p:spPr>
          <a:xfrm>
            <a:off x="548640" y="2926080"/>
            <a:ext cx="11091672" cy="0"/>
          </a:xfrm>
          <a:prstGeom prst="line">
            <a:avLst/>
          </a:prstGeom>
          <a:ln w="9525">
            <a:solidFill>
              <a:srgbClr val="D9DBE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2990088"/>
            <a:ext cx="777240" cy="548640"/>
          </a:xfrm>
          <a:prstGeom prst="rect">
            <a:avLst/>
          </a:prstGeom>
          <a:noFill/>
        </p:spPr>
        <p:txBody>
          <a:bodyPr wrap="square" lIns="0" rIns="0" tIns="0" bIns="0" anchor="t">
            <a:spAutoFit/>
          </a:bodyPr>
          <a:lstStyle/>
          <a:p>
            <a:pPr algn="l"/>
            <a:r>
              <a:rPr sz="3000" b="1" i="0">
                <a:solidFill>
                  <a:srgbClr val="0E98D7"/>
                </a:solidFill>
                <a:latin typeface="Poppins"/>
              </a:rPr>
              <a:t>02</a:t>
            </a:r>
          </a:p>
        </p:txBody>
      </p:sp>
      <p:sp>
        <p:nvSpPr>
          <p:cNvPr id="36" name="TextBox 35"/>
          <p:cNvSpPr txBox="1"/>
          <p:nvPr/>
        </p:nvSpPr>
        <p:spPr>
          <a:xfrm>
            <a:off x="1417320" y="3035808"/>
            <a:ext cx="3108960" cy="822960"/>
          </a:xfrm>
          <a:prstGeom prst="rect">
            <a:avLst/>
          </a:prstGeom>
          <a:noFill/>
        </p:spPr>
        <p:txBody>
          <a:bodyPr wrap="square" lIns="0" rIns="0" tIns="0" bIns="0" anchor="t">
            <a:spAutoFit/>
          </a:bodyPr>
          <a:lstStyle/>
          <a:p>
            <a:pPr algn="l"/>
            <a:r>
              <a:rPr sz="1500" b="1" i="0">
                <a:solidFill>
                  <a:srgbClr val="3D3C3C"/>
                </a:solidFill>
                <a:latin typeface="Poppins"/>
              </a:rPr>
              <a:t>HSRA values guidance and capability</a:t>
            </a:r>
          </a:p>
        </p:txBody>
      </p:sp>
      <p:sp>
        <p:nvSpPr>
          <p:cNvPr id="37" name="TextBox 36"/>
          <p:cNvSpPr txBox="1"/>
          <p:nvPr/>
        </p:nvSpPr>
        <p:spPr>
          <a:xfrm>
            <a:off x="4709160" y="3035808"/>
            <a:ext cx="3383280" cy="868680"/>
          </a:xfrm>
          <a:prstGeom prst="rect">
            <a:avLst/>
          </a:prstGeom>
          <a:noFill/>
        </p:spPr>
        <p:txBody>
          <a:bodyPr wrap="square" lIns="0" rIns="0" tIns="0" bIns="0" anchor="t">
            <a:spAutoFit/>
          </a:bodyPr>
          <a:lstStyle/>
          <a:p>
            <a:pPr algn="l"/>
            <a:r>
              <a:rPr sz="1150" b="0" i="0">
                <a:solidFill>
                  <a:srgbClr val="3D3C3C"/>
                </a:solidFill>
                <a:latin typeface="Poppins"/>
              </a:rPr>
              <a:t>HSRA is looking for as much guidance as possible and responds to partners who bring structure and clarity.</a:t>
            </a:r>
          </a:p>
        </p:txBody>
      </p:sp>
      <p:sp>
        <p:nvSpPr>
          <p:cNvPr id="38" name="TextBox 37"/>
          <p:cNvSpPr txBox="1"/>
          <p:nvPr/>
        </p:nvSpPr>
        <p:spPr>
          <a:xfrm>
            <a:off x="8366760" y="3035808"/>
            <a:ext cx="3273552" cy="868680"/>
          </a:xfrm>
          <a:prstGeom prst="rect">
            <a:avLst/>
          </a:prstGeom>
          <a:noFill/>
        </p:spPr>
        <p:txBody>
          <a:bodyPr wrap="square" lIns="0" rIns="0" tIns="0" bIns="0" anchor="t">
            <a:spAutoFit/>
          </a:bodyPr>
          <a:lstStyle/>
          <a:p>
            <a:pPr algn="l"/>
            <a:r>
              <a:rPr sz="1100" b="0" i="1">
                <a:solidFill>
                  <a:srgbClr val="6E7178"/>
                </a:solidFill>
                <a:latin typeface="Poppins"/>
              </a:rPr>
              <a:t>In the Fire and Life Safety workshop, HSRA used GoFar's slides to run the meeting, as we had covered every point on its agenda.</a:t>
            </a:r>
          </a:p>
        </p:txBody>
      </p:sp>
      <p:cxnSp>
        <p:nvCxnSpPr>
          <p:cNvPr id="39" name="Connector 38"/>
          <p:cNvCxnSpPr/>
          <p:nvPr/>
        </p:nvCxnSpPr>
        <p:spPr>
          <a:xfrm>
            <a:off x="548640" y="4023360"/>
            <a:ext cx="11091672" cy="0"/>
          </a:xfrm>
          <a:prstGeom prst="line">
            <a:avLst/>
          </a:prstGeom>
          <a:ln w="9525">
            <a:solidFill>
              <a:srgbClr val="D9DBE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48640" y="4087368"/>
            <a:ext cx="777240" cy="548640"/>
          </a:xfrm>
          <a:prstGeom prst="rect">
            <a:avLst/>
          </a:prstGeom>
          <a:noFill/>
        </p:spPr>
        <p:txBody>
          <a:bodyPr wrap="square" lIns="0" rIns="0" tIns="0" bIns="0" anchor="t">
            <a:spAutoFit/>
          </a:bodyPr>
          <a:lstStyle/>
          <a:p>
            <a:pPr algn="l"/>
            <a:r>
              <a:rPr sz="3000" b="1" i="0">
                <a:solidFill>
                  <a:srgbClr val="2EB88A"/>
                </a:solidFill>
                <a:latin typeface="Poppins"/>
              </a:rPr>
              <a:t>03</a:t>
            </a:r>
          </a:p>
        </p:txBody>
      </p:sp>
      <p:sp>
        <p:nvSpPr>
          <p:cNvPr id="41" name="TextBox 40"/>
          <p:cNvSpPr txBox="1"/>
          <p:nvPr/>
        </p:nvSpPr>
        <p:spPr>
          <a:xfrm>
            <a:off x="1417320" y="4133087"/>
            <a:ext cx="3108960" cy="822960"/>
          </a:xfrm>
          <a:prstGeom prst="rect">
            <a:avLst/>
          </a:prstGeom>
          <a:noFill/>
        </p:spPr>
        <p:txBody>
          <a:bodyPr wrap="square" lIns="0" rIns="0" tIns="0" bIns="0" anchor="t">
            <a:spAutoFit/>
          </a:bodyPr>
          <a:lstStyle/>
          <a:p>
            <a:pPr algn="l"/>
            <a:r>
              <a:rPr sz="1500" b="1" i="0">
                <a:solidFill>
                  <a:srgbClr val="3D3C3C"/>
                </a:solidFill>
                <a:latin typeface="Poppins"/>
              </a:rPr>
              <a:t>Listening builds credibility</a:t>
            </a:r>
          </a:p>
        </p:txBody>
      </p:sp>
      <p:sp>
        <p:nvSpPr>
          <p:cNvPr id="42" name="TextBox 41"/>
          <p:cNvSpPr txBox="1"/>
          <p:nvPr/>
        </p:nvSpPr>
        <p:spPr>
          <a:xfrm>
            <a:off x="4709160" y="4133087"/>
            <a:ext cx="3383280" cy="868680"/>
          </a:xfrm>
          <a:prstGeom prst="rect">
            <a:avLst/>
          </a:prstGeom>
          <a:noFill/>
        </p:spPr>
        <p:txBody>
          <a:bodyPr wrap="square" lIns="0" rIns="0" tIns="0" bIns="0" anchor="t">
            <a:spAutoFit/>
          </a:bodyPr>
          <a:lstStyle/>
          <a:p>
            <a:pPr algn="l"/>
            <a:r>
              <a:rPr sz="1150" b="0" i="0">
                <a:solidFill>
                  <a:srgbClr val="3D3C3C"/>
                </a:solidFill>
                <a:latin typeface="Poppins"/>
              </a:rPr>
              <a:t>Responding to what HSRA has asked for, and building on its own work, earns more trust than innovation for its own sake.</a:t>
            </a:r>
          </a:p>
        </p:txBody>
      </p:sp>
      <p:sp>
        <p:nvSpPr>
          <p:cNvPr id="43" name="TextBox 42"/>
          <p:cNvSpPr txBox="1"/>
          <p:nvPr/>
        </p:nvSpPr>
        <p:spPr>
          <a:xfrm>
            <a:off x="8366760" y="4133087"/>
            <a:ext cx="3273552" cy="868680"/>
          </a:xfrm>
          <a:prstGeom prst="rect">
            <a:avLst/>
          </a:prstGeom>
          <a:noFill/>
        </p:spPr>
        <p:txBody>
          <a:bodyPr wrap="square" lIns="0" rIns="0" tIns="0" bIns="0" anchor="t">
            <a:spAutoFit/>
          </a:bodyPr>
          <a:lstStyle/>
          <a:p>
            <a:pPr algn="l"/>
            <a:r>
              <a:rPr sz="1100" b="0" i="1">
                <a:solidFill>
                  <a:srgbClr val="6E7178"/>
                </a:solidFill>
                <a:latin typeface="Poppins"/>
              </a:rPr>
              <a:t>The alternative alignment gained support because it built on HSRA's Business Case. Another partner's late, untested idea did not progress.</a:t>
            </a:r>
          </a:p>
        </p:txBody>
      </p:sp>
      <p:cxnSp>
        <p:nvCxnSpPr>
          <p:cNvPr id="44" name="Connector 43"/>
          <p:cNvCxnSpPr/>
          <p:nvPr/>
        </p:nvCxnSpPr>
        <p:spPr>
          <a:xfrm>
            <a:off x="548640" y="5120640"/>
            <a:ext cx="11091672" cy="0"/>
          </a:xfrm>
          <a:prstGeom prst="line">
            <a:avLst/>
          </a:prstGeom>
          <a:ln w="9525">
            <a:solidFill>
              <a:srgbClr val="D9DBE0"/>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48640" y="5184648"/>
            <a:ext cx="777240" cy="548640"/>
          </a:xfrm>
          <a:prstGeom prst="rect">
            <a:avLst/>
          </a:prstGeom>
          <a:noFill/>
        </p:spPr>
        <p:txBody>
          <a:bodyPr wrap="square" lIns="0" rIns="0" tIns="0" bIns="0" anchor="t">
            <a:spAutoFit/>
          </a:bodyPr>
          <a:lstStyle/>
          <a:p>
            <a:pPr algn="l"/>
            <a:r>
              <a:rPr sz="3000" b="1" i="0">
                <a:solidFill>
                  <a:srgbClr val="EE2B7A"/>
                </a:solidFill>
                <a:latin typeface="Poppins"/>
              </a:rPr>
              <a:t>04</a:t>
            </a:r>
          </a:p>
        </p:txBody>
      </p:sp>
      <p:sp>
        <p:nvSpPr>
          <p:cNvPr id="46" name="TextBox 45"/>
          <p:cNvSpPr txBox="1"/>
          <p:nvPr/>
        </p:nvSpPr>
        <p:spPr>
          <a:xfrm>
            <a:off x="1417320" y="5230368"/>
            <a:ext cx="3108960" cy="822960"/>
          </a:xfrm>
          <a:prstGeom prst="rect">
            <a:avLst/>
          </a:prstGeom>
          <a:noFill/>
        </p:spPr>
        <p:txBody>
          <a:bodyPr wrap="square" lIns="0" rIns="0" tIns="0" bIns="0" anchor="t">
            <a:spAutoFit/>
          </a:bodyPr>
          <a:lstStyle/>
          <a:p>
            <a:pPr algn="l"/>
            <a:r>
              <a:rPr sz="1500" b="1" i="0">
                <a:solidFill>
                  <a:srgbClr val="EE2B7A"/>
                </a:solidFill>
                <a:latin typeface="Poppins"/>
              </a:rPr>
              <a:t>Our secret sauce: HSRA at the centre</a:t>
            </a:r>
          </a:p>
        </p:txBody>
      </p:sp>
      <p:sp>
        <p:nvSpPr>
          <p:cNvPr id="47" name="TextBox 46"/>
          <p:cNvSpPr txBox="1"/>
          <p:nvPr/>
        </p:nvSpPr>
        <p:spPr>
          <a:xfrm>
            <a:off x="4709160" y="5230368"/>
            <a:ext cx="3383280" cy="868680"/>
          </a:xfrm>
          <a:prstGeom prst="rect">
            <a:avLst/>
          </a:prstGeom>
          <a:noFill/>
        </p:spPr>
        <p:txBody>
          <a:bodyPr wrap="square" lIns="0" rIns="0" tIns="0" bIns="0" anchor="t">
            <a:spAutoFit/>
          </a:bodyPr>
          <a:lstStyle/>
          <a:p>
            <a:pPr algn="l"/>
            <a:r>
              <a:rPr sz="1150" b="0" i="0">
                <a:solidFill>
                  <a:srgbClr val="3D3C3C"/>
                </a:solidFill>
                <a:latin typeface="Poppins"/>
              </a:rPr>
              <a:t>Customer centricity sets GoFar apart. Every message starts with what HSRA needs, and we will keep building on it in the ECI.</a:t>
            </a:r>
          </a:p>
        </p:txBody>
      </p:sp>
      <p:sp>
        <p:nvSpPr>
          <p:cNvPr id="48" name="TextBox 47"/>
          <p:cNvSpPr txBox="1"/>
          <p:nvPr/>
        </p:nvSpPr>
        <p:spPr>
          <a:xfrm>
            <a:off x="8366760" y="5230368"/>
            <a:ext cx="3273552" cy="868680"/>
          </a:xfrm>
          <a:prstGeom prst="rect">
            <a:avLst/>
          </a:prstGeom>
          <a:noFill/>
        </p:spPr>
        <p:txBody>
          <a:bodyPr wrap="square" lIns="0" rIns="0" tIns="0" bIns="0" anchor="t">
            <a:spAutoFit/>
          </a:bodyPr>
          <a:lstStyle/>
          <a:p>
            <a:pPr algn="l"/>
            <a:r>
              <a:rPr sz="1100" b="0" i="1">
                <a:solidFill>
                  <a:srgbClr val="6E7178"/>
                </a:solidFill>
                <a:latin typeface="Poppins"/>
              </a:rPr>
              <a:t>By linking every point to HSRA's benefit, the alternative alignment became known as the GoFar alignment and gained other partners' support.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a:spLocks noGrp="1"/>
          </p:cNvSpPr>
          <p:nvPr>
            <p:ph type="title" idx="101" hasCustomPrompt="1"/>
          </p:nvPr>
        </p:nvSpPr>
        <p:spPr>
          <a:xfrm>
            <a:off x="548640" y="658368"/>
            <a:ext cx="11094415" cy="640080"/>
          </a:xfrm>
          <a:prstGeom prst="rect">
            <a:avLst/>
          </a:prstGeom>
          <a:noFill/>
          <a:ln/>
        </p:spPr>
        <p:txBody>
          <a:bodyPr wrap="square" lIns="0" tIns="0" rIns="0" bIns="0" rtlCol="0" anchor="t"/>
          <a:lstStyle/>
          <a:p>
            <a:r>
              <a:rPr lang="en-AU" dirty="0"/>
              <a:t>What we have heard and seen through the C&amp;V Phase</a:t>
            </a:r>
            <a:endParaRPr lang="en-US" sz="2800" dirty="0"/>
          </a:p>
        </p:txBody>
      </p:sp>
      <p:sp>
        <p:nvSpPr>
          <p:cNvPr id="32" name="Slide Number Placeholder 0"/>
          <p:cNvSpPr>
            <a:spLocks noGrp="1"/>
          </p:cNvSpPr>
          <p:nvPr>
            <p:ph type="sldNum" sz="quarter" idx="4294967295"/>
          </p:nvPr>
        </p:nvSpPr>
        <p:spPr>
          <a:xfrm>
            <a:off x="11259007" y="6327648"/>
            <a:ext cx="384048" cy="27432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000">
                <a:solidFill>
                  <a:srgbClr val="FFFFFF"/>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000" b="0" i="0" u="none" strike="noStrike" kern="1200" cap="none" spc="0" normalizeH="0" baseline="0" noProof="0">
                <a:ln>
                  <a:noFill/>
                </a:ln>
                <a:solidFill>
                  <a:srgbClr val="FFFFFF"/>
                </a:solidFill>
                <a:effectLst/>
                <a:uLnTx/>
                <a:uFillTx/>
                <a:latin typeface="Poppins"/>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9</a:t>
            </a:fld>
            <a:endParaRPr kumimoji="0" lang="en-US" sz="1000" b="0" i="0" u="none" strike="noStrike" kern="1200" cap="none" spc="0" normalizeH="0" baseline="0" noProof="0">
              <a:ln>
                <a:noFill/>
              </a:ln>
              <a:solidFill>
                <a:srgbClr val="FFFFFF"/>
              </a:solidFill>
              <a:effectLst/>
              <a:uLnTx/>
              <a:uFillTx/>
              <a:latin typeface="Poppins"/>
              <a:ea typeface="+mn-ea"/>
              <a:cs typeface="+mn-cs"/>
            </a:endParaRPr>
          </a:p>
        </p:txBody>
      </p:sp>
      <p:sp>
        <p:nvSpPr>
          <p:cNvPr id="33" name="TextBox 32"/>
          <p:cNvSpPr txBox="1"/>
          <p:nvPr/>
        </p:nvSpPr>
        <p:spPr>
          <a:xfrm>
            <a:off x="548640" y="1234440"/>
            <a:ext cx="11091672" cy="365760"/>
          </a:xfrm>
          <a:prstGeom prst="rect">
            <a:avLst/>
          </a:prstGeom>
          <a:noFill/>
        </p:spPr>
        <p:txBody>
          <a:bodyPr wrap="square" lIns="0" rIns="0" tIns="0" bIns="0" anchor="t">
            <a:spAutoFit/>
          </a:bodyPr>
          <a:lstStyle/>
          <a:p>
            <a:pPr algn="l"/>
            <a:r>
              <a:rPr sz="1400" b="0" i="0">
                <a:solidFill>
                  <a:srgbClr val="6E7178"/>
                </a:solidFill>
                <a:latin typeface="Poppins"/>
              </a:rPr>
              <a:t>The JV has made strong progress. A few changes now will set the team up well for the ECI Phase.</a:t>
            </a:r>
          </a:p>
        </p:txBody>
      </p:sp>
      <p:sp>
        <p:nvSpPr>
          <p:cNvPr id="34" name="TextBox 33"/>
          <p:cNvSpPr txBox="1"/>
          <p:nvPr/>
        </p:nvSpPr>
        <p:spPr>
          <a:xfrm>
            <a:off x="548640" y="1828800"/>
            <a:ext cx="3566160" cy="256032"/>
          </a:xfrm>
          <a:prstGeom prst="rect">
            <a:avLst/>
          </a:prstGeom>
          <a:noFill/>
        </p:spPr>
        <p:txBody>
          <a:bodyPr wrap="square" lIns="0" rIns="0" tIns="0" bIns="0" anchor="t">
            <a:spAutoFit/>
          </a:bodyPr>
          <a:lstStyle/>
          <a:p>
            <a:pPr algn="l"/>
            <a:r>
              <a:rPr sz="1050" b="1" i="0" spc="150">
                <a:solidFill>
                  <a:srgbClr val="2EB88A"/>
                </a:solidFill>
                <a:latin typeface="Poppins"/>
              </a:rPr>
              <a:t>WHAT IS WORKING</a:t>
            </a:r>
          </a:p>
        </p:txBody>
      </p:sp>
      <p:cxnSp>
        <p:nvCxnSpPr>
          <p:cNvPr id="35" name="Connector 34"/>
          <p:cNvCxnSpPr/>
          <p:nvPr/>
        </p:nvCxnSpPr>
        <p:spPr>
          <a:xfrm>
            <a:off x="548640" y="2130552"/>
            <a:ext cx="3566160" cy="0"/>
          </a:xfrm>
          <a:prstGeom prst="line">
            <a:avLst/>
          </a:prstGeom>
          <a:ln w="12700">
            <a:solidFill>
              <a:srgbClr val="3D3C3C"/>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48640" y="2286000"/>
            <a:ext cx="3566160" cy="868680"/>
          </a:xfrm>
          <a:prstGeom prst="rect">
            <a:avLst/>
          </a:prstGeom>
          <a:noFill/>
        </p:spPr>
        <p:txBody>
          <a:bodyPr wrap="square" lIns="0" rIns="0" tIns="0" bIns="0" anchor="t">
            <a:spAutoFit/>
          </a:bodyPr>
          <a:lstStyle/>
          <a:p>
            <a:pPr algn="l"/>
            <a:r>
              <a:rPr sz="1250" b="1" i="0">
                <a:solidFill>
                  <a:srgbClr val="3D3C3C"/>
                </a:solidFill>
                <a:latin typeface="Poppins"/>
              </a:rPr>
              <a:t>Context before the solution</a:t>
            </a:r>
          </a:p>
          <a:p>
            <a:pPr algn="l"/>
            <a:r>
              <a:rPr sz="1150" b="0" i="0">
                <a:solidFill>
                  <a:srgbClr val="6E7178"/>
                </a:solidFill>
                <a:latin typeface="Poppins"/>
              </a:rPr>
              <a:t>Framing each idea around HSRA's needs made complex proposals easy to support.</a:t>
            </a:r>
          </a:p>
        </p:txBody>
      </p:sp>
      <p:cxnSp>
        <p:nvCxnSpPr>
          <p:cNvPr id="37" name="Connector 36"/>
          <p:cNvCxnSpPr/>
          <p:nvPr/>
        </p:nvCxnSpPr>
        <p:spPr>
          <a:xfrm>
            <a:off x="548640" y="3136392"/>
            <a:ext cx="3566160" cy="0"/>
          </a:xfrm>
          <a:prstGeom prst="line">
            <a:avLst/>
          </a:prstGeom>
          <a:ln w="9525">
            <a:solidFill>
              <a:srgbClr val="D9DBE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48640" y="3246120"/>
            <a:ext cx="3566160" cy="868680"/>
          </a:xfrm>
          <a:prstGeom prst="rect">
            <a:avLst/>
          </a:prstGeom>
          <a:noFill/>
        </p:spPr>
        <p:txBody>
          <a:bodyPr wrap="square" lIns="0" rIns="0" tIns="0" bIns="0" anchor="t">
            <a:spAutoFit/>
          </a:bodyPr>
          <a:lstStyle/>
          <a:p>
            <a:pPr algn="l"/>
            <a:r>
              <a:rPr sz="1250" b="1" i="0">
                <a:solidFill>
                  <a:srgbClr val="3D3C3C"/>
                </a:solidFill>
                <a:latin typeface="Poppins"/>
              </a:rPr>
              <a:t>Clear, simple messages</a:t>
            </a:r>
          </a:p>
          <a:p>
            <a:pPr algn="l"/>
            <a:r>
              <a:rPr sz="1150" b="0" i="0">
                <a:solidFill>
                  <a:srgbClr val="6E7178"/>
                </a:solidFill>
                <a:latin typeface="Poppins"/>
              </a:rPr>
              <a:t>Distilling technical material into a few client-relevant points helped HSRA adopt our thinking.</a:t>
            </a:r>
          </a:p>
        </p:txBody>
      </p:sp>
      <p:cxnSp>
        <p:nvCxnSpPr>
          <p:cNvPr id="39" name="Connector 38"/>
          <p:cNvCxnSpPr/>
          <p:nvPr/>
        </p:nvCxnSpPr>
        <p:spPr>
          <a:xfrm>
            <a:off x="548640" y="4096511"/>
            <a:ext cx="3566160" cy="0"/>
          </a:xfrm>
          <a:prstGeom prst="line">
            <a:avLst/>
          </a:prstGeom>
          <a:ln w="9525">
            <a:solidFill>
              <a:srgbClr val="D9DBE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48640" y="4206240"/>
            <a:ext cx="3566160" cy="868680"/>
          </a:xfrm>
          <a:prstGeom prst="rect">
            <a:avLst/>
          </a:prstGeom>
          <a:noFill/>
        </p:spPr>
        <p:txBody>
          <a:bodyPr wrap="square" lIns="0" rIns="0" tIns="0" bIns="0" anchor="t">
            <a:spAutoFit/>
          </a:bodyPr>
          <a:lstStyle/>
          <a:p>
            <a:pPr algn="l"/>
            <a:r>
              <a:rPr sz="1250" b="1" i="0">
                <a:solidFill>
                  <a:srgbClr val="3D3C3C"/>
                </a:solidFill>
                <a:latin typeface="Poppins"/>
              </a:rPr>
              <a:t>A strong presence</a:t>
            </a:r>
          </a:p>
          <a:p>
            <a:pPr algn="l"/>
            <a:r>
              <a:rPr sz="1150" b="0" i="0">
                <a:solidFill>
                  <a:srgbClr val="6E7178"/>
                </a:solidFill>
                <a:latin typeface="Poppins"/>
              </a:rPr>
              <a:t>Engaged, consistent body language made GoFar visibly the strongest ECI partner.</a:t>
            </a:r>
          </a:p>
        </p:txBody>
      </p:sp>
      <p:sp>
        <p:nvSpPr>
          <p:cNvPr id="41" name="TextBox 40"/>
          <p:cNvSpPr txBox="1"/>
          <p:nvPr/>
        </p:nvSpPr>
        <p:spPr>
          <a:xfrm>
            <a:off x="4526280" y="1828800"/>
            <a:ext cx="7114032" cy="256032"/>
          </a:xfrm>
          <a:prstGeom prst="rect">
            <a:avLst/>
          </a:prstGeom>
          <a:noFill/>
        </p:spPr>
        <p:txBody>
          <a:bodyPr wrap="square" lIns="0" rIns="0" tIns="0" bIns="0" anchor="t">
            <a:spAutoFit/>
          </a:bodyPr>
          <a:lstStyle/>
          <a:p>
            <a:pPr algn="l"/>
            <a:r>
              <a:rPr sz="1050" b="1" i="0" spc="150">
                <a:solidFill>
                  <a:srgbClr val="F48047"/>
                </a:solidFill>
                <a:latin typeface="Poppins"/>
              </a:rPr>
              <a:t>WHAT NEEDS TO CHANGE BEFORE THE ECI</a:t>
            </a:r>
          </a:p>
        </p:txBody>
      </p:sp>
      <p:cxnSp>
        <p:nvCxnSpPr>
          <p:cNvPr id="42" name="Connector 41"/>
          <p:cNvCxnSpPr/>
          <p:nvPr/>
        </p:nvCxnSpPr>
        <p:spPr>
          <a:xfrm>
            <a:off x="4526280" y="2130552"/>
            <a:ext cx="7114032" cy="0"/>
          </a:xfrm>
          <a:prstGeom prst="line">
            <a:avLst/>
          </a:prstGeom>
          <a:ln w="12700">
            <a:solidFill>
              <a:srgbClr val="3D3C3C"/>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4526280" y="2286000"/>
            <a:ext cx="2011680" cy="777240"/>
          </a:xfrm>
          <a:prstGeom prst="rect">
            <a:avLst/>
          </a:prstGeom>
          <a:noFill/>
        </p:spPr>
        <p:txBody>
          <a:bodyPr wrap="square" lIns="0" rIns="0" tIns="0" bIns="0" anchor="t">
            <a:spAutoFit/>
          </a:bodyPr>
          <a:lstStyle/>
          <a:p>
            <a:pPr algn="l"/>
            <a:r>
              <a:rPr sz="1250" b="1" i="0">
                <a:solidFill>
                  <a:srgbClr val="3D3C3C"/>
                </a:solidFill>
                <a:latin typeface="Poppins"/>
              </a:rPr>
              <a:t>A one-team culture</a:t>
            </a:r>
          </a:p>
        </p:txBody>
      </p:sp>
      <p:sp>
        <p:nvSpPr>
          <p:cNvPr id="44" name="TextBox 43"/>
          <p:cNvSpPr txBox="1"/>
          <p:nvPr/>
        </p:nvSpPr>
        <p:spPr>
          <a:xfrm>
            <a:off x="6629400" y="2286000"/>
            <a:ext cx="5010912" cy="777240"/>
          </a:xfrm>
          <a:prstGeom prst="rect">
            <a:avLst/>
          </a:prstGeom>
          <a:noFill/>
        </p:spPr>
        <p:txBody>
          <a:bodyPr wrap="square" lIns="0" rIns="0" tIns="0" bIns="0" anchor="t">
            <a:spAutoFit/>
          </a:bodyPr>
          <a:lstStyle/>
          <a:p>
            <a:pPr algn="l"/>
            <a:r>
              <a:rPr sz="1150" b="0" i="0">
                <a:solidFill>
                  <a:srgbClr val="3D3C3C"/>
                </a:solidFill>
                <a:latin typeface="Poppins"/>
              </a:rPr>
              <a:t>The team works well together, but nothing yet ties the JV together as one team. The move to 100 Arthur Street is a great first step; a shared activity outside the office would help solidify that culture.</a:t>
            </a:r>
          </a:p>
        </p:txBody>
      </p:sp>
      <p:cxnSp>
        <p:nvCxnSpPr>
          <p:cNvPr id="45" name="Connector 44"/>
          <p:cNvCxnSpPr/>
          <p:nvPr/>
        </p:nvCxnSpPr>
        <p:spPr>
          <a:xfrm>
            <a:off x="4526280" y="3063240"/>
            <a:ext cx="7114032" cy="0"/>
          </a:xfrm>
          <a:prstGeom prst="line">
            <a:avLst/>
          </a:prstGeom>
          <a:ln w="9525">
            <a:solidFill>
              <a:srgbClr val="D9DBE0"/>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4526280" y="3154680"/>
            <a:ext cx="2011680" cy="777240"/>
          </a:xfrm>
          <a:prstGeom prst="rect">
            <a:avLst/>
          </a:prstGeom>
          <a:noFill/>
        </p:spPr>
        <p:txBody>
          <a:bodyPr wrap="square" lIns="0" rIns="0" tIns="0" bIns="0" anchor="t">
            <a:spAutoFit/>
          </a:bodyPr>
          <a:lstStyle/>
          <a:p>
            <a:pPr algn="l"/>
            <a:r>
              <a:rPr sz="1250" b="1" i="0">
                <a:solidFill>
                  <a:srgbClr val="3D3C3C"/>
                </a:solidFill>
                <a:latin typeface="Poppins"/>
              </a:rPr>
              <a:t>Front-loaded preparation</a:t>
            </a:r>
          </a:p>
        </p:txBody>
      </p:sp>
      <p:sp>
        <p:nvSpPr>
          <p:cNvPr id="47" name="TextBox 46"/>
          <p:cNvSpPr txBox="1"/>
          <p:nvPr/>
        </p:nvSpPr>
        <p:spPr>
          <a:xfrm>
            <a:off x="6629400" y="3154680"/>
            <a:ext cx="5010912" cy="777240"/>
          </a:xfrm>
          <a:prstGeom prst="rect">
            <a:avLst/>
          </a:prstGeom>
          <a:noFill/>
        </p:spPr>
        <p:txBody>
          <a:bodyPr wrap="square" lIns="0" rIns="0" tIns="0" bIns="0" anchor="t">
            <a:spAutoFit/>
          </a:bodyPr>
          <a:lstStyle/>
          <a:p>
            <a:pPr algn="l"/>
            <a:r>
              <a:rPr sz="1150" b="0" i="0">
                <a:solidFill>
                  <a:srgbClr val="3D3C3C"/>
                </a:solidFill>
                <a:latin typeface="Poppins"/>
              </a:rPr>
              <a:t>Day-before prep sessions leave little room to change anything and lead to late nights. In our approach, content is locked two days out, leaving the final two days for rehearsal and minor tweaks. This should be the ECI standard.</a:t>
            </a:r>
          </a:p>
        </p:txBody>
      </p:sp>
      <p:cxnSp>
        <p:nvCxnSpPr>
          <p:cNvPr id="48" name="Connector 47"/>
          <p:cNvCxnSpPr/>
          <p:nvPr/>
        </p:nvCxnSpPr>
        <p:spPr>
          <a:xfrm>
            <a:off x="4526280" y="4023360"/>
            <a:ext cx="7114032" cy="0"/>
          </a:xfrm>
          <a:prstGeom prst="line">
            <a:avLst/>
          </a:prstGeom>
          <a:ln w="9525">
            <a:solidFill>
              <a:srgbClr val="D9DBE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526280" y="4114800"/>
            <a:ext cx="2011680" cy="548640"/>
          </a:xfrm>
          <a:prstGeom prst="rect">
            <a:avLst/>
          </a:prstGeom>
          <a:noFill/>
        </p:spPr>
        <p:txBody>
          <a:bodyPr wrap="square" lIns="0" rIns="0" tIns="0" bIns="0" anchor="t">
            <a:spAutoFit/>
          </a:bodyPr>
          <a:lstStyle/>
          <a:p>
            <a:pPr algn="l"/>
            <a:r>
              <a:rPr sz="1250" b="1" i="0">
                <a:solidFill>
                  <a:srgbClr val="3D3C3C"/>
                </a:solidFill>
                <a:latin typeface="Poppins"/>
              </a:rPr>
              <a:t>One agreed position</a:t>
            </a:r>
          </a:p>
        </p:txBody>
      </p:sp>
      <p:sp>
        <p:nvSpPr>
          <p:cNvPr id="50" name="TextBox 49"/>
          <p:cNvSpPr txBox="1"/>
          <p:nvPr/>
        </p:nvSpPr>
        <p:spPr>
          <a:xfrm>
            <a:off x="6629400" y="4114800"/>
            <a:ext cx="5010912" cy="548640"/>
          </a:xfrm>
          <a:prstGeom prst="rect">
            <a:avLst/>
          </a:prstGeom>
          <a:noFill/>
        </p:spPr>
        <p:txBody>
          <a:bodyPr wrap="square" lIns="0" rIns="0" tIns="0" bIns="0" anchor="t">
            <a:spAutoFit/>
          </a:bodyPr>
          <a:lstStyle/>
          <a:p>
            <a:pPr algn="l"/>
            <a:r>
              <a:rPr sz="1150" b="0" i="0">
                <a:solidFill>
                  <a:srgbClr val="3D3C3C"/>
                </a:solidFill>
                <a:latin typeface="Poppins"/>
              </a:rPr>
              <a:t>Share a weekly update on the latest design position, and raise concerns early rather than defaulting to yes.</a:t>
            </a:r>
          </a:p>
        </p:txBody>
      </p:sp>
      <p:cxnSp>
        <p:nvCxnSpPr>
          <p:cNvPr id="51" name="Connector 50"/>
          <p:cNvCxnSpPr/>
          <p:nvPr/>
        </p:nvCxnSpPr>
        <p:spPr>
          <a:xfrm>
            <a:off x="4526280" y="4590288"/>
            <a:ext cx="7114032" cy="0"/>
          </a:xfrm>
          <a:prstGeom prst="line">
            <a:avLst/>
          </a:prstGeom>
          <a:ln w="9525">
            <a:solidFill>
              <a:srgbClr val="D9DBE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4526280" y="4681728"/>
            <a:ext cx="2011680" cy="548640"/>
          </a:xfrm>
          <a:prstGeom prst="rect">
            <a:avLst/>
          </a:prstGeom>
          <a:noFill/>
        </p:spPr>
        <p:txBody>
          <a:bodyPr wrap="square" lIns="0" rIns="0" tIns="0" bIns="0" anchor="t">
            <a:spAutoFit/>
          </a:bodyPr>
          <a:lstStyle/>
          <a:p>
            <a:pPr algn="l"/>
            <a:r>
              <a:rPr sz="1250" b="1" i="0">
                <a:solidFill>
                  <a:srgbClr val="3D3C3C"/>
                </a:solidFill>
                <a:latin typeface="Poppins"/>
              </a:rPr>
              <a:t>Focus and continuity</a:t>
            </a:r>
          </a:p>
        </p:txBody>
      </p:sp>
      <p:sp>
        <p:nvSpPr>
          <p:cNvPr id="53" name="TextBox 52"/>
          <p:cNvSpPr txBox="1"/>
          <p:nvPr/>
        </p:nvSpPr>
        <p:spPr>
          <a:xfrm>
            <a:off x="6629400" y="4681728"/>
            <a:ext cx="5010912" cy="548640"/>
          </a:xfrm>
          <a:prstGeom prst="rect">
            <a:avLst/>
          </a:prstGeom>
          <a:noFill/>
        </p:spPr>
        <p:txBody>
          <a:bodyPr wrap="square" lIns="0" rIns="0" tIns="0" bIns="0" anchor="t">
            <a:spAutoFit/>
          </a:bodyPr>
          <a:lstStyle/>
          <a:p>
            <a:pPr algn="l"/>
            <a:r>
              <a:rPr sz="1150" b="0" i="0">
                <a:solidFill>
                  <a:srgbClr val="3D3C3C"/>
                </a:solidFill>
                <a:latin typeface="Poppins"/>
              </a:rPr>
              <a:t>Track HSRA's requests in one place, keep consistent faces across sessions, and present a few focused slides with detail in reserve.</a:t>
            </a:r>
          </a:p>
        </p:txBody>
      </p:sp>
      <p:cxnSp>
        <p:nvCxnSpPr>
          <p:cNvPr id="54" name="Connector 53"/>
          <p:cNvCxnSpPr/>
          <p:nvPr/>
        </p:nvCxnSpPr>
        <p:spPr>
          <a:xfrm>
            <a:off x="548640" y="5413248"/>
            <a:ext cx="11091672" cy="0"/>
          </a:xfrm>
          <a:prstGeom prst="line">
            <a:avLst/>
          </a:prstGeom>
          <a:ln w="12700">
            <a:solidFill>
              <a:srgbClr val="3D3C3C"/>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48640" y="5532120"/>
            <a:ext cx="11091672" cy="365760"/>
          </a:xfrm>
          <a:prstGeom prst="rect">
            <a:avLst/>
          </a:prstGeom>
          <a:noFill/>
        </p:spPr>
        <p:txBody>
          <a:bodyPr wrap="square" lIns="0" rIns="0" tIns="0" bIns="0" anchor="t">
            <a:spAutoFit/>
          </a:bodyPr>
          <a:lstStyle/>
          <a:p>
            <a:pPr algn="l"/>
            <a:r>
              <a:rPr sz="1300" b="1" i="0">
                <a:solidFill>
                  <a:srgbClr val="F48047"/>
                </a:solidFill>
                <a:latin typeface="Poppins"/>
              </a:rPr>
              <a:t>For discussion:  </a:t>
            </a:r>
            <a:r>
              <a:rPr sz="1300" b="1" i="0">
                <a:solidFill>
                  <a:srgbClr val="3D3C3C"/>
                </a:solidFill>
                <a:latin typeface="Poppins"/>
              </a:rPr>
              <a:t>What else have you seen that we should address before the ECI Phase?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a:spLocks noGrp="1"/>
          </p:cNvSpPr>
          <p:nvPr>
            <p:ph type="title" idx="101" hasCustomPrompt="1"/>
          </p:nvPr>
        </p:nvSpPr>
        <p:spPr>
          <a:xfrm>
            <a:off x="548640" y="658368"/>
            <a:ext cx="11094415" cy="640080"/>
          </a:xfrm>
          <a:prstGeom prst="rect">
            <a:avLst/>
          </a:prstGeom>
          <a:noFill/>
          <a:ln/>
        </p:spPr>
        <p:txBody>
          <a:bodyPr wrap="square" lIns="0" tIns="0" rIns="0" bIns="0" rtlCol="0" anchor="t"/>
          <a:lstStyle/>
          <a:p>
            <a:pPr marL="0" indent="0" algn="l">
              <a:buNone/>
            </a:pPr>
            <a:r>
              <a:rPr lang="en-US" sz="2800" b="1" dirty="0">
                <a:solidFill>
                  <a:schemeClr val="tx1"/>
                </a:solidFill>
              </a:rPr>
              <a:t>Two workshops to realign the team before the ECI Phase</a:t>
            </a:r>
            <a:endParaRPr lang="en-US" sz="2800" dirty="0"/>
          </a:p>
        </p:txBody>
      </p:sp>
      <p:sp>
        <p:nvSpPr>
          <p:cNvPr id="25" name="Slide Number Placeholder 0"/>
          <p:cNvSpPr>
            <a:spLocks noGrp="1"/>
          </p:cNvSpPr>
          <p:nvPr>
            <p:ph type="sldNum" sz="quarter" idx="4294967295"/>
          </p:nvPr>
        </p:nvSpPr>
        <p:spPr>
          <a:xfrm>
            <a:off x="11259007" y="6327648"/>
            <a:ext cx="384048" cy="27432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000">
                <a:solidFill>
                  <a:srgbClr val="FFFFFF"/>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000" b="0" i="0" u="none" strike="noStrike" kern="1200" cap="none" spc="0" normalizeH="0" baseline="0" noProof="0">
                <a:ln>
                  <a:noFill/>
                </a:ln>
                <a:solidFill>
                  <a:srgbClr val="FFFFFF"/>
                </a:solidFill>
                <a:effectLst/>
                <a:uLnTx/>
                <a:uFillTx/>
                <a:latin typeface="Poppins"/>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6</a:t>
            </a:fld>
            <a:endParaRPr kumimoji="0" lang="en-US" sz="1000" b="0" i="0" u="none" strike="noStrike" kern="1200" cap="none" spc="0" normalizeH="0" baseline="0" noProof="0">
              <a:ln>
                <a:noFill/>
              </a:ln>
              <a:solidFill>
                <a:srgbClr val="FFFFFF"/>
              </a:solidFill>
              <a:effectLst/>
              <a:uLnTx/>
              <a:uFillTx/>
              <a:latin typeface="Poppins"/>
              <a:ea typeface="+mn-ea"/>
              <a:cs typeface="+mn-cs"/>
            </a:endParaRPr>
          </a:p>
        </p:txBody>
      </p:sp>
      <p:sp>
        <p:nvSpPr>
          <p:cNvPr id="26" name="TextBox 25"/>
          <p:cNvSpPr txBox="1"/>
          <p:nvPr/>
        </p:nvSpPr>
        <p:spPr>
          <a:xfrm>
            <a:off x="548640" y="1234440"/>
            <a:ext cx="11091672" cy="502920"/>
          </a:xfrm>
          <a:prstGeom prst="rect">
            <a:avLst/>
          </a:prstGeom>
          <a:noFill/>
        </p:spPr>
        <p:txBody>
          <a:bodyPr wrap="square" lIns="0" rIns="0" tIns="0" bIns="0" anchor="t">
            <a:spAutoFit/>
          </a:bodyPr>
          <a:lstStyle/>
          <a:p>
            <a:pPr algn="l"/>
            <a:r>
              <a:rPr sz="1300" b="0" i="0">
                <a:solidFill>
                  <a:srgbClr val="6E7178"/>
                </a:solidFill>
                <a:latin typeface="Poppins"/>
              </a:rPr>
              <a:t>The ECI Phase will be decisive. We will reflect on what we have learned about ourselves, HSRA, the other ECI partners and the process, and enter the ECI as one team with a clear strategy.</a:t>
            </a:r>
          </a:p>
        </p:txBody>
      </p:sp>
      <p:sp>
        <p:nvSpPr>
          <p:cNvPr id="27" name="TextBox 26"/>
          <p:cNvSpPr txBox="1"/>
          <p:nvPr/>
        </p:nvSpPr>
        <p:spPr>
          <a:xfrm>
            <a:off x="548640" y="1965960"/>
            <a:ext cx="914400" cy="594360"/>
          </a:xfrm>
          <a:prstGeom prst="rect">
            <a:avLst/>
          </a:prstGeom>
          <a:noFill/>
        </p:spPr>
        <p:txBody>
          <a:bodyPr wrap="square" lIns="0" rIns="0" tIns="0" bIns="0" anchor="t">
            <a:spAutoFit/>
          </a:bodyPr>
          <a:lstStyle/>
          <a:p>
            <a:pPr algn="l"/>
            <a:r>
              <a:rPr sz="3400" b="1" i="0">
                <a:solidFill>
                  <a:srgbClr val="F48047"/>
                </a:solidFill>
                <a:latin typeface="Poppins"/>
              </a:rPr>
              <a:t>01</a:t>
            </a:r>
          </a:p>
        </p:txBody>
      </p:sp>
      <p:sp>
        <p:nvSpPr>
          <p:cNvPr id="28" name="TextBox 27"/>
          <p:cNvSpPr txBox="1"/>
          <p:nvPr/>
        </p:nvSpPr>
        <p:spPr>
          <a:xfrm>
            <a:off x="548640" y="2606040"/>
            <a:ext cx="5225796" cy="365760"/>
          </a:xfrm>
          <a:prstGeom prst="rect">
            <a:avLst/>
          </a:prstGeom>
          <a:noFill/>
        </p:spPr>
        <p:txBody>
          <a:bodyPr wrap="square" lIns="0" rIns="0" tIns="0" bIns="0" anchor="t">
            <a:spAutoFit/>
          </a:bodyPr>
          <a:lstStyle/>
          <a:p>
            <a:pPr algn="l"/>
            <a:r>
              <a:rPr sz="1700" b="1" i="0">
                <a:solidFill>
                  <a:srgbClr val="3D3C3C"/>
                </a:solidFill>
                <a:latin typeface="Poppins"/>
              </a:rPr>
              <a:t>Reflection and JV Alignment Workshop</a:t>
            </a:r>
          </a:p>
        </p:txBody>
      </p:sp>
      <p:sp>
        <p:nvSpPr>
          <p:cNvPr id="29" name="TextBox 28"/>
          <p:cNvSpPr txBox="1"/>
          <p:nvPr/>
        </p:nvSpPr>
        <p:spPr>
          <a:xfrm>
            <a:off x="548640" y="2971800"/>
            <a:ext cx="5225796" cy="274320"/>
          </a:xfrm>
          <a:prstGeom prst="rect">
            <a:avLst/>
          </a:prstGeom>
          <a:noFill/>
        </p:spPr>
        <p:txBody>
          <a:bodyPr wrap="square" lIns="0" rIns="0" tIns="0" bIns="0" anchor="t">
            <a:spAutoFit/>
          </a:bodyPr>
          <a:lstStyle/>
          <a:p>
            <a:pPr algn="l"/>
            <a:r>
              <a:rPr sz="1200" b="0" i="0">
                <a:solidFill>
                  <a:srgbClr val="6E7178"/>
                </a:solidFill>
                <a:latin typeface="Poppins"/>
              </a:rPr>
              <a:t>Reflecting through an external and an internal lens</a:t>
            </a:r>
          </a:p>
        </p:txBody>
      </p:sp>
      <p:cxnSp>
        <p:nvCxnSpPr>
          <p:cNvPr id="30" name="Connector 29"/>
          <p:cNvCxnSpPr/>
          <p:nvPr/>
        </p:nvCxnSpPr>
        <p:spPr>
          <a:xfrm>
            <a:off x="548640" y="3383280"/>
            <a:ext cx="5225796" cy="0"/>
          </a:xfrm>
          <a:prstGeom prst="line">
            <a:avLst/>
          </a:prstGeom>
          <a:ln w="9525">
            <a:solidFill>
              <a:srgbClr val="D9DBE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3493008"/>
            <a:ext cx="1463040" cy="548640"/>
          </a:xfrm>
          <a:prstGeom prst="rect">
            <a:avLst/>
          </a:prstGeom>
          <a:noFill/>
        </p:spPr>
        <p:txBody>
          <a:bodyPr wrap="square" lIns="0" rIns="0" tIns="0" bIns="0" anchor="t">
            <a:spAutoFit/>
          </a:bodyPr>
          <a:lstStyle/>
          <a:p>
            <a:pPr algn="l"/>
            <a:r>
              <a:rPr sz="1200" b="1" i="0">
                <a:solidFill>
                  <a:srgbClr val="F48047"/>
                </a:solidFill>
                <a:latin typeface="Poppins"/>
              </a:rPr>
              <a:t>External lens</a:t>
            </a:r>
          </a:p>
        </p:txBody>
      </p:sp>
      <p:sp>
        <p:nvSpPr>
          <p:cNvPr id="32" name="TextBox 31"/>
          <p:cNvSpPr txBox="1"/>
          <p:nvPr/>
        </p:nvSpPr>
        <p:spPr>
          <a:xfrm>
            <a:off x="2057400" y="3493008"/>
            <a:ext cx="3717036" cy="594360"/>
          </a:xfrm>
          <a:prstGeom prst="rect">
            <a:avLst/>
          </a:prstGeom>
          <a:noFill/>
        </p:spPr>
        <p:txBody>
          <a:bodyPr wrap="square" lIns="0" rIns="0" tIns="0" bIns="0" anchor="t">
            <a:spAutoFit/>
          </a:bodyPr>
          <a:lstStyle/>
          <a:p>
            <a:pPr algn="l"/>
            <a:r>
              <a:rPr sz="1200" b="0" i="0">
                <a:solidFill>
                  <a:srgbClr val="3D3C3C"/>
                </a:solidFill>
                <a:latin typeface="Poppins"/>
              </a:rPr>
              <a:t>What we now know about HSRA, its priorities and how it assesses partners</a:t>
            </a:r>
          </a:p>
        </p:txBody>
      </p:sp>
      <p:cxnSp>
        <p:nvCxnSpPr>
          <p:cNvPr id="33" name="Connector 32"/>
          <p:cNvCxnSpPr/>
          <p:nvPr/>
        </p:nvCxnSpPr>
        <p:spPr>
          <a:xfrm>
            <a:off x="548640" y="4114800"/>
            <a:ext cx="5225796" cy="0"/>
          </a:xfrm>
          <a:prstGeom prst="line">
            <a:avLst/>
          </a:prstGeom>
          <a:ln w="9525">
            <a:solidFill>
              <a:srgbClr val="D9DBE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48640" y="4206240"/>
            <a:ext cx="1463040" cy="548640"/>
          </a:xfrm>
          <a:prstGeom prst="rect">
            <a:avLst/>
          </a:prstGeom>
          <a:noFill/>
        </p:spPr>
        <p:txBody>
          <a:bodyPr wrap="square" lIns="0" rIns="0" tIns="0" bIns="0" anchor="t">
            <a:spAutoFit/>
          </a:bodyPr>
          <a:lstStyle/>
          <a:p>
            <a:pPr algn="l"/>
            <a:r>
              <a:rPr sz="1200" b="1" i="0">
                <a:solidFill>
                  <a:srgbClr val="F48047"/>
                </a:solidFill>
                <a:latin typeface="Poppins"/>
              </a:rPr>
              <a:t>Internal lens</a:t>
            </a:r>
          </a:p>
        </p:txBody>
      </p:sp>
      <p:sp>
        <p:nvSpPr>
          <p:cNvPr id="35" name="TextBox 34"/>
          <p:cNvSpPr txBox="1"/>
          <p:nvPr/>
        </p:nvSpPr>
        <p:spPr>
          <a:xfrm>
            <a:off x="2057400" y="4206240"/>
            <a:ext cx="3717036" cy="594360"/>
          </a:xfrm>
          <a:prstGeom prst="rect">
            <a:avLst/>
          </a:prstGeom>
          <a:noFill/>
        </p:spPr>
        <p:txBody>
          <a:bodyPr wrap="square" lIns="0" rIns="0" tIns="0" bIns="0" anchor="t">
            <a:spAutoFit/>
          </a:bodyPr>
          <a:lstStyle/>
          <a:p>
            <a:pPr algn="l"/>
            <a:r>
              <a:rPr sz="1200" b="0" i="0">
                <a:solidFill>
                  <a:srgbClr val="3D3C3C"/>
                </a:solidFill>
                <a:latin typeface="Poppins"/>
              </a:rPr>
              <a:t>How the JV has worked together, and the culture and ways of working needed for 2027</a:t>
            </a:r>
          </a:p>
        </p:txBody>
      </p:sp>
      <p:cxnSp>
        <p:nvCxnSpPr>
          <p:cNvPr id="36" name="Connector 35"/>
          <p:cNvCxnSpPr/>
          <p:nvPr/>
        </p:nvCxnSpPr>
        <p:spPr>
          <a:xfrm>
            <a:off x="548640" y="4828031"/>
            <a:ext cx="5225796" cy="0"/>
          </a:xfrm>
          <a:prstGeom prst="line">
            <a:avLst/>
          </a:prstGeom>
          <a:ln w="9525">
            <a:solidFill>
              <a:srgbClr val="D9DBE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48640" y="4983480"/>
            <a:ext cx="1463040" cy="548640"/>
          </a:xfrm>
          <a:prstGeom prst="rect">
            <a:avLst/>
          </a:prstGeom>
          <a:noFill/>
        </p:spPr>
        <p:txBody>
          <a:bodyPr wrap="square" lIns="0" rIns="0" tIns="0" bIns="0" anchor="t">
            <a:spAutoFit/>
          </a:bodyPr>
          <a:lstStyle/>
          <a:p>
            <a:pPr algn="l"/>
            <a:r>
              <a:rPr sz="1200" b="1" i="0">
                <a:solidFill>
                  <a:srgbClr val="3D3C3C"/>
                </a:solidFill>
                <a:latin typeface="Poppins"/>
              </a:rPr>
              <a:t>Outcome</a:t>
            </a:r>
          </a:p>
        </p:txBody>
      </p:sp>
      <p:sp>
        <p:nvSpPr>
          <p:cNvPr id="38" name="TextBox 37"/>
          <p:cNvSpPr txBox="1"/>
          <p:nvPr/>
        </p:nvSpPr>
        <p:spPr>
          <a:xfrm>
            <a:off x="2057400" y="4983480"/>
            <a:ext cx="3717036" cy="594360"/>
          </a:xfrm>
          <a:prstGeom prst="rect">
            <a:avLst/>
          </a:prstGeom>
          <a:noFill/>
        </p:spPr>
        <p:txBody>
          <a:bodyPr wrap="square" lIns="0" rIns="0" tIns="0" bIns="0" anchor="t">
            <a:spAutoFit/>
          </a:bodyPr>
          <a:lstStyle/>
          <a:p>
            <a:pPr algn="l"/>
            <a:r>
              <a:rPr sz="1200" b="1" i="0">
                <a:solidFill>
                  <a:srgbClr val="3D3C3C"/>
                </a:solidFill>
                <a:latin typeface="Poppins"/>
              </a:rPr>
              <a:t>A shared view of HSRA, a one-team mindset and agreed ways of working</a:t>
            </a:r>
          </a:p>
        </p:txBody>
      </p:sp>
      <p:cxnSp>
        <p:nvCxnSpPr>
          <p:cNvPr id="39" name="Connector 38"/>
          <p:cNvCxnSpPr/>
          <p:nvPr/>
        </p:nvCxnSpPr>
        <p:spPr>
          <a:xfrm>
            <a:off x="6094476" y="2011680"/>
            <a:ext cx="0" cy="3931920"/>
          </a:xfrm>
          <a:prstGeom prst="line">
            <a:avLst/>
          </a:prstGeom>
          <a:ln w="9525">
            <a:solidFill>
              <a:srgbClr val="D9DBE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414516" y="1965960"/>
            <a:ext cx="914400" cy="594360"/>
          </a:xfrm>
          <a:prstGeom prst="rect">
            <a:avLst/>
          </a:prstGeom>
          <a:noFill/>
        </p:spPr>
        <p:txBody>
          <a:bodyPr wrap="square" lIns="0" rIns="0" tIns="0" bIns="0" anchor="t">
            <a:spAutoFit/>
          </a:bodyPr>
          <a:lstStyle/>
          <a:p>
            <a:pPr algn="l"/>
            <a:r>
              <a:rPr sz="3400" b="1" i="0">
                <a:solidFill>
                  <a:srgbClr val="EE2B7A"/>
                </a:solidFill>
                <a:latin typeface="Poppins"/>
              </a:rPr>
              <a:t>02</a:t>
            </a:r>
          </a:p>
        </p:txBody>
      </p:sp>
      <p:sp>
        <p:nvSpPr>
          <p:cNvPr id="41" name="TextBox 40"/>
          <p:cNvSpPr txBox="1"/>
          <p:nvPr/>
        </p:nvSpPr>
        <p:spPr>
          <a:xfrm>
            <a:off x="6414516" y="2606040"/>
            <a:ext cx="5225796" cy="365760"/>
          </a:xfrm>
          <a:prstGeom prst="rect">
            <a:avLst/>
          </a:prstGeom>
          <a:noFill/>
        </p:spPr>
        <p:txBody>
          <a:bodyPr wrap="square" lIns="0" rIns="0" tIns="0" bIns="0" anchor="t">
            <a:spAutoFit/>
          </a:bodyPr>
          <a:lstStyle/>
          <a:p>
            <a:pPr algn="l"/>
            <a:r>
              <a:rPr sz="1700" b="1" i="0">
                <a:solidFill>
                  <a:srgbClr val="3D3C3C"/>
                </a:solidFill>
                <a:latin typeface="Poppins"/>
              </a:rPr>
              <a:t>Strategy to Win Workshop</a:t>
            </a:r>
          </a:p>
        </p:txBody>
      </p:sp>
      <p:sp>
        <p:nvSpPr>
          <p:cNvPr id="42" name="TextBox 41"/>
          <p:cNvSpPr txBox="1"/>
          <p:nvPr/>
        </p:nvSpPr>
        <p:spPr>
          <a:xfrm>
            <a:off x="6414516" y="2971800"/>
            <a:ext cx="5225796" cy="274320"/>
          </a:xfrm>
          <a:prstGeom prst="rect">
            <a:avLst/>
          </a:prstGeom>
          <a:noFill/>
        </p:spPr>
        <p:txBody>
          <a:bodyPr wrap="square" lIns="0" rIns="0" tIns="0" bIns="0" anchor="t">
            <a:spAutoFit/>
          </a:bodyPr>
          <a:lstStyle/>
          <a:p>
            <a:pPr algn="l"/>
            <a:r>
              <a:rPr sz="1200" b="0" i="0">
                <a:solidFill>
                  <a:srgbClr val="6E7178"/>
                </a:solidFill>
                <a:latin typeface="Poppins"/>
              </a:rPr>
              <a:t>Defining how GoFar will compete in the ECI Phase</a:t>
            </a:r>
          </a:p>
        </p:txBody>
      </p:sp>
      <p:cxnSp>
        <p:nvCxnSpPr>
          <p:cNvPr id="43" name="Connector 42"/>
          <p:cNvCxnSpPr/>
          <p:nvPr/>
        </p:nvCxnSpPr>
        <p:spPr>
          <a:xfrm>
            <a:off x="6414516" y="3383280"/>
            <a:ext cx="5225796" cy="0"/>
          </a:xfrm>
          <a:prstGeom prst="line">
            <a:avLst/>
          </a:prstGeom>
          <a:ln w="9525">
            <a:solidFill>
              <a:srgbClr val="D9DBE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6414516" y="3493008"/>
            <a:ext cx="1463040" cy="548640"/>
          </a:xfrm>
          <a:prstGeom prst="rect">
            <a:avLst/>
          </a:prstGeom>
          <a:noFill/>
        </p:spPr>
        <p:txBody>
          <a:bodyPr wrap="square" lIns="0" rIns="0" tIns="0" bIns="0" anchor="t">
            <a:spAutoFit/>
          </a:bodyPr>
          <a:lstStyle/>
          <a:p>
            <a:pPr algn="l"/>
            <a:r>
              <a:rPr sz="1200" b="1" i="0">
                <a:solidFill>
                  <a:srgbClr val="EE2B7A"/>
                </a:solidFill>
                <a:latin typeface="Poppins"/>
              </a:rPr>
              <a:t>Positioning</a:t>
            </a:r>
          </a:p>
        </p:txBody>
      </p:sp>
      <p:sp>
        <p:nvSpPr>
          <p:cNvPr id="45" name="TextBox 44"/>
          <p:cNvSpPr txBox="1"/>
          <p:nvPr/>
        </p:nvSpPr>
        <p:spPr>
          <a:xfrm>
            <a:off x="7923276" y="3493008"/>
            <a:ext cx="3717036" cy="594360"/>
          </a:xfrm>
          <a:prstGeom prst="rect">
            <a:avLst/>
          </a:prstGeom>
          <a:noFill/>
        </p:spPr>
        <p:txBody>
          <a:bodyPr wrap="square" lIns="0" rIns="0" tIns="0" bIns="0" anchor="t">
            <a:spAutoFit/>
          </a:bodyPr>
          <a:lstStyle/>
          <a:p>
            <a:pPr algn="l"/>
            <a:r>
              <a:rPr sz="1200" b="0" i="0">
                <a:solidFill>
                  <a:srgbClr val="3D3C3C"/>
                </a:solidFill>
                <a:latin typeface="Poppins"/>
              </a:rPr>
              <a:t>Win themes and GoFar's unique selling proposition</a:t>
            </a:r>
          </a:p>
        </p:txBody>
      </p:sp>
      <p:cxnSp>
        <p:nvCxnSpPr>
          <p:cNvPr id="46" name="Connector 45"/>
          <p:cNvCxnSpPr/>
          <p:nvPr/>
        </p:nvCxnSpPr>
        <p:spPr>
          <a:xfrm>
            <a:off x="6414516" y="4114800"/>
            <a:ext cx="5225796" cy="0"/>
          </a:xfrm>
          <a:prstGeom prst="line">
            <a:avLst/>
          </a:prstGeom>
          <a:ln w="9525">
            <a:solidFill>
              <a:srgbClr val="D9DBE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414516" y="4206240"/>
            <a:ext cx="1463040" cy="548640"/>
          </a:xfrm>
          <a:prstGeom prst="rect">
            <a:avLst/>
          </a:prstGeom>
          <a:noFill/>
        </p:spPr>
        <p:txBody>
          <a:bodyPr wrap="square" lIns="0" rIns="0" tIns="0" bIns="0" anchor="t">
            <a:spAutoFit/>
          </a:bodyPr>
          <a:lstStyle/>
          <a:p>
            <a:pPr algn="l"/>
            <a:r>
              <a:rPr sz="1200" b="1" i="0">
                <a:solidFill>
                  <a:srgbClr val="EE2B7A"/>
                </a:solidFill>
                <a:latin typeface="Poppins"/>
              </a:rPr>
              <a:t>Competitors</a:t>
            </a:r>
          </a:p>
        </p:txBody>
      </p:sp>
      <p:sp>
        <p:nvSpPr>
          <p:cNvPr id="48" name="TextBox 47"/>
          <p:cNvSpPr txBox="1"/>
          <p:nvPr/>
        </p:nvSpPr>
        <p:spPr>
          <a:xfrm>
            <a:off x="7923276" y="4206240"/>
            <a:ext cx="3717036" cy="594360"/>
          </a:xfrm>
          <a:prstGeom prst="rect">
            <a:avLst/>
          </a:prstGeom>
          <a:noFill/>
        </p:spPr>
        <p:txBody>
          <a:bodyPr wrap="square" lIns="0" rIns="0" tIns="0" bIns="0" anchor="t">
            <a:spAutoFit/>
          </a:bodyPr>
          <a:lstStyle/>
          <a:p>
            <a:pPr algn="l"/>
            <a:r>
              <a:rPr sz="1200" b="0" i="0">
                <a:solidFill>
                  <a:srgbClr val="3D3C3C"/>
                </a:solidFill>
                <a:latin typeface="Poppins"/>
              </a:rPr>
              <a:t>A map of the other ECI partners, their strengths and likely approach</a:t>
            </a:r>
          </a:p>
        </p:txBody>
      </p:sp>
      <p:cxnSp>
        <p:nvCxnSpPr>
          <p:cNvPr id="49" name="Connector 48"/>
          <p:cNvCxnSpPr/>
          <p:nvPr/>
        </p:nvCxnSpPr>
        <p:spPr>
          <a:xfrm>
            <a:off x="6414516" y="4828031"/>
            <a:ext cx="5225796" cy="0"/>
          </a:xfrm>
          <a:prstGeom prst="line">
            <a:avLst/>
          </a:prstGeom>
          <a:ln w="9525">
            <a:solidFill>
              <a:srgbClr val="D9DBE0"/>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6414516" y="4983480"/>
            <a:ext cx="1463040" cy="548640"/>
          </a:xfrm>
          <a:prstGeom prst="rect">
            <a:avLst/>
          </a:prstGeom>
          <a:noFill/>
        </p:spPr>
        <p:txBody>
          <a:bodyPr wrap="square" lIns="0" rIns="0" tIns="0" bIns="0" anchor="t">
            <a:spAutoFit/>
          </a:bodyPr>
          <a:lstStyle/>
          <a:p>
            <a:pPr algn="l"/>
            <a:r>
              <a:rPr sz="1200" b="1" i="0">
                <a:solidFill>
                  <a:srgbClr val="3D3C3C"/>
                </a:solidFill>
                <a:latin typeface="Poppins"/>
              </a:rPr>
              <a:t>Outcome</a:t>
            </a:r>
          </a:p>
        </p:txBody>
      </p:sp>
      <p:sp>
        <p:nvSpPr>
          <p:cNvPr id="51" name="TextBox 50"/>
          <p:cNvSpPr txBox="1"/>
          <p:nvPr/>
        </p:nvSpPr>
        <p:spPr>
          <a:xfrm>
            <a:off x="7923276" y="4983480"/>
            <a:ext cx="3717036" cy="594360"/>
          </a:xfrm>
          <a:prstGeom prst="rect">
            <a:avLst/>
          </a:prstGeom>
          <a:noFill/>
        </p:spPr>
        <p:txBody>
          <a:bodyPr wrap="square" lIns="0" rIns="0" tIns="0" bIns="0" anchor="t">
            <a:spAutoFit/>
          </a:bodyPr>
          <a:lstStyle/>
          <a:p>
            <a:pPr algn="l"/>
            <a:r>
              <a:rPr sz="1200" b="1" i="0">
                <a:solidFill>
                  <a:srgbClr val="3D3C3C"/>
                </a:solidFill>
                <a:latin typeface="Poppins"/>
              </a:rPr>
              <a:t>A clear ECI strategy and key messages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a:spLocks noGrp="1"/>
          </p:cNvSpPr>
          <p:nvPr>
            <p:ph type="title" idx="101" hasCustomPrompt="1"/>
          </p:nvPr>
        </p:nvSpPr>
        <p:spPr>
          <a:xfrm>
            <a:off x="548640" y="658368"/>
            <a:ext cx="11269343" cy="640080"/>
          </a:xfrm>
          <a:prstGeom prst="rect">
            <a:avLst/>
          </a:prstGeom>
          <a:noFill/>
          <a:ln/>
        </p:spPr>
        <p:txBody>
          <a:bodyPr wrap="square" lIns="0" tIns="0" rIns="0" bIns="0" rtlCol="0" anchor="t"/>
          <a:lstStyle/>
          <a:p>
            <a:pPr marL="0" indent="0" algn="l">
              <a:buNone/>
            </a:pPr>
            <a:r>
              <a:rPr lang="en-US" sz="2800" b="1" dirty="0">
                <a:solidFill>
                  <a:schemeClr val="tx1"/>
                </a:solidFill>
              </a:rPr>
              <a:t>We have allowed for 12 interactives in the ECI phase</a:t>
            </a:r>
            <a:endParaRPr lang="en-US" sz="2800" dirty="0"/>
          </a:p>
        </p:txBody>
      </p:sp>
      <p:sp>
        <p:nvSpPr>
          <p:cNvPr id="4" name="Text 2"/>
          <p:cNvSpPr txBox="1"/>
          <p:nvPr/>
        </p:nvSpPr>
        <p:spPr>
          <a:xfrm>
            <a:off x="548639" y="1208920"/>
            <a:ext cx="11094415"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D3C3C"/>
                </a:solidFill>
                <a:effectLst/>
                <a:uLnTx/>
                <a:uFillTx/>
                <a:latin typeface="Poppins"/>
                <a:ea typeface="+mn-ea"/>
                <a:cs typeface="+mn-cs"/>
              </a:rPr>
              <a:t>An estimated 12 interactives, each following our eight-step process, with TSG in the room for live support. This is where our most intensive support will be provided, where HSRA looks for evidence that </a:t>
            </a:r>
            <a:r>
              <a:rPr kumimoji="0" lang="en-US" sz="1400" b="0" i="0" u="none" strike="noStrike" kern="1200" cap="none" spc="0" normalizeH="0" baseline="0" noProof="0" dirty="0" err="1">
                <a:ln>
                  <a:noFill/>
                </a:ln>
                <a:solidFill>
                  <a:srgbClr val="3D3C3C"/>
                </a:solidFill>
                <a:effectLst/>
                <a:uLnTx/>
                <a:uFillTx/>
                <a:latin typeface="Poppins"/>
                <a:ea typeface="+mn-ea"/>
                <a:cs typeface="+mn-cs"/>
              </a:rPr>
              <a:t>GoFar</a:t>
            </a:r>
            <a:r>
              <a:rPr kumimoji="0" lang="en-US" sz="1400" b="0" i="0" u="none" strike="noStrike" kern="1200" cap="none" spc="0" normalizeH="0" baseline="0" noProof="0" dirty="0">
                <a:ln>
                  <a:noFill/>
                </a:ln>
                <a:solidFill>
                  <a:srgbClr val="3D3C3C"/>
                </a:solidFill>
                <a:effectLst/>
                <a:uLnTx/>
                <a:uFillTx/>
                <a:latin typeface="Poppins"/>
                <a:ea typeface="+mn-ea"/>
                <a:cs typeface="+mn-cs"/>
              </a:rPr>
              <a:t> has listened, adapted and grown.</a:t>
            </a:r>
          </a:p>
        </p:txBody>
      </p:sp>
      <p:sp>
        <p:nvSpPr>
          <p:cNvPr id="13" name="Text 11"/>
          <p:cNvSpPr txBox="1"/>
          <p:nvPr/>
        </p:nvSpPr>
        <p:spPr>
          <a:xfrm>
            <a:off x="548640" y="2047687"/>
            <a:ext cx="2602154"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srgbClr val="F48047"/>
                </a:solidFill>
                <a:effectLst/>
                <a:uLnTx/>
                <a:uFillTx/>
                <a:latin typeface="Poppins"/>
                <a:ea typeface="+mn-ea"/>
                <a:cs typeface="+mn-cs"/>
              </a:rPr>
              <a:t>PREPARE</a:t>
            </a:r>
            <a:endParaRPr kumimoji="0" lang="en-US" sz="1600" b="0" i="0" u="none" strike="noStrike" kern="1200" cap="none" spc="0" normalizeH="0" baseline="0" noProof="0" dirty="0">
              <a:ln>
                <a:noFill/>
              </a:ln>
              <a:solidFill>
                <a:srgbClr val="3D3C3C"/>
              </a:solidFill>
              <a:effectLst/>
              <a:uLnTx/>
              <a:uFillTx/>
              <a:latin typeface="Poppins"/>
              <a:ea typeface="+mn-ea"/>
              <a:cs typeface="+mn-cs"/>
            </a:endParaRPr>
          </a:p>
        </p:txBody>
      </p:sp>
      <p:sp>
        <p:nvSpPr>
          <p:cNvPr id="20" name="Text 18"/>
          <p:cNvSpPr txBox="1"/>
          <p:nvPr/>
        </p:nvSpPr>
        <p:spPr>
          <a:xfrm>
            <a:off x="3506615" y="2047687"/>
            <a:ext cx="2602154"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srgbClr val="0E98D7"/>
                </a:solidFill>
                <a:effectLst/>
                <a:uLnTx/>
                <a:uFillTx/>
                <a:latin typeface="Poppins"/>
                <a:ea typeface="+mn-ea"/>
                <a:cs typeface="+mn-cs"/>
              </a:rPr>
              <a:t>DEVELOP</a:t>
            </a:r>
            <a:endParaRPr kumimoji="0" lang="en-US" sz="1600" b="0" i="0" u="none" strike="noStrike" kern="1200" cap="none" spc="0" normalizeH="0" baseline="0" noProof="0" dirty="0">
              <a:ln>
                <a:noFill/>
              </a:ln>
              <a:solidFill>
                <a:srgbClr val="3D3C3C"/>
              </a:solidFill>
              <a:effectLst/>
              <a:uLnTx/>
              <a:uFillTx/>
              <a:latin typeface="Poppins"/>
              <a:ea typeface="+mn-ea"/>
              <a:cs typeface="+mn-cs"/>
            </a:endParaRPr>
          </a:p>
        </p:txBody>
      </p:sp>
      <p:sp>
        <p:nvSpPr>
          <p:cNvPr id="27" name="Text 25"/>
          <p:cNvSpPr txBox="1"/>
          <p:nvPr/>
        </p:nvSpPr>
        <p:spPr>
          <a:xfrm>
            <a:off x="6385076" y="2047687"/>
            <a:ext cx="2602154"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srgbClr val="EE2B7A"/>
                </a:solidFill>
                <a:effectLst/>
                <a:uLnTx/>
                <a:uFillTx/>
                <a:latin typeface="Poppins"/>
                <a:ea typeface="+mn-ea"/>
                <a:cs typeface="+mn-cs"/>
              </a:rPr>
              <a:t>REHEARSE</a:t>
            </a:r>
            <a:endParaRPr kumimoji="0" lang="en-US" sz="1600" b="0" i="0" u="none" strike="noStrike" kern="1200" cap="none" spc="0" normalizeH="0" baseline="0" noProof="0" dirty="0">
              <a:ln>
                <a:noFill/>
              </a:ln>
              <a:solidFill>
                <a:srgbClr val="3D3C3C"/>
              </a:solidFill>
              <a:effectLst/>
              <a:uLnTx/>
              <a:uFillTx/>
              <a:latin typeface="Poppins"/>
              <a:ea typeface="+mn-ea"/>
              <a:cs typeface="+mn-cs"/>
            </a:endParaRPr>
          </a:p>
        </p:txBody>
      </p:sp>
      <p:sp>
        <p:nvSpPr>
          <p:cNvPr id="34" name="Text 32"/>
          <p:cNvSpPr txBox="1"/>
          <p:nvPr/>
        </p:nvSpPr>
        <p:spPr>
          <a:xfrm>
            <a:off x="9215829" y="2047687"/>
            <a:ext cx="2602154"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srgbClr val="2EB88A"/>
                </a:solidFill>
                <a:effectLst/>
                <a:uLnTx/>
                <a:uFillTx/>
                <a:latin typeface="Poppins"/>
                <a:ea typeface="+mn-ea"/>
                <a:cs typeface="+mn-cs"/>
              </a:rPr>
              <a:t>DELIVER</a:t>
            </a:r>
            <a:endParaRPr kumimoji="0" lang="en-US" sz="1600" b="0" i="0" u="none" strike="noStrike" kern="1200" cap="none" spc="0" normalizeH="0" baseline="0" noProof="0" dirty="0">
              <a:ln>
                <a:noFill/>
              </a:ln>
              <a:solidFill>
                <a:srgbClr val="3D3C3C"/>
              </a:solidFill>
              <a:effectLst/>
              <a:uLnTx/>
              <a:uFillTx/>
              <a:latin typeface="Poppins"/>
              <a:ea typeface="+mn-ea"/>
              <a:cs typeface="+mn-cs"/>
            </a:endParaRPr>
          </a:p>
        </p:txBody>
      </p:sp>
      <p:sp>
        <p:nvSpPr>
          <p:cNvPr id="42" name="Slide Number Placeholder 0"/>
          <p:cNvSpPr>
            <a:spLocks noGrp="1"/>
          </p:cNvSpPr>
          <p:nvPr>
            <p:ph type="sldNum" sz="quarter" idx="4294967295"/>
          </p:nvPr>
        </p:nvSpPr>
        <p:spPr>
          <a:xfrm>
            <a:off x="11256264" y="6327648"/>
            <a:ext cx="384048" cy="274320"/>
          </a:xfrm>
          <a:prstGeom prst="rect">
            <a:avLst/>
          </a:prstGeom>
          <a:extLst>
            <a:ext uri="{C572A759-6A51-4108-AA02-DFA0A04FC94B}">
              <ma14:wrappingTextBoxFlag xmlns:ma14="http://schemas.microsoft.com/office/mac/drawingml/2011/main" xmlns="" val="0"/>
            </a:ext>
          </a:extLst>
        </p:spPr>
        <p:txBody>
          <a:bodyPr lIns="0" tIns="0" rIns="0" bIns="0" anchor="ctr"/>
          <a:lstStyle>
            <a:lvl1pPr>
              <a:defRPr sz="1000">
                <a:solidFill>
                  <a:srgbClr val="FFFFFF"/>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000" b="0" i="0" u="none" strike="noStrike" kern="1200" cap="none" spc="0" normalizeH="0" baseline="0" noProof="0">
                <a:ln>
                  <a:noFill/>
                </a:ln>
                <a:solidFill>
                  <a:srgbClr val="FFFFFF"/>
                </a:solidFill>
                <a:effectLst/>
                <a:uLnTx/>
                <a:uFillTx/>
                <a:latin typeface="Poppins"/>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7</a:t>
            </a:fld>
            <a:endParaRPr kumimoji="0" lang="en-US" sz="1000" b="0" i="0" u="none" strike="noStrike" kern="1200" cap="none" spc="0" normalizeH="0" baseline="0" noProof="0">
              <a:ln>
                <a:noFill/>
              </a:ln>
              <a:solidFill>
                <a:srgbClr val="FFFFFF"/>
              </a:solidFill>
              <a:effectLst/>
              <a:uLnTx/>
              <a:uFillTx/>
              <a:latin typeface="Poppins"/>
              <a:ea typeface="+mn-ea"/>
              <a:cs typeface="+mn-cs"/>
            </a:endParaRPr>
          </a:p>
        </p:txBody>
      </p:sp>
      <p:sp>
        <p:nvSpPr>
          <p:cNvPr id="94" name="Shape 3">
            <a:extLst>
              <a:ext uri="{FF2B5EF4-FFF2-40B4-BE49-F238E27FC236}">
                <a16:creationId xmlns:a16="http://schemas.microsoft.com/office/drawing/2014/main" id="{3EFA296A-C3AA-824B-CFBB-A53B4F5CD0F1}"/>
              </a:ext>
            </a:extLst>
          </p:cNvPr>
          <p:cNvSpPr/>
          <p:nvPr/>
        </p:nvSpPr>
        <p:spPr>
          <a:xfrm>
            <a:off x="9159515" y="4304128"/>
            <a:ext cx="2723645" cy="1707063"/>
          </a:xfrm>
          <a:prstGeom prst="round2SameRect">
            <a:avLst>
              <a:gd name="adj1" fmla="val 6822"/>
              <a:gd name="adj2" fmla="val 6914"/>
            </a:avLst>
          </a:prstGeom>
          <a:solidFill>
            <a:srgbClr val="FFFFFF"/>
          </a:solidFill>
          <a:ln w="12700">
            <a:noFill/>
            <a:prstDash val="solid"/>
          </a:ln>
          <a:effectLst>
            <a:outerShdw blurRad="101600" dist="38100" dir="8100000" algn="bl" rotWithShape="0">
              <a:srgbClr val="000000">
                <a:alpha val="12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2400" b="0" i="0" u="none" strike="noStrike" kern="1200" cap="none" spc="0" normalizeH="0" baseline="0" noProof="0">
              <a:ln>
                <a:noFill/>
              </a:ln>
              <a:solidFill>
                <a:srgbClr val="3D3C3C"/>
              </a:solidFill>
              <a:effectLst/>
              <a:uLnTx/>
              <a:uFillTx/>
              <a:latin typeface="Poppins"/>
              <a:ea typeface="+mn-ea"/>
              <a:cs typeface="+mn-cs"/>
            </a:endParaRPr>
          </a:p>
        </p:txBody>
      </p:sp>
      <p:sp>
        <p:nvSpPr>
          <p:cNvPr id="96" name="Shape 3">
            <a:extLst>
              <a:ext uri="{FF2B5EF4-FFF2-40B4-BE49-F238E27FC236}">
                <a16:creationId xmlns:a16="http://schemas.microsoft.com/office/drawing/2014/main" id="{48C6B3ED-3EE7-DAF7-6D24-9A588F3F51CD}"/>
              </a:ext>
            </a:extLst>
          </p:cNvPr>
          <p:cNvSpPr/>
          <p:nvPr/>
        </p:nvSpPr>
        <p:spPr>
          <a:xfrm>
            <a:off x="9142816" y="2432903"/>
            <a:ext cx="2723645" cy="1707063"/>
          </a:xfrm>
          <a:prstGeom prst="round2SameRect">
            <a:avLst>
              <a:gd name="adj1" fmla="val 6822"/>
              <a:gd name="adj2" fmla="val 6914"/>
            </a:avLst>
          </a:prstGeom>
          <a:solidFill>
            <a:srgbClr val="FFFFFF"/>
          </a:solidFill>
          <a:ln w="12700">
            <a:noFill/>
            <a:prstDash val="solid"/>
          </a:ln>
          <a:effectLst>
            <a:outerShdw blurRad="101600" dist="38100" dir="8100000" algn="bl" rotWithShape="0">
              <a:srgbClr val="000000">
                <a:alpha val="12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2400" b="0" i="0" u="none" strike="noStrike" kern="1200" cap="none" spc="0" normalizeH="0" baseline="0" noProof="0">
              <a:ln>
                <a:noFill/>
              </a:ln>
              <a:solidFill>
                <a:srgbClr val="3D3C3C"/>
              </a:solidFill>
              <a:effectLst/>
              <a:uLnTx/>
              <a:uFillTx/>
              <a:latin typeface="Poppins"/>
              <a:ea typeface="+mn-ea"/>
              <a:cs typeface="+mn-cs"/>
            </a:endParaRPr>
          </a:p>
        </p:txBody>
      </p:sp>
      <p:sp>
        <p:nvSpPr>
          <p:cNvPr id="98" name="Shape 3">
            <a:extLst>
              <a:ext uri="{FF2B5EF4-FFF2-40B4-BE49-F238E27FC236}">
                <a16:creationId xmlns:a16="http://schemas.microsoft.com/office/drawing/2014/main" id="{2874C755-A679-E153-FEDC-469CF7F284BD}"/>
              </a:ext>
            </a:extLst>
          </p:cNvPr>
          <p:cNvSpPr/>
          <p:nvPr/>
        </p:nvSpPr>
        <p:spPr>
          <a:xfrm>
            <a:off x="6276745" y="4301658"/>
            <a:ext cx="2723645" cy="1707063"/>
          </a:xfrm>
          <a:prstGeom prst="round2SameRect">
            <a:avLst>
              <a:gd name="adj1" fmla="val 6822"/>
              <a:gd name="adj2" fmla="val 6914"/>
            </a:avLst>
          </a:prstGeom>
          <a:solidFill>
            <a:srgbClr val="FFFFFF"/>
          </a:solidFill>
          <a:ln w="12700">
            <a:noFill/>
            <a:prstDash val="solid"/>
          </a:ln>
          <a:effectLst>
            <a:outerShdw blurRad="101600" dist="38100" dir="8100000" algn="bl" rotWithShape="0">
              <a:srgbClr val="000000">
                <a:alpha val="12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2400" b="0" i="0" u="none" strike="noStrike" kern="1200" cap="none" spc="0" normalizeH="0" baseline="0" noProof="0">
              <a:ln>
                <a:noFill/>
              </a:ln>
              <a:solidFill>
                <a:srgbClr val="3D3C3C"/>
              </a:solidFill>
              <a:effectLst/>
              <a:uLnTx/>
              <a:uFillTx/>
              <a:latin typeface="Poppins"/>
              <a:ea typeface="+mn-ea"/>
              <a:cs typeface="+mn-cs"/>
            </a:endParaRPr>
          </a:p>
        </p:txBody>
      </p:sp>
      <p:sp>
        <p:nvSpPr>
          <p:cNvPr id="100" name="Shape 3">
            <a:extLst>
              <a:ext uri="{FF2B5EF4-FFF2-40B4-BE49-F238E27FC236}">
                <a16:creationId xmlns:a16="http://schemas.microsoft.com/office/drawing/2014/main" id="{7904CB1E-100F-E3F4-BB80-A43C5CF24D9D}"/>
              </a:ext>
            </a:extLst>
          </p:cNvPr>
          <p:cNvSpPr/>
          <p:nvPr/>
        </p:nvSpPr>
        <p:spPr>
          <a:xfrm>
            <a:off x="6276745" y="2430433"/>
            <a:ext cx="2723645" cy="1707063"/>
          </a:xfrm>
          <a:prstGeom prst="round2SameRect">
            <a:avLst>
              <a:gd name="adj1" fmla="val 6822"/>
              <a:gd name="adj2" fmla="val 6914"/>
            </a:avLst>
          </a:prstGeom>
          <a:solidFill>
            <a:srgbClr val="FFFFFF"/>
          </a:solidFill>
          <a:ln w="12700">
            <a:noFill/>
            <a:prstDash val="solid"/>
          </a:ln>
          <a:effectLst>
            <a:outerShdw blurRad="101600" dist="38100" dir="8100000" algn="bl" rotWithShape="0">
              <a:srgbClr val="000000">
                <a:alpha val="12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2400" b="0" i="0" u="none" strike="noStrike" kern="1200" cap="none" spc="0" normalizeH="0" baseline="0" noProof="0">
              <a:ln>
                <a:noFill/>
              </a:ln>
              <a:solidFill>
                <a:srgbClr val="3D3C3C"/>
              </a:solidFill>
              <a:effectLst/>
              <a:uLnTx/>
              <a:uFillTx/>
              <a:latin typeface="Poppins"/>
              <a:ea typeface="+mn-ea"/>
              <a:cs typeface="+mn-cs"/>
            </a:endParaRPr>
          </a:p>
        </p:txBody>
      </p:sp>
      <p:sp>
        <p:nvSpPr>
          <p:cNvPr id="102" name="Shape 3">
            <a:extLst>
              <a:ext uri="{FF2B5EF4-FFF2-40B4-BE49-F238E27FC236}">
                <a16:creationId xmlns:a16="http://schemas.microsoft.com/office/drawing/2014/main" id="{58FF8A92-E095-3583-607D-8F24EC29C7D9}"/>
              </a:ext>
            </a:extLst>
          </p:cNvPr>
          <p:cNvSpPr/>
          <p:nvPr/>
        </p:nvSpPr>
        <p:spPr>
          <a:xfrm>
            <a:off x="3423336" y="4304128"/>
            <a:ext cx="2723645" cy="1707063"/>
          </a:xfrm>
          <a:prstGeom prst="round2SameRect">
            <a:avLst>
              <a:gd name="adj1" fmla="val 6822"/>
              <a:gd name="adj2" fmla="val 6914"/>
            </a:avLst>
          </a:prstGeom>
          <a:solidFill>
            <a:srgbClr val="FFFFFF"/>
          </a:solidFill>
          <a:ln w="12700">
            <a:noFill/>
            <a:prstDash val="solid"/>
          </a:ln>
          <a:effectLst>
            <a:outerShdw blurRad="101600" dist="38100" dir="8100000" algn="bl" rotWithShape="0">
              <a:srgbClr val="000000">
                <a:alpha val="12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2400" b="0" i="0" u="none" strike="noStrike" kern="1200" cap="none" spc="0" normalizeH="0" baseline="0" noProof="0">
              <a:ln>
                <a:noFill/>
              </a:ln>
              <a:solidFill>
                <a:srgbClr val="3D3C3C"/>
              </a:solidFill>
              <a:effectLst/>
              <a:uLnTx/>
              <a:uFillTx/>
              <a:latin typeface="Poppins"/>
              <a:ea typeface="+mn-ea"/>
              <a:cs typeface="+mn-cs"/>
            </a:endParaRPr>
          </a:p>
        </p:txBody>
      </p:sp>
      <p:sp>
        <p:nvSpPr>
          <p:cNvPr id="104" name="Shape 3">
            <a:extLst>
              <a:ext uri="{FF2B5EF4-FFF2-40B4-BE49-F238E27FC236}">
                <a16:creationId xmlns:a16="http://schemas.microsoft.com/office/drawing/2014/main" id="{B679F2B3-B293-2E76-2DEA-17F0DA55D097}"/>
              </a:ext>
            </a:extLst>
          </p:cNvPr>
          <p:cNvSpPr/>
          <p:nvPr/>
        </p:nvSpPr>
        <p:spPr>
          <a:xfrm>
            <a:off x="3410674" y="2432903"/>
            <a:ext cx="2723645" cy="1707063"/>
          </a:xfrm>
          <a:prstGeom prst="round2SameRect">
            <a:avLst>
              <a:gd name="adj1" fmla="val 6822"/>
              <a:gd name="adj2" fmla="val 6914"/>
            </a:avLst>
          </a:prstGeom>
          <a:solidFill>
            <a:srgbClr val="FFFFFF"/>
          </a:solidFill>
          <a:ln w="12700">
            <a:noFill/>
            <a:prstDash val="solid"/>
          </a:ln>
          <a:effectLst>
            <a:outerShdw blurRad="101600" dist="38100" dir="8100000" algn="bl" rotWithShape="0">
              <a:srgbClr val="000000">
                <a:alpha val="12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2400" b="0" i="0" u="none" strike="noStrike" kern="1200" cap="none" spc="0" normalizeH="0" baseline="0" noProof="0">
              <a:ln>
                <a:noFill/>
              </a:ln>
              <a:solidFill>
                <a:srgbClr val="3D3C3C"/>
              </a:solidFill>
              <a:effectLst/>
              <a:uLnTx/>
              <a:uFillTx/>
              <a:latin typeface="Poppins"/>
              <a:ea typeface="+mn-ea"/>
              <a:cs typeface="+mn-cs"/>
            </a:endParaRPr>
          </a:p>
        </p:txBody>
      </p:sp>
      <p:sp>
        <p:nvSpPr>
          <p:cNvPr id="106" name="Shape 3">
            <a:extLst>
              <a:ext uri="{FF2B5EF4-FFF2-40B4-BE49-F238E27FC236}">
                <a16:creationId xmlns:a16="http://schemas.microsoft.com/office/drawing/2014/main" id="{8E0167BA-93D2-EC3E-0750-1C85FD8EF313}"/>
              </a:ext>
            </a:extLst>
          </p:cNvPr>
          <p:cNvSpPr/>
          <p:nvPr/>
        </p:nvSpPr>
        <p:spPr>
          <a:xfrm>
            <a:off x="540566" y="4289879"/>
            <a:ext cx="2723645" cy="1707063"/>
          </a:xfrm>
          <a:prstGeom prst="round2SameRect">
            <a:avLst>
              <a:gd name="adj1" fmla="val 6822"/>
              <a:gd name="adj2" fmla="val 6914"/>
            </a:avLst>
          </a:prstGeom>
          <a:solidFill>
            <a:srgbClr val="FFFFFF"/>
          </a:solidFill>
          <a:ln w="12700">
            <a:noFill/>
            <a:prstDash val="solid"/>
          </a:ln>
          <a:effectLst>
            <a:outerShdw blurRad="101600" dist="38100" dir="8100000" algn="bl" rotWithShape="0">
              <a:srgbClr val="000000">
                <a:alpha val="12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2400" b="0" i="0" u="none" strike="noStrike" kern="1200" cap="none" spc="0" normalizeH="0" baseline="0" noProof="0">
              <a:ln>
                <a:noFill/>
              </a:ln>
              <a:solidFill>
                <a:srgbClr val="3D3C3C"/>
              </a:solidFill>
              <a:effectLst/>
              <a:uLnTx/>
              <a:uFillTx/>
              <a:latin typeface="Poppins"/>
              <a:ea typeface="+mn-ea"/>
              <a:cs typeface="+mn-cs"/>
            </a:endParaRPr>
          </a:p>
        </p:txBody>
      </p:sp>
      <p:sp>
        <p:nvSpPr>
          <p:cNvPr id="108" name="Shape 3">
            <a:extLst>
              <a:ext uri="{FF2B5EF4-FFF2-40B4-BE49-F238E27FC236}">
                <a16:creationId xmlns:a16="http://schemas.microsoft.com/office/drawing/2014/main" id="{23232EF5-3067-65E7-2A5F-B906637A3D52}"/>
              </a:ext>
            </a:extLst>
          </p:cNvPr>
          <p:cNvSpPr/>
          <p:nvPr/>
        </p:nvSpPr>
        <p:spPr>
          <a:xfrm>
            <a:off x="544603" y="2432903"/>
            <a:ext cx="2723645" cy="1707063"/>
          </a:xfrm>
          <a:prstGeom prst="round2SameRect">
            <a:avLst>
              <a:gd name="adj1" fmla="val 6822"/>
              <a:gd name="adj2" fmla="val 6914"/>
            </a:avLst>
          </a:prstGeom>
          <a:solidFill>
            <a:srgbClr val="FFFFFF"/>
          </a:solidFill>
          <a:ln w="12700">
            <a:noFill/>
            <a:prstDash val="solid"/>
          </a:ln>
          <a:effectLst>
            <a:outerShdw blurRad="101600" dist="38100" dir="8100000" algn="bl" rotWithShape="0">
              <a:srgbClr val="000000">
                <a:alpha val="12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2400" b="0" i="0" u="none" strike="noStrike" kern="1200" cap="none" spc="0" normalizeH="0" baseline="0" noProof="0">
              <a:ln>
                <a:noFill/>
              </a:ln>
              <a:solidFill>
                <a:srgbClr val="3D3C3C"/>
              </a:solidFill>
              <a:effectLst/>
              <a:uLnTx/>
              <a:uFillTx/>
              <a:latin typeface="Poppins"/>
              <a:ea typeface="+mn-ea"/>
              <a:cs typeface="+mn-cs"/>
            </a:endParaRPr>
          </a:p>
        </p:txBody>
      </p:sp>
      <p:sp>
        <p:nvSpPr>
          <p:cNvPr id="110" name="Text 48">
            <a:extLst>
              <a:ext uri="{FF2B5EF4-FFF2-40B4-BE49-F238E27FC236}">
                <a16:creationId xmlns:a16="http://schemas.microsoft.com/office/drawing/2014/main" id="{EC3E97AB-CE98-425A-652A-A275D5528FC6}"/>
              </a:ext>
            </a:extLst>
          </p:cNvPr>
          <p:cNvSpPr/>
          <p:nvPr/>
        </p:nvSpPr>
        <p:spPr>
          <a:xfrm>
            <a:off x="706634" y="2941961"/>
            <a:ext cx="2557577" cy="942269"/>
          </a:xfrm>
          <a:prstGeom prst="rect">
            <a:avLst/>
          </a:prstGeom>
          <a:noFill/>
          <a:ln/>
        </p:spPr>
        <p:txBody>
          <a:bodyPr wrap="square" rtlCol="0" anchor="ct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D3C3C"/>
                </a:solidFill>
                <a:effectLst/>
                <a:uLnTx/>
                <a:uFillTx/>
                <a:latin typeface="Poppins"/>
                <a:ea typeface="Open Sans" pitchFamily="34" charset="-122"/>
                <a:cs typeface="Open Sans" pitchFamily="34" charset="-120"/>
              </a:rPr>
              <a:t>Content discussion and objective-setting session</a:t>
            </a: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D3C3C"/>
                </a:solidFill>
                <a:effectLst/>
                <a:uLnTx/>
                <a:uFillTx/>
                <a:latin typeface="Poppins"/>
                <a:ea typeface="+mn-ea"/>
                <a:cs typeface="+mn-cs"/>
              </a:rPr>
              <a:t>Align on the interactive's purpose, format and the outcomes the JV needs to achieve</a:t>
            </a:r>
            <a:endParaRPr kumimoji="0" lang="en-US" sz="1100" b="0" i="0" u="none" strike="noStrike" kern="1200" cap="none" spc="0" normalizeH="0" baseline="0" noProof="0">
              <a:ln>
                <a:noFill/>
              </a:ln>
              <a:solidFill>
                <a:srgbClr val="3D3C3C"/>
              </a:solidFill>
              <a:effectLst/>
              <a:uLnTx/>
              <a:uFillTx/>
              <a:latin typeface="Open Sans" panose="020B0606030504020204" pitchFamily="34" charset="0"/>
              <a:ea typeface="Open Sans" panose="020B0606030504020204" pitchFamily="34" charset="0"/>
              <a:cs typeface="Open Sans" panose="020B0606030504020204" pitchFamily="34" charset="0"/>
            </a:endParaRPr>
          </a:p>
        </p:txBody>
      </p:sp>
      <p:sp>
        <p:nvSpPr>
          <p:cNvPr id="112" name="Text 48">
            <a:extLst>
              <a:ext uri="{FF2B5EF4-FFF2-40B4-BE49-F238E27FC236}">
                <a16:creationId xmlns:a16="http://schemas.microsoft.com/office/drawing/2014/main" id="{E1E92784-7761-EDD2-E38B-4E9EE3571034}"/>
              </a:ext>
            </a:extLst>
          </p:cNvPr>
          <p:cNvSpPr/>
          <p:nvPr/>
        </p:nvSpPr>
        <p:spPr>
          <a:xfrm>
            <a:off x="703103" y="4973382"/>
            <a:ext cx="2500843" cy="731520"/>
          </a:xfrm>
          <a:prstGeom prst="rect">
            <a:avLst/>
          </a:prstGeom>
          <a:noFill/>
          <a:ln/>
        </p:spPr>
        <p:txBody>
          <a:bodyPr wrap="square" rtlCol="0" anchor="ct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D3C3C"/>
                </a:solidFill>
                <a:effectLst/>
                <a:uLnTx/>
                <a:uFillTx/>
                <a:latin typeface="Poppins"/>
                <a:ea typeface="Open Sans" pitchFamily="34" charset="-122"/>
                <a:cs typeface="Open Sans" pitchFamily="34" charset="-120"/>
              </a:rPr>
              <a:t>Informal alignment with team</a:t>
            </a: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3D3C3C"/>
                </a:solidFill>
                <a:effectLst/>
                <a:uLnTx/>
                <a:uFillTx/>
                <a:latin typeface="Poppins"/>
                <a:ea typeface="+mn-ea"/>
                <a:cs typeface="+mn-cs"/>
              </a:rPr>
              <a:t>Hold catch-ups with individuals to assist with content development, and personal delivery style</a:t>
            </a:r>
            <a:endParaRPr kumimoji="0" lang="en-US" sz="1100" b="0" i="0" u="none" strike="noStrike" kern="1200" cap="none" spc="0" normalizeH="0" baseline="0" noProof="0" dirty="0">
              <a:ln>
                <a:noFill/>
              </a:ln>
              <a:solidFill>
                <a:srgbClr val="3D3C3C"/>
              </a:solidFill>
              <a:effectLst/>
              <a:uLnTx/>
              <a:uFillTx/>
              <a:latin typeface="Open Sans" panose="020B0606030504020204" pitchFamily="34" charset="0"/>
              <a:ea typeface="Open Sans" panose="020B0606030504020204" pitchFamily="34" charset="0"/>
              <a:cs typeface="Open Sans" panose="020B0606030504020204" pitchFamily="34" charset="0"/>
            </a:endParaRPr>
          </a:p>
        </p:txBody>
      </p:sp>
      <p:sp>
        <p:nvSpPr>
          <p:cNvPr id="114" name="Text 48">
            <a:extLst>
              <a:ext uri="{FF2B5EF4-FFF2-40B4-BE49-F238E27FC236}">
                <a16:creationId xmlns:a16="http://schemas.microsoft.com/office/drawing/2014/main" id="{641430C5-71E3-F886-57A5-877C588B7036}"/>
              </a:ext>
            </a:extLst>
          </p:cNvPr>
          <p:cNvSpPr/>
          <p:nvPr/>
        </p:nvSpPr>
        <p:spPr>
          <a:xfrm>
            <a:off x="3585719" y="3099650"/>
            <a:ext cx="2425800" cy="731520"/>
          </a:xfrm>
          <a:prstGeom prst="rect">
            <a:avLst/>
          </a:prstGeom>
          <a:noFill/>
          <a:ln/>
        </p:spPr>
        <p:txBody>
          <a:bodyPr wrap="square" rtlCol="0" anchor="ct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D3C3C"/>
                </a:solidFill>
                <a:effectLst/>
                <a:uLnTx/>
                <a:uFillTx/>
                <a:latin typeface="Poppins"/>
                <a:ea typeface="Open Sans" pitchFamily="34" charset="-122"/>
                <a:cs typeface="Open Sans" pitchFamily="34" charset="-120"/>
              </a:rPr>
              <a:t>Presentation development and refinement</a:t>
            </a: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3D3C3C"/>
                </a:solidFill>
                <a:effectLst/>
                <a:uLnTx/>
                <a:uFillTx/>
                <a:latin typeface="Poppins"/>
                <a:ea typeface="+mn-ea"/>
                <a:cs typeface="+mn-cs"/>
              </a:rPr>
              <a:t>Shape the narrative arc, structure and key messages that will resonate with HSRA evaluators</a:t>
            </a:r>
            <a:endParaRPr kumimoji="0" lang="en-US" sz="1100" b="0" i="0" u="none" strike="noStrike" kern="1200" cap="none" spc="0" normalizeH="0" baseline="0" noProof="0" dirty="0">
              <a:ln>
                <a:noFill/>
              </a:ln>
              <a:solidFill>
                <a:srgbClr val="3D3C3C"/>
              </a:solidFill>
              <a:effectLst/>
              <a:uLnTx/>
              <a:uFillTx/>
              <a:latin typeface="Open Sans" panose="020B0606030504020204" pitchFamily="34" charset="0"/>
              <a:ea typeface="Open Sans" panose="020B0606030504020204" pitchFamily="34" charset="0"/>
              <a:cs typeface="Open Sans" panose="020B0606030504020204" pitchFamily="34" charset="0"/>
            </a:endParaRPr>
          </a:p>
        </p:txBody>
      </p:sp>
      <p:sp>
        <p:nvSpPr>
          <p:cNvPr id="116" name="Text 48">
            <a:extLst>
              <a:ext uri="{FF2B5EF4-FFF2-40B4-BE49-F238E27FC236}">
                <a16:creationId xmlns:a16="http://schemas.microsoft.com/office/drawing/2014/main" id="{6826603D-2142-BC66-F52A-70A07BCD46D2}"/>
              </a:ext>
            </a:extLst>
          </p:cNvPr>
          <p:cNvSpPr/>
          <p:nvPr/>
        </p:nvSpPr>
        <p:spPr>
          <a:xfrm>
            <a:off x="6442814" y="3064932"/>
            <a:ext cx="2557576" cy="731520"/>
          </a:xfrm>
          <a:prstGeom prst="rect">
            <a:avLst/>
          </a:prstGeom>
          <a:noFill/>
          <a:ln/>
        </p:spPr>
        <p:txBody>
          <a:bodyPr wrap="square" rtlCol="0" anchor="ct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D3C3C"/>
                </a:solidFill>
                <a:effectLst/>
                <a:uLnTx/>
                <a:uFillTx/>
                <a:latin typeface="Poppins"/>
                <a:ea typeface="Open Sans" pitchFamily="34" charset="-122"/>
                <a:cs typeface="Open Sans" pitchFamily="34" charset="-120"/>
              </a:rPr>
              <a:t>First rehearsal and structured debrief</a:t>
            </a: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3D3C3C"/>
                </a:solidFill>
                <a:effectLst/>
                <a:uLnTx/>
                <a:uFillTx/>
                <a:latin typeface="Poppins"/>
                <a:ea typeface="+mn-ea"/>
                <a:cs typeface="+mn-cs"/>
              </a:rPr>
              <a:t>Run a full dry-run and identify what's working, what needs sharpening and where confidence gaps sit</a:t>
            </a:r>
            <a:endParaRPr kumimoji="0" lang="en-US" sz="1100" b="0" i="0" u="none" strike="noStrike" kern="1200" cap="none" spc="0" normalizeH="0" baseline="0" noProof="0" dirty="0">
              <a:ln>
                <a:noFill/>
              </a:ln>
              <a:solidFill>
                <a:srgbClr val="3D3C3C"/>
              </a:solidFill>
              <a:effectLst/>
              <a:uLnTx/>
              <a:uFillTx/>
              <a:latin typeface="Open Sans" panose="020B0606030504020204" pitchFamily="34" charset="0"/>
              <a:ea typeface="Open Sans" panose="020B0606030504020204" pitchFamily="34" charset="0"/>
              <a:cs typeface="Open Sans" panose="020B0606030504020204" pitchFamily="34" charset="0"/>
            </a:endParaRPr>
          </a:p>
        </p:txBody>
      </p:sp>
      <p:sp>
        <p:nvSpPr>
          <p:cNvPr id="118" name="Text 48">
            <a:extLst>
              <a:ext uri="{FF2B5EF4-FFF2-40B4-BE49-F238E27FC236}">
                <a16:creationId xmlns:a16="http://schemas.microsoft.com/office/drawing/2014/main" id="{F0F39A47-506E-6F5D-53ED-DABCCF6FFBB5}"/>
              </a:ext>
            </a:extLst>
          </p:cNvPr>
          <p:cNvSpPr/>
          <p:nvPr/>
        </p:nvSpPr>
        <p:spPr>
          <a:xfrm>
            <a:off x="9347965" y="2988283"/>
            <a:ext cx="2351921" cy="731520"/>
          </a:xfrm>
          <a:prstGeom prst="rect">
            <a:avLst/>
          </a:prstGeom>
          <a:noFill/>
          <a:ln/>
        </p:spPr>
        <p:txBody>
          <a:bodyPr wrap="square" rtlCol="0" anchor="ct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D3C3C"/>
                </a:solidFill>
                <a:effectLst/>
                <a:uLnTx/>
                <a:uFillTx/>
                <a:latin typeface="Poppins"/>
                <a:ea typeface="Open Sans" pitchFamily="34" charset="-122"/>
                <a:cs typeface="Open Sans" pitchFamily="34" charset="-120"/>
              </a:rPr>
              <a:t>Workshop attendance and live support</a:t>
            </a: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3D3C3C"/>
                </a:solidFill>
                <a:effectLst/>
                <a:uLnTx/>
                <a:uFillTx/>
                <a:latin typeface="Poppins"/>
                <a:ea typeface="+mn-ea"/>
                <a:cs typeface="+mn-cs"/>
              </a:rPr>
              <a:t>Attend alongside the team to read the room and provide real-time strategic support</a:t>
            </a:r>
            <a:endParaRPr kumimoji="0" lang="en-US" sz="1100" b="0" i="0" u="none" strike="noStrike" kern="1200" cap="none" spc="0" normalizeH="0" baseline="0" noProof="0" dirty="0">
              <a:ln>
                <a:noFill/>
              </a:ln>
              <a:solidFill>
                <a:srgbClr val="3D3C3C"/>
              </a:solidFill>
              <a:effectLst/>
              <a:uLnTx/>
              <a:uFillTx/>
              <a:latin typeface="Open Sans" panose="020B0606030504020204" pitchFamily="34" charset="0"/>
              <a:ea typeface="Open Sans" panose="020B0606030504020204" pitchFamily="34" charset="0"/>
              <a:cs typeface="Open Sans" panose="020B0606030504020204" pitchFamily="34" charset="0"/>
            </a:endParaRPr>
          </a:p>
        </p:txBody>
      </p:sp>
      <p:sp>
        <p:nvSpPr>
          <p:cNvPr id="120" name="Text 48">
            <a:extLst>
              <a:ext uri="{FF2B5EF4-FFF2-40B4-BE49-F238E27FC236}">
                <a16:creationId xmlns:a16="http://schemas.microsoft.com/office/drawing/2014/main" id="{9B608894-7A25-A460-41B4-B407FDBF8A93}"/>
              </a:ext>
            </a:extLst>
          </p:cNvPr>
          <p:cNvSpPr/>
          <p:nvPr/>
        </p:nvSpPr>
        <p:spPr>
          <a:xfrm>
            <a:off x="3572258" y="4748798"/>
            <a:ext cx="2425800" cy="846535"/>
          </a:xfrm>
          <a:prstGeom prst="rect">
            <a:avLst/>
          </a:prstGeom>
          <a:noFill/>
          <a:ln/>
        </p:spPr>
        <p:txBody>
          <a:bodyPr wrap="square" rtlCol="0" anchor="ct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D3C3C"/>
                </a:solidFill>
                <a:effectLst/>
                <a:uLnTx/>
                <a:uFillTx/>
                <a:latin typeface="Poppins"/>
                <a:ea typeface="Open Sans" pitchFamily="34" charset="-122"/>
                <a:cs typeface="Open Sans" pitchFamily="34" charset="-120"/>
              </a:rPr>
              <a:t>Talking points and speaker guide development</a:t>
            </a: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D3C3C"/>
                </a:solidFill>
                <a:effectLst/>
                <a:uLnTx/>
                <a:uFillTx/>
                <a:latin typeface="Poppins"/>
                <a:ea typeface="+mn-ea"/>
                <a:cs typeface="+mn-cs"/>
              </a:rPr>
              <a:t>Craft individual speaker notes that feel natural, not scripted</a:t>
            </a:r>
            <a:endParaRPr kumimoji="0" lang="en-US" sz="1100" b="0" i="0" u="none" strike="noStrike" kern="1200" cap="none" spc="0" normalizeH="0" baseline="0" noProof="0">
              <a:ln>
                <a:noFill/>
              </a:ln>
              <a:solidFill>
                <a:srgbClr val="3D3C3C"/>
              </a:solidFill>
              <a:effectLst/>
              <a:uLnTx/>
              <a:uFillTx/>
              <a:latin typeface="Open Sans" panose="020B0606030504020204" pitchFamily="34" charset="0"/>
              <a:ea typeface="Open Sans" panose="020B0606030504020204" pitchFamily="34" charset="0"/>
              <a:cs typeface="Open Sans" panose="020B0606030504020204" pitchFamily="34" charset="0"/>
            </a:endParaRPr>
          </a:p>
        </p:txBody>
      </p:sp>
      <p:sp>
        <p:nvSpPr>
          <p:cNvPr id="122" name="Text 48">
            <a:extLst>
              <a:ext uri="{FF2B5EF4-FFF2-40B4-BE49-F238E27FC236}">
                <a16:creationId xmlns:a16="http://schemas.microsoft.com/office/drawing/2014/main" id="{176742A1-E40A-20C7-8828-8792F08AEF9A}"/>
              </a:ext>
            </a:extLst>
          </p:cNvPr>
          <p:cNvSpPr/>
          <p:nvPr/>
        </p:nvSpPr>
        <p:spPr>
          <a:xfrm>
            <a:off x="6496135" y="4967964"/>
            <a:ext cx="2239080" cy="731520"/>
          </a:xfrm>
          <a:prstGeom prst="rect">
            <a:avLst/>
          </a:prstGeom>
          <a:noFill/>
          <a:ln/>
        </p:spPr>
        <p:txBody>
          <a:bodyPr wrap="square" rtlCol="0" anchor="ct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D3C3C"/>
                </a:solidFill>
                <a:effectLst/>
                <a:uLnTx/>
                <a:uFillTx/>
                <a:latin typeface="Poppins"/>
                <a:ea typeface="Open Sans" pitchFamily="34" charset="-122"/>
                <a:cs typeface="Open Sans" pitchFamily="34" charset="-120"/>
              </a:rPr>
              <a:t>Final rehearsal and refinement</a:t>
            </a: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3D3C3C"/>
                </a:solidFill>
                <a:effectLst/>
                <a:uLnTx/>
                <a:uFillTx/>
                <a:latin typeface="Poppins"/>
                <a:ea typeface="+mn-ea"/>
                <a:cs typeface="+mn-cs"/>
              </a:rPr>
              <a:t>Stress-test the full presentation under realistic conditions and lock in the final version</a:t>
            </a:r>
            <a:endParaRPr kumimoji="0" lang="en-US" sz="1100" b="0" i="0" u="none" strike="noStrike" kern="1200" cap="none" spc="0" normalizeH="0" baseline="0" noProof="0" dirty="0">
              <a:ln>
                <a:noFill/>
              </a:ln>
              <a:solidFill>
                <a:srgbClr val="3D3C3C"/>
              </a:solidFill>
              <a:effectLst/>
              <a:uLnTx/>
              <a:uFillTx/>
              <a:latin typeface="Open Sans" panose="020B0606030504020204" pitchFamily="34" charset="0"/>
              <a:ea typeface="Open Sans" panose="020B0606030504020204" pitchFamily="34" charset="0"/>
              <a:cs typeface="Open Sans" panose="020B0606030504020204" pitchFamily="34" charset="0"/>
            </a:endParaRPr>
          </a:p>
        </p:txBody>
      </p:sp>
      <p:sp>
        <p:nvSpPr>
          <p:cNvPr id="124" name="Text 48">
            <a:extLst>
              <a:ext uri="{FF2B5EF4-FFF2-40B4-BE49-F238E27FC236}">
                <a16:creationId xmlns:a16="http://schemas.microsoft.com/office/drawing/2014/main" id="{8287183A-ADE0-9C28-FDCA-4888582B214D}"/>
              </a:ext>
            </a:extLst>
          </p:cNvPr>
          <p:cNvSpPr/>
          <p:nvPr/>
        </p:nvSpPr>
        <p:spPr>
          <a:xfrm>
            <a:off x="9308436" y="4859508"/>
            <a:ext cx="2336791" cy="731520"/>
          </a:xfrm>
          <a:prstGeom prst="rect">
            <a:avLst/>
          </a:prstGeom>
          <a:noFill/>
          <a:ln/>
        </p:spPr>
        <p:txBody>
          <a:bodyPr wrap="square" rtlCol="0" anchor="ct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D3C3C"/>
                </a:solidFill>
                <a:effectLst/>
                <a:uLnTx/>
                <a:uFillTx/>
                <a:latin typeface="Poppins"/>
                <a:ea typeface="Open Sans" pitchFamily="34" charset="-122"/>
                <a:cs typeface="Open Sans" pitchFamily="34" charset="-120"/>
              </a:rPr>
              <a:t>Post-interactive debrief session</a:t>
            </a: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D3C3C"/>
                </a:solidFill>
                <a:effectLst/>
                <a:uLnTx/>
                <a:uFillTx/>
                <a:latin typeface="Poppins"/>
                <a:ea typeface="+mn-ea"/>
                <a:cs typeface="+mn-cs"/>
              </a:rPr>
              <a:t>Capture what worked, what to take forward and how the team performed against its objectives</a:t>
            </a:r>
            <a:endParaRPr kumimoji="0" lang="en-US" sz="1100" b="0" i="0" u="none" strike="noStrike" kern="1200" cap="none" spc="0" normalizeH="0" baseline="0" noProof="0">
              <a:ln>
                <a:noFill/>
              </a:ln>
              <a:solidFill>
                <a:srgbClr val="3D3C3C"/>
              </a:solidFill>
              <a:effectLst/>
              <a:uLnTx/>
              <a:uFillTx/>
              <a:latin typeface="Open Sans" panose="020B0606030504020204" pitchFamily="34" charset="0"/>
              <a:ea typeface="Open Sans" panose="020B0606030504020204" pitchFamily="34" charset="0"/>
              <a:cs typeface="Open Sans" panose="020B0606030504020204" pitchFamily="34" charset="0"/>
            </a:endParaRPr>
          </a:p>
        </p:txBody>
      </p:sp>
      <p:sp>
        <p:nvSpPr>
          <p:cNvPr id="126" name="Shape 3">
            <a:extLst>
              <a:ext uri="{FF2B5EF4-FFF2-40B4-BE49-F238E27FC236}">
                <a16:creationId xmlns:a16="http://schemas.microsoft.com/office/drawing/2014/main" id="{8CBC6FFC-2B26-3EB4-492F-66DB97CE5904}"/>
              </a:ext>
            </a:extLst>
          </p:cNvPr>
          <p:cNvSpPr/>
          <p:nvPr/>
        </p:nvSpPr>
        <p:spPr>
          <a:xfrm>
            <a:off x="724824" y="2492073"/>
            <a:ext cx="377921" cy="377254"/>
          </a:xfrm>
          <a:prstGeom prst="ellipse">
            <a:avLst/>
          </a:prstGeom>
          <a:solidFill>
            <a:schemeClr val="accent1"/>
          </a:solidFill>
          <a:ln w="12700">
            <a:noFill/>
            <a:prstDash val="solid"/>
          </a:ln>
          <a:effectLst>
            <a:outerShdw blurRad="101600" dist="38100" dir="8100000" algn="bl" rotWithShape="0">
              <a:srgbClr val="000000">
                <a:alpha val="12000"/>
              </a:srgbClr>
            </a:outerShdw>
          </a:effectLst>
        </p:spPr>
        <p:txBody>
          <a:bodyPr lIns="0" rIns="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Poppins Medium" panose="00000600000000000000" pitchFamily="2" charset="0"/>
                <a:ea typeface="+mn-ea"/>
                <a:cs typeface="Poppins Medium" panose="00000600000000000000" pitchFamily="2" charset="0"/>
              </a:rPr>
              <a:t>1</a:t>
            </a:r>
          </a:p>
        </p:txBody>
      </p:sp>
      <p:sp>
        <p:nvSpPr>
          <p:cNvPr id="128" name="Shape 3">
            <a:extLst>
              <a:ext uri="{FF2B5EF4-FFF2-40B4-BE49-F238E27FC236}">
                <a16:creationId xmlns:a16="http://schemas.microsoft.com/office/drawing/2014/main" id="{626313E0-2E7E-C68E-DD3C-166151788FEA}"/>
              </a:ext>
            </a:extLst>
          </p:cNvPr>
          <p:cNvSpPr/>
          <p:nvPr/>
        </p:nvSpPr>
        <p:spPr>
          <a:xfrm>
            <a:off x="778146" y="4359201"/>
            <a:ext cx="377921" cy="377254"/>
          </a:xfrm>
          <a:prstGeom prst="ellipse">
            <a:avLst/>
          </a:prstGeom>
          <a:solidFill>
            <a:schemeClr val="accent1"/>
          </a:solidFill>
          <a:ln w="12700">
            <a:noFill/>
            <a:prstDash val="solid"/>
          </a:ln>
          <a:effectLst>
            <a:outerShdw blurRad="101600" dist="38100" dir="8100000" algn="bl" rotWithShape="0">
              <a:srgbClr val="000000">
                <a:alpha val="12000"/>
              </a:srgbClr>
            </a:outerShdw>
          </a:effectLst>
        </p:spPr>
        <p:txBody>
          <a:bodyPr lIns="0" rIns="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Poppins Medium" panose="00000600000000000000" pitchFamily="2" charset="0"/>
                <a:ea typeface="+mn-ea"/>
                <a:cs typeface="Poppins Medium" panose="00000600000000000000" pitchFamily="2" charset="0"/>
              </a:rPr>
              <a:t>2</a:t>
            </a:r>
          </a:p>
        </p:txBody>
      </p:sp>
      <p:sp>
        <p:nvSpPr>
          <p:cNvPr id="130" name="Shape 3">
            <a:extLst>
              <a:ext uri="{FF2B5EF4-FFF2-40B4-BE49-F238E27FC236}">
                <a16:creationId xmlns:a16="http://schemas.microsoft.com/office/drawing/2014/main" id="{644D1B82-F221-D7F8-F6E4-09C7831922DF}"/>
              </a:ext>
            </a:extLst>
          </p:cNvPr>
          <p:cNvSpPr/>
          <p:nvPr/>
        </p:nvSpPr>
        <p:spPr>
          <a:xfrm>
            <a:off x="3609291" y="2486413"/>
            <a:ext cx="377921" cy="377254"/>
          </a:xfrm>
          <a:prstGeom prst="ellipse">
            <a:avLst/>
          </a:prstGeom>
          <a:solidFill>
            <a:schemeClr val="accent2"/>
          </a:solidFill>
          <a:ln w="12700">
            <a:noFill/>
            <a:prstDash val="solid"/>
          </a:ln>
          <a:effectLst>
            <a:outerShdw blurRad="101600" dist="38100" dir="8100000" algn="bl" rotWithShape="0">
              <a:srgbClr val="000000">
                <a:alpha val="12000"/>
              </a:srgbClr>
            </a:outerShdw>
          </a:effectLst>
        </p:spPr>
        <p:txBody>
          <a:bodyPr lIns="0" rIns="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Poppins Medium" panose="00000600000000000000" pitchFamily="2" charset="0"/>
                <a:ea typeface="+mn-ea"/>
                <a:cs typeface="Poppins Medium" panose="00000600000000000000" pitchFamily="2" charset="0"/>
              </a:rPr>
              <a:t>3</a:t>
            </a:r>
          </a:p>
        </p:txBody>
      </p:sp>
      <p:sp>
        <p:nvSpPr>
          <p:cNvPr id="132" name="Shape 3">
            <a:extLst>
              <a:ext uri="{FF2B5EF4-FFF2-40B4-BE49-F238E27FC236}">
                <a16:creationId xmlns:a16="http://schemas.microsoft.com/office/drawing/2014/main" id="{5EFDBA77-94EB-ABD2-5DF3-D71C0CBBD060}"/>
              </a:ext>
            </a:extLst>
          </p:cNvPr>
          <p:cNvSpPr/>
          <p:nvPr/>
        </p:nvSpPr>
        <p:spPr>
          <a:xfrm>
            <a:off x="3664260" y="4367790"/>
            <a:ext cx="377921" cy="377254"/>
          </a:xfrm>
          <a:prstGeom prst="ellipse">
            <a:avLst/>
          </a:prstGeom>
          <a:solidFill>
            <a:schemeClr val="accent2"/>
          </a:solidFill>
          <a:ln w="12700">
            <a:noFill/>
            <a:prstDash val="solid"/>
          </a:ln>
          <a:effectLst>
            <a:outerShdw blurRad="101600" dist="38100" dir="8100000" algn="bl" rotWithShape="0">
              <a:srgbClr val="000000">
                <a:alpha val="12000"/>
              </a:srgbClr>
            </a:outerShdw>
          </a:effectLst>
        </p:spPr>
        <p:txBody>
          <a:bodyPr lIns="0" rIns="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Poppins Medium" panose="00000600000000000000" pitchFamily="2" charset="0"/>
                <a:ea typeface="+mn-ea"/>
                <a:cs typeface="Poppins Medium" panose="00000600000000000000" pitchFamily="2" charset="0"/>
              </a:rPr>
              <a:t>4</a:t>
            </a:r>
          </a:p>
        </p:txBody>
      </p:sp>
      <p:sp>
        <p:nvSpPr>
          <p:cNvPr id="134" name="Shape 3">
            <a:extLst>
              <a:ext uri="{FF2B5EF4-FFF2-40B4-BE49-F238E27FC236}">
                <a16:creationId xmlns:a16="http://schemas.microsoft.com/office/drawing/2014/main" id="{B32BAC4F-DED6-F89F-751A-51CFEAF7C729}"/>
              </a:ext>
            </a:extLst>
          </p:cNvPr>
          <p:cNvSpPr/>
          <p:nvPr/>
        </p:nvSpPr>
        <p:spPr>
          <a:xfrm>
            <a:off x="6438776" y="2471138"/>
            <a:ext cx="377921" cy="377254"/>
          </a:xfrm>
          <a:prstGeom prst="ellipse">
            <a:avLst/>
          </a:prstGeom>
          <a:solidFill>
            <a:schemeClr val="accent3"/>
          </a:solidFill>
          <a:ln w="12700">
            <a:noFill/>
            <a:prstDash val="solid"/>
          </a:ln>
          <a:effectLst>
            <a:outerShdw blurRad="101600" dist="38100" dir="8100000" algn="bl" rotWithShape="0">
              <a:srgbClr val="000000">
                <a:alpha val="12000"/>
              </a:srgbClr>
            </a:outerShdw>
          </a:effectLst>
        </p:spPr>
        <p:txBody>
          <a:bodyPr lIns="0" rIns="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Poppins Medium" panose="00000600000000000000" pitchFamily="2" charset="0"/>
                <a:ea typeface="+mn-ea"/>
                <a:cs typeface="Poppins Medium" panose="00000600000000000000" pitchFamily="2" charset="0"/>
              </a:rPr>
              <a:t>5</a:t>
            </a:r>
          </a:p>
        </p:txBody>
      </p:sp>
      <p:sp>
        <p:nvSpPr>
          <p:cNvPr id="136" name="Shape 3">
            <a:extLst>
              <a:ext uri="{FF2B5EF4-FFF2-40B4-BE49-F238E27FC236}">
                <a16:creationId xmlns:a16="http://schemas.microsoft.com/office/drawing/2014/main" id="{F79C7988-D79C-1705-5EEB-7092AD66F00D}"/>
              </a:ext>
            </a:extLst>
          </p:cNvPr>
          <p:cNvSpPr/>
          <p:nvPr/>
        </p:nvSpPr>
        <p:spPr>
          <a:xfrm>
            <a:off x="6496135" y="4352515"/>
            <a:ext cx="377921" cy="377254"/>
          </a:xfrm>
          <a:prstGeom prst="ellipse">
            <a:avLst/>
          </a:prstGeom>
          <a:solidFill>
            <a:schemeClr val="accent3"/>
          </a:solidFill>
          <a:ln w="12700">
            <a:noFill/>
            <a:prstDash val="solid"/>
          </a:ln>
          <a:effectLst>
            <a:outerShdw blurRad="101600" dist="38100" dir="8100000" algn="bl" rotWithShape="0">
              <a:srgbClr val="000000">
                <a:alpha val="12000"/>
              </a:srgbClr>
            </a:outerShdw>
          </a:effectLst>
        </p:spPr>
        <p:txBody>
          <a:bodyPr lIns="0" rIns="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Poppins Medium" panose="00000600000000000000" pitchFamily="2" charset="0"/>
                <a:ea typeface="+mn-ea"/>
                <a:cs typeface="Poppins Medium" panose="00000600000000000000" pitchFamily="2" charset="0"/>
              </a:rPr>
              <a:t>6</a:t>
            </a:r>
          </a:p>
        </p:txBody>
      </p:sp>
      <p:sp>
        <p:nvSpPr>
          <p:cNvPr id="138" name="Shape 3">
            <a:extLst>
              <a:ext uri="{FF2B5EF4-FFF2-40B4-BE49-F238E27FC236}">
                <a16:creationId xmlns:a16="http://schemas.microsoft.com/office/drawing/2014/main" id="{31E0E361-C4B5-0B9D-8DA2-C94862368EFB}"/>
              </a:ext>
            </a:extLst>
          </p:cNvPr>
          <p:cNvSpPr/>
          <p:nvPr/>
        </p:nvSpPr>
        <p:spPr>
          <a:xfrm>
            <a:off x="9323243" y="2467948"/>
            <a:ext cx="377921" cy="377254"/>
          </a:xfrm>
          <a:prstGeom prst="ellipse">
            <a:avLst/>
          </a:prstGeom>
          <a:solidFill>
            <a:schemeClr val="accent4"/>
          </a:solidFill>
          <a:ln w="12700">
            <a:noFill/>
            <a:prstDash val="solid"/>
          </a:ln>
          <a:effectLst>
            <a:outerShdw blurRad="101600" dist="38100" dir="8100000" algn="bl" rotWithShape="0">
              <a:srgbClr val="000000">
                <a:alpha val="12000"/>
              </a:srgbClr>
            </a:outerShdw>
          </a:effectLst>
        </p:spPr>
        <p:txBody>
          <a:bodyPr lIns="0" rIns="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Poppins Medium" panose="00000600000000000000" pitchFamily="2" charset="0"/>
                <a:ea typeface="+mn-ea"/>
                <a:cs typeface="Poppins Medium" panose="00000600000000000000" pitchFamily="2" charset="0"/>
              </a:rPr>
              <a:t>7</a:t>
            </a:r>
          </a:p>
        </p:txBody>
      </p:sp>
      <p:sp>
        <p:nvSpPr>
          <p:cNvPr id="140" name="Shape 3">
            <a:extLst>
              <a:ext uri="{FF2B5EF4-FFF2-40B4-BE49-F238E27FC236}">
                <a16:creationId xmlns:a16="http://schemas.microsoft.com/office/drawing/2014/main" id="{10FFD236-9690-5CF6-DFD3-EF858F6342BE}"/>
              </a:ext>
            </a:extLst>
          </p:cNvPr>
          <p:cNvSpPr/>
          <p:nvPr/>
        </p:nvSpPr>
        <p:spPr>
          <a:xfrm>
            <a:off x="9382249" y="4349325"/>
            <a:ext cx="377921" cy="377254"/>
          </a:xfrm>
          <a:prstGeom prst="ellipse">
            <a:avLst/>
          </a:prstGeom>
          <a:solidFill>
            <a:schemeClr val="accent4"/>
          </a:solidFill>
          <a:ln w="12700">
            <a:noFill/>
            <a:prstDash val="solid"/>
          </a:ln>
          <a:effectLst>
            <a:outerShdw blurRad="101600" dist="38100" dir="8100000" algn="bl" rotWithShape="0">
              <a:srgbClr val="000000">
                <a:alpha val="12000"/>
              </a:srgbClr>
            </a:outerShdw>
          </a:effectLst>
        </p:spPr>
        <p:txBody>
          <a:bodyPr lIns="0" rIns="0" anchor="ctr" anchorCtr="0"/>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Poppins Medium" panose="00000600000000000000" pitchFamily="2" charset="0"/>
                <a:ea typeface="+mn-ea"/>
                <a:cs typeface="Poppins Medium" panose="00000600000000000000" pitchFamily="2" charset="0"/>
              </a:rPr>
              <a:t>8</a:t>
            </a:r>
          </a:p>
        </p:txBody>
      </p:sp>
    </p:spTree>
  </p:cSld>
  <p:clrMapOvr>
    <a:masterClrMapping/>
  </p:clrMapOvr>
</p:sld>
</file>

<file path=ppt/theme/theme1.xml><?xml version="1.0" encoding="utf-8"?>
<a:theme xmlns:a="http://schemas.openxmlformats.org/drawingml/2006/main" name="The Strategy Group - 2026">
  <a:themeElements>
    <a:clrScheme name="The Strategy Group - 2022">
      <a:dk1>
        <a:srgbClr val="000000"/>
      </a:dk1>
      <a:lt1>
        <a:srgbClr val="FFFFFF"/>
      </a:lt1>
      <a:dk2>
        <a:srgbClr val="3C3C3C"/>
      </a:dk2>
      <a:lt2>
        <a:srgbClr val="E5E6EB"/>
      </a:lt2>
      <a:accent1>
        <a:srgbClr val="F38047"/>
      </a:accent1>
      <a:accent2>
        <a:srgbClr val="EE2B79"/>
      </a:accent2>
      <a:accent3>
        <a:srgbClr val="0E98D7"/>
      </a:accent3>
      <a:accent4>
        <a:srgbClr val="2EB88A"/>
      </a:accent4>
      <a:accent5>
        <a:srgbClr val="54C8E9"/>
      </a:accent5>
      <a:accent6>
        <a:srgbClr val="445469"/>
      </a:accent6>
      <a:hlink>
        <a:srgbClr val="0E98D7"/>
      </a:hlink>
      <a:folHlink>
        <a:srgbClr val="445469"/>
      </a:folHlink>
    </a:clrScheme>
    <a:fontScheme name="TSG-Font theme">
      <a:majorFont>
        <a:latin typeface="Poppins"/>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e Strategy Group">
  <a:themeElements>
    <a:clrScheme name="The Strategy Group">
      <a:dk1>
        <a:srgbClr val="3D3C3C"/>
      </a:dk1>
      <a:lt1>
        <a:srgbClr val="FFFFFF"/>
      </a:lt1>
      <a:dk2>
        <a:srgbClr val="44546A"/>
      </a:dk2>
      <a:lt2>
        <a:srgbClr val="E5E6EB"/>
      </a:lt2>
      <a:accent1>
        <a:srgbClr val="F48047"/>
      </a:accent1>
      <a:accent2>
        <a:srgbClr val="0E98D7"/>
      </a:accent2>
      <a:accent3>
        <a:srgbClr val="EE2B7A"/>
      </a:accent3>
      <a:accent4>
        <a:srgbClr val="2EB88A"/>
      </a:accent4>
      <a:accent5>
        <a:srgbClr val="54C8E9"/>
      </a:accent5>
      <a:accent6>
        <a:srgbClr val="9E1F63"/>
      </a:accent6>
      <a:hlink>
        <a:srgbClr val="0E98D7"/>
      </a:hlink>
      <a:folHlink>
        <a:srgbClr val="9E1F63"/>
      </a:folHlink>
    </a:clrScheme>
    <a:fontScheme name="The Strategy Group">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B65015FF0C4D0D4A84ACD5C5EC18BC34" ma:contentTypeVersion="19" ma:contentTypeDescription="Create a new document." ma:contentTypeScope="" ma:versionID="48ad552dc4ee1b4fa7ea69b2730e5273">
  <xsd:schema xmlns:xsd="http://www.w3.org/2001/XMLSchema" xmlns:xs="http://www.w3.org/2001/XMLSchema" xmlns:p="http://schemas.microsoft.com/office/2006/metadata/properties" xmlns:ns2="6287a675-f086-4c05-9b8c-42540f50c347" xmlns:ns3="cc335e2b-7f42-41d0-87ab-ac8237d9a47e" targetNamespace="http://schemas.microsoft.com/office/2006/metadata/properties" ma:root="true" ma:fieldsID="e2c4e7ddbc6a9a755bb796a3d33b9e2d" ns2:_="" ns3:_="">
    <xsd:import namespace="6287a675-f086-4c05-9b8c-42540f50c347"/>
    <xsd:import namespace="cc335e2b-7f42-41d0-87ab-ac8237d9a47e"/>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3:SharedWithUsers" minOccurs="0"/>
                <xsd:element ref="ns3:SharedWithDetail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287a675-f086-4c05-9b8c-42540f50c34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a5682369-6b18-44d4-a163-e404b92d838d"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c335e2b-7f42-41d0-87ab-ac8237d9a47e"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1045b74b-362b-4bc9-9c37-0e1824aef99d}" ma:internalName="TaxCatchAll" ma:showField="CatchAllData" ma:web="cc335e2b-7f42-41d0-87ab-ac8237d9a47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cc335e2b-7f42-41d0-87ab-ac8237d9a47e" xsi:nil="true"/>
    <lcf76f155ced4ddcb4097134ff3c332f xmlns="6287a675-f086-4c05-9b8c-42540f50c347">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00482D32-13CC-4850-B7AD-29A4CA5707B7}">
  <ds:schemaRefs>
    <ds:schemaRef ds:uri="6287a675-f086-4c05-9b8c-42540f50c347"/>
    <ds:schemaRef ds:uri="cc335e2b-7f42-41d0-87ab-ac8237d9a47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01DB2E5F-D3D3-441D-A755-9F61C052A9B5}">
  <ds:schemaRefs>
    <ds:schemaRef ds:uri="http://schemas.microsoft.com/sharepoint/v3/contenttype/forms"/>
  </ds:schemaRefs>
</ds:datastoreItem>
</file>

<file path=customXml/itemProps3.xml><?xml version="1.0" encoding="utf-8"?>
<ds:datastoreItem xmlns:ds="http://schemas.openxmlformats.org/officeDocument/2006/customXml" ds:itemID="{6705A753-6E37-42CF-A494-5F3AA9FF7B7D}">
  <ds:schemaRefs>
    <ds:schemaRef ds:uri="http://purl.org/dc/elements/1.1/"/>
    <ds:schemaRef ds:uri="http://purl.org/dc/terms/"/>
    <ds:schemaRef ds:uri="http://schemas.microsoft.com/office/2006/documentManagement/types"/>
    <ds:schemaRef ds:uri="http://www.w3.org/XML/1998/namespace"/>
    <ds:schemaRef ds:uri="http://purl.org/dc/dcmitype/"/>
    <ds:schemaRef ds:uri="6287a675-f086-4c05-9b8c-42540f50c347"/>
    <ds:schemaRef ds:uri="http://schemas.microsoft.com/office/infopath/2007/PartnerControls"/>
    <ds:schemaRef ds:uri="http://schemas.openxmlformats.org/package/2006/metadata/core-properties"/>
    <ds:schemaRef ds:uri="cc335e2b-7f42-41d0-87ab-ac8237d9a47e"/>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otalTime>5521</TotalTime>
  <Words>1507</Words>
  <Application>Microsoft Office PowerPoint</Application>
  <PresentationFormat>Widescreen</PresentationFormat>
  <Paragraphs>231</Paragraphs>
  <Slides>9</Slides>
  <Notes>8</Notes>
  <HiddenSlides>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9</vt:i4>
      </vt:variant>
    </vt:vector>
  </HeadingPairs>
  <TitlesOfParts>
    <vt:vector size="21" baseType="lpstr">
      <vt:lpstr>Aptos</vt:lpstr>
      <vt:lpstr>Arial</vt:lpstr>
      <vt:lpstr>Calibri</vt:lpstr>
      <vt:lpstr>Open Sans</vt:lpstr>
      <vt:lpstr>Open Sans Light</vt:lpstr>
      <vt:lpstr>Poppins</vt:lpstr>
      <vt:lpstr>Poppins Light</vt:lpstr>
      <vt:lpstr>Poppins Medium</vt:lpstr>
      <vt:lpstr>Poppins SemiBold</vt:lpstr>
      <vt:lpstr>Roboto</vt:lpstr>
      <vt:lpstr>The Strategy Group - 2026</vt:lpstr>
      <vt:lpstr>The Strategy Group</vt:lpstr>
      <vt:lpstr>PowerPoint Presentation</vt:lpstr>
      <vt:lpstr>PowerPoint Presentation</vt:lpstr>
      <vt:lpstr>The majority of our budget will be focused in the ECI Phase</vt:lpstr>
      <vt:lpstr>Supporting six more interactives and three submissions in the C&amp;V phase</vt:lpstr>
      <vt:lpstr>The interactives we propose to support</vt:lpstr>
      <vt:lpstr>Two workshops will be held to realign before the ECI Phase</vt:lpstr>
      <vt:lpstr>We have allowed for 12 interactives in the ECI phase</vt:lpstr>
      <vt:lpstr>Four lessons learned from the C&amp;V Phase</vt:lpstr>
      <vt:lpstr>What worked well and what to watch going forward</vt:lpstr>
    </vt:vector>
  </TitlesOfParts>
  <Company>Razer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Tim Halling</dc:creator>
  <cp:lastModifiedBy>Alycia Wolf</cp:lastModifiedBy>
  <cp:revision>1</cp:revision>
  <cp:lastPrinted>2020-07-16T21:41:51Z</cp:lastPrinted>
  <dcterms:created xsi:type="dcterms:W3CDTF">2017-07-17T06:01:31Z</dcterms:created>
  <dcterms:modified xsi:type="dcterms:W3CDTF">2026-10-27T00:09:53Z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0x010100B65015FF0C4D0D4A84ACD5C5EC18BC34</vt:lpwstr>
  </property>
  <property fmtid="{D5CDD505-2E9C-101B-9397-08002B2CF9AE}" pid="3" name="MediaServiceImageTags">
    <vt:lpwstr/>
  </property>
</Properties>
</file>