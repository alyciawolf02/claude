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3.svg" ContentType="image/svg+xml"/>
  <Override PartName="/ppt/media/image4.svg" ContentType="image/svg+xml"/>
  <Override PartName="/ppt/media/image5.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44" r:id="rId4"/>
    <p:sldMasterId id="2147483926" r:id="rId5"/>
  </p:sldMasterIdLst>
  <p:notesMasterIdLst>
    <p:notesMasterId r:id="rId15"/>
  </p:notesMasterIdLst>
  <p:handoutMasterIdLst>
    <p:handoutMasterId r:id="rId16"/>
  </p:handoutMasterIdLst>
  <p:sldIdLst>
    <p:sldId id="2147474616" r:id="rId6"/>
    <p:sldId id="2147474622" r:id="rId25"/>
    <p:sldId id="263" r:id="rId11"/>
    <p:sldId id="2147474618" r:id="rId7"/>
    <p:sldId id="2147474619" r:id="rId9"/>
    <p:sldId id="260" r:id="rId10"/>
    <p:sldId id="2147474621" r:id="rId12"/>
    <p:sldId id="2147474620" r:id="rId13"/>
    <p:sldId id="262" r:id="rId14"/>
    <p:sldId id="258" r:id="rId8"/>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66270B2-8F53-BD49-570B-6812A4EA1E43}" name="Pierre Schaupp" initials="PS" userId="S::pierre@thestrategygroup.com.au::b910f653-e3ec-49e2-a16b-41bba1208509" providerId="AD"/>
  <p188:author id="{E38D6DFE-8075-8B96-8568-A158DDC43B24}" name="Marcus Naoum" initials="MN" userId="S::marcus@thestrategygroup.com.au::4578fcc8-dbf2-452a-b11c-6b75cc6176d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helle Tabart" initials="M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9DF"/>
    <a:srgbClr val="FDE3ED"/>
    <a:srgbClr val="E8F7FE"/>
    <a:srgbClr val="FFFFFF"/>
    <a:srgbClr val="004F00"/>
    <a:srgbClr val="007600"/>
    <a:srgbClr val="F5FDFA"/>
    <a:srgbClr val="EF4136"/>
    <a:srgbClr val="C31057"/>
    <a:srgbClr val="0E98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C44E6E-7DCC-42BB-B00A-3062F33315C0}" v="44" dt="2026-10-27T12:21:57.9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0" d="100"/>
          <a:sy n="100" d="100"/>
        </p:scale>
        <p:origin x="81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4.xml"/><Relationship Id="rId8" Type="http://schemas.openxmlformats.org/officeDocument/2006/relationships/slide" Target="slides/slide10.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3.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commentAuthors" Target="commentAuthors.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6/11/relationships/changesInfo" Target="changesInfos/changesInfo1.xml"/><Relationship Id="rId23" Type="http://schemas.microsoft.com/office/2015/10/relationships/revisionInfo" Target="revisionInfo.xml"/><Relationship Id="rId24" Type="http://schemas.microsoft.com/office/2018/10/relationships/authors" Target="authors.xml"/><Relationship Id="rId25"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ycia Wolf" userId="c3aef7f7-6659-44db-bf40-576699cfa133" providerId="ADAL" clId="{0050FAD3-4552-4704-84A6-01FEAEE1C93F}"/>
    <pc:docChg chg="undo redo custSel addSld delSld modSld sldOrd delMainMaster modMainMaster delSection modSection modNotesMaster modHandout">
      <pc:chgData name="Alycia Wolf" userId="c3aef7f7-6659-44db-bf40-576699cfa133" providerId="ADAL" clId="{0050FAD3-4552-4704-84A6-01FEAEE1C93F}" dt="2026-10-27T12:22:28.187" v="4160" actId="207"/>
      <pc:docMkLst>
        <pc:docMk/>
      </pc:docMkLst>
      <pc:sldChg chg="addSp modSp add del mod">
        <pc:chgData name="Alycia Wolf" userId="c3aef7f7-6659-44db-bf40-576699cfa133" providerId="ADAL" clId="{0050FAD3-4552-4704-84A6-01FEAEE1C93F}" dt="2026-10-27T04:28:17.514" v="3699"/>
        <pc:sldMkLst>
          <pc:docMk/>
          <pc:sldMk cId="0" sldId="258"/>
        </pc:sldMkLst>
        <pc:spChg chg="mod">
          <ac:chgData name="Alycia Wolf" userId="c3aef7f7-6659-44db-bf40-576699cfa133" providerId="ADAL" clId="{0050FAD3-4552-4704-84A6-01FEAEE1C93F}" dt="2026-10-18T23:00:15.903" v="3461" actId="1076"/>
          <ac:spMkLst>
            <pc:docMk/>
            <pc:sldMk cId="0" sldId="258"/>
            <ac:spMk id="8" creationId="{00000000-0000-0000-0000-000000000000}"/>
          </ac:spMkLst>
        </pc:spChg>
        <pc:graphicFrameChg chg="mod modGraphic">
          <ac:chgData name="Alycia Wolf" userId="c3aef7f7-6659-44db-bf40-576699cfa133" providerId="ADAL" clId="{0050FAD3-4552-4704-84A6-01FEAEE1C93F}" dt="2026-10-18T23:31:44.379" v="3538" actId="20577"/>
          <ac:graphicFrameMkLst>
            <pc:docMk/>
            <pc:sldMk cId="0" sldId="258"/>
            <ac:graphicFrameMk id="4" creationId="{00000000-0000-0000-0000-000000000000}"/>
          </ac:graphicFrameMkLst>
        </pc:graphicFrameChg>
        <pc:picChg chg="mod">
          <ac:chgData name="Alycia Wolf" userId="c3aef7f7-6659-44db-bf40-576699cfa133" providerId="ADAL" clId="{0050FAD3-4552-4704-84A6-01FEAEE1C93F}" dt="2026-10-18T23:00:15.903" v="3461" actId="1076"/>
          <ac:picMkLst>
            <pc:docMk/>
            <pc:sldMk cId="0" sldId="258"/>
            <ac:picMk id="7" creationId="{00000000-0000-0000-0000-000000000000}"/>
          </ac:picMkLst>
        </pc:picChg>
        <pc:cxnChg chg="add mod">
          <ac:chgData name="Alycia Wolf" userId="c3aef7f7-6659-44db-bf40-576699cfa133" providerId="ADAL" clId="{0050FAD3-4552-4704-84A6-01FEAEE1C93F}" dt="2026-10-19T00:54:25.545" v="3544" actId="14100"/>
          <ac:cxnSpMkLst>
            <pc:docMk/>
            <pc:sldMk cId="0" sldId="258"/>
            <ac:cxnSpMk id="9" creationId="{A02670A5-B829-156E-8504-B19852474FD1}"/>
          </ac:cxnSpMkLst>
        </pc:cxnChg>
        <pc:cxnChg chg="add mod">
          <ac:chgData name="Alycia Wolf" userId="c3aef7f7-6659-44db-bf40-576699cfa133" providerId="ADAL" clId="{0050FAD3-4552-4704-84A6-01FEAEE1C93F}" dt="2026-10-19T00:54:21.397" v="3542" actId="14100"/>
          <ac:cxnSpMkLst>
            <pc:docMk/>
            <pc:sldMk cId="0" sldId="258"/>
            <ac:cxnSpMk id="10" creationId="{EA52C308-E5BB-A9FC-F430-B49720A1C0EB}"/>
          </ac:cxnSpMkLst>
        </pc:cxnChg>
      </pc:sldChg>
      <pc:sldChg chg="modSp add del mod">
        <pc:chgData name="Alycia Wolf" userId="c3aef7f7-6659-44db-bf40-576699cfa133" providerId="ADAL" clId="{0050FAD3-4552-4704-84A6-01FEAEE1C93F}" dt="2026-10-27T12:12:55.319" v="3703" actId="47"/>
        <pc:sldMkLst>
          <pc:docMk/>
          <pc:sldMk cId="0" sldId="259"/>
        </pc:sldMkLst>
      </pc:sldChg>
      <pc:sldChg chg="modSp add del mod">
        <pc:chgData name="Alycia Wolf" userId="c3aef7f7-6659-44db-bf40-576699cfa133" providerId="ADAL" clId="{0050FAD3-4552-4704-84A6-01FEAEE1C93F}" dt="2026-10-27T12:12:56.911" v="3704"/>
        <pc:sldMkLst>
          <pc:docMk/>
          <pc:sldMk cId="0" sldId="260"/>
        </pc:sldMkLst>
        <pc:spChg chg="mod">
          <ac:chgData name="Alycia Wolf" userId="c3aef7f7-6659-44db-bf40-576699cfa133" providerId="ADAL" clId="{0050FAD3-4552-4704-84A6-01FEAEE1C93F}" dt="2026-10-19T01:04:29.736" v="3574"/>
          <ac:spMkLst>
            <pc:docMk/>
            <pc:sldMk cId="0" sldId="260"/>
            <ac:spMk id="3" creationId="{00000000-0000-0000-0000-000000000000}"/>
          </ac:spMkLst>
        </pc:spChg>
      </pc:sldChg>
      <pc:sldChg chg="add del">
        <pc:chgData name="Alycia Wolf" userId="c3aef7f7-6659-44db-bf40-576699cfa133" providerId="ADAL" clId="{0050FAD3-4552-4704-84A6-01FEAEE1C93F}" dt="2026-10-27T04:28:14.069" v="3694" actId="47"/>
        <pc:sldMkLst>
          <pc:docMk/>
          <pc:sldMk cId="0" sldId="261"/>
        </pc:sldMkLst>
      </pc:sldChg>
      <pc:sldChg chg="modSp add del mod">
        <pc:chgData name="Alycia Wolf" userId="c3aef7f7-6659-44db-bf40-576699cfa133" providerId="ADAL" clId="{0050FAD3-4552-4704-84A6-01FEAEE1C93F}" dt="2026-10-27T04:28:17.514" v="3699"/>
        <pc:sldMkLst>
          <pc:docMk/>
          <pc:sldMk cId="0" sldId="262"/>
        </pc:sldMkLst>
        <pc:spChg chg="mod">
          <ac:chgData name="Alycia Wolf" userId="c3aef7f7-6659-44db-bf40-576699cfa133" providerId="ADAL" clId="{0050FAD3-4552-4704-84A6-01FEAEE1C93F}" dt="2026-10-19T01:06:37.953" v="3693" actId="20577"/>
          <ac:spMkLst>
            <pc:docMk/>
            <pc:sldMk cId="0" sldId="262"/>
            <ac:spMk id="118" creationId="{F0F39A47-506E-6F5D-53ED-DABCCF6FFBB5}"/>
          </ac:spMkLst>
        </pc:spChg>
      </pc:sldChg>
      <pc:sldChg chg="modSp add del mod">
        <pc:chgData name="Alycia Wolf" userId="c3aef7f7-6659-44db-bf40-576699cfa133" providerId="ADAL" clId="{0050FAD3-4552-4704-84A6-01FEAEE1C93F}" dt="2026-10-27T04:28:17.514" v="3699"/>
        <pc:sldMkLst>
          <pc:docMk/>
          <pc:sldMk cId="0" sldId="263"/>
        </pc:sldMkLst>
        <pc:spChg chg="mod">
          <ac:chgData name="Alycia Wolf" userId="c3aef7f7-6659-44db-bf40-576699cfa133" providerId="ADAL" clId="{0050FAD3-4552-4704-84A6-01FEAEE1C93F}" dt="2026-10-19T01:03:18.197" v="3572" actId="20577"/>
          <ac:spMkLst>
            <pc:docMk/>
            <pc:sldMk cId="0" sldId="263"/>
            <ac:spMk id="3" creationId="{00000000-0000-0000-0000-000000000000}"/>
          </ac:spMkLst>
        </pc:spChg>
      </pc:sldChg>
      <pc:sldChg chg="modSp add del modNotesTx">
        <pc:chgData name="Alycia Wolf" userId="c3aef7f7-6659-44db-bf40-576699cfa133" providerId="ADAL" clId="{0050FAD3-4552-4704-84A6-01FEAEE1C93F}" dt="2026-10-27T12:12:18.695" v="3701" actId="47"/>
        <pc:sldMkLst>
          <pc:docMk/>
          <pc:sldMk cId="0" sldId="264"/>
        </pc:sldMkLst>
      </pc:sldChg>
      <pc:sldChg chg="addSp delSp modSp add del mod">
        <pc:chgData name="Alycia Wolf" userId="c3aef7f7-6659-44db-bf40-576699cfa133" providerId="ADAL" clId="{0050FAD3-4552-4704-84A6-01FEAEE1C93F}" dt="2026-10-27T12:22:28.187" v="4160" actId="207"/>
        <pc:sldMkLst>
          <pc:docMk/>
          <pc:sldMk cId="3936197946" sldId="2147474616"/>
        </pc:sldMkLst>
        <pc:spChg chg="mod">
          <ac:chgData name="Alycia Wolf" userId="c3aef7f7-6659-44db-bf40-576699cfa133" providerId="ADAL" clId="{0050FAD3-4552-4704-84A6-01FEAEE1C93F}" dt="2026-10-27T12:22:28.187" v="4160" actId="207"/>
          <ac:spMkLst>
            <pc:docMk/>
            <pc:sldMk cId="3936197946" sldId="2147474616"/>
            <ac:spMk id="2" creationId="{B1914DFD-16DC-64F6-470F-BB1B2ABF17B4}"/>
          </ac:spMkLst>
        </pc:spChg>
        <pc:spChg chg="mod">
          <ac:chgData name="Alycia Wolf" userId="c3aef7f7-6659-44db-bf40-576699cfa133" providerId="ADAL" clId="{0050FAD3-4552-4704-84A6-01FEAEE1C93F}" dt="2026-10-27T12:21:41.236" v="4106" actId="1076"/>
          <ac:spMkLst>
            <pc:docMk/>
            <pc:sldMk cId="3936197946" sldId="2147474616"/>
            <ac:spMk id="3" creationId="{2E7CB030-9D95-B185-F78E-3592399D2B68}"/>
          </ac:spMkLst>
        </pc:spChg>
        <pc:spChg chg="mod">
          <ac:chgData name="Alycia Wolf" userId="c3aef7f7-6659-44db-bf40-576699cfa133" providerId="ADAL" clId="{0050FAD3-4552-4704-84A6-01FEAEE1C93F}" dt="2026-10-27T12:22:06.568" v="4157" actId="1076"/>
          <ac:spMkLst>
            <pc:docMk/>
            <pc:sldMk cId="3936197946" sldId="2147474616"/>
            <ac:spMk id="7" creationId="{45931A76-FA21-1C15-5AE0-7A6CAF273255}"/>
          </ac:spMkLst>
        </pc:spChg>
        <pc:spChg chg="mod">
          <ac:chgData name="Alycia Wolf" userId="c3aef7f7-6659-44db-bf40-576699cfa133" providerId="ADAL" clId="{0050FAD3-4552-4704-84A6-01FEAEE1C93F}" dt="2026-10-27T12:16:05.543" v="3729"/>
          <ac:spMkLst>
            <pc:docMk/>
            <pc:sldMk cId="3936197946" sldId="2147474616"/>
            <ac:spMk id="11" creationId="{6DA4B5FF-689A-5FF0-7B24-9C399DB1FC6E}"/>
          </ac:spMkLst>
        </pc:spChg>
        <pc:spChg chg="mod">
          <ac:chgData name="Alycia Wolf" userId="c3aef7f7-6659-44db-bf40-576699cfa133" providerId="ADAL" clId="{0050FAD3-4552-4704-84A6-01FEAEE1C93F}" dt="2026-10-27T12:16:05.543" v="3729"/>
          <ac:spMkLst>
            <pc:docMk/>
            <pc:sldMk cId="3936197946" sldId="2147474616"/>
            <ac:spMk id="12" creationId="{15C7DC20-6263-FD19-D70D-B4EA1D3252D7}"/>
          </ac:spMkLst>
        </pc:spChg>
        <pc:spChg chg="mod">
          <ac:chgData name="Alycia Wolf" userId="c3aef7f7-6659-44db-bf40-576699cfa133" providerId="ADAL" clId="{0050FAD3-4552-4704-84A6-01FEAEE1C93F}" dt="2026-10-27T12:16:05.543" v="3729"/>
          <ac:spMkLst>
            <pc:docMk/>
            <pc:sldMk cId="3936197946" sldId="2147474616"/>
            <ac:spMk id="13" creationId="{43E16301-F649-8E88-B2E6-FD75AAE5B05D}"/>
          </ac:spMkLst>
        </pc:spChg>
        <pc:spChg chg="mod">
          <ac:chgData name="Alycia Wolf" userId="c3aef7f7-6659-44db-bf40-576699cfa133" providerId="ADAL" clId="{0050FAD3-4552-4704-84A6-01FEAEE1C93F}" dt="2026-10-27T12:16:05.543" v="3729"/>
          <ac:spMkLst>
            <pc:docMk/>
            <pc:sldMk cId="3936197946" sldId="2147474616"/>
            <ac:spMk id="14" creationId="{48452733-A39B-01B6-1730-F21E30AE6A86}"/>
          </ac:spMkLst>
        </pc:spChg>
        <pc:spChg chg="mod">
          <ac:chgData name="Alycia Wolf" userId="c3aef7f7-6659-44db-bf40-576699cfa133" providerId="ADAL" clId="{0050FAD3-4552-4704-84A6-01FEAEE1C93F}" dt="2026-10-27T12:16:05.543" v="3729"/>
          <ac:spMkLst>
            <pc:docMk/>
            <pc:sldMk cId="3936197946" sldId="2147474616"/>
            <ac:spMk id="15" creationId="{89BCD24A-492D-2CD8-95C5-13A2B9D2DD79}"/>
          </ac:spMkLst>
        </pc:spChg>
        <pc:spChg chg="mod">
          <ac:chgData name="Alycia Wolf" userId="c3aef7f7-6659-44db-bf40-576699cfa133" providerId="ADAL" clId="{0050FAD3-4552-4704-84A6-01FEAEE1C93F}" dt="2026-10-27T12:16:05.543" v="3729"/>
          <ac:spMkLst>
            <pc:docMk/>
            <pc:sldMk cId="3936197946" sldId="2147474616"/>
            <ac:spMk id="16" creationId="{990E9846-C947-C614-5222-7AE3EBF0CC47}"/>
          </ac:spMkLst>
        </pc:spChg>
        <pc:spChg chg="mod">
          <ac:chgData name="Alycia Wolf" userId="c3aef7f7-6659-44db-bf40-576699cfa133" providerId="ADAL" clId="{0050FAD3-4552-4704-84A6-01FEAEE1C93F}" dt="2026-10-27T12:16:05.543" v="3729"/>
          <ac:spMkLst>
            <pc:docMk/>
            <pc:sldMk cId="3936197946" sldId="2147474616"/>
            <ac:spMk id="17" creationId="{FF1C0D73-253F-1D5E-A8FE-C7C68882EA77}"/>
          </ac:spMkLst>
        </pc:spChg>
        <pc:spChg chg="mod">
          <ac:chgData name="Alycia Wolf" userId="c3aef7f7-6659-44db-bf40-576699cfa133" providerId="ADAL" clId="{0050FAD3-4552-4704-84A6-01FEAEE1C93F}" dt="2026-10-27T12:16:05.543" v="3729"/>
          <ac:spMkLst>
            <pc:docMk/>
            <pc:sldMk cId="3936197946" sldId="2147474616"/>
            <ac:spMk id="18" creationId="{55FCEAD3-386C-E318-2D94-535216C92915}"/>
          </ac:spMkLst>
        </pc:spChg>
        <pc:spChg chg="mod">
          <ac:chgData name="Alycia Wolf" userId="c3aef7f7-6659-44db-bf40-576699cfa133" providerId="ADAL" clId="{0050FAD3-4552-4704-84A6-01FEAEE1C93F}" dt="2026-10-27T12:21:18.369" v="4100" actId="207"/>
          <ac:spMkLst>
            <pc:docMk/>
            <pc:sldMk cId="3936197946" sldId="2147474616"/>
            <ac:spMk id="21" creationId="{CB6BBF5B-4DDF-F82C-45AA-D50B6FCAFEDE}"/>
          </ac:spMkLst>
        </pc:spChg>
        <pc:spChg chg="mod">
          <ac:chgData name="Alycia Wolf" userId="c3aef7f7-6659-44db-bf40-576699cfa133" providerId="ADAL" clId="{0050FAD3-4552-4704-84A6-01FEAEE1C93F}" dt="2026-10-27T12:21:18.369" v="4100" actId="207"/>
          <ac:spMkLst>
            <pc:docMk/>
            <pc:sldMk cId="3936197946" sldId="2147474616"/>
            <ac:spMk id="22" creationId="{CE9303A7-7395-B597-AE4A-8922647F7F12}"/>
          </ac:spMkLst>
        </pc:spChg>
        <pc:spChg chg="mod">
          <ac:chgData name="Alycia Wolf" userId="c3aef7f7-6659-44db-bf40-576699cfa133" providerId="ADAL" clId="{0050FAD3-4552-4704-84A6-01FEAEE1C93F}" dt="2026-10-27T12:21:18.369" v="4100" actId="207"/>
          <ac:spMkLst>
            <pc:docMk/>
            <pc:sldMk cId="3936197946" sldId="2147474616"/>
            <ac:spMk id="23" creationId="{926245CD-5AA1-FFFC-B30E-7009177DBF10}"/>
          </ac:spMkLst>
        </pc:spChg>
        <pc:spChg chg="mod">
          <ac:chgData name="Alycia Wolf" userId="c3aef7f7-6659-44db-bf40-576699cfa133" providerId="ADAL" clId="{0050FAD3-4552-4704-84A6-01FEAEE1C93F}" dt="2026-10-27T12:21:18.369" v="4100" actId="207"/>
          <ac:spMkLst>
            <pc:docMk/>
            <pc:sldMk cId="3936197946" sldId="2147474616"/>
            <ac:spMk id="24" creationId="{4DAC12F6-8927-AE8D-0D7E-92700012E585}"/>
          </ac:spMkLst>
        </pc:spChg>
        <pc:spChg chg="mod">
          <ac:chgData name="Alycia Wolf" userId="c3aef7f7-6659-44db-bf40-576699cfa133" providerId="ADAL" clId="{0050FAD3-4552-4704-84A6-01FEAEE1C93F}" dt="2026-10-27T12:21:18.369" v="4100" actId="207"/>
          <ac:spMkLst>
            <pc:docMk/>
            <pc:sldMk cId="3936197946" sldId="2147474616"/>
            <ac:spMk id="25" creationId="{0786CF9C-7626-B5BF-A900-9D724041EBA8}"/>
          </ac:spMkLst>
        </pc:spChg>
        <pc:spChg chg="mod">
          <ac:chgData name="Alycia Wolf" userId="c3aef7f7-6659-44db-bf40-576699cfa133" providerId="ADAL" clId="{0050FAD3-4552-4704-84A6-01FEAEE1C93F}" dt="2026-10-27T12:21:18.369" v="4100" actId="207"/>
          <ac:spMkLst>
            <pc:docMk/>
            <pc:sldMk cId="3936197946" sldId="2147474616"/>
            <ac:spMk id="26" creationId="{3D08A5BB-D092-5535-A8D0-B55BC9862839}"/>
          </ac:spMkLst>
        </pc:spChg>
        <pc:spChg chg="mod">
          <ac:chgData name="Alycia Wolf" userId="c3aef7f7-6659-44db-bf40-576699cfa133" providerId="ADAL" clId="{0050FAD3-4552-4704-84A6-01FEAEE1C93F}" dt="2026-10-27T12:21:18.369" v="4100" actId="207"/>
          <ac:spMkLst>
            <pc:docMk/>
            <pc:sldMk cId="3936197946" sldId="2147474616"/>
            <ac:spMk id="27" creationId="{B8455D73-EEDE-9780-B7B1-F3D0BC11412D}"/>
          </ac:spMkLst>
        </pc:spChg>
        <pc:spChg chg="mod">
          <ac:chgData name="Alycia Wolf" userId="c3aef7f7-6659-44db-bf40-576699cfa133" providerId="ADAL" clId="{0050FAD3-4552-4704-84A6-01FEAEE1C93F}" dt="2026-10-27T12:21:18.369" v="4100" actId="207"/>
          <ac:spMkLst>
            <pc:docMk/>
            <pc:sldMk cId="3936197946" sldId="2147474616"/>
            <ac:spMk id="28" creationId="{8A62E414-57FD-ABE4-0CE7-0ECD52D2F9CF}"/>
          </ac:spMkLst>
        </pc:spChg>
        <pc:spChg chg="mod">
          <ac:chgData name="Alycia Wolf" userId="c3aef7f7-6659-44db-bf40-576699cfa133" providerId="ADAL" clId="{0050FAD3-4552-4704-84A6-01FEAEE1C93F}" dt="2026-10-27T12:21:18.369" v="4100" actId="207"/>
          <ac:spMkLst>
            <pc:docMk/>
            <pc:sldMk cId="3936197946" sldId="2147474616"/>
            <ac:spMk id="29" creationId="{F23C242C-FF74-5130-2E3D-E278E8B9F66F}"/>
          </ac:spMkLst>
        </pc:spChg>
        <pc:spChg chg="mod">
          <ac:chgData name="Alycia Wolf" userId="c3aef7f7-6659-44db-bf40-576699cfa133" providerId="ADAL" clId="{0050FAD3-4552-4704-84A6-01FEAEE1C93F}" dt="2026-10-27T12:21:18.369" v="4100" actId="207"/>
          <ac:spMkLst>
            <pc:docMk/>
            <pc:sldMk cId="3936197946" sldId="2147474616"/>
            <ac:spMk id="31" creationId="{EDBA1608-9DB1-36FC-0B9A-C42334E39C39}"/>
          </ac:spMkLst>
        </pc:spChg>
        <pc:spChg chg="add del mod">
          <ac:chgData name="Alycia Wolf" userId="c3aef7f7-6659-44db-bf40-576699cfa133" providerId="ADAL" clId="{0050FAD3-4552-4704-84A6-01FEAEE1C93F}" dt="2026-10-27T12:21:09.589" v="4001" actId="478"/>
          <ac:spMkLst>
            <pc:docMk/>
            <pc:sldMk cId="3936197946" sldId="2147474616"/>
            <ac:spMk id="35" creationId="{B3133805-B4F0-0DFC-F81C-B72923EFCDBF}"/>
          </ac:spMkLst>
        </pc:spChg>
        <pc:grpChg chg="add del mod">
          <ac:chgData name="Alycia Wolf" userId="c3aef7f7-6659-44db-bf40-576699cfa133" providerId="ADAL" clId="{0050FAD3-4552-4704-84A6-01FEAEE1C93F}" dt="2026-10-27T12:16:19.512" v="3732" actId="478"/>
          <ac:grpSpMkLst>
            <pc:docMk/>
            <pc:sldMk cId="3936197946" sldId="2147474616"/>
            <ac:grpSpMk id="10" creationId="{6ED53D4E-B200-B891-8428-1CE82213DC67}"/>
          </ac:grpSpMkLst>
        </pc:grpChg>
        <pc:grpChg chg="mod">
          <ac:chgData name="Alycia Wolf" userId="c3aef7f7-6659-44db-bf40-576699cfa133" providerId="ADAL" clId="{0050FAD3-4552-4704-84A6-01FEAEE1C93F}" dt="2026-10-27T12:21:44.435" v="4107" actId="14100"/>
          <ac:grpSpMkLst>
            <pc:docMk/>
            <pc:sldMk cId="3936197946" sldId="2147474616"/>
            <ac:grpSpMk id="19" creationId="{4F41E0A2-EADE-39DD-FE3C-9B7C529F1F14}"/>
          </ac:grpSpMkLst>
        </pc:grpChg>
        <pc:picChg chg="del mod">
          <ac:chgData name="Alycia Wolf" userId="c3aef7f7-6659-44db-bf40-576699cfa133" providerId="ADAL" clId="{0050FAD3-4552-4704-84A6-01FEAEE1C93F}" dt="2026-10-27T12:16:46.993" v="3738" actId="478"/>
          <ac:picMkLst>
            <pc:docMk/>
            <pc:sldMk cId="3936197946" sldId="2147474616"/>
            <ac:picMk id="4" creationId="{58A79E8C-9096-10F5-8459-7A47586921B4}"/>
          </ac:picMkLst>
        </pc:picChg>
        <pc:picChg chg="del">
          <ac:chgData name="Alycia Wolf" userId="c3aef7f7-6659-44db-bf40-576699cfa133" providerId="ADAL" clId="{0050FAD3-4552-4704-84A6-01FEAEE1C93F}" dt="2026-10-27T12:14:54.317" v="3719" actId="478"/>
          <ac:picMkLst>
            <pc:docMk/>
            <pc:sldMk cId="3936197946" sldId="2147474616"/>
            <ac:picMk id="6" creationId="{F759C7C1-1A5A-0B37-12DF-7268700A29C8}"/>
          </ac:picMkLst>
        </pc:picChg>
        <pc:picChg chg="add mod ord modCrop">
          <ac:chgData name="Alycia Wolf" userId="c3aef7f7-6659-44db-bf40-576699cfa133" providerId="ADAL" clId="{0050FAD3-4552-4704-84A6-01FEAEE1C93F}" dt="2026-10-27T12:21:57.931" v="4156"/>
          <ac:picMkLst>
            <pc:docMk/>
            <pc:sldMk cId="3936197946" sldId="2147474616"/>
            <ac:picMk id="8" creationId="{15A646AB-1257-3959-E1C4-05590441460F}"/>
          </ac:picMkLst>
        </pc:picChg>
        <pc:picChg chg="del">
          <ac:chgData name="Alycia Wolf" userId="c3aef7f7-6659-44db-bf40-576699cfa133" providerId="ADAL" clId="{0050FAD3-4552-4704-84A6-01FEAEE1C93F}" dt="2026-10-27T12:15:45.732" v="3728" actId="478"/>
          <ac:picMkLst>
            <pc:docMk/>
            <pc:sldMk cId="3936197946" sldId="2147474616"/>
            <ac:picMk id="9" creationId="{19AB1856-2B67-9D16-ADDD-BC61DD7DC841}"/>
          </ac:picMkLst>
        </pc:picChg>
      </pc:sldChg>
      <pc:sldChg chg="modSp add del mod">
        <pc:chgData name="Alycia Wolf" userId="c3aef7f7-6659-44db-bf40-576699cfa133" providerId="ADAL" clId="{0050FAD3-4552-4704-84A6-01FEAEE1C93F}" dt="2026-10-27T04:28:17.514" v="3699"/>
        <pc:sldMkLst>
          <pc:docMk/>
          <pc:sldMk cId="1764087127" sldId="2147474618"/>
        </pc:sldMkLst>
        <pc:spChg chg="mod">
          <ac:chgData name="Alycia Wolf" userId="c3aef7f7-6659-44db-bf40-576699cfa133" providerId="ADAL" clId="{0050FAD3-4552-4704-84A6-01FEAEE1C93F}" dt="2026-10-19T01:04:57.515" v="3596" actId="1036"/>
          <ac:spMkLst>
            <pc:docMk/>
            <pc:sldMk cId="1764087127" sldId="2147474618"/>
            <ac:spMk id="78" creationId="{FBBF6103-EEDE-08EC-AFBC-B73F987705ED}"/>
          </ac:spMkLst>
        </pc:spChg>
        <pc:spChg chg="mod">
          <ac:chgData name="Alycia Wolf" userId="c3aef7f7-6659-44db-bf40-576699cfa133" providerId="ADAL" clId="{0050FAD3-4552-4704-84A6-01FEAEE1C93F}" dt="2026-10-19T01:04:57.515" v="3596" actId="1036"/>
          <ac:spMkLst>
            <pc:docMk/>
            <pc:sldMk cId="1764087127" sldId="2147474618"/>
            <ac:spMk id="79" creationId="{0AF454E8-FBD4-8DFD-5857-51B9E09FA2AE}"/>
          </ac:spMkLst>
        </pc:spChg>
        <pc:spChg chg="mod">
          <ac:chgData name="Alycia Wolf" userId="c3aef7f7-6659-44db-bf40-576699cfa133" providerId="ADAL" clId="{0050FAD3-4552-4704-84A6-01FEAEE1C93F}" dt="2026-10-19T01:04:57.515" v="3596" actId="1036"/>
          <ac:spMkLst>
            <pc:docMk/>
            <pc:sldMk cId="1764087127" sldId="2147474618"/>
            <ac:spMk id="80" creationId="{F2AF289B-844A-6CC9-3590-39A2038AFC4E}"/>
          </ac:spMkLst>
        </pc:spChg>
        <pc:spChg chg="mod">
          <ac:chgData name="Alycia Wolf" userId="c3aef7f7-6659-44db-bf40-576699cfa133" providerId="ADAL" clId="{0050FAD3-4552-4704-84A6-01FEAEE1C93F}" dt="2026-10-19T01:04:57.515" v="3596" actId="1036"/>
          <ac:spMkLst>
            <pc:docMk/>
            <pc:sldMk cId="1764087127" sldId="2147474618"/>
            <ac:spMk id="88" creationId="{EBBD081B-3DFF-CB34-A8B3-CCDBB61E0512}"/>
          </ac:spMkLst>
        </pc:spChg>
        <pc:spChg chg="mod">
          <ac:chgData name="Alycia Wolf" userId="c3aef7f7-6659-44db-bf40-576699cfa133" providerId="ADAL" clId="{0050FAD3-4552-4704-84A6-01FEAEE1C93F}" dt="2026-10-19T01:04:57.515" v="3596" actId="1036"/>
          <ac:spMkLst>
            <pc:docMk/>
            <pc:sldMk cId="1764087127" sldId="2147474618"/>
            <ac:spMk id="103" creationId="{57EE88F4-1B39-2A0F-F136-F0E228FB984B}"/>
          </ac:spMkLst>
        </pc:spChg>
        <pc:cxnChg chg="mod">
          <ac:chgData name="Alycia Wolf" userId="c3aef7f7-6659-44db-bf40-576699cfa133" providerId="ADAL" clId="{0050FAD3-4552-4704-84A6-01FEAEE1C93F}" dt="2026-10-19T01:04:57.515" v="3596" actId="1036"/>
          <ac:cxnSpMkLst>
            <pc:docMk/>
            <pc:sldMk cId="1764087127" sldId="2147474618"/>
            <ac:cxnSpMk id="84" creationId="{499E4100-7F53-83CB-5E32-31339368E8B4}"/>
          </ac:cxnSpMkLst>
        </pc:cxnChg>
        <pc:cxnChg chg="mod">
          <ac:chgData name="Alycia Wolf" userId="c3aef7f7-6659-44db-bf40-576699cfa133" providerId="ADAL" clId="{0050FAD3-4552-4704-84A6-01FEAEE1C93F}" dt="2026-10-19T01:04:57.515" v="3596" actId="1036"/>
          <ac:cxnSpMkLst>
            <pc:docMk/>
            <pc:sldMk cId="1764087127" sldId="2147474618"/>
            <ac:cxnSpMk id="87" creationId="{41BBAA69-8B90-B691-DD78-6A8453EF1B7A}"/>
          </ac:cxnSpMkLst>
        </pc:cxnChg>
      </pc:sldChg>
      <pc:sldChg chg="modSp add del mod">
        <pc:chgData name="Alycia Wolf" userId="c3aef7f7-6659-44db-bf40-576699cfa133" providerId="ADAL" clId="{0050FAD3-4552-4704-84A6-01FEAEE1C93F}" dt="2026-10-27T12:12:56.911" v="3704"/>
        <pc:sldMkLst>
          <pc:docMk/>
          <pc:sldMk cId="0" sldId="2147474619"/>
        </pc:sldMkLst>
        <pc:spChg chg="mod">
          <ac:chgData name="Alycia Wolf" userId="c3aef7f7-6659-44db-bf40-576699cfa133" providerId="ADAL" clId="{0050FAD3-4552-4704-84A6-01FEAEE1C93F}" dt="2026-10-27T04:28:15.893" v="3698"/>
          <ac:spMkLst>
            <pc:docMk/>
            <pc:sldMk cId="0" sldId="2147474619"/>
            <ac:spMk id="3" creationId="{00000000-0000-0000-0000-000000000000}"/>
          </ac:spMkLst>
        </pc:spChg>
      </pc:sldChg>
      <pc:sldChg chg="add del">
        <pc:chgData name="Alycia Wolf" userId="c3aef7f7-6659-44db-bf40-576699cfa133" providerId="ADAL" clId="{0050FAD3-4552-4704-84A6-01FEAEE1C93F}" dt="2026-10-27T04:28:17.514" v="3699"/>
        <pc:sldMkLst>
          <pc:docMk/>
          <pc:sldMk cId="0" sldId="2147474620"/>
        </pc:sldMkLst>
      </pc:sldChg>
      <pc:sldChg chg="add">
        <pc:chgData name="Alycia Wolf" userId="c3aef7f7-6659-44db-bf40-576699cfa133" providerId="ADAL" clId="{0050FAD3-4552-4704-84A6-01FEAEE1C93F}" dt="2026-10-27T12:12:17.225" v="3700"/>
        <pc:sldMkLst>
          <pc:docMk/>
          <pc:sldMk cId="0" sldId="2147474621"/>
        </pc:sldMkLst>
      </pc:sldChg>
      <pc:sldMasterChg chg="addSp delSp mod delSldLayout">
        <pc:chgData name="Alycia Wolf" userId="c3aef7f7-6659-44db-bf40-576699cfa133" providerId="ADAL" clId="{0050FAD3-4552-4704-84A6-01FEAEE1C93F}" dt="2026-10-18T22:46:53.833" v="3442" actId="47"/>
        <pc:sldMasterMkLst>
          <pc:docMk/>
          <pc:sldMasterMk cId="766684962" sldId="2147483844"/>
        </pc:sldMasterMkLst>
        <pc:picChg chg="add">
          <ac:chgData name="Alycia Wolf" userId="c3aef7f7-6659-44db-bf40-576699cfa133" providerId="ADAL" clId="{0050FAD3-4552-4704-84A6-01FEAEE1C93F}" dt="2026-09-28T03:17:09.231" v="604" actId="22"/>
          <ac:picMkLst>
            <pc:docMk/>
            <pc:sldMasterMk cId="766684962" sldId="2147483844"/>
            <ac:picMk id="10" creationId="{95EB2FFE-FAAE-C8EB-5AAC-40F0A3B05D3F}"/>
          </ac:picMkLst>
        </pc:picChg>
      </pc:sldMasterChg>
      <pc:sldMasterChg chg="del delSldLayout">
        <pc:chgData name="Alycia Wolf" userId="c3aef7f7-6659-44db-bf40-576699cfa133" providerId="ADAL" clId="{0050FAD3-4552-4704-84A6-01FEAEE1C93F}" dt="2026-10-27T04:28:14.069" v="3694" actId="47"/>
        <pc:sldMasterMkLst>
          <pc:docMk/>
          <pc:sldMasterMk cId="804045884" sldId="2147483926"/>
        </pc:sldMasterMkLst>
        <pc:sldLayoutChg chg="del">
          <pc:chgData name="Alycia Wolf" userId="c3aef7f7-6659-44db-bf40-576699cfa133" providerId="ADAL" clId="{0050FAD3-4552-4704-84A6-01FEAEE1C93F}" dt="2026-10-27T04:28:14.069" v="3694" actId="47"/>
          <pc:sldLayoutMkLst>
            <pc:docMk/>
            <pc:sldMasterMk cId="804045884" sldId="2147483926"/>
            <pc:sldLayoutMk cId="1383001216" sldId="2147483927"/>
          </pc:sldLayoutMkLst>
        </pc:sldLayoutChg>
        <pc:sldLayoutChg chg="del">
          <pc:chgData name="Alycia Wolf" userId="c3aef7f7-6659-44db-bf40-576699cfa133" providerId="ADAL" clId="{0050FAD3-4552-4704-84A6-01FEAEE1C93F}" dt="2026-10-27T04:28:14.069" v="3694" actId="47"/>
          <pc:sldLayoutMkLst>
            <pc:docMk/>
            <pc:sldMasterMk cId="804045884" sldId="2147483926"/>
            <pc:sldLayoutMk cId="2839810498" sldId="2147483928"/>
          </pc:sldLayoutMkLst>
        </pc:sldLayoutChg>
        <pc:sldLayoutChg chg="del">
          <pc:chgData name="Alycia Wolf" userId="c3aef7f7-6659-44db-bf40-576699cfa133" providerId="ADAL" clId="{0050FAD3-4552-4704-84A6-01FEAEE1C93F}" dt="2026-10-27T04:28:14.069" v="3694" actId="47"/>
          <pc:sldLayoutMkLst>
            <pc:docMk/>
            <pc:sldMasterMk cId="804045884" sldId="2147483926"/>
            <pc:sldLayoutMk cId="3667585409" sldId="2147483929"/>
          </pc:sldLayoutMkLst>
        </pc:sldLayoutChg>
        <pc:sldLayoutChg chg="del">
          <pc:chgData name="Alycia Wolf" userId="c3aef7f7-6659-44db-bf40-576699cfa133" providerId="ADAL" clId="{0050FAD3-4552-4704-84A6-01FEAEE1C93F}" dt="2026-10-27T04:28:14.069" v="3694" actId="47"/>
          <pc:sldLayoutMkLst>
            <pc:docMk/>
            <pc:sldMasterMk cId="804045884" sldId="2147483926"/>
            <pc:sldLayoutMk cId="2342519761" sldId="2147483930"/>
          </pc:sldLayoutMkLst>
        </pc:sldLayoutChg>
      </pc:sldMasterChg>
      <pc:sldMasterChg chg="delSldLayout">
        <pc:chgData name="Alycia Wolf" userId="c3aef7f7-6659-44db-bf40-576699cfa133" providerId="ADAL" clId="{0050FAD3-4552-4704-84A6-01FEAEE1C93F}" dt="2026-10-27T12:12:55.319" v="3703" actId="47"/>
        <pc:sldMasterMkLst>
          <pc:docMk/>
          <pc:sldMasterMk cId="3794389062" sldId="2147483926"/>
        </pc:sldMasterMkLst>
        <pc:sldLayoutChg chg="del">
          <pc:chgData name="Alycia Wolf" userId="c3aef7f7-6659-44db-bf40-576699cfa133" providerId="ADAL" clId="{0050FAD3-4552-4704-84A6-01FEAEE1C93F}" dt="2026-10-27T12:12:55.319" v="3703" actId="47"/>
          <pc:sldLayoutMkLst>
            <pc:docMk/>
            <pc:sldMasterMk cId="3794389062" sldId="2147483926"/>
            <pc:sldLayoutMk cId="1577660527" sldId="2147483929"/>
          </pc:sldLayoutMkLst>
        </pc:sldLayoutChg>
        <pc:sldLayoutChg chg="del">
          <pc:chgData name="Alycia Wolf" userId="c3aef7f7-6659-44db-bf40-576699cfa133" providerId="ADAL" clId="{0050FAD3-4552-4704-84A6-01FEAEE1C93F}" dt="2026-10-27T12:12:53.847" v="3702" actId="47"/>
          <pc:sldLayoutMkLst>
            <pc:docMk/>
            <pc:sldMasterMk cId="3794389062" sldId="2147483926"/>
            <pc:sldLayoutMk cId="546296387" sldId="2147483930"/>
          </pc:sldLayoutMkLst>
        </pc:sldLayoutChg>
        <pc:sldLayoutChg chg="del">
          <pc:chgData name="Alycia Wolf" userId="c3aef7f7-6659-44db-bf40-576699cfa133" providerId="ADAL" clId="{0050FAD3-4552-4704-84A6-01FEAEE1C93F}" dt="2026-10-27T12:12:53.847" v="3702" actId="47"/>
          <pc:sldLayoutMkLst>
            <pc:docMk/>
            <pc:sldMasterMk cId="3794389062" sldId="2147483926"/>
            <pc:sldLayoutMk cId="3870160416" sldId="2147483931"/>
          </pc:sldLayoutMkLst>
        </pc:sldLayoutChg>
        <pc:sldLayoutChg chg="del">
          <pc:chgData name="Alycia Wolf" userId="c3aef7f7-6659-44db-bf40-576699cfa133" providerId="ADAL" clId="{0050FAD3-4552-4704-84A6-01FEAEE1C93F}" dt="2026-10-27T12:12:18.695" v="3701" actId="47"/>
          <pc:sldLayoutMkLst>
            <pc:docMk/>
            <pc:sldMasterMk cId="3794389062" sldId="2147483926"/>
            <pc:sldLayoutMk cId="1342093235" sldId="2147483933"/>
          </pc:sldLayoutMkLst>
        </pc:sldLayoutChg>
      </pc:sldMasterChg>
    </pc:docChg>
  </pc:docChgLst>
  <pc:docChgLst>
    <pc:chgData name="Jeffrey Tobias" userId="9ceb8861-4a13-48a9-ba56-a8c90f5fbffd" providerId="ADAL" clId="{9F870BBE-3130-516C-8D7D-FE4AA782BA08}"/>
    <pc:docChg chg="undo custSel addSld delSld modSld sldOrd">
      <pc:chgData name="Jeffrey Tobias" userId="9ceb8861-4a13-48a9-ba56-a8c90f5fbffd" providerId="ADAL" clId="{9F870BBE-3130-516C-8D7D-FE4AA782BA08}" dt="2026-09-28T05:12:26.975" v="93"/>
      <pc:docMkLst>
        <pc:docMk/>
      </pc:docMkLst>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C5D396-7B96-4346-AAAE-754D44F7F524}"/>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a:extLst>
              <a:ext uri="{FF2B5EF4-FFF2-40B4-BE49-F238E27FC236}">
                <a16:creationId xmlns:a16="http://schemas.microsoft.com/office/drawing/2014/main" id="{04D405ED-F3C3-C64D-896E-A82D517A682C}"/>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7DBF9414-3D7D-694D-A4D4-2A38CD631945}" type="datetimeFigureOut">
              <a:rPr lang="en-US" smtClean="0"/>
              <a:t>10/29/2026</a:t>
            </a:fld>
            <a:endParaRPr lang="en-US"/>
          </a:p>
        </p:txBody>
      </p:sp>
      <p:sp>
        <p:nvSpPr>
          <p:cNvPr id="4" name="Footer Placeholder 3">
            <a:extLst>
              <a:ext uri="{FF2B5EF4-FFF2-40B4-BE49-F238E27FC236}">
                <a16:creationId xmlns:a16="http://schemas.microsoft.com/office/drawing/2014/main" id="{CEA3EAB3-9FA5-9449-9881-6508ECDCCE6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a:extLst>
              <a:ext uri="{FF2B5EF4-FFF2-40B4-BE49-F238E27FC236}">
                <a16:creationId xmlns:a16="http://schemas.microsoft.com/office/drawing/2014/main" id="{35250E67-DC67-0A48-968B-2D9E10329239}"/>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AB9C1F1D-0F54-3E40-B5C3-72C471D17D1E}" type="slidenum">
              <a:rPr lang="en-US" smtClean="0"/>
              <a:t>‹#›</a:t>
            </a:fld>
            <a:endParaRPr lang="en-US"/>
          </a:p>
        </p:txBody>
      </p:sp>
    </p:spTree>
    <p:extLst>
      <p:ext uri="{BB962C8B-B14F-4D97-AF65-F5344CB8AC3E}">
        <p14:creationId xmlns:p14="http://schemas.microsoft.com/office/powerpoint/2010/main" val="19724352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AU"/>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7DB8B409-6AE1-413F-AD0F-8F9B711D0698}" type="datetimeFigureOut">
              <a:rPr lang="en-AU" smtClean="0"/>
              <a:t>29/10/2026</a:t>
            </a:fld>
            <a:endParaRPr lang="en-AU"/>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AU"/>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AU"/>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F7CA7197-82FF-4B06-884D-DB6B1218D975}" type="slidenum">
              <a:rPr lang="en-AU" smtClean="0"/>
              <a:t>‹#›</a:t>
            </a:fld>
            <a:endParaRPr lang="en-AU"/>
          </a:p>
        </p:txBody>
      </p:sp>
    </p:spTree>
    <p:extLst>
      <p:ext uri="{BB962C8B-B14F-4D97-AF65-F5344CB8AC3E}">
        <p14:creationId xmlns:p14="http://schemas.microsoft.com/office/powerpoint/2010/main" val="4099036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0C96F-E94B-C087-5266-F6FC3C287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7891BD-30F8-C3C1-EB20-FD9750D381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271813-822B-6CFC-1F43-0615C589D487}"/>
              </a:ext>
            </a:extLst>
          </p:cNvPr>
          <p:cNvSpPr>
            <a:spLocks noGrp="1"/>
          </p:cNvSpPr>
          <p:nvPr>
            <p:ph type="body" idx="1"/>
          </p:nvPr>
        </p:nvSpPr>
        <p:spPr/>
        <p:txBody>
          <a:bodyPr/>
          <a:lstStyle/>
          <a:p>
            <a:r>
              <a:t>We have supported GoFar since the EOI. The realignment sessions sit at the start of the ECI Phase rather than as a separate phase.</a:t>
            </a:r>
          </a:p>
        </p:txBody>
      </p:sp>
      <p:sp>
        <p:nvSpPr>
          <p:cNvPr id="4" name="Slide Number Placeholder 3">
            <a:extLst>
              <a:ext uri="{FF2B5EF4-FFF2-40B4-BE49-F238E27FC236}">
                <a16:creationId xmlns:a16="http://schemas.microsoft.com/office/drawing/2014/main" id="{B6FF3925-E753-C896-D604-3FD9C4987D1B}"/>
              </a:ext>
            </a:extLst>
          </p:cNvPr>
          <p:cNvSpPr>
            <a:spLocks noGrp="1"/>
          </p:cNvSpPr>
          <p:nvPr>
            <p:ph type="sldNum" sz="quarter" idx="10"/>
          </p:nvPr>
        </p:nvSpPr>
        <p:spPr/>
        <p:txBody>
          <a:bodyPr/>
          <a:lstStyle/>
          <a:p>
            <a:pPr algn="l" defTabSz="966612">
              <a:defRPr/>
            </a:pPr>
            <a:fld id="{F7021451-1387-4CA6-816F-3879F97B5CBC}" type="slidenum">
              <a:rPr lang="en-US" sz="1900">
                <a:solidFill>
                  <a:prstClr val="black"/>
                </a:solidFill>
                <a:latin typeface="Aptos" panose="02110004020202020204"/>
              </a:rPr>
              <a:pPr algn="l" defTabSz="966612">
                <a:defRPr/>
              </a:pPr>
              <a:t>2</a:t>
            </a:fld>
            <a:endParaRPr lang="en-US" sz="1900">
              <a:solidFill>
                <a:prstClr val="black"/>
              </a:solidFill>
              <a:latin typeface="Aptos" panose="02110004020202020204"/>
            </a:endParaRPr>
          </a:p>
        </p:txBody>
      </p:sp>
    </p:spTree>
    <p:extLst>
      <p:ext uri="{BB962C8B-B14F-4D97-AF65-F5344CB8AC3E}">
        <p14:creationId xmlns:p14="http://schemas.microsoft.com/office/powerpoint/2010/main" val="4251094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as contracted. Pre-ECI interactive preparation was reduced to $10,000 for goodwill and paid separately.</a:t>
            </a:r>
          </a:p>
        </p:txBody>
      </p:sp>
      <p:sp>
        <p:nvSpPr>
          <p:cNvPr id="4" name="Slide Number Placeholder 3"/>
          <p:cNvSpPr>
            <a:spLocks noGrp="1"/>
          </p:cNvSpPr>
          <p:nvPr>
            <p:ph type="sldNum" sz="quarter" idx="10"/>
          </p:nvPr>
        </p:nvSpPr>
        <p:spPr/>
        <p:txBody>
          <a:bodyPr/>
          <a:lstStyle/>
          <a:p>
            <a:pPr algn="l" defTabSz="966612">
              <a:defRPr/>
            </a:pPr>
            <a:fld id="{F7021451-1387-4CA6-816F-3879F97B5CBC}" type="slidenum">
              <a:rPr lang="en-US" sz="1900">
                <a:solidFill>
                  <a:prstClr val="black"/>
                </a:solidFill>
                <a:latin typeface="Aptos" panose="02110004020202020204"/>
              </a:rPr>
              <a:pPr algn="l" defTabSz="966612">
                <a:defRPr/>
              </a:pPr>
              <a:t>3</a:t>
            </a:fld>
            <a:endParaRPr lang="en-US" sz="1900">
              <a:solidFill>
                <a:prstClr val="black"/>
              </a:solidFill>
              <a:latin typeface="Aptos" panose="02110004020202020204"/>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further interactives and up to four submissions, delivered within the remaining C&amp;V Phase budget.</a:t>
            </a:r>
          </a:p>
        </p:txBody>
      </p:sp>
      <p:sp>
        <p:nvSpPr>
          <p:cNvPr id="4" name="Slide Number Placeholder 3"/>
          <p:cNvSpPr>
            <a:spLocks noGrp="1"/>
          </p:cNvSpPr>
          <p:nvPr>
            <p:ph type="sldNum" sz="quarter" idx="10"/>
          </p:nvPr>
        </p:nvSpPr>
        <p:spPr/>
        <p:txBody>
          <a:bodyPr/>
          <a:lstStyle/>
          <a:p>
            <a:pPr algn="l" defTabSz="966612">
              <a:defRPr/>
            </a:pPr>
            <a:fld id="{F7021451-1387-4CA6-816F-3879F97B5CBC}" type="slidenum">
              <a:rPr lang="en-US" sz="1900">
                <a:solidFill>
                  <a:prstClr val="black"/>
                </a:solidFill>
                <a:latin typeface="Aptos" panose="02110004020202020204"/>
              </a:rPr>
              <a:pPr algn="l" defTabSz="966612">
                <a:defRPr/>
              </a:pPr>
              <a:t>4</a:t>
            </a:fld>
            <a:endParaRPr lang="en-US" sz="1900">
              <a:solidFill>
                <a:prstClr val="black"/>
              </a:solidFill>
              <a:latin typeface="Aptos" panose="02110004020202020204"/>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Interactives 1 to 8 are complete. We propose to support four of the remaining sessions and three submissions. We have prioritised Alignment #4, where GoFar must present updated Baseline and Alternate Alignment designs, and the station design and construction methodology sessions, where GoFar's differentiation is strongest. RS&amp;SD #3 and AMF and MMC run at the same time on 12 November and may be combined.</a:t>
            </a:r>
          </a:p>
        </p:txBody>
      </p:sp>
      <p:sp>
        <p:nvSpPr>
          <p:cNvPr id="4" name="Slide Number Placeholder 3"/>
          <p:cNvSpPr>
            <a:spLocks noGrp="1"/>
          </p:cNvSpPr>
          <p:nvPr>
            <p:ph type="sldNum" sz="quarter" idx="10"/>
          </p:nvPr>
        </p:nvSpPr>
        <p:spPr/>
        <p:txBody>
          <a:bodyPr/>
          <a:lstStyle/>
          <a:p>
            <a:pPr algn="l" defTabSz="966612">
              <a:defRPr/>
            </a:pPr>
            <a:fld id="{F7021451-1387-4CA6-816F-3879F97B5CBC}" type="slidenum">
              <a:rPr lang="en-US" sz="1900">
                <a:solidFill>
                  <a:prstClr val="black"/>
                </a:solidFill>
                <a:latin typeface="Aptos" panose="02110004020202020204"/>
              </a:rPr>
              <a:pPr algn="l" defTabSz="966612">
                <a:defRPr/>
              </a:pPr>
              <a:t>5</a:t>
            </a:fld>
            <a:endParaRPr lang="en-US" sz="1900">
              <a:solidFill>
                <a:prstClr val="black"/>
              </a:solidFill>
              <a:latin typeface="Aptos" panose="02110004020202020204"/>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Lesson 1: in the 13 October session, a GoFar team member noted they knew far more than they would have without preparing. Lesson 2: after the 15 October Fire and Life Safety workshop, HSRA used GoFar's slides as the agenda. Lesson 3: the 6 October debrief noted GoFar built on HSRA's own work. Lesson 4: customer centricity is the thread through all of these, and the one to keep building on in the ECI.</a:t>
            </a:r>
          </a:p>
        </p:txBody>
      </p:sp>
      <p:sp>
        <p:nvSpPr>
          <p:cNvPr id="4" name="Slide Number Placeholder 3"/>
          <p:cNvSpPr>
            <a:spLocks noGrp="1"/>
          </p:cNvSpPr>
          <p:nvPr>
            <p:ph type="sldNum" sz="quarter" idx="10"/>
          </p:nvPr>
        </p:nvSpPr>
        <p:spPr/>
        <p:txBody>
          <a:bodyPr/>
          <a:lstStyle/>
          <a:p>
            <a:pPr algn="l" defTabSz="966612">
              <a:defRPr/>
            </a:pPr>
            <a:fld id="{F7021451-1387-4CA6-816F-3879F97B5CBC}" type="slidenum">
              <a:rPr lang="en-US" sz="1900">
                <a:solidFill>
                  <a:prstClr val="black"/>
                </a:solidFill>
                <a:latin typeface="Aptos" panose="02110004020202020204"/>
              </a:rPr>
              <a:pPr algn="l" defTabSz="966612">
                <a:defRPr/>
              </a:pPr>
              <a:t>6</a:t>
            </a:fld>
            <a:endParaRPr lang="en-US" sz="1900">
              <a:solidFill>
                <a:prstClr val="black"/>
              </a:solidFill>
              <a:latin typeface="Aptos" panose="02110004020202020204"/>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Drawn from conversations with the team and the October preparation and debrief sessions. Use this slide to open the floor before moving to the proposed December workshops.</a:t>
            </a:r>
          </a:p>
        </p:txBody>
      </p:sp>
      <p:sp>
        <p:nvSpPr>
          <p:cNvPr id="4" name="Slide Number Placeholder 3"/>
          <p:cNvSpPr>
            <a:spLocks noGrp="1"/>
          </p:cNvSpPr>
          <p:nvPr>
            <p:ph type="sldNum" sz="quarter" idx="10"/>
          </p:nvPr>
        </p:nvSpPr>
        <p:spPr/>
        <p:txBody>
          <a:bodyPr/>
          <a:lstStyle/>
          <a:p>
            <a:pPr algn="l" defTabSz="966612">
              <a:defRPr/>
            </a:pPr>
            <a:fld id="{F7021451-1387-4CA6-816F-3879F97B5CBC}" type="slidenum">
              <a:rPr lang="en-US" sz="1900">
                <a:solidFill>
                  <a:prstClr val="black"/>
                </a:solidFill>
                <a:latin typeface="Aptos" panose="02110004020202020204"/>
              </a:rPr>
              <a:pPr algn="l" defTabSz="966612">
                <a:defRPr/>
              </a:pPr>
              <a:t>7</a:t>
            </a:fld>
            <a:endParaRPr lang="en-US" sz="1900">
              <a:solidFill>
                <a:prstClr val="black"/>
              </a:solidFill>
              <a:latin typeface="Aptos" panose="02110004020202020204"/>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short sessions as the ECI Phase begins: Reflection and JV Alignment, and Strategy to Win. This is what will make GoFar unique; we are not aware of any other ECI partner investing in this.</a:t>
            </a:r>
          </a:p>
        </p:txBody>
      </p:sp>
      <p:sp>
        <p:nvSpPr>
          <p:cNvPr id="4" name="Slide Number Placeholder 3"/>
          <p:cNvSpPr>
            <a:spLocks noGrp="1"/>
          </p:cNvSpPr>
          <p:nvPr>
            <p:ph type="sldNum" sz="quarter" idx="10"/>
          </p:nvPr>
        </p:nvSpPr>
        <p:spPr/>
        <p:txBody>
          <a:bodyPr/>
          <a:lstStyle/>
          <a:p>
            <a:pPr algn="l" defTabSz="966612">
              <a:defRPr/>
            </a:pPr>
            <a:fld id="{F7021451-1387-4CA6-816F-3879F97B5CBC}" type="slidenum">
              <a:rPr lang="en-US" sz="1900">
                <a:solidFill>
                  <a:prstClr val="black"/>
                </a:solidFill>
                <a:latin typeface="Aptos" panose="02110004020202020204"/>
              </a:rPr>
              <a:pPr algn="l" defTabSz="966612">
                <a:defRPr/>
              </a:pPr>
              <a:t>8</a:t>
            </a:fld>
            <a:endParaRPr lang="en-US" sz="1900">
              <a:solidFill>
                <a:prstClr val="black"/>
              </a:solidFill>
              <a:latin typeface="Aptos" panose="02110004020202020204"/>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interactive follows five stages: prepare, develop, rehearse, deliver and debrief. For the final submission interactives we add a deeper content review against everything HSRA has said, asked and signalled.</a:t>
            </a:r>
          </a:p>
        </p:txBody>
      </p:sp>
      <p:sp>
        <p:nvSpPr>
          <p:cNvPr id="4" name="Slide Number Placeholder 3"/>
          <p:cNvSpPr>
            <a:spLocks noGrp="1"/>
          </p:cNvSpPr>
          <p:nvPr>
            <p:ph type="sldNum" sz="quarter" idx="10"/>
          </p:nvPr>
        </p:nvSpPr>
        <p:spPr/>
        <p:txBody>
          <a:bodyPr/>
          <a:lstStyle/>
          <a:p>
            <a:pPr algn="l" defTabSz="966612">
              <a:defRPr/>
            </a:pPr>
            <a:fld id="{F7021451-1387-4CA6-816F-3879F97B5CBC}" type="slidenum">
              <a:rPr lang="en-US" sz="1900">
                <a:solidFill>
                  <a:prstClr val="black"/>
                </a:solidFill>
                <a:latin typeface="Aptos" panose="02110004020202020204"/>
              </a:rPr>
              <a:pPr algn="l" defTabSz="966612">
                <a:defRPr/>
              </a:pPr>
              <a:t>9</a:t>
            </a:fld>
            <a:endParaRPr lang="en-US" sz="1900">
              <a:solidFill>
                <a:prstClr val="black"/>
              </a:solidFill>
              <a:latin typeface="Aptos" panose="02110004020202020204"/>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value is making GoFar unique. Customer centricity is the lens, and AI is an emerging area where TSG can strengthen the team, reflecting the AI role HSRA wants to see in GoFar's organisation.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ubheader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2417763"/>
            <a:ext cx="11151033" cy="3532188"/>
          </a:xfrm>
        </p:spPr>
        <p:txBody>
          <a:bodyPr>
            <a:normAutofit/>
          </a:bodyPr>
          <a:lstStyle>
            <a:lvl1pPr>
              <a:lnSpc>
                <a:spcPct val="100000"/>
              </a:lnSpc>
              <a:defRPr lang="en-US" sz="1400" kern="1200" dirty="0">
                <a:solidFill>
                  <a:schemeClr val="tx1"/>
                </a:solidFill>
                <a:latin typeface="+mn-lt"/>
                <a:ea typeface="Open Sans" panose="020B0606030504020204" pitchFamily="34" charset="0"/>
                <a:cs typeface="Open Sans" panose="020B0606030504020204" pitchFamily="34" charset="0"/>
              </a:defRPr>
            </a:lvl1pPr>
            <a:lvl2pPr>
              <a:lnSpc>
                <a:spcPct val="100000"/>
              </a:lnSpc>
              <a:defRPr sz="1200"/>
            </a:lvl2pPr>
            <a:lvl3pPr>
              <a:lnSpc>
                <a:spcPct val="100000"/>
              </a:lnSpc>
              <a:defRPr sz="1100"/>
            </a:lvl3pPr>
            <a:lvl4pPr>
              <a:lnSpc>
                <a:spcPct val="100000"/>
              </a:lnSpc>
              <a:defRPr sz="1050"/>
            </a:lvl4pPr>
            <a:lvl5pPr>
              <a:lnSpc>
                <a:spcPct val="100000"/>
              </a:lnSpc>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54C61C60-001A-8AA7-CFB2-86D7AE8BD73A}"/>
              </a:ext>
            </a:extLst>
          </p:cNvPr>
          <p:cNvSpPr>
            <a:spLocks noGrp="1"/>
          </p:cNvSpPr>
          <p:nvPr>
            <p:ph idx="10"/>
          </p:nvPr>
        </p:nvSpPr>
        <p:spPr>
          <a:xfrm>
            <a:off x="525018" y="1489075"/>
            <a:ext cx="11151033" cy="708026"/>
          </a:xfrm>
        </p:spPr>
        <p:txBody>
          <a:bodyPr/>
          <a:lstStyle>
            <a:lvl1pPr>
              <a:lnSpc>
                <a:spcPct val="100000"/>
              </a:lnSpc>
              <a:defRPr lang="en-US" sz="1800" kern="1200" dirty="0">
                <a:solidFill>
                  <a:schemeClr val="tx2"/>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3" name="Title 2">
            <a:extLst>
              <a:ext uri="{FF2B5EF4-FFF2-40B4-BE49-F238E27FC236}">
                <a16:creationId xmlns:a16="http://schemas.microsoft.com/office/drawing/2014/main" id="{51C5F644-741F-5183-DF81-735EC2E22418}"/>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893564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1449389"/>
            <a:ext cx="11151033" cy="4500562"/>
          </a:xfrm>
        </p:spPr>
        <p:txBody>
          <a:bodyPr>
            <a:normAutofit/>
          </a:bodyPr>
          <a:lstStyle>
            <a:lvl1pPr>
              <a:lnSpc>
                <a:spcPct val="100000"/>
              </a:lnSpc>
              <a:defRPr lang="en-US" sz="1400" kern="1200" dirty="0">
                <a:solidFill>
                  <a:schemeClr val="tx1"/>
                </a:solidFill>
                <a:latin typeface="+mn-lt"/>
                <a:ea typeface="Open Sans" panose="020B0606030504020204" pitchFamily="34" charset="0"/>
                <a:cs typeface="Open Sans" panose="020B0606030504020204" pitchFamily="34" charset="0"/>
              </a:defRPr>
            </a:lvl1pPr>
            <a:lvl2pPr>
              <a:lnSpc>
                <a:spcPct val="100000"/>
              </a:lnSpc>
              <a:defRPr sz="1200"/>
            </a:lvl2pPr>
            <a:lvl3pPr>
              <a:lnSpc>
                <a:spcPct val="100000"/>
              </a:lnSpc>
              <a:defRPr sz="1100"/>
            </a:lvl3pPr>
            <a:lvl4pPr>
              <a:lnSpc>
                <a:spcPct val="100000"/>
              </a:lnSpc>
              <a:defRPr sz="1050"/>
            </a:lvl4pPr>
            <a:lvl5pPr>
              <a:lnSpc>
                <a:spcPct val="100000"/>
              </a:lnSpc>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8564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range Hea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83A61-EB54-06EF-DE47-F7E9A571DB61}"/>
              </a:ext>
            </a:extLst>
          </p:cNvPr>
          <p:cNvSpPr/>
          <p:nvPr userDrawn="1"/>
        </p:nvSpPr>
        <p:spPr>
          <a:xfrm>
            <a:off x="0" y="0"/>
            <a:ext cx="12192000" cy="1316019"/>
          </a:xfrm>
          <a:prstGeom prst="rect">
            <a:avLst/>
          </a:prstGeom>
          <a:gradFill>
            <a:gsLst>
              <a:gs pos="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a:ea typeface="+mn-ea"/>
              <a:cs typeface="+mn-cs"/>
            </a:endParaRPr>
          </a:p>
        </p:txBody>
      </p:sp>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E8291A93-4081-00FE-8D86-B78BC1877C06}"/>
              </a:ext>
            </a:extLst>
          </p:cNvPr>
          <p:cNvSpPr>
            <a:spLocks noGrp="1"/>
          </p:cNvSpPr>
          <p:nvPr>
            <p:ph idx="10"/>
          </p:nvPr>
        </p:nvSpPr>
        <p:spPr>
          <a:xfrm>
            <a:off x="525018" y="1489075"/>
            <a:ext cx="11151033" cy="708026"/>
          </a:xfrm>
        </p:spPr>
        <p:txBody>
          <a:bodyPr/>
          <a:lstStyle>
            <a:lvl1pPr>
              <a:lnSpc>
                <a:spcPct val="100000"/>
              </a:lnSpc>
              <a:defRPr lang="en-US" sz="1800" kern="1200" dirty="0">
                <a:solidFill>
                  <a:schemeClr val="accent1"/>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7" name="Content Placeholder 2">
            <a:extLst>
              <a:ext uri="{FF2B5EF4-FFF2-40B4-BE49-F238E27FC236}">
                <a16:creationId xmlns:a16="http://schemas.microsoft.com/office/drawing/2014/main" id="{52FB8B8D-4649-478B-33F3-D7E4AF2E3D6B}"/>
              </a:ext>
            </a:extLst>
          </p:cNvPr>
          <p:cNvSpPr>
            <a:spLocks noGrp="1"/>
          </p:cNvSpPr>
          <p:nvPr>
            <p:ph idx="1"/>
          </p:nvPr>
        </p:nvSpPr>
        <p:spPr>
          <a:xfrm>
            <a:off x="525018" y="2417763"/>
            <a:ext cx="11151033" cy="3532188"/>
          </a:xfrm>
        </p:spPr>
        <p:txBody>
          <a:bodyPr>
            <a:normAutofit/>
          </a:bodyPr>
          <a:lstStyle>
            <a:lvl1pPr>
              <a:lnSpc>
                <a:spcPct val="100000"/>
              </a:lnSpc>
              <a:defRPr lang="en-US" sz="1400" kern="1200" dirty="0">
                <a:solidFill>
                  <a:schemeClr val="tx1"/>
                </a:solidFill>
                <a:latin typeface="+mn-lt"/>
                <a:ea typeface="Open Sans" panose="020B0606030504020204" pitchFamily="34" charset="0"/>
                <a:cs typeface="Open Sans" panose="020B0606030504020204" pitchFamily="34" charset="0"/>
              </a:defRPr>
            </a:lvl1pPr>
            <a:lvl2pPr>
              <a:lnSpc>
                <a:spcPct val="100000"/>
              </a:lnSpc>
              <a:defRPr sz="1200"/>
            </a:lvl2pPr>
            <a:lvl3pPr>
              <a:lnSpc>
                <a:spcPct val="100000"/>
              </a:lnSpc>
              <a:defRPr sz="1100"/>
            </a:lvl3pPr>
            <a:lvl4pPr>
              <a:lnSpc>
                <a:spcPct val="100000"/>
              </a:lnSpc>
              <a:defRPr sz="1050"/>
            </a:lvl4pPr>
            <a:lvl5pPr>
              <a:lnSpc>
                <a:spcPct val="100000"/>
              </a:lnSpc>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8574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ue Hea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83A61-EB54-06EF-DE47-F7E9A571DB61}"/>
              </a:ext>
            </a:extLst>
          </p:cNvPr>
          <p:cNvSpPr/>
          <p:nvPr userDrawn="1"/>
        </p:nvSpPr>
        <p:spPr>
          <a:xfrm>
            <a:off x="0" y="0"/>
            <a:ext cx="12192000" cy="1316019"/>
          </a:xfrm>
          <a:prstGeom prst="rect">
            <a:avLst/>
          </a:prstGeom>
          <a:gradFill>
            <a:gsLst>
              <a:gs pos="0">
                <a:schemeClr val="accent3"/>
              </a:gs>
              <a:gs pos="100000">
                <a:schemeClr val="accent3">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a:ea typeface="+mn-ea"/>
              <a:cs typeface="+mn-cs"/>
            </a:endParaRPr>
          </a:p>
        </p:txBody>
      </p:sp>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BB47E750-3802-FBF8-E08F-9C1738888FF9}"/>
              </a:ext>
            </a:extLst>
          </p:cNvPr>
          <p:cNvSpPr>
            <a:spLocks noGrp="1"/>
          </p:cNvSpPr>
          <p:nvPr>
            <p:ph idx="10"/>
          </p:nvPr>
        </p:nvSpPr>
        <p:spPr>
          <a:xfrm>
            <a:off x="525018" y="1489075"/>
            <a:ext cx="11151033" cy="708026"/>
          </a:xfrm>
        </p:spPr>
        <p:txBody>
          <a:bodyPr/>
          <a:lstStyle>
            <a:lvl1pPr>
              <a:lnSpc>
                <a:spcPct val="100000"/>
              </a:lnSpc>
              <a:defRPr lang="en-US" sz="1800" kern="1200" dirty="0">
                <a:solidFill>
                  <a:schemeClr val="accent3"/>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7" name="Content Placeholder 2">
            <a:extLst>
              <a:ext uri="{FF2B5EF4-FFF2-40B4-BE49-F238E27FC236}">
                <a16:creationId xmlns:a16="http://schemas.microsoft.com/office/drawing/2014/main" id="{9D0B6D57-446C-1D88-4F2F-B161F686A3E3}"/>
              </a:ext>
            </a:extLst>
          </p:cNvPr>
          <p:cNvSpPr>
            <a:spLocks noGrp="1"/>
          </p:cNvSpPr>
          <p:nvPr>
            <p:ph idx="1"/>
          </p:nvPr>
        </p:nvSpPr>
        <p:spPr>
          <a:xfrm>
            <a:off x="525018" y="2417763"/>
            <a:ext cx="11151033" cy="3532188"/>
          </a:xfrm>
        </p:spPr>
        <p:txBody>
          <a:bodyPr>
            <a:normAutofit/>
          </a:bodyPr>
          <a:lstStyle>
            <a:lvl1pPr>
              <a:lnSpc>
                <a:spcPct val="100000"/>
              </a:lnSpc>
              <a:defRPr lang="en-US" sz="1400" kern="1200" dirty="0">
                <a:solidFill>
                  <a:schemeClr val="tx1"/>
                </a:solidFill>
                <a:latin typeface="+mn-lt"/>
                <a:ea typeface="Open Sans" panose="020B0606030504020204" pitchFamily="34" charset="0"/>
                <a:cs typeface="Open Sans" panose="020B0606030504020204" pitchFamily="34" charset="0"/>
              </a:defRPr>
            </a:lvl1pPr>
            <a:lvl2pPr>
              <a:lnSpc>
                <a:spcPct val="100000"/>
              </a:lnSpc>
              <a:defRPr sz="1200"/>
            </a:lvl2pPr>
            <a:lvl3pPr>
              <a:lnSpc>
                <a:spcPct val="100000"/>
              </a:lnSpc>
              <a:defRPr sz="1100"/>
            </a:lvl3pPr>
            <a:lvl4pPr>
              <a:lnSpc>
                <a:spcPct val="100000"/>
              </a:lnSpc>
              <a:defRPr sz="1050"/>
            </a:lvl4pPr>
            <a:lvl5pPr>
              <a:lnSpc>
                <a:spcPct val="100000"/>
              </a:lnSpc>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13871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nk Hea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83A61-EB54-06EF-DE47-F7E9A571DB61}"/>
              </a:ext>
            </a:extLst>
          </p:cNvPr>
          <p:cNvSpPr/>
          <p:nvPr userDrawn="1"/>
        </p:nvSpPr>
        <p:spPr>
          <a:xfrm>
            <a:off x="0" y="0"/>
            <a:ext cx="12192000" cy="1316019"/>
          </a:xfrm>
          <a:prstGeom prst="rect">
            <a:avLst/>
          </a:prstGeom>
          <a:gradFill>
            <a:gsLst>
              <a:gs pos="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a:ea typeface="+mn-ea"/>
              <a:cs typeface="+mn-cs"/>
            </a:endParaRPr>
          </a:p>
        </p:txBody>
      </p:sp>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444391AA-EE75-B38C-13B8-EDA655F21AB1}"/>
              </a:ext>
            </a:extLst>
          </p:cNvPr>
          <p:cNvSpPr>
            <a:spLocks noGrp="1"/>
          </p:cNvSpPr>
          <p:nvPr>
            <p:ph idx="10"/>
          </p:nvPr>
        </p:nvSpPr>
        <p:spPr>
          <a:xfrm>
            <a:off x="525018" y="1489075"/>
            <a:ext cx="11151033" cy="708026"/>
          </a:xfrm>
        </p:spPr>
        <p:txBody>
          <a:bodyPr/>
          <a:lstStyle>
            <a:lvl1pPr>
              <a:lnSpc>
                <a:spcPct val="100000"/>
              </a:lnSpc>
              <a:defRPr lang="en-US" sz="1800" kern="1200" dirty="0">
                <a:solidFill>
                  <a:schemeClr val="accent2"/>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7" name="Content Placeholder 2">
            <a:extLst>
              <a:ext uri="{FF2B5EF4-FFF2-40B4-BE49-F238E27FC236}">
                <a16:creationId xmlns:a16="http://schemas.microsoft.com/office/drawing/2014/main" id="{305D6275-EA83-B059-B695-A7028EF622A9}"/>
              </a:ext>
            </a:extLst>
          </p:cNvPr>
          <p:cNvSpPr>
            <a:spLocks noGrp="1"/>
          </p:cNvSpPr>
          <p:nvPr>
            <p:ph idx="1"/>
          </p:nvPr>
        </p:nvSpPr>
        <p:spPr>
          <a:xfrm>
            <a:off x="525018" y="2417763"/>
            <a:ext cx="11151033" cy="3532188"/>
          </a:xfrm>
        </p:spPr>
        <p:txBody>
          <a:bodyPr>
            <a:normAutofit/>
          </a:bodyPr>
          <a:lstStyle>
            <a:lvl1pPr>
              <a:lnSpc>
                <a:spcPct val="100000"/>
              </a:lnSpc>
              <a:defRPr lang="en-US" sz="1400" kern="1200" dirty="0">
                <a:solidFill>
                  <a:schemeClr val="tx1"/>
                </a:solidFill>
                <a:latin typeface="+mn-lt"/>
                <a:ea typeface="Open Sans" panose="020B0606030504020204" pitchFamily="34" charset="0"/>
                <a:cs typeface="Open Sans" panose="020B0606030504020204" pitchFamily="34" charset="0"/>
              </a:defRPr>
            </a:lvl1pPr>
            <a:lvl2pPr>
              <a:lnSpc>
                <a:spcPct val="100000"/>
              </a:lnSpc>
              <a:defRPr sz="1200"/>
            </a:lvl2pPr>
            <a:lvl3pPr>
              <a:lnSpc>
                <a:spcPct val="100000"/>
              </a:lnSpc>
              <a:defRPr sz="1100"/>
            </a:lvl3pPr>
            <a:lvl4pPr>
              <a:lnSpc>
                <a:spcPct val="100000"/>
              </a:lnSpc>
              <a:defRPr sz="1050"/>
            </a:lvl4pPr>
            <a:lvl5pPr>
              <a:lnSpc>
                <a:spcPct val="100000"/>
              </a:lnSpc>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8721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sp>
        <p:nvSpPr>
          <p:cNvPr id="18" name="Subtitle 2">
            <a:extLst>
              <a:ext uri="{FF2B5EF4-FFF2-40B4-BE49-F238E27FC236}">
                <a16:creationId xmlns:a16="http://schemas.microsoft.com/office/drawing/2014/main" id="{8DF9EC0C-8D8A-394C-98CB-975B46260778}"/>
              </a:ext>
            </a:extLst>
          </p:cNvPr>
          <p:cNvSpPr>
            <a:spLocks noGrp="1"/>
          </p:cNvSpPr>
          <p:nvPr>
            <p:ph type="subTitle" idx="1"/>
          </p:nvPr>
        </p:nvSpPr>
        <p:spPr>
          <a:xfrm>
            <a:off x="499110" y="5177854"/>
            <a:ext cx="9144000" cy="1655762"/>
          </a:xfrm>
        </p:spPr>
        <p:txBody>
          <a:bodyPr>
            <a:normAutofit/>
          </a:bodyPr>
          <a:lstStyle>
            <a:lvl1pPr marL="0" indent="0" algn="l">
              <a:buNone/>
              <a:defRPr sz="2000">
                <a:solidFill>
                  <a:schemeClr val="bg2"/>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Title 1">
            <a:extLst>
              <a:ext uri="{FF2B5EF4-FFF2-40B4-BE49-F238E27FC236}">
                <a16:creationId xmlns:a16="http://schemas.microsoft.com/office/drawing/2014/main" id="{E6174DF3-85AD-3849-AA29-99B8B3E8F7CA}"/>
              </a:ext>
            </a:extLst>
          </p:cNvPr>
          <p:cNvSpPr>
            <a:spLocks noGrp="1"/>
          </p:cNvSpPr>
          <p:nvPr>
            <p:ph type="ctrTitle"/>
          </p:nvPr>
        </p:nvSpPr>
        <p:spPr>
          <a:xfrm>
            <a:off x="499110" y="4096613"/>
            <a:ext cx="9144000" cy="947129"/>
          </a:xfrm>
        </p:spPr>
        <p:txBody>
          <a:bodyPr anchor="b">
            <a:normAutofit/>
          </a:bodyPr>
          <a:lstStyle>
            <a:lvl1pPr algn="l">
              <a:defRPr sz="4400" b="0">
                <a:solidFill>
                  <a:schemeClr val="bg1"/>
                </a:solidFill>
              </a:defRPr>
            </a:lvl1pPr>
          </a:lstStyle>
          <a:p>
            <a:r>
              <a:rPr lang="en-US"/>
              <a:t>Click to edit Master title style</a:t>
            </a:r>
          </a:p>
        </p:txBody>
      </p:sp>
      <p:sp>
        <p:nvSpPr>
          <p:cNvPr id="7" name="Slide Number Placeholder 3">
            <a:extLst>
              <a:ext uri="{FF2B5EF4-FFF2-40B4-BE49-F238E27FC236}">
                <a16:creationId xmlns:a16="http://schemas.microsoft.com/office/drawing/2014/main" id="{E155D132-6578-874E-A1F5-777D8134DC9D}"/>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73386540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range Background">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C3839F8-3364-3C4E-810A-2FC99C244E37}"/>
              </a:ext>
            </a:extLst>
          </p:cNvPr>
          <p:cNvSpPr/>
          <p:nvPr userDrawn="1"/>
        </p:nvSpPr>
        <p:spPr>
          <a:xfrm>
            <a:off x="0" y="0"/>
            <a:ext cx="12192000" cy="6858000"/>
          </a:xfrm>
          <a:prstGeom prst="rect">
            <a:avLst/>
          </a:prstGeom>
          <a:gradFill>
            <a:gsLst>
              <a:gs pos="4100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15" name="Graphic 14">
            <a:extLst>
              <a:ext uri="{FF2B5EF4-FFF2-40B4-BE49-F238E27FC236}">
                <a16:creationId xmlns:a16="http://schemas.microsoft.com/office/drawing/2014/main" id="{DDDEA3E2-E5AD-D14C-B1EB-E632CA3CDBB3}"/>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2" r="35284" b="18720"/>
          <a:stretch/>
        </p:blipFill>
        <p:spPr>
          <a:xfrm>
            <a:off x="5545394" y="-1638142"/>
            <a:ext cx="6646606" cy="8342359"/>
          </a:xfrm>
          <a:prstGeom prst="rect">
            <a:avLst/>
          </a:prstGeom>
        </p:spPr>
      </p:pic>
    </p:spTree>
    <p:extLst>
      <p:ext uri="{BB962C8B-B14F-4D97-AF65-F5344CB8AC3E}">
        <p14:creationId xmlns:p14="http://schemas.microsoft.com/office/powerpoint/2010/main" val="3693151770"/>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ue Backgroun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accent3"/>
              </a:gs>
              <a:gs pos="10000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5A6D41D4-8055-A24D-80E7-090637EBB6CA}"/>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1481" t="-1" r="30512" b="20969"/>
          <a:stretch/>
        </p:blipFill>
        <p:spPr>
          <a:xfrm>
            <a:off x="6393461" y="-1718316"/>
            <a:ext cx="5798540" cy="7900197"/>
          </a:xfrm>
          <a:prstGeom prst="rect">
            <a:avLst/>
          </a:prstGeom>
        </p:spPr>
      </p:pic>
    </p:spTree>
    <p:extLst>
      <p:ext uri="{BB962C8B-B14F-4D97-AF65-F5344CB8AC3E}">
        <p14:creationId xmlns:p14="http://schemas.microsoft.com/office/powerpoint/2010/main" val="942874928"/>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nk Background">
    <p:bg>
      <p:bgRef idx="1001">
        <a:schemeClr val="bg1"/>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1E03BB5-73A0-9740-A5A5-D1CE3064E40F}"/>
              </a:ext>
            </a:extLst>
          </p:cNvPr>
          <p:cNvSpPr/>
          <p:nvPr userDrawn="1"/>
        </p:nvSpPr>
        <p:spPr>
          <a:xfrm>
            <a:off x="0" y="0"/>
            <a:ext cx="12192000" cy="6858000"/>
          </a:xfrm>
          <a:prstGeom prst="rect">
            <a:avLst/>
          </a:prstGeom>
          <a:gradFill>
            <a:gsLst>
              <a:gs pos="0">
                <a:srgbClr val="EE2B7B"/>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4DCF62D6-5D07-004E-99E2-0014E921AD2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6134" t="10221" r="1" b="18731"/>
          <a:stretch/>
        </p:blipFill>
        <p:spPr>
          <a:xfrm rot="10800000">
            <a:off x="5607255" y="0"/>
            <a:ext cx="6584745" cy="7325222"/>
          </a:xfrm>
          <a:prstGeom prst="rect">
            <a:avLst/>
          </a:prstGeom>
        </p:spPr>
      </p:pic>
    </p:spTree>
    <p:extLst>
      <p:ext uri="{BB962C8B-B14F-4D97-AF65-F5344CB8AC3E}">
        <p14:creationId xmlns:p14="http://schemas.microsoft.com/office/powerpoint/2010/main" val="1214708061"/>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Orange Arrow">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1"/>
              </a:gs>
              <a:gs pos="100000">
                <a:srgbClr val="E85A3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6359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Blue Arrow">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3"/>
              </a:gs>
              <a:gs pos="100000">
                <a:srgbClr val="1B75B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945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Pink Arrow">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2"/>
              </a:gs>
              <a:gs pos="100000">
                <a:schemeClr val="accent2">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7009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Green Arrow">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4"/>
              </a:gs>
              <a:gs pos="100000">
                <a:schemeClr val="accent4">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11923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Grey Arrow">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6"/>
              </a:gs>
              <a:gs pos="100000">
                <a:schemeClr val="accent6">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12668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Light Blue Arrow">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5"/>
              </a:gs>
              <a:gs pos="99000">
                <a:schemeClr val="accent5">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67977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range Long Side Graph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29">
            <a:extLst>
              <a:ext uri="{FF2B5EF4-FFF2-40B4-BE49-F238E27FC236}">
                <a16:creationId xmlns:a16="http://schemas.microsoft.com/office/drawing/2014/main" id="{01C706FE-8F3E-CE27-4809-462B78AE473B}"/>
              </a:ext>
            </a:extLst>
          </p:cNvPr>
          <p:cNvSpPr/>
          <p:nvPr userDrawn="1"/>
        </p:nvSpPr>
        <p:spPr>
          <a:xfrm rot="16200000">
            <a:off x="7645400" y="2320583"/>
            <a:ext cx="6857999" cy="2235200"/>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gradFill>
            <a:gsLst>
              <a:gs pos="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5" name="Title 1">
            <a:extLst>
              <a:ext uri="{FF2B5EF4-FFF2-40B4-BE49-F238E27FC236}">
                <a16:creationId xmlns:a16="http://schemas.microsoft.com/office/drawing/2014/main" id="{785E208D-C5D8-6524-F56F-4BD1174247AC}"/>
              </a:ext>
            </a:extLst>
          </p:cNvPr>
          <p:cNvSpPr>
            <a:spLocks noGrp="1"/>
          </p:cNvSpPr>
          <p:nvPr>
            <p:ph type="title"/>
          </p:nvPr>
        </p:nvSpPr>
        <p:spPr>
          <a:xfrm>
            <a:off x="525019" y="368300"/>
            <a:ext cx="11151044" cy="900114"/>
          </a:xfrm>
        </p:spPr>
        <p:txBody>
          <a:bodyPr>
            <a:normAutofit/>
          </a:bodyPr>
          <a:lstStyle>
            <a:lvl1pPr>
              <a:defRPr sz="2800"/>
            </a:lvl1pPr>
          </a:lstStyle>
          <a:p>
            <a:r>
              <a:rPr lang="en-US"/>
              <a:t>Click to edit Master title style</a:t>
            </a:r>
          </a:p>
        </p:txBody>
      </p:sp>
      <p:sp>
        <p:nvSpPr>
          <p:cNvPr id="2" name="Content Placeholder 2">
            <a:extLst>
              <a:ext uri="{FF2B5EF4-FFF2-40B4-BE49-F238E27FC236}">
                <a16:creationId xmlns:a16="http://schemas.microsoft.com/office/drawing/2014/main" id="{6D0DA3B5-E9B5-9E73-6E4A-E6A8D4226CBE}"/>
              </a:ext>
            </a:extLst>
          </p:cNvPr>
          <p:cNvSpPr>
            <a:spLocks noGrp="1"/>
          </p:cNvSpPr>
          <p:nvPr>
            <p:ph idx="10"/>
          </p:nvPr>
        </p:nvSpPr>
        <p:spPr>
          <a:xfrm>
            <a:off x="525018" y="1489075"/>
            <a:ext cx="11151033" cy="708026"/>
          </a:xfrm>
        </p:spPr>
        <p:txBody>
          <a:bodyPr/>
          <a:lstStyle>
            <a:lvl1pPr>
              <a:defRPr lang="en-US" sz="1800" kern="1200" dirty="0">
                <a:solidFill>
                  <a:schemeClr val="accent1"/>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3" name="Content Placeholder 2">
            <a:extLst>
              <a:ext uri="{FF2B5EF4-FFF2-40B4-BE49-F238E27FC236}">
                <a16:creationId xmlns:a16="http://schemas.microsoft.com/office/drawing/2014/main" id="{7FB55E82-4F67-E441-5FA4-A49E2A16A71B}"/>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76493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ue Long Side Graph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sp>
        <p:nvSpPr>
          <p:cNvPr id="6" name="Rectangle 29">
            <a:extLst>
              <a:ext uri="{FF2B5EF4-FFF2-40B4-BE49-F238E27FC236}">
                <a16:creationId xmlns:a16="http://schemas.microsoft.com/office/drawing/2014/main" id="{A31108C3-F34C-8C45-A897-FE6DA9684A4F}"/>
              </a:ext>
            </a:extLst>
          </p:cNvPr>
          <p:cNvSpPr/>
          <p:nvPr userDrawn="1"/>
        </p:nvSpPr>
        <p:spPr>
          <a:xfrm rot="16200000">
            <a:off x="7645400" y="2320583"/>
            <a:ext cx="6857999" cy="2235200"/>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gradFill>
            <a:gsLst>
              <a:gs pos="0">
                <a:srgbClr val="00AEEF"/>
              </a:gs>
              <a:gs pos="10000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5" name="Content Placeholder 2">
            <a:extLst>
              <a:ext uri="{FF2B5EF4-FFF2-40B4-BE49-F238E27FC236}">
                <a16:creationId xmlns:a16="http://schemas.microsoft.com/office/drawing/2014/main" id="{29049417-149F-92E6-29AE-727BB8EE3AC5}"/>
              </a:ext>
            </a:extLst>
          </p:cNvPr>
          <p:cNvSpPr>
            <a:spLocks noGrp="1"/>
          </p:cNvSpPr>
          <p:nvPr>
            <p:ph idx="10"/>
          </p:nvPr>
        </p:nvSpPr>
        <p:spPr>
          <a:xfrm>
            <a:off x="525018" y="1489075"/>
            <a:ext cx="11151033" cy="708026"/>
          </a:xfrm>
        </p:spPr>
        <p:txBody>
          <a:bodyPr/>
          <a:lstStyle>
            <a:lvl1pPr>
              <a:defRPr lang="en-US" sz="1800" kern="1200" dirty="0">
                <a:solidFill>
                  <a:schemeClr val="accent3"/>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7" name="Content Placeholder 2">
            <a:extLst>
              <a:ext uri="{FF2B5EF4-FFF2-40B4-BE49-F238E27FC236}">
                <a16:creationId xmlns:a16="http://schemas.microsoft.com/office/drawing/2014/main" id="{EA224E19-2466-3A21-E067-E2334736B2B8}"/>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20102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nk Long Side Graph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29">
            <a:extLst>
              <a:ext uri="{FF2B5EF4-FFF2-40B4-BE49-F238E27FC236}">
                <a16:creationId xmlns:a16="http://schemas.microsoft.com/office/drawing/2014/main" id="{01C706FE-8F3E-CE27-4809-462B78AE473B}"/>
              </a:ext>
            </a:extLst>
          </p:cNvPr>
          <p:cNvSpPr/>
          <p:nvPr userDrawn="1"/>
        </p:nvSpPr>
        <p:spPr>
          <a:xfrm rot="16200000">
            <a:off x="7645400" y="2320583"/>
            <a:ext cx="6857999" cy="2235200"/>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gradFill>
            <a:gsLst>
              <a:gs pos="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9" name="Title 1">
            <a:extLst>
              <a:ext uri="{FF2B5EF4-FFF2-40B4-BE49-F238E27FC236}">
                <a16:creationId xmlns:a16="http://schemas.microsoft.com/office/drawing/2014/main" id="{6D41C234-8CDF-C44A-2B85-C29AF0F0E254}"/>
              </a:ext>
            </a:extLst>
          </p:cNvPr>
          <p:cNvSpPr>
            <a:spLocks noGrp="1"/>
          </p:cNvSpPr>
          <p:nvPr>
            <p:ph type="title"/>
          </p:nvPr>
        </p:nvSpPr>
        <p:spPr>
          <a:xfrm>
            <a:off x="525019" y="368300"/>
            <a:ext cx="11151044" cy="900114"/>
          </a:xfrm>
        </p:spPr>
        <p:txBody>
          <a:bodyPr>
            <a:normAutofit/>
          </a:bodyPr>
          <a:lstStyle>
            <a:lvl1pPr>
              <a:defRPr sz="2800"/>
            </a:lvl1pPr>
          </a:lstStyle>
          <a:p>
            <a:r>
              <a:rPr lang="en-US"/>
              <a:t>Click to edit Master title style</a:t>
            </a:r>
          </a:p>
        </p:txBody>
      </p:sp>
      <p:sp>
        <p:nvSpPr>
          <p:cNvPr id="2" name="Content Placeholder 2">
            <a:extLst>
              <a:ext uri="{FF2B5EF4-FFF2-40B4-BE49-F238E27FC236}">
                <a16:creationId xmlns:a16="http://schemas.microsoft.com/office/drawing/2014/main" id="{572FD90D-CA92-67F9-C4F4-64875ACA3247}"/>
              </a:ext>
            </a:extLst>
          </p:cNvPr>
          <p:cNvSpPr>
            <a:spLocks noGrp="1"/>
          </p:cNvSpPr>
          <p:nvPr>
            <p:ph idx="10"/>
          </p:nvPr>
        </p:nvSpPr>
        <p:spPr>
          <a:xfrm>
            <a:off x="525018" y="1489075"/>
            <a:ext cx="11151033" cy="708026"/>
          </a:xfrm>
        </p:spPr>
        <p:txBody>
          <a:bodyPr/>
          <a:lstStyle>
            <a:lvl1pPr>
              <a:defRPr lang="en-US" sz="1800" kern="1200" dirty="0">
                <a:solidFill>
                  <a:schemeClr val="accent2"/>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3" name="Content Placeholder 2">
            <a:extLst>
              <a:ext uri="{FF2B5EF4-FFF2-40B4-BE49-F238E27FC236}">
                <a16:creationId xmlns:a16="http://schemas.microsoft.com/office/drawing/2014/main" id="{56FF4714-C7CB-771D-F435-2E5C8A82F40B}"/>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82968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range Corner Graphic">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E2B82B2-7313-CACC-3F46-AF2D3AD1FAC3}"/>
              </a:ext>
            </a:extLst>
          </p:cNvPr>
          <p:cNvSpPr/>
          <p:nvPr userDrawn="1"/>
        </p:nvSpPr>
        <p:spPr>
          <a:xfrm>
            <a:off x="10261600" y="-1"/>
            <a:ext cx="1930400" cy="1984375"/>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25019" y="368300"/>
            <a:ext cx="9863581" cy="900114"/>
          </a:xfrm>
        </p:spPr>
        <p:txBody>
          <a:bodyPr>
            <a:normAutofit/>
          </a:bodyPr>
          <a:lstStyle>
            <a:lvl1pPr>
              <a:defRPr sz="2800"/>
            </a:lvl1pPr>
          </a:lstStyle>
          <a:p>
            <a:r>
              <a:rPr lang="en-US"/>
              <a:t>Click to edit Master title style</a:t>
            </a:r>
          </a:p>
        </p:txBody>
      </p:sp>
      <p:sp>
        <p:nvSpPr>
          <p:cNvPr id="7" name="Slide Number Placeholder 3">
            <a:extLst>
              <a:ext uri="{FF2B5EF4-FFF2-40B4-BE49-F238E27FC236}">
                <a16:creationId xmlns:a16="http://schemas.microsoft.com/office/drawing/2014/main" id="{6C1160CB-3EDC-5A4B-9028-588350DCACB1}"/>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Rectangle 3">
            <a:extLst>
              <a:ext uri="{FF2B5EF4-FFF2-40B4-BE49-F238E27FC236}">
                <a16:creationId xmlns:a16="http://schemas.microsoft.com/office/drawing/2014/main" id="{F8E380DB-5D7C-D077-1CD7-69080BB74ADA}"/>
              </a:ext>
            </a:extLst>
          </p:cNvPr>
          <p:cNvSpPr/>
          <p:nvPr userDrawn="1"/>
        </p:nvSpPr>
        <p:spPr>
          <a:xfrm>
            <a:off x="10388600" y="0"/>
            <a:ext cx="1803400" cy="1803400"/>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gradFill>
            <a:gsLst>
              <a:gs pos="40000">
                <a:schemeClr val="accent1"/>
              </a:gs>
              <a:gs pos="100000">
                <a:srgbClr val="EF4136"/>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Content Placeholder 2">
            <a:extLst>
              <a:ext uri="{FF2B5EF4-FFF2-40B4-BE49-F238E27FC236}">
                <a16:creationId xmlns:a16="http://schemas.microsoft.com/office/drawing/2014/main" id="{7A46BE76-DCE2-F95E-B217-5A073CE32881}"/>
              </a:ext>
            </a:extLst>
          </p:cNvPr>
          <p:cNvSpPr>
            <a:spLocks noGrp="1"/>
          </p:cNvSpPr>
          <p:nvPr>
            <p:ph idx="10"/>
          </p:nvPr>
        </p:nvSpPr>
        <p:spPr>
          <a:xfrm>
            <a:off x="525018" y="1489075"/>
            <a:ext cx="11151033" cy="708026"/>
          </a:xfrm>
        </p:spPr>
        <p:txBody>
          <a:bodyPr/>
          <a:lstStyle>
            <a:lvl1pPr>
              <a:defRPr lang="en-US" sz="1800" kern="1200" dirty="0">
                <a:solidFill>
                  <a:schemeClr val="accent1"/>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6" name="Content Placeholder 2">
            <a:extLst>
              <a:ext uri="{FF2B5EF4-FFF2-40B4-BE49-F238E27FC236}">
                <a16:creationId xmlns:a16="http://schemas.microsoft.com/office/drawing/2014/main" id="{860B162B-9DE8-B5C5-0029-E19F7D82FA5D}"/>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743984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ue Corner Graphic">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E2B82B2-7313-CACC-3F46-AF2D3AD1FAC3}"/>
              </a:ext>
            </a:extLst>
          </p:cNvPr>
          <p:cNvSpPr/>
          <p:nvPr userDrawn="1"/>
        </p:nvSpPr>
        <p:spPr>
          <a:xfrm>
            <a:off x="10261600" y="-1"/>
            <a:ext cx="1930400" cy="1984375"/>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25019" y="368300"/>
            <a:ext cx="9863581" cy="900114"/>
          </a:xfrm>
        </p:spPr>
        <p:txBody>
          <a:bodyPr>
            <a:normAutofit/>
          </a:bodyPr>
          <a:lstStyle>
            <a:lvl1pPr>
              <a:defRPr sz="2800"/>
            </a:lvl1pPr>
          </a:lstStyle>
          <a:p>
            <a:r>
              <a:rPr lang="en-US"/>
              <a:t>Click to edit Master title style</a:t>
            </a:r>
          </a:p>
        </p:txBody>
      </p:sp>
      <p:sp>
        <p:nvSpPr>
          <p:cNvPr id="7" name="Slide Number Placeholder 3">
            <a:extLst>
              <a:ext uri="{FF2B5EF4-FFF2-40B4-BE49-F238E27FC236}">
                <a16:creationId xmlns:a16="http://schemas.microsoft.com/office/drawing/2014/main" id="{6C1160CB-3EDC-5A4B-9028-588350DCACB1}"/>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Rectangle 3">
            <a:extLst>
              <a:ext uri="{FF2B5EF4-FFF2-40B4-BE49-F238E27FC236}">
                <a16:creationId xmlns:a16="http://schemas.microsoft.com/office/drawing/2014/main" id="{F8E380DB-5D7C-D077-1CD7-69080BB74ADA}"/>
              </a:ext>
            </a:extLst>
          </p:cNvPr>
          <p:cNvSpPr/>
          <p:nvPr userDrawn="1"/>
        </p:nvSpPr>
        <p:spPr>
          <a:xfrm>
            <a:off x="10388600" y="0"/>
            <a:ext cx="1803400" cy="1803400"/>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gradFill>
            <a:gsLst>
              <a:gs pos="40000">
                <a:schemeClr val="accent3"/>
              </a:gs>
              <a:gs pos="100000">
                <a:srgbClr val="1B75B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Content Placeholder 2">
            <a:extLst>
              <a:ext uri="{FF2B5EF4-FFF2-40B4-BE49-F238E27FC236}">
                <a16:creationId xmlns:a16="http://schemas.microsoft.com/office/drawing/2014/main" id="{75B83C9C-027A-60BC-8557-ACD67417F97F}"/>
              </a:ext>
            </a:extLst>
          </p:cNvPr>
          <p:cNvSpPr>
            <a:spLocks noGrp="1"/>
          </p:cNvSpPr>
          <p:nvPr>
            <p:ph idx="10"/>
          </p:nvPr>
        </p:nvSpPr>
        <p:spPr>
          <a:xfrm>
            <a:off x="525018" y="1489075"/>
            <a:ext cx="11151033" cy="708026"/>
          </a:xfrm>
        </p:spPr>
        <p:txBody>
          <a:bodyPr/>
          <a:lstStyle>
            <a:lvl1pPr>
              <a:defRPr lang="en-US" sz="1800" kern="1200" dirty="0">
                <a:solidFill>
                  <a:schemeClr val="accent3"/>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6" name="Content Placeholder 2">
            <a:extLst>
              <a:ext uri="{FF2B5EF4-FFF2-40B4-BE49-F238E27FC236}">
                <a16:creationId xmlns:a16="http://schemas.microsoft.com/office/drawing/2014/main" id="{1EBA31E1-74A9-A507-53C1-5304675B62C8}"/>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81487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ink Corner Graphic">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E2B82B2-7313-CACC-3F46-AF2D3AD1FAC3}"/>
              </a:ext>
            </a:extLst>
          </p:cNvPr>
          <p:cNvSpPr/>
          <p:nvPr userDrawn="1"/>
        </p:nvSpPr>
        <p:spPr>
          <a:xfrm>
            <a:off x="10261600" y="-1"/>
            <a:ext cx="1930400" cy="1984375"/>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25019" y="368300"/>
            <a:ext cx="9863581" cy="900114"/>
          </a:xfrm>
        </p:spPr>
        <p:txBody>
          <a:bodyPr>
            <a:normAutofit/>
          </a:bodyPr>
          <a:lstStyle>
            <a:lvl1pPr>
              <a:defRPr sz="2800"/>
            </a:lvl1pPr>
          </a:lstStyle>
          <a:p>
            <a:r>
              <a:rPr lang="en-US"/>
              <a:t>Click to edit Master title style</a:t>
            </a:r>
          </a:p>
        </p:txBody>
      </p:sp>
      <p:sp>
        <p:nvSpPr>
          <p:cNvPr id="7" name="Slide Number Placeholder 3">
            <a:extLst>
              <a:ext uri="{FF2B5EF4-FFF2-40B4-BE49-F238E27FC236}">
                <a16:creationId xmlns:a16="http://schemas.microsoft.com/office/drawing/2014/main" id="{6C1160CB-3EDC-5A4B-9028-588350DCACB1}"/>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Rectangle 3">
            <a:extLst>
              <a:ext uri="{FF2B5EF4-FFF2-40B4-BE49-F238E27FC236}">
                <a16:creationId xmlns:a16="http://schemas.microsoft.com/office/drawing/2014/main" id="{F8E380DB-5D7C-D077-1CD7-69080BB74ADA}"/>
              </a:ext>
            </a:extLst>
          </p:cNvPr>
          <p:cNvSpPr/>
          <p:nvPr userDrawn="1"/>
        </p:nvSpPr>
        <p:spPr>
          <a:xfrm>
            <a:off x="10388600" y="0"/>
            <a:ext cx="1803400" cy="1803400"/>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gradFill>
            <a:gsLst>
              <a:gs pos="40000">
                <a:schemeClr val="accent2"/>
              </a:gs>
              <a:gs pos="100000">
                <a:schemeClr val="accent2">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Content Placeholder 2">
            <a:extLst>
              <a:ext uri="{FF2B5EF4-FFF2-40B4-BE49-F238E27FC236}">
                <a16:creationId xmlns:a16="http://schemas.microsoft.com/office/drawing/2014/main" id="{6C7488F1-4877-7037-BCA4-AD749C49BC09}"/>
              </a:ext>
            </a:extLst>
          </p:cNvPr>
          <p:cNvSpPr>
            <a:spLocks noGrp="1"/>
          </p:cNvSpPr>
          <p:nvPr>
            <p:ph idx="10"/>
          </p:nvPr>
        </p:nvSpPr>
        <p:spPr>
          <a:xfrm>
            <a:off x="525018" y="1489075"/>
            <a:ext cx="11151033" cy="708026"/>
          </a:xfrm>
        </p:spPr>
        <p:txBody>
          <a:bodyPr/>
          <a:lstStyle>
            <a:lvl1pPr>
              <a:defRPr lang="en-US" sz="1800" kern="1200" dirty="0">
                <a:solidFill>
                  <a:schemeClr val="accent2"/>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6" name="Content Placeholder 2">
            <a:extLst>
              <a:ext uri="{FF2B5EF4-FFF2-40B4-BE49-F238E27FC236}">
                <a16:creationId xmlns:a16="http://schemas.microsoft.com/office/drawing/2014/main" id="{97CF355D-4967-5A79-DFCE-2773ADFFC906}"/>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89315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Orange Pris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grpSp>
        <p:nvGrpSpPr>
          <p:cNvPr id="15" name="Group 14">
            <a:extLst>
              <a:ext uri="{FF2B5EF4-FFF2-40B4-BE49-F238E27FC236}">
                <a16:creationId xmlns:a16="http://schemas.microsoft.com/office/drawing/2014/main" id="{83460EAF-4649-FF95-874E-A0109DF57C9B}"/>
              </a:ext>
            </a:extLst>
          </p:cNvPr>
          <p:cNvGrpSpPr/>
          <p:nvPr userDrawn="1"/>
        </p:nvGrpSpPr>
        <p:grpSpPr>
          <a:xfrm>
            <a:off x="-14763" y="4808928"/>
            <a:ext cx="7482363" cy="2067930"/>
            <a:chOff x="-14763" y="3909367"/>
            <a:chExt cx="10737232" cy="2967491"/>
          </a:xfrm>
        </p:grpSpPr>
        <p:sp>
          <p:nvSpPr>
            <p:cNvPr id="16" name="Rectangle 1">
              <a:extLst>
                <a:ext uri="{FF2B5EF4-FFF2-40B4-BE49-F238E27FC236}">
                  <a16:creationId xmlns:a16="http://schemas.microsoft.com/office/drawing/2014/main" id="{F10C9F18-66F6-E79A-6E06-65FA6FBC8669}"/>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
              <a:extLst>
                <a:ext uri="{FF2B5EF4-FFF2-40B4-BE49-F238E27FC236}">
                  <a16:creationId xmlns:a16="http://schemas.microsoft.com/office/drawing/2014/main" id="{03C9B154-C639-CDB7-2E12-E66ED22D2081}"/>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
              <a:extLst>
                <a:ext uri="{FF2B5EF4-FFF2-40B4-BE49-F238E27FC236}">
                  <a16:creationId xmlns:a16="http://schemas.microsoft.com/office/drawing/2014/main" id="{000905DE-A103-D404-B98D-ABB24F02A543}"/>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1"/>
                </a:gs>
                <a:gs pos="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
              <a:extLst>
                <a:ext uri="{FF2B5EF4-FFF2-40B4-BE49-F238E27FC236}">
                  <a16:creationId xmlns:a16="http://schemas.microsoft.com/office/drawing/2014/main" id="{04B3BAE2-1CF0-CD26-7ADD-CD6A1BB9F72B}"/>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
              <a:extLst>
                <a:ext uri="{FF2B5EF4-FFF2-40B4-BE49-F238E27FC236}">
                  <a16:creationId xmlns:a16="http://schemas.microsoft.com/office/drawing/2014/main" id="{686DEDC8-C71C-E1F8-0601-D93F92F46FB7}"/>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1"/>
                </a:gs>
                <a:gs pos="100000">
                  <a:schemeClr val="accent1">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 name="Content Placeholder 2">
            <a:extLst>
              <a:ext uri="{FF2B5EF4-FFF2-40B4-BE49-F238E27FC236}">
                <a16:creationId xmlns:a16="http://schemas.microsoft.com/office/drawing/2014/main" id="{F443B213-CFD2-A09E-12D6-B0ED72AC3E18}"/>
              </a:ext>
            </a:extLst>
          </p:cNvPr>
          <p:cNvSpPr>
            <a:spLocks noGrp="1"/>
          </p:cNvSpPr>
          <p:nvPr>
            <p:ph idx="10"/>
          </p:nvPr>
        </p:nvSpPr>
        <p:spPr>
          <a:xfrm>
            <a:off x="525018" y="1489075"/>
            <a:ext cx="11151033" cy="708026"/>
          </a:xfrm>
        </p:spPr>
        <p:txBody>
          <a:bodyPr/>
          <a:lstStyle>
            <a:lvl1pPr>
              <a:defRPr lang="en-US" sz="1800" kern="1200" dirty="0">
                <a:solidFill>
                  <a:schemeClr val="accent1"/>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4" name="Content Placeholder 2">
            <a:extLst>
              <a:ext uri="{FF2B5EF4-FFF2-40B4-BE49-F238E27FC236}">
                <a16:creationId xmlns:a16="http://schemas.microsoft.com/office/drawing/2014/main" id="{1548AAB4-64C1-C6D1-A1EB-C4DC25877458}"/>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3">
            <a:extLst>
              <a:ext uri="{FF2B5EF4-FFF2-40B4-BE49-F238E27FC236}">
                <a16:creationId xmlns:a16="http://schemas.microsoft.com/office/drawing/2014/main" id="{EC48DEC7-E5D0-3C40-AE90-EF3B7AC0BF4A}"/>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17745773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Blue Pris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grpSp>
        <p:nvGrpSpPr>
          <p:cNvPr id="15" name="Group 14">
            <a:extLst>
              <a:ext uri="{FF2B5EF4-FFF2-40B4-BE49-F238E27FC236}">
                <a16:creationId xmlns:a16="http://schemas.microsoft.com/office/drawing/2014/main" id="{83460EAF-4649-FF95-874E-A0109DF57C9B}"/>
              </a:ext>
            </a:extLst>
          </p:cNvPr>
          <p:cNvGrpSpPr/>
          <p:nvPr userDrawn="1"/>
        </p:nvGrpSpPr>
        <p:grpSpPr>
          <a:xfrm>
            <a:off x="-14763" y="4808928"/>
            <a:ext cx="7482363" cy="2067930"/>
            <a:chOff x="-14763" y="3909367"/>
            <a:chExt cx="10737232" cy="2967491"/>
          </a:xfrm>
        </p:grpSpPr>
        <p:sp>
          <p:nvSpPr>
            <p:cNvPr id="16" name="Rectangle 1">
              <a:extLst>
                <a:ext uri="{FF2B5EF4-FFF2-40B4-BE49-F238E27FC236}">
                  <a16:creationId xmlns:a16="http://schemas.microsoft.com/office/drawing/2014/main" id="{F10C9F18-66F6-E79A-6E06-65FA6FBC8669}"/>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3"/>
                </a:gs>
                <a:gs pos="100000">
                  <a:schemeClr val="accent3">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
              <a:extLst>
                <a:ext uri="{FF2B5EF4-FFF2-40B4-BE49-F238E27FC236}">
                  <a16:creationId xmlns:a16="http://schemas.microsoft.com/office/drawing/2014/main" id="{03C9B154-C639-CDB7-2E12-E66ED22D2081}"/>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0">
                  <a:schemeClr val="accent3"/>
                </a:gs>
                <a:gs pos="10000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
              <a:extLst>
                <a:ext uri="{FF2B5EF4-FFF2-40B4-BE49-F238E27FC236}">
                  <a16:creationId xmlns:a16="http://schemas.microsoft.com/office/drawing/2014/main" id="{000905DE-A103-D404-B98D-ABB24F02A543}"/>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100000">
                  <a:schemeClr val="accent3"/>
                </a:gs>
                <a:gs pos="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
              <a:extLst>
                <a:ext uri="{FF2B5EF4-FFF2-40B4-BE49-F238E27FC236}">
                  <a16:creationId xmlns:a16="http://schemas.microsoft.com/office/drawing/2014/main" id="{04B3BAE2-1CF0-CD26-7ADD-CD6A1BB9F72B}"/>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0">
                  <a:schemeClr val="accent3"/>
                </a:gs>
                <a:gs pos="100000">
                  <a:schemeClr val="accent3">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
              <a:extLst>
                <a:ext uri="{FF2B5EF4-FFF2-40B4-BE49-F238E27FC236}">
                  <a16:creationId xmlns:a16="http://schemas.microsoft.com/office/drawing/2014/main" id="{686DEDC8-C71C-E1F8-0601-D93F92F46FB7}"/>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3"/>
                </a:gs>
                <a:gs pos="100000">
                  <a:srgbClr val="1B75B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 name="Content Placeholder 2">
            <a:extLst>
              <a:ext uri="{FF2B5EF4-FFF2-40B4-BE49-F238E27FC236}">
                <a16:creationId xmlns:a16="http://schemas.microsoft.com/office/drawing/2014/main" id="{DB861266-E30E-B346-AA28-DA2F7843A097}"/>
              </a:ext>
            </a:extLst>
          </p:cNvPr>
          <p:cNvSpPr>
            <a:spLocks noGrp="1"/>
          </p:cNvSpPr>
          <p:nvPr>
            <p:ph idx="10"/>
          </p:nvPr>
        </p:nvSpPr>
        <p:spPr>
          <a:xfrm>
            <a:off x="525018" y="1489075"/>
            <a:ext cx="11151033" cy="708026"/>
          </a:xfrm>
        </p:spPr>
        <p:txBody>
          <a:bodyPr/>
          <a:lstStyle>
            <a:lvl1pPr>
              <a:defRPr lang="en-US" sz="1800" kern="1200" dirty="0">
                <a:solidFill>
                  <a:schemeClr val="accent3"/>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4" name="Content Placeholder 2">
            <a:extLst>
              <a:ext uri="{FF2B5EF4-FFF2-40B4-BE49-F238E27FC236}">
                <a16:creationId xmlns:a16="http://schemas.microsoft.com/office/drawing/2014/main" id="{7825B473-433E-D951-6E94-A3B1AFFA06A4}"/>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3">
            <a:extLst>
              <a:ext uri="{FF2B5EF4-FFF2-40B4-BE49-F238E27FC236}">
                <a16:creationId xmlns:a16="http://schemas.microsoft.com/office/drawing/2014/main" id="{147D8B8C-6F8D-77E4-897B-38CA0C77B099}"/>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12484225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Pink Pris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grpSp>
        <p:nvGrpSpPr>
          <p:cNvPr id="15" name="Group 14">
            <a:extLst>
              <a:ext uri="{FF2B5EF4-FFF2-40B4-BE49-F238E27FC236}">
                <a16:creationId xmlns:a16="http://schemas.microsoft.com/office/drawing/2014/main" id="{83460EAF-4649-FF95-874E-A0109DF57C9B}"/>
              </a:ext>
            </a:extLst>
          </p:cNvPr>
          <p:cNvGrpSpPr/>
          <p:nvPr userDrawn="1"/>
        </p:nvGrpSpPr>
        <p:grpSpPr>
          <a:xfrm>
            <a:off x="-14763" y="4808928"/>
            <a:ext cx="7482363" cy="2067930"/>
            <a:chOff x="-14763" y="3909367"/>
            <a:chExt cx="10737232" cy="2967491"/>
          </a:xfrm>
        </p:grpSpPr>
        <p:sp>
          <p:nvSpPr>
            <p:cNvPr id="16" name="Rectangle 1">
              <a:extLst>
                <a:ext uri="{FF2B5EF4-FFF2-40B4-BE49-F238E27FC236}">
                  <a16:creationId xmlns:a16="http://schemas.microsoft.com/office/drawing/2014/main" id="{F10C9F18-66F6-E79A-6E06-65FA6FBC8669}"/>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
              <a:extLst>
                <a:ext uri="{FF2B5EF4-FFF2-40B4-BE49-F238E27FC236}">
                  <a16:creationId xmlns:a16="http://schemas.microsoft.com/office/drawing/2014/main" id="{03C9B154-C639-CDB7-2E12-E66ED22D2081}"/>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
              <a:extLst>
                <a:ext uri="{FF2B5EF4-FFF2-40B4-BE49-F238E27FC236}">
                  <a16:creationId xmlns:a16="http://schemas.microsoft.com/office/drawing/2014/main" id="{000905DE-A103-D404-B98D-ABB24F02A543}"/>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2"/>
                </a:gs>
                <a:gs pos="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
              <a:extLst>
                <a:ext uri="{FF2B5EF4-FFF2-40B4-BE49-F238E27FC236}">
                  <a16:creationId xmlns:a16="http://schemas.microsoft.com/office/drawing/2014/main" id="{04B3BAE2-1CF0-CD26-7ADD-CD6A1BB9F72B}"/>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
              <a:extLst>
                <a:ext uri="{FF2B5EF4-FFF2-40B4-BE49-F238E27FC236}">
                  <a16:creationId xmlns:a16="http://schemas.microsoft.com/office/drawing/2014/main" id="{686DEDC8-C71C-E1F8-0601-D93F92F46FB7}"/>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2"/>
                </a:gs>
                <a:gs pos="100000">
                  <a:schemeClr val="accent2">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 name="Content Placeholder 2">
            <a:extLst>
              <a:ext uri="{FF2B5EF4-FFF2-40B4-BE49-F238E27FC236}">
                <a16:creationId xmlns:a16="http://schemas.microsoft.com/office/drawing/2014/main" id="{0A86C974-15D3-8B58-8610-2335C05DF6D3}"/>
              </a:ext>
            </a:extLst>
          </p:cNvPr>
          <p:cNvSpPr>
            <a:spLocks noGrp="1"/>
          </p:cNvSpPr>
          <p:nvPr>
            <p:ph idx="10"/>
          </p:nvPr>
        </p:nvSpPr>
        <p:spPr>
          <a:xfrm>
            <a:off x="525018" y="1489075"/>
            <a:ext cx="11151033" cy="708026"/>
          </a:xfrm>
        </p:spPr>
        <p:txBody>
          <a:bodyPr/>
          <a:lstStyle>
            <a:lvl1pPr>
              <a:defRPr lang="en-US" sz="1800" kern="1200" dirty="0">
                <a:solidFill>
                  <a:schemeClr val="accent2"/>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4" name="Content Placeholder 2">
            <a:extLst>
              <a:ext uri="{FF2B5EF4-FFF2-40B4-BE49-F238E27FC236}">
                <a16:creationId xmlns:a16="http://schemas.microsoft.com/office/drawing/2014/main" id="{F2A6A591-31FF-756F-6264-123058C10B96}"/>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3">
            <a:extLst>
              <a:ext uri="{FF2B5EF4-FFF2-40B4-BE49-F238E27FC236}">
                <a16:creationId xmlns:a16="http://schemas.microsoft.com/office/drawing/2014/main" id="{F1B1F545-BB23-5F51-9BF6-9617CB8CFF4A}"/>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1202980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19B4F-E032-7842-81B5-F7DAEF0BD261}"/>
              </a:ext>
            </a:extLst>
          </p:cNvPr>
          <p:cNvSpPr>
            <a:spLocks noGrp="1"/>
          </p:cNvSpPr>
          <p:nvPr>
            <p:ph type="title"/>
          </p:nvPr>
        </p:nvSpPr>
        <p:spPr/>
        <p:txBody>
          <a:bodyPr>
            <a:normAutofit/>
          </a:bodyPr>
          <a:lstStyle>
            <a:lvl1pPr>
              <a:defRPr sz="2800"/>
            </a:lvl1pPr>
          </a:lstStyle>
          <a:p>
            <a:r>
              <a:rPr lang="en-US"/>
              <a:t>Click to edit Master title style</a:t>
            </a:r>
          </a:p>
        </p:txBody>
      </p:sp>
      <p:sp>
        <p:nvSpPr>
          <p:cNvPr id="6" name="Slide Number Placeholder 3">
            <a:extLst>
              <a:ext uri="{FF2B5EF4-FFF2-40B4-BE49-F238E27FC236}">
                <a16:creationId xmlns:a16="http://schemas.microsoft.com/office/drawing/2014/main" id="{B7A7A84D-8766-D045-8B74-31B5E18E5185}"/>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17784220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F30FBA-829C-6D43-A610-2ACFFB45657D}"/>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29127473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7315200" cy="274320"/>
          </a:xfrm>
          <a:prstGeom prst="rect">
            <a:avLst/>
          </a:prstGeom>
          <a:noFill/>
          <a:ln/>
        </p:spPr>
        <p:txBody>
          <a:bodyPr wrap="square" rtlCol="0"/>
          <a:lstStyle>
            <a:lvl1pPr marL="0" indent="0" algn="l">
              <a:buNone/>
              <a:defRPr lang="en-US" sz="1100" b="1" kern="0" spc="200" dirty="0">
                <a:solidFill>
                  <a:schemeClr val="accent1"/>
                </a:solidFill>
              </a:defRPr>
            </a:lvl1pPr>
          </a:lstStyle>
          <a:p>
            <a:pPr marL="0" indent="0" algn="l">
              <a:buNone/>
            </a:pPr>
            <a:r>
              <a:rPr lang="en-US" sz="1100" b="1" kern="0" spc="200" dirty="0">
                <a:solidFill>
                  <a:schemeClr val="accent1"/>
                </a:solidFill>
              </a:rPr>
              <a:t>SECTION</a:t>
            </a:r>
            <a:endParaRPr lang="en-US" sz="1100" dirty="0"/>
          </a:p>
        </p:txBody>
      </p:sp>
      <p:sp>
        <p:nvSpPr>
          <p:cNvPr id="3" name="Text 0"/>
          <p:cNvSpPr>
            <a:spLocks noGrp="1"/>
          </p:cNvSpPr>
          <p:nvPr>
            <p:ph type="title" idx="101" hasCustomPrompt="1"/>
          </p:nvPr>
        </p:nvSpPr>
        <p:spPr>
          <a:xfrm>
            <a:off x="548640" y="658368"/>
            <a:ext cx="11094415" cy="640080"/>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r>
              <a:rPr lang="en-US" sz="2800" b="1" dirty="0">
                <a:solidFill>
                  <a:schemeClr val="tx1"/>
                </a:solidFill>
              </a:rPr>
              <a:t>Title</a:t>
            </a:r>
            <a:endParaRPr lang="en-US" sz="2800" dirty="0"/>
          </a:p>
        </p:txBody>
      </p:sp>
      <p:pic>
        <p:nvPicPr>
          <p:cNvPr id="4" name="Image 0" descr="tsg.png"/>
          <p:cNvPicPr>
            <a:picLocks noChangeAspect="1"/>
          </p:cNvPicPr>
          <p:nvPr/>
        </p:nvPicPr>
        <p:blipFill>
          <a:blip r:embed="rId2"/>
          <a:stretch>
            <a:fillRect/>
          </a:stretch>
        </p:blipFill>
        <p:spPr>
          <a:xfrm>
            <a:off x="548640" y="6263640"/>
            <a:ext cx="841248" cy="393192"/>
          </a:xfrm>
          <a:prstGeom prst="rect">
            <a:avLst/>
          </a:prstGeom>
        </p:spPr>
      </p:pic>
      <p:sp>
        <p:nvSpPr>
          <p:cNvPr id="5" name="Shape 0"/>
          <p:cNvSpPr/>
          <p:nvPr/>
        </p:nvSpPr>
        <p:spPr>
          <a:xfrm>
            <a:off x="1554480" y="6281928"/>
            <a:ext cx="0" cy="347472"/>
          </a:xfrm>
          <a:prstGeom prst="line">
            <a:avLst/>
          </a:prstGeom>
          <a:noFill/>
          <a:ln w="12700">
            <a:solidFill>
              <a:srgbClr val="D9DBE0"/>
            </a:solidFill>
            <a:prstDash val="solid"/>
          </a:ln>
        </p:spPr>
        <p:txBody>
          <a:bodyPr/>
          <a:lstStyle/>
          <a:p>
            <a:endParaRPr lang="en-AU"/>
          </a:p>
        </p:txBody>
      </p:sp>
      <p:pic>
        <p:nvPicPr>
          <p:cNvPr id="6" name="Image 1" descr="gofar.png"/>
          <p:cNvPicPr>
            <a:picLocks noChangeAspect="1"/>
          </p:cNvPicPr>
          <p:nvPr/>
        </p:nvPicPr>
        <p:blipFill>
          <a:blip r:embed="rId3"/>
          <a:stretch>
            <a:fillRect/>
          </a:stretch>
        </p:blipFill>
        <p:spPr>
          <a:xfrm>
            <a:off x="1719072" y="6281928"/>
            <a:ext cx="850392" cy="347472"/>
          </a:xfrm>
          <a:prstGeom prst="rect">
            <a:avLst/>
          </a:prstGeom>
        </p:spPr>
      </p:pic>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algn="ctr"/>
            <a:fld id="{F7021451-1387-4CA6-816F-3879F97B5CBC}" type="slidenum">
              <a:rPr lang="en-US" b="0"/>
              <a:t>‹#›</a:t>
            </a:fld>
            <a:endParaRPr lang="en-US"/>
          </a:p>
        </p:txBody>
      </p:sp>
    </p:spTree>
    <p:extLst>
      <p:ext uri="{BB962C8B-B14F-4D97-AF65-F5344CB8AC3E}">
        <p14:creationId xmlns:p14="http://schemas.microsoft.com/office/powerpoint/2010/main" val="22969490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_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7315200" cy="274320"/>
          </a:xfrm>
          <a:prstGeom prst="rect">
            <a:avLst/>
          </a:prstGeom>
          <a:noFill/>
          <a:ln/>
        </p:spPr>
        <p:txBody>
          <a:bodyPr wrap="square" rtlCol="0"/>
          <a:lstStyle>
            <a:lvl1pPr marL="0" indent="0" algn="l">
              <a:buNone/>
              <a:defRPr lang="en-US" sz="1100" b="1" kern="0" spc="200" dirty="0">
                <a:solidFill>
                  <a:schemeClr val="accent1"/>
                </a:solidFill>
              </a:defRPr>
            </a:lvl1pPr>
          </a:lstStyle>
          <a:p>
            <a:pPr marL="0" indent="0" algn="l">
              <a:buNone/>
            </a:pPr>
            <a:r>
              <a:rPr lang="en-US" sz="1100" b="1" kern="0" spc="200" dirty="0">
                <a:solidFill>
                  <a:schemeClr val="accent1"/>
                </a:solidFill>
              </a:rPr>
              <a:t>SECTION</a:t>
            </a:r>
            <a:endParaRPr lang="en-US" sz="1100" dirty="0"/>
          </a:p>
        </p:txBody>
      </p:sp>
      <p:sp>
        <p:nvSpPr>
          <p:cNvPr id="3" name="Text 0"/>
          <p:cNvSpPr>
            <a:spLocks noGrp="1"/>
          </p:cNvSpPr>
          <p:nvPr>
            <p:ph type="title" idx="101" hasCustomPrompt="1"/>
          </p:nvPr>
        </p:nvSpPr>
        <p:spPr>
          <a:xfrm>
            <a:off x="548640" y="658368"/>
            <a:ext cx="11094415" cy="640080"/>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r>
              <a:rPr lang="en-US" sz="2800" b="1" dirty="0">
                <a:solidFill>
                  <a:schemeClr val="tx1"/>
                </a:solidFill>
              </a:rPr>
              <a:t>Title</a:t>
            </a:r>
            <a:endParaRPr lang="en-US" sz="2800" dirty="0"/>
          </a:p>
        </p:txBody>
      </p:sp>
      <p:pic>
        <p:nvPicPr>
          <p:cNvPr id="4" name="Image 0" descr="tsg.png"/>
          <p:cNvPicPr>
            <a:picLocks noChangeAspect="1"/>
          </p:cNvPicPr>
          <p:nvPr/>
        </p:nvPicPr>
        <p:blipFill>
          <a:blip r:embed="rId2"/>
          <a:stretch>
            <a:fillRect/>
          </a:stretch>
        </p:blipFill>
        <p:spPr>
          <a:xfrm>
            <a:off x="548640" y="6263640"/>
            <a:ext cx="841248" cy="393192"/>
          </a:xfrm>
          <a:prstGeom prst="rect">
            <a:avLst/>
          </a:prstGeom>
        </p:spPr>
      </p:pic>
      <p:sp>
        <p:nvSpPr>
          <p:cNvPr id="5" name="Shape 0"/>
          <p:cNvSpPr/>
          <p:nvPr/>
        </p:nvSpPr>
        <p:spPr>
          <a:xfrm>
            <a:off x="1554480" y="6281928"/>
            <a:ext cx="0" cy="347472"/>
          </a:xfrm>
          <a:prstGeom prst="line">
            <a:avLst/>
          </a:prstGeom>
          <a:noFill/>
          <a:ln w="12700">
            <a:solidFill>
              <a:srgbClr val="D9DBE0"/>
            </a:solidFill>
            <a:prstDash val="solid"/>
          </a:ln>
        </p:spPr>
        <p:txBody>
          <a:bodyPr/>
          <a:lstStyle/>
          <a:p>
            <a:endParaRPr lang="en-AU"/>
          </a:p>
        </p:txBody>
      </p:sp>
      <p:pic>
        <p:nvPicPr>
          <p:cNvPr id="6" name="Image 1" descr="gofar.png"/>
          <p:cNvPicPr>
            <a:picLocks noChangeAspect="1"/>
          </p:cNvPicPr>
          <p:nvPr/>
        </p:nvPicPr>
        <p:blipFill>
          <a:blip r:embed="rId3"/>
          <a:stretch>
            <a:fillRect/>
          </a:stretch>
        </p:blipFill>
        <p:spPr>
          <a:xfrm>
            <a:off x="1719072" y="6281928"/>
            <a:ext cx="850392" cy="347472"/>
          </a:xfrm>
          <a:prstGeom prst="rect">
            <a:avLst/>
          </a:prstGeom>
        </p:spPr>
      </p:pic>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algn="ctr"/>
            <a:fld id="{F7021451-1387-4CA6-816F-3879F97B5CBC}" type="slidenum">
              <a:rPr lang="en-US" b="0"/>
              <a:t>‹#›</a:t>
            </a:fld>
            <a:endParaRPr lang="en-US"/>
          </a:p>
        </p:txBody>
      </p:sp>
    </p:spTree>
    <p:extLst>
      <p:ext uri="{BB962C8B-B14F-4D97-AF65-F5344CB8AC3E}">
        <p14:creationId xmlns:p14="http://schemas.microsoft.com/office/powerpoint/2010/main" val="15023282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5_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7315200" cy="274320"/>
          </a:xfrm>
          <a:prstGeom prst="rect">
            <a:avLst/>
          </a:prstGeom>
          <a:noFill/>
          <a:ln/>
        </p:spPr>
        <p:txBody>
          <a:bodyPr wrap="square" rtlCol="0"/>
          <a:lstStyle>
            <a:lvl1pPr marL="0" indent="0" algn="l">
              <a:buNone/>
              <a:defRPr lang="en-US" sz="1100" b="1" kern="0" spc="200" dirty="0">
                <a:solidFill>
                  <a:schemeClr val="accent1"/>
                </a:solidFill>
              </a:defRPr>
            </a:lvl1pPr>
          </a:lstStyle>
          <a:p>
            <a:pPr marL="0" indent="0" algn="l">
              <a:buNone/>
            </a:pPr>
            <a:r>
              <a:rPr lang="en-US" sz="1100" b="1" kern="0" spc="200" dirty="0">
                <a:solidFill>
                  <a:schemeClr val="accent1"/>
                </a:solidFill>
              </a:rPr>
              <a:t>SECTION</a:t>
            </a:r>
            <a:endParaRPr lang="en-US" sz="1100" dirty="0"/>
          </a:p>
        </p:txBody>
      </p:sp>
      <p:sp>
        <p:nvSpPr>
          <p:cNvPr id="3" name="Text 0"/>
          <p:cNvSpPr>
            <a:spLocks noGrp="1"/>
          </p:cNvSpPr>
          <p:nvPr>
            <p:ph type="title" idx="101" hasCustomPrompt="1"/>
          </p:nvPr>
        </p:nvSpPr>
        <p:spPr>
          <a:xfrm>
            <a:off x="548640" y="658368"/>
            <a:ext cx="11094415" cy="640080"/>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r>
              <a:rPr lang="en-US" sz="2800" b="1" dirty="0">
                <a:solidFill>
                  <a:schemeClr val="tx1"/>
                </a:solidFill>
              </a:rPr>
              <a:t>Title</a:t>
            </a:r>
            <a:endParaRPr lang="en-US" sz="2800" dirty="0"/>
          </a:p>
        </p:txBody>
      </p:sp>
      <p:pic>
        <p:nvPicPr>
          <p:cNvPr id="4" name="Image 0" descr="tsg.png"/>
          <p:cNvPicPr>
            <a:picLocks noChangeAspect="1"/>
          </p:cNvPicPr>
          <p:nvPr/>
        </p:nvPicPr>
        <p:blipFill>
          <a:blip r:embed="rId2"/>
          <a:stretch>
            <a:fillRect/>
          </a:stretch>
        </p:blipFill>
        <p:spPr>
          <a:xfrm>
            <a:off x="548640" y="6263640"/>
            <a:ext cx="841248" cy="393192"/>
          </a:xfrm>
          <a:prstGeom prst="rect">
            <a:avLst/>
          </a:prstGeom>
        </p:spPr>
      </p:pic>
      <p:sp>
        <p:nvSpPr>
          <p:cNvPr id="5" name="Shape 0"/>
          <p:cNvSpPr/>
          <p:nvPr/>
        </p:nvSpPr>
        <p:spPr>
          <a:xfrm>
            <a:off x="1554480" y="6281928"/>
            <a:ext cx="0" cy="347472"/>
          </a:xfrm>
          <a:prstGeom prst="line">
            <a:avLst/>
          </a:prstGeom>
          <a:noFill/>
          <a:ln w="12700">
            <a:solidFill>
              <a:srgbClr val="D9DBE0"/>
            </a:solidFill>
            <a:prstDash val="solid"/>
          </a:ln>
        </p:spPr>
        <p:txBody>
          <a:bodyPr/>
          <a:lstStyle/>
          <a:p>
            <a:endParaRPr lang="en-AU"/>
          </a:p>
        </p:txBody>
      </p:sp>
      <p:pic>
        <p:nvPicPr>
          <p:cNvPr id="6" name="Image 1" descr="gofar.png"/>
          <p:cNvPicPr>
            <a:picLocks noChangeAspect="1"/>
          </p:cNvPicPr>
          <p:nvPr/>
        </p:nvPicPr>
        <p:blipFill>
          <a:blip r:embed="rId3"/>
          <a:stretch>
            <a:fillRect/>
          </a:stretch>
        </p:blipFill>
        <p:spPr>
          <a:xfrm>
            <a:off x="1719072" y="6281928"/>
            <a:ext cx="850392" cy="347472"/>
          </a:xfrm>
          <a:prstGeom prst="rect">
            <a:avLst/>
          </a:prstGeom>
        </p:spPr>
      </p:pic>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algn="ctr"/>
            <a:fld id="{F7021451-1387-4CA6-816F-3879F97B5CBC}" type="slidenum">
              <a:rPr lang="en-US" b="0"/>
              <a:t>‹#›</a:t>
            </a:fld>
            <a:endParaRPr lang="en-US"/>
          </a:p>
        </p:txBody>
      </p:sp>
    </p:spTree>
    <p:extLst>
      <p:ext uri="{BB962C8B-B14F-4D97-AF65-F5344CB8AC3E}">
        <p14:creationId xmlns:p14="http://schemas.microsoft.com/office/powerpoint/2010/main" val="10464644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7_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7315200" cy="274320"/>
          </a:xfrm>
          <a:prstGeom prst="rect">
            <a:avLst/>
          </a:prstGeom>
          <a:noFill/>
          <a:ln/>
        </p:spPr>
        <p:txBody>
          <a:bodyPr wrap="square" rtlCol="0"/>
          <a:lstStyle>
            <a:lvl1pPr marL="0" indent="0" algn="l">
              <a:buNone/>
              <a:defRPr lang="en-US" sz="1100" b="1" kern="0" spc="200" dirty="0">
                <a:solidFill>
                  <a:schemeClr val="accent1"/>
                </a:solidFill>
              </a:defRPr>
            </a:lvl1pPr>
          </a:lstStyle>
          <a:p>
            <a:pPr marL="0" indent="0" algn="l">
              <a:buNone/>
            </a:pPr>
            <a:r>
              <a:rPr lang="en-US" sz="1100" b="1" kern="0" spc="200" dirty="0">
                <a:solidFill>
                  <a:schemeClr val="accent1"/>
                </a:solidFill>
              </a:rPr>
              <a:t>SECTION</a:t>
            </a:r>
            <a:endParaRPr lang="en-US" sz="1100" dirty="0"/>
          </a:p>
        </p:txBody>
      </p:sp>
      <p:sp>
        <p:nvSpPr>
          <p:cNvPr id="3" name="Text 0"/>
          <p:cNvSpPr>
            <a:spLocks noGrp="1"/>
          </p:cNvSpPr>
          <p:nvPr>
            <p:ph type="title" idx="101" hasCustomPrompt="1"/>
          </p:nvPr>
        </p:nvSpPr>
        <p:spPr>
          <a:xfrm>
            <a:off x="548640" y="658368"/>
            <a:ext cx="11094415" cy="640080"/>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r>
              <a:rPr lang="en-US" sz="2800" b="1" dirty="0">
                <a:solidFill>
                  <a:schemeClr val="tx1"/>
                </a:solidFill>
              </a:rPr>
              <a:t>Title</a:t>
            </a:r>
            <a:endParaRPr lang="en-US" sz="2800" dirty="0"/>
          </a:p>
        </p:txBody>
      </p:sp>
      <p:pic>
        <p:nvPicPr>
          <p:cNvPr id="4" name="Image 0" descr="tsg.png"/>
          <p:cNvPicPr>
            <a:picLocks noChangeAspect="1"/>
          </p:cNvPicPr>
          <p:nvPr/>
        </p:nvPicPr>
        <p:blipFill>
          <a:blip r:embed="rId2"/>
          <a:stretch>
            <a:fillRect/>
          </a:stretch>
        </p:blipFill>
        <p:spPr>
          <a:xfrm>
            <a:off x="548640" y="6263640"/>
            <a:ext cx="841248" cy="393192"/>
          </a:xfrm>
          <a:prstGeom prst="rect">
            <a:avLst/>
          </a:prstGeom>
        </p:spPr>
      </p:pic>
      <p:sp>
        <p:nvSpPr>
          <p:cNvPr id="5" name="Shape 0"/>
          <p:cNvSpPr/>
          <p:nvPr/>
        </p:nvSpPr>
        <p:spPr>
          <a:xfrm>
            <a:off x="1554480" y="6281928"/>
            <a:ext cx="0" cy="347472"/>
          </a:xfrm>
          <a:prstGeom prst="line">
            <a:avLst/>
          </a:prstGeom>
          <a:noFill/>
          <a:ln w="12700">
            <a:solidFill>
              <a:srgbClr val="D9DBE0"/>
            </a:solidFill>
            <a:prstDash val="solid"/>
          </a:ln>
        </p:spPr>
        <p:txBody>
          <a:bodyPr/>
          <a:lstStyle/>
          <a:p>
            <a:endParaRPr lang="en-AU"/>
          </a:p>
        </p:txBody>
      </p:sp>
      <p:pic>
        <p:nvPicPr>
          <p:cNvPr id="6" name="Image 1" descr="gofar.png"/>
          <p:cNvPicPr>
            <a:picLocks noChangeAspect="1"/>
          </p:cNvPicPr>
          <p:nvPr/>
        </p:nvPicPr>
        <p:blipFill>
          <a:blip r:embed="rId3"/>
          <a:stretch>
            <a:fillRect/>
          </a:stretch>
        </p:blipFill>
        <p:spPr>
          <a:xfrm>
            <a:off x="1719072" y="6281928"/>
            <a:ext cx="850392" cy="347472"/>
          </a:xfrm>
          <a:prstGeom prst="rect">
            <a:avLst/>
          </a:prstGeom>
        </p:spPr>
      </p:pic>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algn="ctr"/>
            <a:fld id="{F7021451-1387-4CA6-816F-3879F97B5CBC}" type="slidenum">
              <a:rPr lang="en-US" b="0"/>
              <a:t>‹#›</a:t>
            </a:fld>
            <a:endParaRPr lang="en-US"/>
          </a:p>
        </p:txBody>
      </p:sp>
    </p:spTree>
    <p:extLst>
      <p:ext uri="{BB962C8B-B14F-4D97-AF65-F5344CB8AC3E}">
        <p14:creationId xmlns:p14="http://schemas.microsoft.com/office/powerpoint/2010/main" val="820649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8_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7315200" cy="274320"/>
          </a:xfrm>
          <a:prstGeom prst="rect">
            <a:avLst/>
          </a:prstGeom>
          <a:noFill/>
          <a:ln/>
        </p:spPr>
        <p:txBody>
          <a:bodyPr wrap="square" rtlCol="0"/>
          <a:lstStyle>
            <a:lvl1pPr marL="0" indent="0" algn="l">
              <a:buNone/>
              <a:defRPr lang="en-US" sz="1100" b="1" kern="0" spc="200" dirty="0">
                <a:solidFill>
                  <a:schemeClr val="accent1"/>
                </a:solidFill>
              </a:defRPr>
            </a:lvl1pPr>
          </a:lstStyle>
          <a:p>
            <a:pPr marL="0" indent="0" algn="l">
              <a:buNone/>
            </a:pPr>
            <a:r>
              <a:rPr lang="en-US" sz="1100" b="1" kern="0" spc="200" dirty="0">
                <a:solidFill>
                  <a:schemeClr val="accent1"/>
                </a:solidFill>
              </a:rPr>
              <a:t>SECTION</a:t>
            </a:r>
            <a:endParaRPr lang="en-US" sz="1100" dirty="0"/>
          </a:p>
        </p:txBody>
      </p:sp>
      <p:sp>
        <p:nvSpPr>
          <p:cNvPr id="3" name="Text 0"/>
          <p:cNvSpPr>
            <a:spLocks noGrp="1"/>
          </p:cNvSpPr>
          <p:nvPr>
            <p:ph type="title" idx="101" hasCustomPrompt="1"/>
          </p:nvPr>
        </p:nvSpPr>
        <p:spPr>
          <a:xfrm>
            <a:off x="548640" y="658368"/>
            <a:ext cx="11094415" cy="640080"/>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r>
              <a:rPr lang="en-US" sz="2800" b="1" dirty="0">
                <a:solidFill>
                  <a:schemeClr val="tx1"/>
                </a:solidFill>
              </a:rPr>
              <a:t>Title</a:t>
            </a:r>
            <a:endParaRPr lang="en-US" sz="2800" dirty="0"/>
          </a:p>
        </p:txBody>
      </p:sp>
      <p:pic>
        <p:nvPicPr>
          <p:cNvPr id="4" name="Image 0" descr="tsg.png"/>
          <p:cNvPicPr>
            <a:picLocks noChangeAspect="1"/>
          </p:cNvPicPr>
          <p:nvPr/>
        </p:nvPicPr>
        <p:blipFill>
          <a:blip r:embed="rId2"/>
          <a:stretch>
            <a:fillRect/>
          </a:stretch>
        </p:blipFill>
        <p:spPr>
          <a:xfrm>
            <a:off x="548640" y="6263640"/>
            <a:ext cx="841248" cy="393192"/>
          </a:xfrm>
          <a:prstGeom prst="rect">
            <a:avLst/>
          </a:prstGeom>
        </p:spPr>
      </p:pic>
      <p:sp>
        <p:nvSpPr>
          <p:cNvPr id="5" name="Shape 0"/>
          <p:cNvSpPr/>
          <p:nvPr/>
        </p:nvSpPr>
        <p:spPr>
          <a:xfrm>
            <a:off x="1554480" y="6281928"/>
            <a:ext cx="0" cy="347472"/>
          </a:xfrm>
          <a:prstGeom prst="line">
            <a:avLst/>
          </a:prstGeom>
          <a:noFill/>
          <a:ln w="12700">
            <a:solidFill>
              <a:srgbClr val="D9DBE0"/>
            </a:solidFill>
            <a:prstDash val="solid"/>
          </a:ln>
        </p:spPr>
        <p:txBody>
          <a:bodyPr/>
          <a:lstStyle/>
          <a:p>
            <a:endParaRPr lang="en-AU"/>
          </a:p>
        </p:txBody>
      </p:sp>
      <p:pic>
        <p:nvPicPr>
          <p:cNvPr id="6" name="Image 1" descr="gofar.png"/>
          <p:cNvPicPr>
            <a:picLocks noChangeAspect="1"/>
          </p:cNvPicPr>
          <p:nvPr/>
        </p:nvPicPr>
        <p:blipFill>
          <a:blip r:embed="rId3"/>
          <a:stretch>
            <a:fillRect/>
          </a:stretch>
        </p:blipFill>
        <p:spPr>
          <a:xfrm>
            <a:off x="1719072" y="6281928"/>
            <a:ext cx="850392" cy="347472"/>
          </a:xfrm>
          <a:prstGeom prst="rect">
            <a:avLst/>
          </a:prstGeom>
        </p:spPr>
      </p:pic>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algn="ctr"/>
            <a:fld id="{F7021451-1387-4CA6-816F-3879F97B5CBC}" type="slidenum">
              <a:rPr lang="en-US" b="0"/>
              <a:t>‹#›</a:t>
            </a:fld>
            <a:endParaRPr lang="en-US"/>
          </a:p>
        </p:txBody>
      </p:sp>
    </p:spTree>
    <p:extLst>
      <p:ext uri="{BB962C8B-B14F-4D97-AF65-F5344CB8AC3E}">
        <p14:creationId xmlns:p14="http://schemas.microsoft.com/office/powerpoint/2010/main" val="226488174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1.xml"/><Relationship Id="rId28" Type="http://schemas.openxmlformats.org/officeDocument/2006/relationships/image" Target="../media/image1.png"/><Relationship Id="rId2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51D45D-9934-604D-99B4-7F9FD259C3C4}"/>
              </a:ext>
            </a:extLst>
          </p:cNvPr>
          <p:cNvSpPr>
            <a:spLocks noGrp="1"/>
          </p:cNvSpPr>
          <p:nvPr>
            <p:ph type="title"/>
          </p:nvPr>
        </p:nvSpPr>
        <p:spPr>
          <a:xfrm>
            <a:off x="525019" y="368300"/>
            <a:ext cx="11151044" cy="90011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73DDE4-94D2-5D4A-8196-76F06726BE19}"/>
              </a:ext>
            </a:extLst>
          </p:cNvPr>
          <p:cNvSpPr>
            <a:spLocks noGrp="1"/>
          </p:cNvSpPr>
          <p:nvPr>
            <p:ph type="body" idx="1"/>
          </p:nvPr>
        </p:nvSpPr>
        <p:spPr>
          <a:xfrm>
            <a:off x="525018" y="1449389"/>
            <a:ext cx="11151033" cy="45005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2718ADEF-C0A1-8B49-91E2-AFDA120F0929}"/>
              </a:ext>
            </a:extLst>
          </p:cNvPr>
          <p:cNvSpPr>
            <a:spLocks noGrp="1"/>
          </p:cNvSpPr>
          <p:nvPr>
            <p:ph type="sldNum" sz="quarter" idx="4"/>
          </p:nvPr>
        </p:nvSpPr>
        <p:spPr>
          <a:xfrm>
            <a:off x="10504448" y="6241428"/>
            <a:ext cx="839191"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grpSp>
        <p:nvGrpSpPr>
          <p:cNvPr id="5" name="Group 4">
            <a:extLst>
              <a:ext uri="{FF2B5EF4-FFF2-40B4-BE49-F238E27FC236}">
                <a16:creationId xmlns:a16="http://schemas.microsoft.com/office/drawing/2014/main" id="{64482773-B2E0-D326-27CB-64C855DD4DE5}"/>
              </a:ext>
            </a:extLst>
          </p:cNvPr>
          <p:cNvGrpSpPr/>
          <p:nvPr userDrawn="1"/>
        </p:nvGrpSpPr>
        <p:grpSpPr>
          <a:xfrm>
            <a:off x="337362" y="6000547"/>
            <a:ext cx="1633336" cy="719658"/>
            <a:chOff x="160202" y="5758079"/>
            <a:chExt cx="2310184" cy="1017881"/>
          </a:xfrm>
        </p:grpSpPr>
        <p:pic>
          <p:nvPicPr>
            <p:cNvPr id="6" name="Picture 5">
              <a:extLst>
                <a:ext uri="{FF2B5EF4-FFF2-40B4-BE49-F238E27FC236}">
                  <a16:creationId xmlns:a16="http://schemas.microsoft.com/office/drawing/2014/main" id="{3551CE2F-3298-01F2-6306-63927A6420B3}"/>
                </a:ext>
              </a:extLst>
            </p:cNvPr>
            <p:cNvPicPr>
              <a:picLocks noChangeAspect="1"/>
            </p:cNvPicPr>
            <p:nvPr/>
          </p:nvPicPr>
          <p:blipFill>
            <a:blip r:embed="rId28" cstate="print">
              <a:extLst>
                <a:ext uri="{28A0092B-C50C-407E-A947-70E740481C1C}">
                  <a14:useLocalDpi xmlns:a14="http://schemas.microsoft.com/office/drawing/2010/main"/>
                </a:ext>
              </a:extLst>
            </a:blip>
            <a:stretch>
              <a:fillRect/>
            </a:stretch>
          </p:blipFill>
          <p:spPr>
            <a:xfrm>
              <a:off x="160202" y="5758079"/>
              <a:ext cx="2198685" cy="1017881"/>
            </a:xfrm>
            <a:prstGeom prst="rect">
              <a:avLst/>
            </a:prstGeom>
          </p:spPr>
        </p:pic>
        <p:cxnSp>
          <p:nvCxnSpPr>
            <p:cNvPr id="7" name="Straight Connector 6">
              <a:extLst>
                <a:ext uri="{FF2B5EF4-FFF2-40B4-BE49-F238E27FC236}">
                  <a16:creationId xmlns:a16="http://schemas.microsoft.com/office/drawing/2014/main" id="{030E8B77-A89A-2DF0-F6BE-25862EA85E77}"/>
                </a:ext>
              </a:extLst>
            </p:cNvPr>
            <p:cNvCxnSpPr>
              <a:cxnSpLocks/>
            </p:cNvCxnSpPr>
            <p:nvPr/>
          </p:nvCxnSpPr>
          <p:spPr>
            <a:xfrm>
              <a:off x="2470386" y="5980428"/>
              <a:ext cx="0" cy="573181"/>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grpSp>
      <p:pic>
        <p:nvPicPr>
          <p:cNvPr id="10" name="Picture 9">
            <a:extLst>
              <a:ext uri="{FF2B5EF4-FFF2-40B4-BE49-F238E27FC236}">
                <a16:creationId xmlns:a16="http://schemas.microsoft.com/office/drawing/2014/main" id="{95EB2FFE-FAAE-C8EB-5AAC-40F0A3B05D3F}"/>
              </a:ext>
            </a:extLst>
          </p:cNvPr>
          <p:cNvPicPr>
            <a:picLocks noChangeAspect="1"/>
          </p:cNvPicPr>
          <p:nvPr userDrawn="1"/>
        </p:nvPicPr>
        <p:blipFill>
          <a:blip r:embed="rId29"/>
          <a:stretch>
            <a:fillRect/>
          </a:stretch>
        </p:blipFill>
        <p:spPr>
          <a:xfrm>
            <a:off x="2198542" y="6130081"/>
            <a:ext cx="1261006" cy="517004"/>
          </a:xfrm>
          <a:prstGeom prst="rect">
            <a:avLst/>
          </a:prstGeom>
        </p:spPr>
      </p:pic>
    </p:spTree>
    <p:extLst>
      <p:ext uri="{BB962C8B-B14F-4D97-AF65-F5344CB8AC3E}">
        <p14:creationId xmlns:p14="http://schemas.microsoft.com/office/powerpoint/2010/main" val="766684962"/>
      </p:ext>
    </p:extLst>
  </p:cSld>
  <p:clrMap bg1="lt1" tx1="dk1" bg2="lt2" tx2="dk2" accent1="accent1" accent2="accent2" accent3="accent3" accent4="accent4" accent5="accent5" accent6="accent6" hlink="hlink" folHlink="folHlink"/>
  <p:sldLayoutIdLst>
    <p:sldLayoutId id="2147483922" r:id="rId1"/>
    <p:sldLayoutId id="2147483846" r:id="rId2"/>
    <p:sldLayoutId id="2147483919" r:id="rId3"/>
    <p:sldLayoutId id="2147483918" r:id="rId4"/>
    <p:sldLayoutId id="2147483920" r:id="rId5"/>
    <p:sldLayoutId id="2147483891" r:id="rId6"/>
    <p:sldLayoutId id="2147483886" r:id="rId7"/>
    <p:sldLayoutId id="2147483885" r:id="rId8"/>
    <p:sldLayoutId id="2147483887" r:id="rId9"/>
    <p:sldLayoutId id="2147483898" r:id="rId10"/>
    <p:sldLayoutId id="2147483905" r:id="rId11"/>
    <p:sldLayoutId id="2147483906" r:id="rId12"/>
    <p:sldLayoutId id="2147483923" r:id="rId13"/>
    <p:sldLayoutId id="2147483924" r:id="rId14"/>
    <p:sldLayoutId id="2147483925" r:id="rId15"/>
    <p:sldLayoutId id="2147483910" r:id="rId16"/>
    <p:sldLayoutId id="2147483881" r:id="rId17"/>
    <p:sldLayoutId id="2147483877" r:id="rId18"/>
    <p:sldLayoutId id="2147483907" r:id="rId19"/>
    <p:sldLayoutId id="2147483908" r:id="rId20"/>
    <p:sldLayoutId id="2147483874" r:id="rId21"/>
    <p:sldLayoutId id="2147483911" r:id="rId22"/>
    <p:sldLayoutId id="2147483914" r:id="rId23"/>
    <p:sldLayoutId id="2147483913" r:id="rId24"/>
    <p:sldLayoutId id="2147483850" r:id="rId25"/>
    <p:sldLayoutId id="2147483851" r:id="rId26"/>
  </p:sldLayoutIdLst>
  <p:hf hdr="0" ftr="0" dt="0"/>
  <p:txStyles>
    <p:titleStyle>
      <a:lvl1pPr algn="l" defTabSz="914400" rtl="0" eaLnBrk="1" latinLnBrk="0" hangingPunct="1">
        <a:lnSpc>
          <a:spcPct val="90000"/>
        </a:lnSpc>
        <a:spcBef>
          <a:spcPct val="0"/>
        </a:spcBef>
        <a:buNone/>
        <a:defRPr sz="2800" b="0" i="0" kern="1200">
          <a:solidFill>
            <a:schemeClr val="tx1"/>
          </a:solidFill>
          <a:latin typeface="Poppins Medium" pitchFamily="2" charset="77"/>
          <a:ea typeface="+mj-ea"/>
          <a:cs typeface="Poppins Medium" pitchFamily="2" charset="77"/>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solidFill>
          <a:latin typeface="+mn-lt"/>
          <a:ea typeface="Open Sans" panose="020B0606030504020204" pitchFamily="34" charset="0"/>
          <a:cs typeface="Open Sans" panose="020B060603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200" kern="1200">
          <a:solidFill>
            <a:schemeClr val="tx1"/>
          </a:solidFill>
          <a:latin typeface="+mn-lt"/>
          <a:ea typeface="Lato" panose="020F0502020204030203" pitchFamily="34" charset="0"/>
          <a:cs typeface="Lato" panose="020F0502020204030203"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100" kern="1200">
          <a:solidFill>
            <a:schemeClr val="tx1"/>
          </a:solidFill>
          <a:latin typeface="+mn-lt"/>
          <a:ea typeface="Lato" panose="020F0502020204030203" pitchFamily="34" charset="0"/>
          <a:cs typeface="Lato" panose="020F0502020204030203"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100" kern="1200">
          <a:solidFill>
            <a:schemeClr val="tx1"/>
          </a:solidFill>
          <a:latin typeface="+mn-lt"/>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25" userDrawn="1">
          <p15:clr>
            <a:srgbClr val="F26B43"/>
          </p15:clr>
        </p15:guide>
        <p15:guide id="3" pos="7355" userDrawn="1">
          <p15:clr>
            <a:srgbClr val="F26B43"/>
          </p15:clr>
        </p15:guide>
        <p15:guide id="4" pos="551" userDrawn="1">
          <p15:clr>
            <a:srgbClr val="F26B43"/>
          </p15:clr>
        </p15:guide>
        <p15:guide id="5" pos="7129" userDrawn="1">
          <p15:clr>
            <a:srgbClr val="F26B43"/>
          </p15:clr>
        </p15:guide>
        <p15:guide id="6" orient="horz" pos="232" userDrawn="1">
          <p15:clr>
            <a:srgbClr val="F26B43"/>
          </p15:clr>
        </p15:guide>
        <p15:guide id="7" orient="horz" pos="799" userDrawn="1">
          <p15:clr>
            <a:srgbClr val="F26B43"/>
          </p15:clr>
        </p15:guide>
        <p15:guide id="8" orient="horz" pos="3748" userDrawn="1">
          <p15:clr>
            <a:srgbClr val="F26B43"/>
          </p15:clr>
        </p15:guide>
        <p15:guide id="9" orient="horz" pos="91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algn="ctr"/>
            <a:fld id="{F7021451-1387-4CA6-816F-3879F97B5CBC}" type="slidenum">
              <a:rPr lang="en-US" b="0"/>
              <a:t>‹#›</a:t>
            </a:fld>
            <a:endParaRPr lang="en-US"/>
          </a:p>
        </p:txBody>
      </p:sp>
    </p:spTree>
    <p:extLst>
      <p:ext uri="{BB962C8B-B14F-4D97-AF65-F5344CB8AC3E}">
        <p14:creationId xmlns:p14="http://schemas.microsoft.com/office/powerpoint/2010/main" val="3794389062"/>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32" r:id="rId3"/>
    <p:sldLayoutId id="2147483934" r:id="rId4"/>
    <p:sldLayoutId id="2147483935"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7.png"/><Relationship Id="rId3"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1914DFD-16DC-64F6-470F-BB1B2ABF17B4}"/>
              </a:ext>
            </a:extLst>
          </p:cNvPr>
          <p:cNvSpPr/>
          <p:nvPr/>
        </p:nvSpPr>
        <p:spPr>
          <a:xfrm>
            <a:off x="0" y="0"/>
            <a:ext cx="12191999" cy="6858000"/>
          </a:xfrm>
          <a:prstGeom prst="rect">
            <a:avLst/>
          </a:prstGeom>
          <a:gradFill>
            <a:gsLst>
              <a:gs pos="60929">
                <a:srgbClr val="FDE3ED"/>
              </a:gs>
              <a:gs pos="25000">
                <a:srgbClr val="E8F7FE"/>
              </a:gs>
              <a:gs pos="100000">
                <a:srgbClr val="FDE9DF"/>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Open Sans" panose="020B0606030504020204" pitchFamily="34" charset="0"/>
              <a:ea typeface="+mn-ea"/>
              <a:cs typeface="+mn-cs"/>
            </a:endParaRPr>
          </a:p>
        </p:txBody>
      </p:sp>
      <p:sp>
        <p:nvSpPr>
          <p:cNvPr id="3" name="Title 3">
            <a:extLst>
              <a:ext uri="{FF2B5EF4-FFF2-40B4-BE49-F238E27FC236}">
                <a16:creationId xmlns:a16="http://schemas.microsoft.com/office/drawing/2014/main" id="{2E7CB030-9D95-B185-F78E-3592399D2B68}"/>
              </a:ext>
            </a:extLst>
          </p:cNvPr>
          <p:cNvSpPr txBox="1">
            <a:spLocks/>
          </p:cNvSpPr>
          <p:nvPr/>
        </p:nvSpPr>
        <p:spPr>
          <a:xfrm>
            <a:off x="386889" y="1414039"/>
            <a:ext cx="9143999" cy="3685692"/>
          </a:xfrm>
          <a:prstGeom prst="rect">
            <a:avLst/>
          </a:prstGeom>
        </p:spPr>
        <p:txBody>
          <a:bodyPr anchor="ctr">
            <a:normAutofit/>
          </a:bodyPr>
          <a:lstStyle>
            <a:lvl1pPr algn="l" defTabSz="914400" rtl="0" eaLnBrk="1" latinLnBrk="0" hangingPunct="1">
              <a:lnSpc>
                <a:spcPct val="90000"/>
              </a:lnSpc>
              <a:spcBef>
                <a:spcPct val="0"/>
              </a:spcBef>
              <a:buNone/>
              <a:defRPr sz="2800" b="0" i="0" kern="1200">
                <a:solidFill>
                  <a:schemeClr val="tx1"/>
                </a:solidFill>
                <a:latin typeface="Poppins Medium" pitchFamily="2" charset="77"/>
                <a:ea typeface="+mj-ea"/>
                <a:cs typeface="Poppins Medium" pitchFamily="2" charset="77"/>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6600" b="1" i="0" u="none" strike="noStrike" kern="1200" cap="none" spc="0" normalizeH="0" baseline="0" noProof="0" dirty="0">
                <a:ln>
                  <a:noFill/>
                </a:ln>
                <a:gradFill>
                  <a:gsLst>
                    <a:gs pos="55000">
                      <a:schemeClr val="accent2"/>
                    </a:gs>
                    <a:gs pos="25000">
                      <a:schemeClr val="accent3"/>
                    </a:gs>
                    <a:gs pos="86000">
                      <a:schemeClr val="accent1"/>
                    </a:gs>
                  </a:gsLst>
                  <a:lin ang="2400000" scaled="0"/>
                </a:gradFill>
                <a:effectLst/>
                <a:uLnTx/>
                <a:uFillTx/>
                <a:latin typeface="Poppins SemiBold" panose="00000700000000000000" pitchFamily="2" charset="0"/>
                <a:ea typeface="+mj-ea"/>
                <a:cs typeface="Poppins SemiBold" panose="00000700000000000000" pitchFamily="2" charset="0"/>
              </a:rPr>
              <a:t>Supporting </a:t>
            </a:r>
            <a:r>
              <a:rPr kumimoji="0" lang="en-US" sz="6600" b="1" i="0" u="none" strike="noStrike" kern="1200" cap="none" spc="0" normalizeH="0" baseline="0" noProof="0" dirty="0" err="1">
                <a:ln>
                  <a:noFill/>
                </a:ln>
                <a:gradFill>
                  <a:gsLst>
                    <a:gs pos="55000">
                      <a:schemeClr val="accent2"/>
                    </a:gs>
                    <a:gs pos="25000">
                      <a:schemeClr val="accent3"/>
                    </a:gs>
                    <a:gs pos="86000">
                      <a:schemeClr val="accent1"/>
                    </a:gs>
                  </a:gsLst>
                  <a:lin ang="2400000" scaled="0"/>
                </a:gradFill>
                <a:effectLst/>
                <a:uLnTx/>
                <a:uFillTx/>
                <a:latin typeface="Poppins SemiBold" panose="00000700000000000000" pitchFamily="2" charset="0"/>
                <a:ea typeface="+mj-ea"/>
                <a:cs typeface="Poppins SemiBold" panose="00000700000000000000" pitchFamily="2" charset="0"/>
              </a:rPr>
              <a:t>GoFar</a:t>
            </a:r>
            <a:r>
              <a:rPr kumimoji="0" lang="en-US" sz="6600" b="1" i="0" u="none" strike="noStrike" kern="1200" cap="none" spc="0" normalizeH="0" baseline="0" noProof="0" dirty="0">
                <a:ln>
                  <a:noFill/>
                </a:ln>
                <a:gradFill>
                  <a:gsLst>
                    <a:gs pos="55000">
                      <a:schemeClr val="accent2"/>
                    </a:gs>
                    <a:gs pos="25000">
                      <a:schemeClr val="accent3"/>
                    </a:gs>
                    <a:gs pos="86000">
                      <a:schemeClr val="accent1"/>
                    </a:gs>
                  </a:gsLst>
                  <a:lin ang="2400000" scaled="0"/>
                </a:gradFill>
                <a:effectLst/>
                <a:uLnTx/>
                <a:uFillTx/>
                <a:latin typeface="Poppins SemiBold" panose="00000700000000000000" pitchFamily="2" charset="0"/>
                <a:ea typeface="+mj-ea"/>
                <a:cs typeface="Poppins SemiBold" panose="00000700000000000000" pitchFamily="2" charset="0"/>
              </a:rPr>
              <a:t> across the project</a:t>
            </a:r>
            <a:endParaRPr kumimoji="0" lang="en-US" sz="13800" b="1" i="0" u="none" strike="noStrike" kern="1200" cap="none" spc="0" normalizeH="0" baseline="0" noProof="0" dirty="0">
              <a:ln>
                <a:noFill/>
              </a:ln>
              <a:gradFill>
                <a:gsLst>
                  <a:gs pos="55000">
                    <a:schemeClr val="accent2"/>
                  </a:gs>
                  <a:gs pos="25000">
                    <a:schemeClr val="accent3"/>
                  </a:gs>
                  <a:gs pos="86000">
                    <a:schemeClr val="accent1"/>
                  </a:gs>
                </a:gsLst>
                <a:lin ang="2400000" scaled="0"/>
              </a:gradFill>
              <a:effectLst/>
              <a:uLnTx/>
              <a:uFillTx/>
              <a:latin typeface="Poppins" pitchFamily="2" charset="77"/>
              <a:ea typeface="+mj-ea"/>
              <a:cs typeface="Poppins" pitchFamily="2" charset="77"/>
            </a:endParaRPr>
          </a:p>
        </p:txBody>
      </p:sp>
      <p:sp>
        <p:nvSpPr>
          <p:cNvPr id="7" name="Subtitle 4">
            <a:extLst>
              <a:ext uri="{FF2B5EF4-FFF2-40B4-BE49-F238E27FC236}">
                <a16:creationId xmlns:a16="http://schemas.microsoft.com/office/drawing/2014/main" id="{45931A76-FA21-1C15-5AE0-7A6CAF273255}"/>
              </a:ext>
            </a:extLst>
          </p:cNvPr>
          <p:cNvSpPr txBox="1">
            <a:spLocks/>
          </p:cNvSpPr>
          <p:nvPr/>
        </p:nvSpPr>
        <p:spPr>
          <a:xfrm>
            <a:off x="416520" y="4564165"/>
            <a:ext cx="9144000" cy="989229"/>
          </a:xfrm>
          <a:prstGeom prst="rect">
            <a:avLst/>
          </a:prstGeom>
        </p:spPr>
        <p:txBody>
          <a:bodyPr>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solidFill>
                <a:latin typeface="+mn-lt"/>
                <a:ea typeface="Open Sans" panose="020B0606030504020204" pitchFamily="34" charset="0"/>
                <a:cs typeface="Open Sans" panose="020B060603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200" kern="1200">
                <a:solidFill>
                  <a:schemeClr val="tx1"/>
                </a:solidFill>
                <a:latin typeface="+mn-lt"/>
                <a:ea typeface="Lato" panose="020F0502020204030203" pitchFamily="34" charset="0"/>
                <a:cs typeface="Lato" panose="020F0502020204030203"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100" kern="1200">
                <a:solidFill>
                  <a:schemeClr val="tx1"/>
                </a:solidFill>
                <a:latin typeface="+mn-lt"/>
                <a:ea typeface="Lato" panose="020F0502020204030203" pitchFamily="34" charset="0"/>
                <a:cs typeface="Lato" panose="020F0502020204030203"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100" kern="1200">
                <a:solidFill>
                  <a:schemeClr val="tx1"/>
                </a:solidFill>
                <a:latin typeface="+mn-lt"/>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2400" i="0" u="none" strike="noStrike" kern="1200" cap="none" spc="0" normalizeH="0" baseline="0" noProof="0" dirty="0">
                <a:ln>
                  <a:noFill/>
                </a:ln>
                <a:effectLst/>
                <a:uLnTx/>
                <a:uFillTx/>
                <a:latin typeface="+mj-lt"/>
                <a:ea typeface="Open Sans" panose="020B0606030504020204" pitchFamily="34" charset="0"/>
                <a:cs typeface="Poppins Light" panose="00000400000000000000" pitchFamily="2" charset="0"/>
              </a:rPr>
              <a:t>The Strategy Group</a:t>
            </a:r>
          </a:p>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2400" i="0" u="none" strike="noStrike" kern="1200" cap="none" spc="0" normalizeH="0" baseline="0" noProof="0" dirty="0">
                <a:ln>
                  <a:noFill/>
                </a:ln>
                <a:effectLst/>
                <a:uLnTx/>
                <a:uFillTx/>
                <a:latin typeface="+mj-lt"/>
                <a:ea typeface="Open Sans" panose="020B0606030504020204" pitchFamily="34" charset="0"/>
                <a:cs typeface="Poppins Light" panose="00000400000000000000" pitchFamily="2" charset="0"/>
              </a:rPr>
              <a:t>October 2026</a:t>
            </a:r>
          </a:p>
        </p:txBody>
      </p:sp>
      <p:grpSp>
        <p:nvGrpSpPr>
          <p:cNvPr id="19" name="Leaf spiral (cover)">
            <a:extLst>
              <a:ext uri="{FF2B5EF4-FFF2-40B4-BE49-F238E27FC236}">
                <a16:creationId xmlns:a16="http://schemas.microsoft.com/office/drawing/2014/main" id="{4F41E0A2-EADE-39DD-FE3C-9B7C529F1F14}"/>
              </a:ext>
            </a:extLst>
          </p:cNvPr>
          <p:cNvGrpSpPr/>
          <p:nvPr/>
        </p:nvGrpSpPr>
        <p:grpSpPr>
          <a:xfrm>
            <a:off x="9343679" y="2467992"/>
            <a:ext cx="4478854" cy="4465900"/>
            <a:chOff x="2864742" y="207084"/>
            <a:chExt cx="3228562" cy="3219225"/>
          </a:xfrm>
          <a:gradFill>
            <a:gsLst>
              <a:gs pos="3000">
                <a:schemeClr val="accent1"/>
              </a:gs>
              <a:gs pos="35000">
                <a:schemeClr val="accent2"/>
              </a:gs>
              <a:gs pos="67000">
                <a:schemeClr val="accent3"/>
              </a:gs>
            </a:gsLst>
            <a:lin ang="2400000" scaled="0"/>
          </a:gradFill>
        </p:grpSpPr>
        <p:sp>
          <p:nvSpPr>
            <p:cNvPr id="20" name="Leaf 9001">
              <a:extLst>
                <a:ext uri="{FF2B5EF4-FFF2-40B4-BE49-F238E27FC236}">
                  <a16:creationId xmlns:a16="http://schemas.microsoft.com/office/drawing/2014/main" id="{04DA3504-AB06-F14A-BD49-AA04A9FE8228}"/>
                </a:ext>
              </a:extLst>
            </p:cNvPr>
            <p:cNvSpPr/>
            <p:nvPr/>
          </p:nvSpPr>
          <p:spPr>
            <a:xfrm>
              <a:off x="5190493" y="2829261"/>
              <a:ext cx="754588" cy="597049"/>
            </a:xfrm>
            <a:custGeom>
              <a:avLst/>
              <a:gdLst/>
              <a:ahLst/>
              <a:cxnLst/>
              <a:rect l="0" t="0" r="r" b="b"/>
              <a:pathLst>
                <a:path w="754588" h="597049">
                  <a:moveTo>
                    <a:pt x="59289" y="13447"/>
                  </a:moveTo>
                  <a:lnTo>
                    <a:pt x="21559" y="72614"/>
                  </a:lnTo>
                  <a:lnTo>
                    <a:pt x="5389" y="123712"/>
                  </a:lnTo>
                  <a:lnTo>
                    <a:pt x="0" y="161364"/>
                  </a:lnTo>
                  <a:lnTo>
                    <a:pt x="5389" y="247425"/>
                  </a:lnTo>
                  <a:lnTo>
                    <a:pt x="26949" y="317350"/>
                  </a:lnTo>
                  <a:lnTo>
                    <a:pt x="64679" y="389964"/>
                  </a:lnTo>
                  <a:lnTo>
                    <a:pt x="129358" y="473336"/>
                  </a:lnTo>
                  <a:lnTo>
                    <a:pt x="188647" y="529814"/>
                  </a:lnTo>
                  <a:lnTo>
                    <a:pt x="285665" y="597049"/>
                  </a:lnTo>
                  <a:lnTo>
                    <a:pt x="754588" y="597049"/>
                  </a:lnTo>
                  <a:lnTo>
                    <a:pt x="568636" y="422237"/>
                  </a:lnTo>
                  <a:lnTo>
                    <a:pt x="177867" y="77992"/>
                  </a:lnTo>
                  <a:lnTo>
                    <a:pt x="86238" y="2689"/>
                  </a:lnTo>
                  <a:lnTo>
                    <a:pt x="72763" y="0"/>
                  </a:lnTo>
                  <a:close/>
                </a:path>
              </a:pathLst>
            </a:custGeom>
            <a:grpFill/>
            <a:ln>
              <a:noFill/>
            </a:ln>
          </p:spPr>
          <p:txBody>
            <a:bodyPr/>
            <a:lstStyle/>
            <a:p>
              <a:endParaRPr lang="en-AU"/>
            </a:p>
          </p:txBody>
        </p:sp>
        <p:sp>
          <p:nvSpPr>
            <p:cNvPr id="21" name="Leaf 9002">
              <a:extLst>
                <a:ext uri="{FF2B5EF4-FFF2-40B4-BE49-F238E27FC236}">
                  <a16:creationId xmlns:a16="http://schemas.microsoft.com/office/drawing/2014/main" id="{CB6BBF5B-4DDF-F82C-45AA-D50B6FCAFEDE}"/>
                </a:ext>
              </a:extLst>
            </p:cNvPr>
            <p:cNvSpPr/>
            <p:nvPr/>
          </p:nvSpPr>
          <p:spPr>
            <a:xfrm>
              <a:off x="4702705" y="2764715"/>
              <a:ext cx="498567" cy="661595"/>
            </a:xfrm>
            <a:custGeom>
              <a:avLst/>
              <a:gdLst/>
              <a:ahLst/>
              <a:cxnLst/>
              <a:rect l="0" t="0" r="r" b="b"/>
              <a:pathLst>
                <a:path w="498567" h="661595">
                  <a:moveTo>
                    <a:pt x="91628" y="0"/>
                  </a:moveTo>
                  <a:lnTo>
                    <a:pt x="51204" y="53788"/>
                  </a:lnTo>
                  <a:lnTo>
                    <a:pt x="16169" y="137160"/>
                  </a:lnTo>
                  <a:lnTo>
                    <a:pt x="2694" y="207084"/>
                  </a:lnTo>
                  <a:lnTo>
                    <a:pt x="0" y="295835"/>
                  </a:lnTo>
                  <a:lnTo>
                    <a:pt x="8084" y="365760"/>
                  </a:lnTo>
                  <a:lnTo>
                    <a:pt x="26949" y="446442"/>
                  </a:lnTo>
                  <a:lnTo>
                    <a:pt x="64679" y="545950"/>
                  </a:lnTo>
                  <a:lnTo>
                    <a:pt x="105103" y="621254"/>
                  </a:lnTo>
                  <a:lnTo>
                    <a:pt x="132053" y="661595"/>
                  </a:lnTo>
                  <a:lnTo>
                    <a:pt x="498567" y="661595"/>
                  </a:lnTo>
                  <a:lnTo>
                    <a:pt x="102408" y="8068"/>
                  </a:lnTo>
                  <a:close/>
                </a:path>
              </a:pathLst>
            </a:custGeom>
            <a:grpFill/>
            <a:ln>
              <a:noFill/>
            </a:ln>
          </p:spPr>
          <p:txBody>
            <a:bodyPr/>
            <a:lstStyle/>
            <a:p>
              <a:endParaRPr lang="en-AU"/>
            </a:p>
          </p:txBody>
        </p:sp>
        <p:sp>
          <p:nvSpPr>
            <p:cNvPr id="22" name="Leaf 9003">
              <a:extLst>
                <a:ext uri="{FF2B5EF4-FFF2-40B4-BE49-F238E27FC236}">
                  <a16:creationId xmlns:a16="http://schemas.microsoft.com/office/drawing/2014/main" id="{CE9303A7-7395-B597-AE4A-8922647F7F12}"/>
                </a:ext>
              </a:extLst>
            </p:cNvPr>
            <p:cNvSpPr/>
            <p:nvPr/>
          </p:nvSpPr>
          <p:spPr>
            <a:xfrm>
              <a:off x="5575872" y="2700169"/>
              <a:ext cx="517432" cy="446442"/>
            </a:xfrm>
            <a:custGeom>
              <a:avLst/>
              <a:gdLst/>
              <a:ahLst/>
              <a:cxnLst/>
              <a:rect l="0" t="0" r="r" b="b"/>
              <a:pathLst>
                <a:path w="517432" h="446442">
                  <a:moveTo>
                    <a:pt x="64679" y="0"/>
                  </a:moveTo>
                  <a:lnTo>
                    <a:pt x="26949" y="51098"/>
                  </a:lnTo>
                  <a:lnTo>
                    <a:pt x="8084" y="91440"/>
                  </a:lnTo>
                  <a:lnTo>
                    <a:pt x="0" y="126402"/>
                  </a:lnTo>
                  <a:lnTo>
                    <a:pt x="0" y="180190"/>
                  </a:lnTo>
                  <a:lnTo>
                    <a:pt x="8084" y="215152"/>
                  </a:lnTo>
                  <a:lnTo>
                    <a:pt x="24254" y="252804"/>
                  </a:lnTo>
                  <a:lnTo>
                    <a:pt x="75458" y="314661"/>
                  </a:lnTo>
                  <a:lnTo>
                    <a:pt x="150917" y="371138"/>
                  </a:lnTo>
                  <a:lnTo>
                    <a:pt x="204816" y="398032"/>
                  </a:lnTo>
                  <a:lnTo>
                    <a:pt x="282970" y="424927"/>
                  </a:lnTo>
                  <a:lnTo>
                    <a:pt x="401549" y="446442"/>
                  </a:lnTo>
                  <a:lnTo>
                    <a:pt x="517432" y="446442"/>
                  </a:lnTo>
                  <a:lnTo>
                    <a:pt x="514737" y="190948"/>
                  </a:lnTo>
                  <a:lnTo>
                    <a:pt x="86238" y="0"/>
                  </a:lnTo>
                  <a:close/>
                </a:path>
              </a:pathLst>
            </a:custGeom>
            <a:grpFill/>
            <a:ln>
              <a:noFill/>
            </a:ln>
          </p:spPr>
          <p:txBody>
            <a:bodyPr/>
            <a:lstStyle/>
            <a:p>
              <a:endParaRPr lang="en-AU"/>
            </a:p>
          </p:txBody>
        </p:sp>
        <p:sp>
          <p:nvSpPr>
            <p:cNvPr id="23" name="Leaf 9004">
              <a:extLst>
                <a:ext uri="{FF2B5EF4-FFF2-40B4-BE49-F238E27FC236}">
                  <a16:creationId xmlns:a16="http://schemas.microsoft.com/office/drawing/2014/main" id="{926245CD-5AA1-FFFC-B30E-7009177DBF10}"/>
                </a:ext>
              </a:extLst>
            </p:cNvPr>
            <p:cNvSpPr/>
            <p:nvPr/>
          </p:nvSpPr>
          <p:spPr>
            <a:xfrm>
              <a:off x="4171798" y="2533425"/>
              <a:ext cx="315310" cy="892884"/>
            </a:xfrm>
            <a:custGeom>
              <a:avLst/>
              <a:gdLst/>
              <a:ahLst/>
              <a:cxnLst/>
              <a:rect l="0" t="0" r="r" b="b"/>
              <a:pathLst>
                <a:path w="315310" h="892884">
                  <a:moveTo>
                    <a:pt x="142832" y="0"/>
                  </a:moveTo>
                  <a:lnTo>
                    <a:pt x="102408" y="53788"/>
                  </a:lnTo>
                  <a:lnTo>
                    <a:pt x="67374" y="121023"/>
                  </a:lnTo>
                  <a:lnTo>
                    <a:pt x="24254" y="252804"/>
                  </a:lnTo>
                  <a:lnTo>
                    <a:pt x="2694" y="395343"/>
                  </a:lnTo>
                  <a:lnTo>
                    <a:pt x="0" y="489472"/>
                  </a:lnTo>
                  <a:lnTo>
                    <a:pt x="5389" y="570155"/>
                  </a:lnTo>
                  <a:lnTo>
                    <a:pt x="32339" y="707315"/>
                  </a:lnTo>
                  <a:lnTo>
                    <a:pt x="48509" y="753035"/>
                  </a:lnTo>
                  <a:lnTo>
                    <a:pt x="78153" y="809512"/>
                  </a:lnTo>
                  <a:lnTo>
                    <a:pt x="132053" y="868680"/>
                  </a:lnTo>
                  <a:lnTo>
                    <a:pt x="175172" y="892884"/>
                  </a:lnTo>
                  <a:lnTo>
                    <a:pt x="247936" y="892884"/>
                  </a:lnTo>
                  <a:lnTo>
                    <a:pt x="299140" y="865990"/>
                  </a:lnTo>
                  <a:lnTo>
                    <a:pt x="315310" y="852543"/>
                  </a:lnTo>
                  <a:lnTo>
                    <a:pt x="159002" y="43030"/>
                  </a:lnTo>
                  <a:lnTo>
                    <a:pt x="148222" y="0"/>
                  </a:lnTo>
                  <a:close/>
                </a:path>
              </a:pathLst>
            </a:custGeom>
            <a:grpFill/>
            <a:ln>
              <a:noFill/>
            </a:ln>
          </p:spPr>
          <p:txBody>
            <a:bodyPr/>
            <a:lstStyle/>
            <a:p>
              <a:endParaRPr lang="en-AU"/>
            </a:p>
          </p:txBody>
        </p:sp>
        <p:sp>
          <p:nvSpPr>
            <p:cNvPr id="24" name="Leaf 9005">
              <a:extLst>
                <a:ext uri="{FF2B5EF4-FFF2-40B4-BE49-F238E27FC236}">
                  <a16:creationId xmlns:a16="http://schemas.microsoft.com/office/drawing/2014/main" id="{4DAC12F6-8927-AE8D-0D7E-92700012E585}"/>
                </a:ext>
              </a:extLst>
            </p:cNvPr>
            <p:cNvSpPr/>
            <p:nvPr/>
          </p:nvSpPr>
          <p:spPr>
            <a:xfrm>
              <a:off x="5794164" y="2415091"/>
              <a:ext cx="299140" cy="255494"/>
            </a:xfrm>
            <a:custGeom>
              <a:avLst/>
              <a:gdLst/>
              <a:ahLst/>
              <a:cxnLst/>
              <a:rect l="0" t="0" r="r" b="b"/>
              <a:pathLst>
                <a:path w="299140" h="255494">
                  <a:moveTo>
                    <a:pt x="80848" y="0"/>
                  </a:moveTo>
                  <a:lnTo>
                    <a:pt x="35034" y="51098"/>
                  </a:lnTo>
                  <a:lnTo>
                    <a:pt x="5389" y="107576"/>
                  </a:lnTo>
                  <a:lnTo>
                    <a:pt x="0" y="161364"/>
                  </a:lnTo>
                  <a:lnTo>
                    <a:pt x="18864" y="204395"/>
                  </a:lnTo>
                  <a:lnTo>
                    <a:pt x="40424" y="223221"/>
                  </a:lnTo>
                  <a:lnTo>
                    <a:pt x="72763" y="239357"/>
                  </a:lnTo>
                  <a:lnTo>
                    <a:pt x="123968" y="252804"/>
                  </a:lnTo>
                  <a:lnTo>
                    <a:pt x="226376" y="255494"/>
                  </a:lnTo>
                  <a:lnTo>
                    <a:pt x="296445" y="247425"/>
                  </a:lnTo>
                  <a:lnTo>
                    <a:pt x="299140" y="8068"/>
                  </a:lnTo>
                  <a:close/>
                </a:path>
              </a:pathLst>
            </a:custGeom>
            <a:grpFill/>
            <a:ln>
              <a:noFill/>
            </a:ln>
          </p:spPr>
          <p:txBody>
            <a:bodyPr/>
            <a:lstStyle/>
            <a:p>
              <a:endParaRPr lang="en-AU"/>
            </a:p>
          </p:txBody>
        </p:sp>
        <p:sp>
          <p:nvSpPr>
            <p:cNvPr id="25" name="Leaf 9006">
              <a:extLst>
                <a:ext uri="{FF2B5EF4-FFF2-40B4-BE49-F238E27FC236}">
                  <a16:creationId xmlns:a16="http://schemas.microsoft.com/office/drawing/2014/main" id="{0786CF9C-7626-B5BF-A900-9D724041EBA8}"/>
                </a:ext>
              </a:extLst>
            </p:cNvPr>
            <p:cNvSpPr/>
            <p:nvPr/>
          </p:nvSpPr>
          <p:spPr>
            <a:xfrm>
              <a:off x="3611246" y="2170355"/>
              <a:ext cx="309920" cy="787997"/>
            </a:xfrm>
            <a:custGeom>
              <a:avLst/>
              <a:gdLst/>
              <a:ahLst/>
              <a:cxnLst/>
              <a:rect l="0" t="0" r="r" b="b"/>
              <a:pathLst>
                <a:path w="309920" h="787997">
                  <a:moveTo>
                    <a:pt x="309920" y="0"/>
                  </a:moveTo>
                  <a:lnTo>
                    <a:pt x="304530" y="0"/>
                  </a:lnTo>
                  <a:lnTo>
                    <a:pt x="272190" y="40341"/>
                  </a:lnTo>
                  <a:lnTo>
                    <a:pt x="196732" y="166743"/>
                  </a:lnTo>
                  <a:lnTo>
                    <a:pt x="118578" y="322729"/>
                  </a:lnTo>
                  <a:lnTo>
                    <a:pt x="64679" y="454510"/>
                  </a:lnTo>
                  <a:lnTo>
                    <a:pt x="21559" y="588981"/>
                  </a:lnTo>
                  <a:lnTo>
                    <a:pt x="0" y="691178"/>
                  </a:lnTo>
                  <a:lnTo>
                    <a:pt x="0" y="763792"/>
                  </a:lnTo>
                  <a:lnTo>
                    <a:pt x="5389" y="777240"/>
                  </a:lnTo>
                  <a:lnTo>
                    <a:pt x="18864" y="787997"/>
                  </a:lnTo>
                  <a:lnTo>
                    <a:pt x="51204" y="779929"/>
                  </a:lnTo>
                  <a:lnTo>
                    <a:pt x="107798" y="734209"/>
                  </a:lnTo>
                  <a:close/>
                </a:path>
              </a:pathLst>
            </a:custGeom>
            <a:grpFill/>
            <a:ln>
              <a:noFill/>
            </a:ln>
          </p:spPr>
          <p:txBody>
            <a:bodyPr/>
            <a:lstStyle/>
            <a:p>
              <a:endParaRPr lang="en-AU"/>
            </a:p>
          </p:txBody>
        </p:sp>
        <p:sp>
          <p:nvSpPr>
            <p:cNvPr id="26" name="Leaf 9007">
              <a:extLst>
                <a:ext uri="{FF2B5EF4-FFF2-40B4-BE49-F238E27FC236}">
                  <a16:creationId xmlns:a16="http://schemas.microsoft.com/office/drawing/2014/main" id="{3D08A5BB-D092-5535-A8D0-B55BC9862839}"/>
                </a:ext>
              </a:extLst>
            </p:cNvPr>
            <p:cNvSpPr/>
            <p:nvPr/>
          </p:nvSpPr>
          <p:spPr>
            <a:xfrm>
              <a:off x="5818419" y="1939065"/>
              <a:ext cx="274885" cy="250115"/>
            </a:xfrm>
            <a:custGeom>
              <a:avLst/>
              <a:gdLst/>
              <a:ahLst/>
              <a:cxnLst/>
              <a:rect l="0" t="0" r="r" b="b"/>
              <a:pathLst>
                <a:path w="274885" h="250115">
                  <a:moveTo>
                    <a:pt x="274885" y="0"/>
                  </a:moveTo>
                  <a:lnTo>
                    <a:pt x="97018" y="88750"/>
                  </a:lnTo>
                  <a:lnTo>
                    <a:pt x="16169" y="188258"/>
                  </a:lnTo>
                  <a:lnTo>
                    <a:pt x="0" y="225910"/>
                  </a:lnTo>
                  <a:lnTo>
                    <a:pt x="0" y="242047"/>
                  </a:lnTo>
                  <a:lnTo>
                    <a:pt x="10779" y="250115"/>
                  </a:lnTo>
                  <a:lnTo>
                    <a:pt x="29644" y="250115"/>
                  </a:lnTo>
                  <a:lnTo>
                    <a:pt x="88933" y="228600"/>
                  </a:lnTo>
                  <a:lnTo>
                    <a:pt x="164392" y="185569"/>
                  </a:lnTo>
                  <a:lnTo>
                    <a:pt x="272190" y="110265"/>
                  </a:lnTo>
                  <a:close/>
                </a:path>
              </a:pathLst>
            </a:custGeom>
            <a:grpFill/>
            <a:ln>
              <a:noFill/>
            </a:ln>
          </p:spPr>
          <p:txBody>
            <a:bodyPr/>
            <a:lstStyle/>
            <a:p>
              <a:endParaRPr lang="en-AU"/>
            </a:p>
          </p:txBody>
        </p:sp>
        <p:sp>
          <p:nvSpPr>
            <p:cNvPr id="27" name="Leaf 9008">
              <a:extLst>
                <a:ext uri="{FF2B5EF4-FFF2-40B4-BE49-F238E27FC236}">
                  <a16:creationId xmlns:a16="http://schemas.microsoft.com/office/drawing/2014/main" id="{B8455D73-EEDE-9780-B7B1-F3D0BC11412D}"/>
                </a:ext>
              </a:extLst>
            </p:cNvPr>
            <p:cNvSpPr/>
            <p:nvPr/>
          </p:nvSpPr>
          <p:spPr>
            <a:xfrm>
              <a:off x="3107289" y="1745428"/>
              <a:ext cx="560551" cy="564776"/>
            </a:xfrm>
            <a:custGeom>
              <a:avLst/>
              <a:gdLst/>
              <a:ahLst/>
              <a:cxnLst/>
              <a:rect l="0" t="0" r="r" b="b"/>
              <a:pathLst>
                <a:path w="560551" h="564776">
                  <a:moveTo>
                    <a:pt x="560551" y="0"/>
                  </a:moveTo>
                  <a:lnTo>
                    <a:pt x="555161" y="0"/>
                  </a:lnTo>
                  <a:lnTo>
                    <a:pt x="40424" y="481404"/>
                  </a:lnTo>
                  <a:lnTo>
                    <a:pt x="5389" y="540571"/>
                  </a:lnTo>
                  <a:lnTo>
                    <a:pt x="0" y="564776"/>
                  </a:lnTo>
                  <a:lnTo>
                    <a:pt x="21559" y="559397"/>
                  </a:lnTo>
                  <a:lnTo>
                    <a:pt x="80848" y="516367"/>
                  </a:lnTo>
                  <a:lnTo>
                    <a:pt x="229071" y="379207"/>
                  </a:lnTo>
                  <a:lnTo>
                    <a:pt x="482397" y="99508"/>
                  </a:lnTo>
                  <a:lnTo>
                    <a:pt x="552466" y="16136"/>
                  </a:lnTo>
                  <a:close/>
                </a:path>
              </a:pathLst>
            </a:custGeom>
            <a:grpFill/>
            <a:ln>
              <a:noFill/>
            </a:ln>
          </p:spPr>
          <p:txBody>
            <a:bodyPr/>
            <a:lstStyle/>
            <a:p>
              <a:endParaRPr lang="en-AU"/>
            </a:p>
          </p:txBody>
        </p:sp>
        <p:sp>
          <p:nvSpPr>
            <p:cNvPr id="28" name="Leaf 9009">
              <a:extLst>
                <a:ext uri="{FF2B5EF4-FFF2-40B4-BE49-F238E27FC236}">
                  <a16:creationId xmlns:a16="http://schemas.microsoft.com/office/drawing/2014/main" id="{8A62E414-57FD-ABE4-0CE7-0ECD52D2F9CF}"/>
                </a:ext>
              </a:extLst>
            </p:cNvPr>
            <p:cNvSpPr/>
            <p:nvPr/>
          </p:nvSpPr>
          <p:spPr>
            <a:xfrm>
              <a:off x="2864742" y="1288228"/>
              <a:ext cx="803098" cy="368449"/>
            </a:xfrm>
            <a:custGeom>
              <a:avLst/>
              <a:gdLst/>
              <a:ahLst/>
              <a:cxnLst/>
              <a:rect l="0" t="0" r="r" b="b"/>
              <a:pathLst>
                <a:path w="803098" h="368449">
                  <a:moveTo>
                    <a:pt x="803098" y="0"/>
                  </a:moveTo>
                  <a:lnTo>
                    <a:pt x="26949" y="196327"/>
                  </a:lnTo>
                  <a:lnTo>
                    <a:pt x="10779" y="220531"/>
                  </a:lnTo>
                  <a:lnTo>
                    <a:pt x="0" y="260872"/>
                  </a:lnTo>
                  <a:lnTo>
                    <a:pt x="0" y="293145"/>
                  </a:lnTo>
                  <a:lnTo>
                    <a:pt x="13474" y="325418"/>
                  </a:lnTo>
                  <a:lnTo>
                    <a:pt x="45814" y="352312"/>
                  </a:lnTo>
                  <a:lnTo>
                    <a:pt x="72763" y="363070"/>
                  </a:lnTo>
                  <a:lnTo>
                    <a:pt x="107798" y="368449"/>
                  </a:lnTo>
                  <a:lnTo>
                    <a:pt x="188647" y="365760"/>
                  </a:lnTo>
                  <a:lnTo>
                    <a:pt x="247936" y="357691"/>
                  </a:lnTo>
                  <a:lnTo>
                    <a:pt x="366514" y="320040"/>
                  </a:lnTo>
                  <a:lnTo>
                    <a:pt x="512042" y="252804"/>
                  </a:lnTo>
                  <a:lnTo>
                    <a:pt x="625230" y="180190"/>
                  </a:lnTo>
                  <a:lnTo>
                    <a:pt x="746503" y="77992"/>
                  </a:lnTo>
                  <a:lnTo>
                    <a:pt x="792318" y="24204"/>
                  </a:lnTo>
                  <a:close/>
                </a:path>
              </a:pathLst>
            </a:custGeom>
            <a:grpFill/>
            <a:ln>
              <a:noFill/>
            </a:ln>
          </p:spPr>
          <p:txBody>
            <a:bodyPr/>
            <a:lstStyle/>
            <a:p>
              <a:endParaRPr lang="en-AU"/>
            </a:p>
          </p:txBody>
        </p:sp>
        <p:sp>
          <p:nvSpPr>
            <p:cNvPr id="29" name="Leaf 9010">
              <a:extLst>
                <a:ext uri="{FF2B5EF4-FFF2-40B4-BE49-F238E27FC236}">
                  <a16:creationId xmlns:a16="http://schemas.microsoft.com/office/drawing/2014/main" id="{F23C242C-FF74-5130-2E3D-E278E8B9F66F}"/>
                </a:ext>
              </a:extLst>
            </p:cNvPr>
            <p:cNvSpPr/>
            <p:nvPr/>
          </p:nvSpPr>
          <p:spPr>
            <a:xfrm>
              <a:off x="5632466" y="1177962"/>
              <a:ext cx="326090" cy="554018"/>
            </a:xfrm>
            <a:custGeom>
              <a:avLst/>
              <a:gdLst/>
              <a:ahLst/>
              <a:cxnLst/>
              <a:rect l="0" t="0" r="r" b="b"/>
              <a:pathLst>
                <a:path w="326090" h="554018">
                  <a:moveTo>
                    <a:pt x="326090" y="0"/>
                  </a:moveTo>
                  <a:lnTo>
                    <a:pt x="315310" y="5378"/>
                  </a:lnTo>
                  <a:lnTo>
                    <a:pt x="231766" y="123712"/>
                  </a:lnTo>
                  <a:lnTo>
                    <a:pt x="86238" y="355002"/>
                  </a:lnTo>
                  <a:lnTo>
                    <a:pt x="10779" y="502920"/>
                  </a:lnTo>
                  <a:lnTo>
                    <a:pt x="0" y="535192"/>
                  </a:lnTo>
                  <a:lnTo>
                    <a:pt x="2694" y="554018"/>
                  </a:lnTo>
                  <a:lnTo>
                    <a:pt x="10779" y="554018"/>
                  </a:lnTo>
                  <a:lnTo>
                    <a:pt x="26949" y="543261"/>
                  </a:lnTo>
                  <a:lnTo>
                    <a:pt x="132053" y="427616"/>
                  </a:lnTo>
                  <a:close/>
                </a:path>
              </a:pathLst>
            </a:custGeom>
            <a:grpFill/>
            <a:ln>
              <a:noFill/>
            </a:ln>
          </p:spPr>
          <p:txBody>
            <a:bodyPr/>
            <a:lstStyle/>
            <a:p>
              <a:endParaRPr lang="en-AU"/>
            </a:p>
          </p:txBody>
        </p:sp>
        <p:sp>
          <p:nvSpPr>
            <p:cNvPr id="30" name="Leaf 9011">
              <a:extLst>
                <a:ext uri="{FF2B5EF4-FFF2-40B4-BE49-F238E27FC236}">
                  <a16:creationId xmlns:a16="http://schemas.microsoft.com/office/drawing/2014/main" id="{4BCBB4CD-35F8-56D5-DE88-EE798B8BEC26}"/>
                </a:ext>
              </a:extLst>
            </p:cNvPr>
            <p:cNvSpPr/>
            <p:nvPr/>
          </p:nvSpPr>
          <p:spPr>
            <a:xfrm>
              <a:off x="2950981" y="836407"/>
              <a:ext cx="889336" cy="341555"/>
            </a:xfrm>
            <a:custGeom>
              <a:avLst/>
              <a:gdLst/>
              <a:ahLst/>
              <a:cxnLst/>
              <a:rect l="0" t="0" r="r" b="b"/>
              <a:pathLst>
                <a:path w="889336" h="341555">
                  <a:moveTo>
                    <a:pt x="0" y="61856"/>
                  </a:moveTo>
                  <a:lnTo>
                    <a:pt x="2694" y="121023"/>
                  </a:lnTo>
                  <a:lnTo>
                    <a:pt x="18864" y="166743"/>
                  </a:lnTo>
                  <a:lnTo>
                    <a:pt x="45814" y="207084"/>
                  </a:lnTo>
                  <a:lnTo>
                    <a:pt x="94323" y="252804"/>
                  </a:lnTo>
                  <a:lnTo>
                    <a:pt x="169782" y="295835"/>
                  </a:lnTo>
                  <a:lnTo>
                    <a:pt x="229071" y="317350"/>
                  </a:lnTo>
                  <a:lnTo>
                    <a:pt x="285665" y="330797"/>
                  </a:lnTo>
                  <a:lnTo>
                    <a:pt x="371904" y="341555"/>
                  </a:lnTo>
                  <a:lnTo>
                    <a:pt x="450058" y="341555"/>
                  </a:lnTo>
                  <a:lnTo>
                    <a:pt x="538992" y="330797"/>
                  </a:lnTo>
                  <a:lnTo>
                    <a:pt x="609061" y="314661"/>
                  </a:lnTo>
                  <a:lnTo>
                    <a:pt x="692604" y="285077"/>
                  </a:lnTo>
                  <a:lnTo>
                    <a:pt x="762673" y="250115"/>
                  </a:lnTo>
                  <a:lnTo>
                    <a:pt x="811183" y="217842"/>
                  </a:lnTo>
                  <a:lnTo>
                    <a:pt x="889336" y="134470"/>
                  </a:lnTo>
                  <a:lnTo>
                    <a:pt x="889336" y="126402"/>
                  </a:lnTo>
                  <a:lnTo>
                    <a:pt x="37729" y="0"/>
                  </a:lnTo>
                  <a:lnTo>
                    <a:pt x="16169" y="0"/>
                  </a:lnTo>
                  <a:close/>
                </a:path>
              </a:pathLst>
            </a:custGeom>
            <a:grpFill/>
            <a:ln>
              <a:noFill/>
            </a:ln>
          </p:spPr>
          <p:txBody>
            <a:bodyPr/>
            <a:lstStyle/>
            <a:p>
              <a:endParaRPr lang="en-AU"/>
            </a:p>
          </p:txBody>
        </p:sp>
        <p:sp>
          <p:nvSpPr>
            <p:cNvPr id="31" name="Leaf 9012">
              <a:extLst>
                <a:ext uri="{FF2B5EF4-FFF2-40B4-BE49-F238E27FC236}">
                  <a16:creationId xmlns:a16="http://schemas.microsoft.com/office/drawing/2014/main" id="{EDBA1608-9DB1-36FC-0B9A-C42334E39C39}"/>
                </a:ext>
              </a:extLst>
            </p:cNvPr>
            <p:cNvSpPr/>
            <p:nvPr/>
          </p:nvSpPr>
          <p:spPr>
            <a:xfrm>
              <a:off x="5220137" y="626632"/>
              <a:ext cx="239851" cy="710004"/>
            </a:xfrm>
            <a:custGeom>
              <a:avLst/>
              <a:gdLst/>
              <a:ahLst/>
              <a:cxnLst/>
              <a:rect l="0" t="0" r="r" b="b"/>
              <a:pathLst>
                <a:path w="239851" h="710004">
                  <a:moveTo>
                    <a:pt x="156307" y="0"/>
                  </a:moveTo>
                  <a:lnTo>
                    <a:pt x="148222" y="2689"/>
                  </a:lnTo>
                  <a:lnTo>
                    <a:pt x="118578" y="53788"/>
                  </a:lnTo>
                  <a:lnTo>
                    <a:pt x="64679" y="177501"/>
                  </a:lnTo>
                  <a:lnTo>
                    <a:pt x="26949" y="303903"/>
                  </a:lnTo>
                  <a:lnTo>
                    <a:pt x="2694" y="449131"/>
                  </a:lnTo>
                  <a:lnTo>
                    <a:pt x="0" y="543261"/>
                  </a:lnTo>
                  <a:lnTo>
                    <a:pt x="13474" y="626632"/>
                  </a:lnTo>
                  <a:lnTo>
                    <a:pt x="40424" y="683110"/>
                  </a:lnTo>
                  <a:lnTo>
                    <a:pt x="56594" y="699247"/>
                  </a:lnTo>
                  <a:lnTo>
                    <a:pt x="88933" y="710004"/>
                  </a:lnTo>
                  <a:lnTo>
                    <a:pt x="126663" y="701936"/>
                  </a:lnTo>
                  <a:lnTo>
                    <a:pt x="164392" y="680421"/>
                  </a:lnTo>
                  <a:lnTo>
                    <a:pt x="210206" y="637390"/>
                  </a:lnTo>
                  <a:lnTo>
                    <a:pt x="239851" y="597049"/>
                  </a:lnTo>
                  <a:close/>
                </a:path>
              </a:pathLst>
            </a:custGeom>
            <a:grpFill/>
            <a:ln>
              <a:noFill/>
            </a:ln>
          </p:spPr>
          <p:txBody>
            <a:bodyPr/>
            <a:lstStyle/>
            <a:p>
              <a:endParaRPr lang="en-AU"/>
            </a:p>
          </p:txBody>
        </p:sp>
        <p:sp>
          <p:nvSpPr>
            <p:cNvPr id="32" name="Leaf 9013">
              <a:extLst>
                <a:ext uri="{FF2B5EF4-FFF2-40B4-BE49-F238E27FC236}">
                  <a16:creationId xmlns:a16="http://schemas.microsoft.com/office/drawing/2014/main" id="{84FC8B19-83B0-6298-7507-927D8FC418B2}"/>
                </a:ext>
              </a:extLst>
            </p:cNvPr>
            <p:cNvSpPr/>
            <p:nvPr/>
          </p:nvSpPr>
          <p:spPr>
            <a:xfrm>
              <a:off x="4602992" y="290456"/>
              <a:ext cx="444668" cy="750345"/>
            </a:xfrm>
            <a:custGeom>
              <a:avLst/>
              <a:gdLst/>
              <a:ahLst/>
              <a:cxnLst/>
              <a:rect l="0" t="0" r="r" b="b"/>
              <a:pathLst>
                <a:path w="444668" h="750345">
                  <a:moveTo>
                    <a:pt x="61984" y="0"/>
                  </a:moveTo>
                  <a:lnTo>
                    <a:pt x="24254" y="94129"/>
                  </a:lnTo>
                  <a:lnTo>
                    <a:pt x="8084" y="166743"/>
                  </a:lnTo>
                  <a:lnTo>
                    <a:pt x="0" y="242047"/>
                  </a:lnTo>
                  <a:lnTo>
                    <a:pt x="0" y="320040"/>
                  </a:lnTo>
                  <a:lnTo>
                    <a:pt x="8084" y="395343"/>
                  </a:lnTo>
                  <a:lnTo>
                    <a:pt x="21559" y="462578"/>
                  </a:lnTo>
                  <a:lnTo>
                    <a:pt x="43119" y="529814"/>
                  </a:lnTo>
                  <a:lnTo>
                    <a:pt x="78153" y="605117"/>
                  </a:lnTo>
                  <a:lnTo>
                    <a:pt x="123968" y="669663"/>
                  </a:lnTo>
                  <a:lnTo>
                    <a:pt x="175172" y="715383"/>
                  </a:lnTo>
                  <a:lnTo>
                    <a:pt x="215596" y="736898"/>
                  </a:lnTo>
                  <a:lnTo>
                    <a:pt x="261411" y="750345"/>
                  </a:lnTo>
                  <a:lnTo>
                    <a:pt x="301835" y="750345"/>
                  </a:lnTo>
                  <a:lnTo>
                    <a:pt x="331480" y="742277"/>
                  </a:lnTo>
                  <a:lnTo>
                    <a:pt x="371904" y="723451"/>
                  </a:lnTo>
                  <a:lnTo>
                    <a:pt x="393464" y="707315"/>
                  </a:lnTo>
                  <a:lnTo>
                    <a:pt x="444668" y="648148"/>
                  </a:lnTo>
                  <a:lnTo>
                    <a:pt x="444668" y="634701"/>
                  </a:lnTo>
                  <a:lnTo>
                    <a:pt x="70068" y="2689"/>
                  </a:lnTo>
                  <a:close/>
                </a:path>
              </a:pathLst>
            </a:custGeom>
            <a:grpFill/>
            <a:ln>
              <a:noFill/>
            </a:ln>
          </p:spPr>
          <p:txBody>
            <a:bodyPr/>
            <a:lstStyle/>
            <a:p>
              <a:endParaRPr lang="en-AU"/>
            </a:p>
          </p:txBody>
        </p:sp>
        <p:sp>
          <p:nvSpPr>
            <p:cNvPr id="33" name="Leaf 9014">
              <a:extLst>
                <a:ext uri="{FF2B5EF4-FFF2-40B4-BE49-F238E27FC236}">
                  <a16:creationId xmlns:a16="http://schemas.microsoft.com/office/drawing/2014/main" id="{FCC83A09-BB33-5F19-D5AD-8797ADDEA5AB}"/>
                </a:ext>
              </a:extLst>
            </p:cNvPr>
            <p:cNvSpPr/>
            <p:nvPr/>
          </p:nvSpPr>
          <p:spPr>
            <a:xfrm>
              <a:off x="3333665" y="207084"/>
              <a:ext cx="1263936" cy="723451"/>
            </a:xfrm>
            <a:custGeom>
              <a:avLst/>
              <a:gdLst/>
              <a:ahLst/>
              <a:cxnLst/>
              <a:rect l="0" t="0" r="r" b="b"/>
              <a:pathLst>
                <a:path w="1263936" h="723451">
                  <a:moveTo>
                    <a:pt x="0" y="255494"/>
                  </a:moveTo>
                  <a:lnTo>
                    <a:pt x="2694" y="330797"/>
                  </a:lnTo>
                  <a:lnTo>
                    <a:pt x="24254" y="406101"/>
                  </a:lnTo>
                  <a:lnTo>
                    <a:pt x="70068" y="489472"/>
                  </a:lnTo>
                  <a:lnTo>
                    <a:pt x="99713" y="527124"/>
                  </a:lnTo>
                  <a:lnTo>
                    <a:pt x="148222" y="575534"/>
                  </a:lnTo>
                  <a:lnTo>
                    <a:pt x="207511" y="621254"/>
                  </a:lnTo>
                  <a:lnTo>
                    <a:pt x="277580" y="661595"/>
                  </a:lnTo>
                  <a:lnTo>
                    <a:pt x="374599" y="699247"/>
                  </a:lnTo>
                  <a:lnTo>
                    <a:pt x="441973" y="715383"/>
                  </a:lnTo>
                  <a:lnTo>
                    <a:pt x="509347" y="723451"/>
                  </a:lnTo>
                  <a:lnTo>
                    <a:pt x="568636" y="723451"/>
                  </a:lnTo>
                  <a:lnTo>
                    <a:pt x="630620" y="715383"/>
                  </a:lnTo>
                  <a:lnTo>
                    <a:pt x="695299" y="696557"/>
                  </a:lnTo>
                  <a:lnTo>
                    <a:pt x="730334" y="680421"/>
                  </a:lnTo>
                  <a:lnTo>
                    <a:pt x="778843" y="648148"/>
                  </a:lnTo>
                  <a:lnTo>
                    <a:pt x="824657" y="607807"/>
                  </a:lnTo>
                  <a:lnTo>
                    <a:pt x="832742" y="607807"/>
                  </a:lnTo>
                  <a:lnTo>
                    <a:pt x="851607" y="623943"/>
                  </a:lnTo>
                  <a:lnTo>
                    <a:pt x="902811" y="650837"/>
                  </a:lnTo>
                  <a:lnTo>
                    <a:pt x="975575" y="677731"/>
                  </a:lnTo>
                  <a:lnTo>
                    <a:pt x="1021389" y="685800"/>
                  </a:lnTo>
                  <a:lnTo>
                    <a:pt x="1086068" y="685800"/>
                  </a:lnTo>
                  <a:lnTo>
                    <a:pt x="1129188" y="677731"/>
                  </a:lnTo>
                  <a:lnTo>
                    <a:pt x="1177697" y="656216"/>
                  </a:lnTo>
                  <a:lnTo>
                    <a:pt x="1215427" y="629322"/>
                  </a:lnTo>
                  <a:lnTo>
                    <a:pt x="1263936" y="572844"/>
                  </a:lnTo>
                  <a:lnTo>
                    <a:pt x="1261241" y="562087"/>
                  </a:lnTo>
                  <a:lnTo>
                    <a:pt x="627925" y="0"/>
                  </a:lnTo>
                  <a:lnTo>
                    <a:pt x="619840" y="0"/>
                  </a:lnTo>
                  <a:lnTo>
                    <a:pt x="595586" y="80682"/>
                  </a:lnTo>
                  <a:lnTo>
                    <a:pt x="590196" y="129091"/>
                  </a:lnTo>
                  <a:lnTo>
                    <a:pt x="595586" y="225910"/>
                  </a:lnTo>
                  <a:lnTo>
                    <a:pt x="614450" y="306592"/>
                  </a:lnTo>
                  <a:lnTo>
                    <a:pt x="636010" y="365760"/>
                  </a:lnTo>
                  <a:lnTo>
                    <a:pt x="673740" y="438374"/>
                  </a:lnTo>
                  <a:lnTo>
                    <a:pt x="716859" y="497541"/>
                  </a:lnTo>
                  <a:lnTo>
                    <a:pt x="719554" y="510988"/>
                  </a:lnTo>
                  <a:lnTo>
                    <a:pt x="584806" y="451821"/>
                  </a:lnTo>
                  <a:lnTo>
                    <a:pt x="29644" y="188258"/>
                  </a:lnTo>
                  <a:lnTo>
                    <a:pt x="18864" y="188258"/>
                  </a:lnTo>
                  <a:close/>
                </a:path>
              </a:pathLst>
            </a:custGeom>
            <a:grpFill/>
            <a:ln>
              <a:noFill/>
            </a:ln>
          </p:spPr>
          <p:txBody>
            <a:bodyPr/>
            <a:lstStyle/>
            <a:p>
              <a:endParaRPr lang="en-AU"/>
            </a:p>
          </p:txBody>
        </p:sp>
      </p:grpSp>
      <p:pic>
        <p:nvPicPr>
          <p:cNvPr id="8" name="Picture 7">
            <a:extLst>
              <a:ext uri="{FF2B5EF4-FFF2-40B4-BE49-F238E27FC236}">
                <a16:creationId xmlns:a16="http://schemas.microsoft.com/office/drawing/2014/main" id="{15A646AB-1257-3959-E1C4-05590441460F}"/>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Effect>
                      <a14:brightnessContrast bright="-100000"/>
                    </a14:imgEffect>
                  </a14:imgLayer>
                </a14:imgProps>
              </a:ext>
            </a:extLst>
          </a:blip>
          <a:srcRect/>
          <a:stretch>
            <a:fillRect/>
          </a:stretch>
        </p:blipFill>
        <p:spPr>
          <a:xfrm>
            <a:off x="386889" y="1053592"/>
            <a:ext cx="2424422" cy="989229"/>
          </a:xfrm>
          <a:prstGeom prst="rect">
            <a:avLst/>
          </a:prstGeom>
        </p:spPr>
      </p:pic>
    </p:spTree>
    <p:extLst>
      <p:ext uri="{BB962C8B-B14F-4D97-AF65-F5344CB8AC3E}">
        <p14:creationId xmlns:p14="http://schemas.microsoft.com/office/powerpoint/2010/main" val="393619794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idx="101"/>
          </p:nvPr>
        </p:nvSpPr>
        <p:spPr>
          <a:xfrm>
            <a:off x="548640" y="658368"/>
            <a:ext cx="11094415" cy="640080"/>
          </a:xfrm>
        </p:spPr>
        <p:txBody>
          <a:bodyPr lIns="0" tIns="0"/>
          <a:lstStyle/>
          <a:p>
            <a:r>
              <a:t>We take GoFar to the next level</a:t>
            </a:r>
          </a:p>
        </p:txBody>
      </p:sp>
      <p:sp>
        <p:nvSpPr>
          <p:cNvPr id="25" name="Slide Number Placeholder 0"/>
          <p:cNvSpPr>
            <a:spLocks noGrp="1"/>
          </p:cNvSpPr>
          <p:nvPr>
            <p:ph type="sldNum" sz="quarter" idx="4294967295"/>
          </p:nvPr>
        </p:nvSpPr>
        <p:spPr>
          <a:xfrm>
            <a:off x="11256264"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FFFFFF"/>
                </a:solidFill>
                <a:effectLst/>
                <a:uLnTx/>
                <a:uFillTx/>
                <a:latin typeface="Poppi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srgbClr val="FFFFFF"/>
              </a:solidFill>
              <a:effectLst/>
              <a:uLnTx/>
              <a:uFillTx/>
              <a:latin typeface="Poppins"/>
              <a:ea typeface="+mn-ea"/>
              <a:cs typeface="+mn-cs"/>
            </a:endParaRPr>
          </a:p>
        </p:txBody>
      </p:sp>
      <p:sp>
        <p:nvSpPr>
          <p:cNvPr id="26" name="TextBox 25"/>
          <p:cNvSpPr txBox="1"/>
          <p:nvPr/>
        </p:nvSpPr>
        <p:spPr>
          <a:xfrm>
            <a:off x="548640" y="1234440"/>
            <a:ext cx="11091672" cy="411480"/>
          </a:xfrm>
          <a:prstGeom prst="rect">
            <a:avLst/>
          </a:prstGeom>
          <a:noFill/>
        </p:spPr>
        <p:txBody>
          <a:bodyPr wrap="square" anchor="t" lIns="0" rIns="0" tIns="0" bIns="0">
            <a:spAutoFit/>
          </a:bodyPr>
          <a:lstStyle/>
          <a:p>
            <a:r>
              <a:rPr sz="1300" b="0" i="0">
                <a:solidFill>
                  <a:srgbClr val="6E7178"/>
                </a:solidFill>
                <a:latin typeface="Poppins"/>
              </a:rPr>
              <a:t>Our value is helping GoFar stand apart from the other ECI partners, and we do it through a customer-centric lens.</a:t>
            </a:r>
          </a:p>
        </p:txBody>
      </p:sp>
      <p:sp>
        <p:nvSpPr>
          <p:cNvPr id="27" name="TextBox 26"/>
          <p:cNvSpPr txBox="1"/>
          <p:nvPr/>
        </p:nvSpPr>
        <p:spPr>
          <a:xfrm>
            <a:off x="548640" y="2103120"/>
            <a:ext cx="3840480" cy="1828800"/>
          </a:xfrm>
          <a:prstGeom prst="rect">
            <a:avLst/>
          </a:prstGeom>
          <a:noFill/>
        </p:spPr>
        <p:txBody>
          <a:bodyPr wrap="square" anchor="t" lIns="0" rIns="0" tIns="0" bIns="0">
            <a:spAutoFit/>
          </a:bodyPr>
          <a:lstStyle/>
          <a:p>
            <a:r>
              <a:rPr sz="2600" b="1" i="0">
                <a:solidFill>
                  <a:srgbClr val="EE2B7A"/>
                </a:solidFill>
                <a:latin typeface="Poppins"/>
              </a:rPr>
              <a:t>Customer centricity is what makes GoFar different.</a:t>
            </a:r>
          </a:p>
        </p:txBody>
      </p:sp>
      <p:sp>
        <p:nvSpPr>
          <p:cNvPr id="28" name="TextBox 27"/>
          <p:cNvSpPr txBox="1"/>
          <p:nvPr/>
        </p:nvSpPr>
        <p:spPr>
          <a:xfrm>
            <a:off x="548640" y="3429000"/>
            <a:ext cx="3657600" cy="1097280"/>
          </a:xfrm>
          <a:prstGeom prst="rect">
            <a:avLst/>
          </a:prstGeom>
          <a:noFill/>
        </p:spPr>
        <p:txBody>
          <a:bodyPr wrap="square" anchor="t" lIns="0" rIns="0" tIns="0" bIns="0">
            <a:spAutoFit/>
          </a:bodyPr>
          <a:lstStyle/>
          <a:p>
            <a:r>
              <a:rPr sz="1300" b="0" i="0">
                <a:solidFill>
                  <a:srgbClr val="3D3C3C"/>
                </a:solidFill>
                <a:latin typeface="Poppins"/>
              </a:rPr>
              <a:t>It is the lens we bring to every interactive, submission and conversation with HSRA.</a:t>
            </a:r>
          </a:p>
        </p:txBody>
      </p:sp>
      <p:cxnSp>
        <p:nvCxnSpPr>
          <p:cNvPr id="29" name="Connector 28"/>
          <p:cNvCxnSpPr/>
          <p:nvPr/>
        </p:nvCxnSpPr>
        <p:spPr>
          <a:xfrm>
            <a:off x="4754880" y="2103120"/>
            <a:ext cx="0" cy="3566159"/>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120640" y="2057400"/>
            <a:ext cx="731520" cy="548640"/>
          </a:xfrm>
          <a:prstGeom prst="rect">
            <a:avLst/>
          </a:prstGeom>
          <a:noFill/>
        </p:spPr>
        <p:txBody>
          <a:bodyPr wrap="square" anchor="t" lIns="0" rIns="0" tIns="0" bIns="0">
            <a:spAutoFit/>
          </a:bodyPr>
          <a:lstStyle/>
          <a:p>
            <a:r>
              <a:rPr sz="2600" b="1" i="0">
                <a:solidFill>
                  <a:srgbClr val="F48047"/>
                </a:solidFill>
                <a:latin typeface="Poppins"/>
              </a:rPr>
              <a:t>01</a:t>
            </a:r>
          </a:p>
        </p:txBody>
      </p:sp>
      <p:sp>
        <p:nvSpPr>
          <p:cNvPr id="31" name="TextBox 30"/>
          <p:cNvSpPr txBox="1"/>
          <p:nvPr/>
        </p:nvSpPr>
        <p:spPr>
          <a:xfrm>
            <a:off x="5989320" y="2103120"/>
            <a:ext cx="5650992" cy="365760"/>
          </a:xfrm>
          <a:prstGeom prst="rect">
            <a:avLst/>
          </a:prstGeom>
          <a:noFill/>
        </p:spPr>
        <p:txBody>
          <a:bodyPr wrap="square" anchor="t" lIns="0" rIns="0" tIns="0" bIns="0">
            <a:spAutoFit/>
          </a:bodyPr>
          <a:lstStyle/>
          <a:p>
            <a:r>
              <a:rPr sz="1600" b="1" i="0">
                <a:solidFill>
                  <a:srgbClr val="3D3C3C"/>
                </a:solidFill>
                <a:latin typeface="Poppins"/>
              </a:rPr>
              <a:t>HSRA at the centre</a:t>
            </a:r>
          </a:p>
        </p:txBody>
      </p:sp>
      <p:sp>
        <p:nvSpPr>
          <p:cNvPr id="32" name="TextBox 31"/>
          <p:cNvSpPr txBox="1"/>
          <p:nvPr/>
        </p:nvSpPr>
        <p:spPr>
          <a:xfrm>
            <a:off x="5989320" y="2487168"/>
            <a:ext cx="5650992" cy="685800"/>
          </a:xfrm>
          <a:prstGeom prst="rect">
            <a:avLst/>
          </a:prstGeom>
          <a:noFill/>
        </p:spPr>
        <p:txBody>
          <a:bodyPr wrap="square" anchor="t" lIns="0" rIns="0" tIns="0" bIns="0">
            <a:spAutoFit/>
          </a:bodyPr>
          <a:lstStyle/>
          <a:p>
            <a:r>
              <a:rPr sz="1200" b="0" i="0">
                <a:solidFill>
                  <a:srgbClr val="3D3C3C"/>
                </a:solidFill>
                <a:latin typeface="Poppins"/>
              </a:rPr>
              <a:t>We frame every message around what HSRA needs and values, so GoFar's ideas are easy to support.</a:t>
            </a:r>
          </a:p>
        </p:txBody>
      </p:sp>
      <p:cxnSp>
        <p:nvCxnSpPr>
          <p:cNvPr id="33" name="Connector 32"/>
          <p:cNvCxnSpPr/>
          <p:nvPr/>
        </p:nvCxnSpPr>
        <p:spPr>
          <a:xfrm>
            <a:off x="5120640" y="3218687"/>
            <a:ext cx="6519672"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120640" y="3291840"/>
            <a:ext cx="731520" cy="548640"/>
          </a:xfrm>
          <a:prstGeom prst="rect">
            <a:avLst/>
          </a:prstGeom>
          <a:noFill/>
        </p:spPr>
        <p:txBody>
          <a:bodyPr wrap="square" anchor="t" lIns="0" rIns="0" tIns="0" bIns="0">
            <a:spAutoFit/>
          </a:bodyPr>
          <a:lstStyle/>
          <a:p>
            <a:r>
              <a:rPr sz="2600" b="1" i="0">
                <a:solidFill>
                  <a:srgbClr val="0E98D7"/>
                </a:solidFill>
                <a:latin typeface="Poppins"/>
              </a:rPr>
              <a:t>02</a:t>
            </a:r>
          </a:p>
        </p:txBody>
      </p:sp>
      <p:sp>
        <p:nvSpPr>
          <p:cNvPr id="35" name="TextBox 34"/>
          <p:cNvSpPr txBox="1"/>
          <p:nvPr/>
        </p:nvSpPr>
        <p:spPr>
          <a:xfrm>
            <a:off x="5989320" y="3337560"/>
            <a:ext cx="5650992" cy="365760"/>
          </a:xfrm>
          <a:prstGeom prst="rect">
            <a:avLst/>
          </a:prstGeom>
          <a:noFill/>
        </p:spPr>
        <p:txBody>
          <a:bodyPr wrap="square" anchor="t" lIns="0" rIns="0" tIns="0" bIns="0">
            <a:spAutoFit/>
          </a:bodyPr>
          <a:lstStyle/>
          <a:p>
            <a:r>
              <a:rPr sz="1600" b="1" i="0">
                <a:solidFill>
                  <a:srgbClr val="3D3C3C"/>
                </a:solidFill>
                <a:latin typeface="Poppins"/>
              </a:rPr>
              <a:t>A team that stands out</a:t>
            </a:r>
          </a:p>
        </p:txBody>
      </p:sp>
      <p:sp>
        <p:nvSpPr>
          <p:cNvPr id="36" name="TextBox 35"/>
          <p:cNvSpPr txBox="1"/>
          <p:nvPr/>
        </p:nvSpPr>
        <p:spPr>
          <a:xfrm>
            <a:off x="5989320" y="3721608"/>
            <a:ext cx="5650992" cy="685800"/>
          </a:xfrm>
          <a:prstGeom prst="rect">
            <a:avLst/>
          </a:prstGeom>
          <a:noFill/>
        </p:spPr>
        <p:txBody>
          <a:bodyPr wrap="square" anchor="t" lIns="0" rIns="0" tIns="0" bIns="0">
            <a:spAutoFit/>
          </a:bodyPr>
          <a:lstStyle/>
          <a:p>
            <a:r>
              <a:rPr sz="1200" b="0" i="0">
                <a:solidFill>
                  <a:srgbClr val="3D3C3C"/>
                </a:solidFill>
                <a:latin typeface="Poppins"/>
              </a:rPr>
              <a:t>We help the JV show up as one confident team, with clear, simple messages that set GoFar apart from other contractors.</a:t>
            </a:r>
          </a:p>
        </p:txBody>
      </p:sp>
      <p:cxnSp>
        <p:nvCxnSpPr>
          <p:cNvPr id="37" name="Connector 36"/>
          <p:cNvCxnSpPr/>
          <p:nvPr/>
        </p:nvCxnSpPr>
        <p:spPr>
          <a:xfrm>
            <a:off x="5120640" y="4453128"/>
            <a:ext cx="6519672"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120640" y="4526280"/>
            <a:ext cx="731520" cy="548640"/>
          </a:xfrm>
          <a:prstGeom prst="rect">
            <a:avLst/>
          </a:prstGeom>
          <a:noFill/>
        </p:spPr>
        <p:txBody>
          <a:bodyPr wrap="square" anchor="t" lIns="0" rIns="0" tIns="0" bIns="0">
            <a:spAutoFit/>
          </a:bodyPr>
          <a:lstStyle/>
          <a:p>
            <a:r>
              <a:rPr sz="2600" b="1" i="0">
                <a:solidFill>
                  <a:srgbClr val="EE2B7A"/>
                </a:solidFill>
                <a:latin typeface="Poppins"/>
              </a:rPr>
              <a:t>03</a:t>
            </a:r>
          </a:p>
        </p:txBody>
      </p:sp>
      <p:sp>
        <p:nvSpPr>
          <p:cNvPr id="39" name="TextBox 38"/>
          <p:cNvSpPr txBox="1"/>
          <p:nvPr/>
        </p:nvSpPr>
        <p:spPr>
          <a:xfrm>
            <a:off x="5989320" y="4572000"/>
            <a:ext cx="5650992" cy="365760"/>
          </a:xfrm>
          <a:prstGeom prst="rect">
            <a:avLst/>
          </a:prstGeom>
          <a:noFill/>
        </p:spPr>
        <p:txBody>
          <a:bodyPr wrap="square" anchor="t" lIns="0" rIns="0" tIns="0" bIns="0">
            <a:spAutoFit/>
          </a:bodyPr>
          <a:lstStyle/>
          <a:p>
            <a:r>
              <a:rPr sz="1600" b="1" i="0">
                <a:solidFill>
                  <a:srgbClr val="3D3C3C"/>
                </a:solidFill>
                <a:latin typeface="Poppins"/>
              </a:rPr>
              <a:t>AI-enabled thinking</a:t>
            </a:r>
          </a:p>
        </p:txBody>
      </p:sp>
      <p:sp>
        <p:nvSpPr>
          <p:cNvPr id="40" name="TextBox 39"/>
          <p:cNvSpPr txBox="1"/>
          <p:nvPr/>
        </p:nvSpPr>
        <p:spPr>
          <a:xfrm>
            <a:off x="5989320" y="4956048"/>
            <a:ext cx="5650992" cy="685800"/>
          </a:xfrm>
          <a:prstGeom prst="rect">
            <a:avLst/>
          </a:prstGeom>
          <a:noFill/>
        </p:spPr>
        <p:txBody>
          <a:bodyPr wrap="square" anchor="t" lIns="0" rIns="0" tIns="0" bIns="0">
            <a:spAutoFit/>
          </a:bodyPr>
          <a:lstStyle/>
          <a:p>
            <a:r>
              <a:rPr sz="1200" b="0" i="0">
                <a:solidFill>
                  <a:srgbClr val="3D3C3C"/>
                </a:solidFill>
                <a:latin typeface="Poppins"/>
              </a:rPr>
              <a:t>As AI strategy specialists, we can help GoFar build the AI capability HSRA wants to see into how the team works and responds.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658368"/>
            <a:ext cx="11094415" cy="640080"/>
          </a:xfrm>
          <a:prstGeom prst="rect">
            <a:avLst/>
          </a:prstGeom>
          <a:noFill/>
          <a:ln/>
        </p:spPr>
        <p:txBody>
          <a:bodyPr wrap="square" lIns="0" tIns="0" rIns="0" bIns="0" rtlCol="0" anchor="t"/>
          <a:lstStyle/>
          <a:p>
            <a:pPr marL="0" indent="0" algn="l">
              <a:buNone/>
            </a:pPr>
            <a:r>
              <a:rPr lang="en-US" dirty="0"/>
              <a:t>Four lessons from the C&amp;V Phase</a:t>
            </a:r>
            <a:endParaRPr lang="en-US" sz="2800" dirty="0"/>
          </a:p>
        </p:txBody>
      </p:sp>
      <p:sp>
        <p:nvSpPr>
          <p:cNvPr id="25" name="Slide Number Placeholder 0"/>
          <p:cNvSpPr>
            <a:spLocks noGrp="1"/>
          </p:cNvSpPr>
          <p:nvPr>
            <p:ph type="sldNum" sz="quarter" idx="4294967295"/>
          </p:nvPr>
        </p:nvSpPr>
        <p:spPr>
          <a:xfrm>
            <a:off x="11256264"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FFFFFF"/>
                </a:solidFill>
                <a:effectLst/>
                <a:uLnTx/>
                <a:uFillTx/>
                <a:latin typeface="Poppi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srgbClr val="FFFFFF"/>
              </a:solidFill>
              <a:effectLst/>
              <a:uLnTx/>
              <a:uFillTx/>
              <a:latin typeface="Poppins"/>
              <a:ea typeface="+mn-ea"/>
              <a:cs typeface="+mn-cs"/>
            </a:endParaRPr>
          </a:p>
        </p:txBody>
      </p:sp>
      <p:sp>
        <p:nvSpPr>
          <p:cNvPr id="26" name="TextBox 25"/>
          <p:cNvSpPr txBox="1"/>
          <p:nvPr/>
        </p:nvSpPr>
        <p:spPr>
          <a:xfrm>
            <a:off x="1417320" y="1481328"/>
            <a:ext cx="3108960" cy="25603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150" normalizeH="0" baseline="0" noProof="0">
                <a:ln>
                  <a:noFill/>
                </a:ln>
                <a:solidFill>
                  <a:srgbClr val="6E7178"/>
                </a:solidFill>
                <a:effectLst/>
                <a:uLnTx/>
                <a:uFillTx/>
                <a:latin typeface="Poppins"/>
                <a:ea typeface="+mn-ea"/>
                <a:cs typeface="+mn-cs"/>
              </a:rPr>
              <a:t>LESSON</a:t>
            </a:r>
          </a:p>
        </p:txBody>
      </p:sp>
      <p:sp>
        <p:nvSpPr>
          <p:cNvPr id="27" name="TextBox 26"/>
          <p:cNvSpPr txBox="1"/>
          <p:nvPr/>
        </p:nvSpPr>
        <p:spPr>
          <a:xfrm>
            <a:off x="4709160" y="1481328"/>
            <a:ext cx="3383280" cy="25603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150" normalizeH="0" baseline="0" noProof="0">
                <a:ln>
                  <a:noFill/>
                </a:ln>
                <a:solidFill>
                  <a:srgbClr val="6E7178"/>
                </a:solidFill>
                <a:effectLst/>
                <a:uLnTx/>
                <a:uFillTx/>
                <a:latin typeface="Poppins"/>
                <a:ea typeface="+mn-ea"/>
                <a:cs typeface="+mn-cs"/>
              </a:rPr>
              <a:t>WHAT IT MEANS</a:t>
            </a:r>
          </a:p>
        </p:txBody>
      </p:sp>
      <p:sp>
        <p:nvSpPr>
          <p:cNvPr id="28" name="TextBox 27"/>
          <p:cNvSpPr txBox="1"/>
          <p:nvPr/>
        </p:nvSpPr>
        <p:spPr>
          <a:xfrm>
            <a:off x="8366760" y="1481328"/>
            <a:ext cx="3273552" cy="25603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150" normalizeH="0" baseline="0" noProof="0">
                <a:ln>
                  <a:noFill/>
                </a:ln>
                <a:solidFill>
                  <a:srgbClr val="6E7178"/>
                </a:solidFill>
                <a:effectLst/>
                <a:uLnTx/>
                <a:uFillTx/>
                <a:latin typeface="Poppins"/>
                <a:ea typeface="+mn-ea"/>
                <a:cs typeface="+mn-cs"/>
              </a:rPr>
              <a:t>IN PRACTICE</a:t>
            </a:r>
          </a:p>
        </p:txBody>
      </p:sp>
      <p:cxnSp>
        <p:nvCxnSpPr>
          <p:cNvPr id="29" name="Connector 28"/>
          <p:cNvCxnSpPr/>
          <p:nvPr/>
        </p:nvCxnSpPr>
        <p:spPr>
          <a:xfrm>
            <a:off x="548640" y="1801368"/>
            <a:ext cx="11091672" cy="0"/>
          </a:xfrm>
          <a:prstGeom prst="line">
            <a:avLst/>
          </a:prstGeom>
          <a:ln w="12700">
            <a:solidFill>
              <a:srgbClr val="3D3C3C"/>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1892808"/>
            <a:ext cx="777240" cy="54864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000" b="1" i="0" u="none" strike="noStrike" kern="1200" cap="none" spc="0" normalizeH="0" baseline="0" noProof="0">
                <a:ln>
                  <a:noFill/>
                </a:ln>
                <a:solidFill>
                  <a:srgbClr val="F48047"/>
                </a:solidFill>
                <a:effectLst/>
                <a:uLnTx/>
                <a:uFillTx/>
                <a:latin typeface="Poppins"/>
                <a:ea typeface="+mn-ea"/>
                <a:cs typeface="+mn-cs"/>
              </a:rPr>
              <a:t>01</a:t>
            </a:r>
          </a:p>
        </p:txBody>
      </p:sp>
      <p:sp>
        <p:nvSpPr>
          <p:cNvPr id="31" name="TextBox 30"/>
          <p:cNvSpPr txBox="1"/>
          <p:nvPr/>
        </p:nvSpPr>
        <p:spPr>
          <a:xfrm>
            <a:off x="1417320" y="1938528"/>
            <a:ext cx="3108960" cy="8229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3D3C3C"/>
                </a:solidFill>
                <a:effectLst/>
                <a:uLnTx/>
                <a:uFillTx/>
                <a:latin typeface="Poppins"/>
                <a:ea typeface="+mn-ea"/>
                <a:cs typeface="+mn-cs"/>
              </a:rPr>
              <a:t>Preparation is paramount</a:t>
            </a:r>
          </a:p>
        </p:txBody>
      </p:sp>
      <p:sp>
        <p:nvSpPr>
          <p:cNvPr id="32" name="TextBox 31"/>
          <p:cNvSpPr txBox="1"/>
          <p:nvPr/>
        </p:nvSpPr>
        <p:spPr>
          <a:xfrm>
            <a:off x="4709160" y="1938528"/>
            <a:ext cx="3383280" cy="8686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3D3C3C"/>
                </a:solidFill>
                <a:effectLst/>
                <a:uLnTx/>
                <a:uFillTx/>
                <a:latin typeface="Poppins"/>
                <a:ea typeface="+mn-ea"/>
                <a:cs typeface="+mn-cs"/>
              </a:rPr>
              <a:t>Thorough preparation gives the team its key messages and puts GoFar in a strong light, even when slides are not presented.</a:t>
            </a:r>
          </a:p>
        </p:txBody>
      </p:sp>
      <p:sp>
        <p:nvSpPr>
          <p:cNvPr id="33" name="TextBox 32"/>
          <p:cNvSpPr txBox="1"/>
          <p:nvPr/>
        </p:nvSpPr>
        <p:spPr>
          <a:xfrm>
            <a:off x="8366760" y="1938528"/>
            <a:ext cx="3273552" cy="8686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1" u="none" strike="noStrike" kern="1200" cap="none" spc="0" normalizeH="0" baseline="0" noProof="0">
                <a:ln>
                  <a:noFill/>
                </a:ln>
                <a:solidFill>
                  <a:srgbClr val="6E7178"/>
                </a:solidFill>
                <a:effectLst/>
                <a:uLnTx/>
                <a:uFillTx/>
                <a:latin typeface="Poppins"/>
                <a:ea typeface="+mn-ea"/>
                <a:cs typeface="+mn-cs"/>
              </a:rPr>
              <a:t>In instances where GoFar doesn't present, the team is still better informed and ready because of the work done beforehand.</a:t>
            </a:r>
          </a:p>
        </p:txBody>
      </p:sp>
      <p:cxnSp>
        <p:nvCxnSpPr>
          <p:cNvPr id="34" name="Connector 33"/>
          <p:cNvCxnSpPr/>
          <p:nvPr/>
        </p:nvCxnSpPr>
        <p:spPr>
          <a:xfrm>
            <a:off x="548640" y="2926080"/>
            <a:ext cx="11091672"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2990088"/>
            <a:ext cx="777240" cy="54864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000" b="1" i="0" u="none" strike="noStrike" kern="1200" cap="none" spc="0" normalizeH="0" baseline="0" noProof="0">
                <a:ln>
                  <a:noFill/>
                </a:ln>
                <a:solidFill>
                  <a:srgbClr val="0E98D7"/>
                </a:solidFill>
                <a:effectLst/>
                <a:uLnTx/>
                <a:uFillTx/>
                <a:latin typeface="Poppins"/>
                <a:ea typeface="+mn-ea"/>
                <a:cs typeface="+mn-cs"/>
              </a:rPr>
              <a:t>02</a:t>
            </a:r>
          </a:p>
        </p:txBody>
      </p:sp>
      <p:sp>
        <p:nvSpPr>
          <p:cNvPr id="36" name="TextBox 35"/>
          <p:cNvSpPr txBox="1"/>
          <p:nvPr/>
        </p:nvSpPr>
        <p:spPr>
          <a:xfrm>
            <a:off x="1417320" y="3035808"/>
            <a:ext cx="3108960" cy="8229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3D3C3C"/>
                </a:solidFill>
                <a:effectLst/>
                <a:uLnTx/>
                <a:uFillTx/>
                <a:latin typeface="Poppins"/>
                <a:ea typeface="+mn-ea"/>
                <a:cs typeface="+mn-cs"/>
              </a:rPr>
              <a:t>HSRA values guidance and capability</a:t>
            </a:r>
          </a:p>
        </p:txBody>
      </p:sp>
      <p:sp>
        <p:nvSpPr>
          <p:cNvPr id="37" name="TextBox 36"/>
          <p:cNvSpPr txBox="1"/>
          <p:nvPr/>
        </p:nvSpPr>
        <p:spPr>
          <a:xfrm>
            <a:off x="4709160" y="3035808"/>
            <a:ext cx="3383280" cy="8686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3D3C3C"/>
                </a:solidFill>
                <a:effectLst/>
                <a:uLnTx/>
                <a:uFillTx/>
                <a:latin typeface="Poppins"/>
                <a:ea typeface="+mn-ea"/>
                <a:cs typeface="+mn-cs"/>
              </a:rPr>
              <a:t>HSRA is looking for as much guidance as possible and responds to partners who bring structure and clarity.</a:t>
            </a:r>
          </a:p>
        </p:txBody>
      </p:sp>
      <p:sp>
        <p:nvSpPr>
          <p:cNvPr id="38" name="TextBox 37"/>
          <p:cNvSpPr txBox="1"/>
          <p:nvPr/>
        </p:nvSpPr>
        <p:spPr>
          <a:xfrm>
            <a:off x="8366760" y="3035808"/>
            <a:ext cx="3273552" cy="8686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1" u="none" strike="noStrike" kern="1200" cap="none" spc="0" normalizeH="0" baseline="0" noProof="0">
                <a:ln>
                  <a:noFill/>
                </a:ln>
                <a:solidFill>
                  <a:srgbClr val="6E7178"/>
                </a:solidFill>
                <a:effectLst/>
                <a:uLnTx/>
                <a:uFillTx/>
                <a:latin typeface="Poppins"/>
                <a:ea typeface="+mn-ea"/>
                <a:cs typeface="+mn-cs"/>
              </a:rPr>
              <a:t>In the Fire and Life Safety workshop, HSRA used GoFar's slides to run the meeting, as we had covered every point on its agenda.</a:t>
            </a:r>
          </a:p>
        </p:txBody>
      </p:sp>
      <p:cxnSp>
        <p:nvCxnSpPr>
          <p:cNvPr id="39" name="Connector 38"/>
          <p:cNvCxnSpPr/>
          <p:nvPr/>
        </p:nvCxnSpPr>
        <p:spPr>
          <a:xfrm>
            <a:off x="548640" y="4023360"/>
            <a:ext cx="11091672"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48640" y="4087368"/>
            <a:ext cx="777240" cy="54864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000" b="1" i="0" u="none" strike="noStrike" kern="1200" cap="none" spc="0" normalizeH="0" baseline="0" noProof="0">
                <a:ln>
                  <a:noFill/>
                </a:ln>
                <a:solidFill>
                  <a:srgbClr val="2EB88A"/>
                </a:solidFill>
                <a:effectLst/>
                <a:uLnTx/>
                <a:uFillTx/>
                <a:latin typeface="Poppins"/>
                <a:ea typeface="+mn-ea"/>
                <a:cs typeface="+mn-cs"/>
              </a:rPr>
              <a:t>03</a:t>
            </a:r>
          </a:p>
        </p:txBody>
      </p:sp>
      <p:sp>
        <p:nvSpPr>
          <p:cNvPr id="41" name="TextBox 40"/>
          <p:cNvSpPr txBox="1"/>
          <p:nvPr/>
        </p:nvSpPr>
        <p:spPr>
          <a:xfrm>
            <a:off x="1417320" y="4133087"/>
            <a:ext cx="3108960" cy="8229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3D3C3C"/>
                </a:solidFill>
                <a:effectLst/>
                <a:uLnTx/>
                <a:uFillTx/>
                <a:latin typeface="Poppins"/>
                <a:ea typeface="+mn-ea"/>
                <a:cs typeface="+mn-cs"/>
              </a:rPr>
              <a:t>Innovation built on listening</a:t>
            </a:r>
          </a:p>
        </p:txBody>
      </p:sp>
      <p:sp>
        <p:nvSpPr>
          <p:cNvPr id="42" name="TextBox 41"/>
          <p:cNvSpPr txBox="1"/>
          <p:nvPr/>
        </p:nvSpPr>
        <p:spPr>
          <a:xfrm>
            <a:off x="4709160" y="4133087"/>
            <a:ext cx="3383280" cy="8686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3D3C3C"/>
                </a:solidFill>
                <a:effectLst/>
                <a:uLnTx/>
                <a:uFillTx/>
                <a:latin typeface="Poppins"/>
                <a:ea typeface="+mn-ea"/>
                <a:cs typeface="+mn-cs"/>
              </a:rPr>
              <a:t>Innovation is key. Responding to what HSRA has asked for, and building on its own work, gives new ideas credibility.</a:t>
            </a:r>
          </a:p>
        </p:txBody>
      </p:sp>
      <p:sp>
        <p:nvSpPr>
          <p:cNvPr id="43" name="TextBox 42"/>
          <p:cNvSpPr txBox="1"/>
          <p:nvPr/>
        </p:nvSpPr>
        <p:spPr>
          <a:xfrm>
            <a:off x="8366760" y="4133087"/>
            <a:ext cx="3273552" cy="8686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1" u="none" strike="noStrike" kern="1200" cap="none" spc="0" normalizeH="0" baseline="0" noProof="0">
                <a:ln>
                  <a:noFill/>
                </a:ln>
                <a:solidFill>
                  <a:srgbClr val="6E7178"/>
                </a:solidFill>
                <a:effectLst/>
                <a:uLnTx/>
                <a:uFillTx/>
                <a:latin typeface="Poppins"/>
                <a:ea typeface="+mn-ea"/>
                <a:cs typeface="+mn-cs"/>
              </a:rPr>
              <a:t>The alternative alignment gained support because it built on HSRA's Business Case. Another partner's late, untested idea did not progress.</a:t>
            </a:r>
          </a:p>
        </p:txBody>
      </p:sp>
      <p:cxnSp>
        <p:nvCxnSpPr>
          <p:cNvPr id="44" name="Connector 43"/>
          <p:cNvCxnSpPr/>
          <p:nvPr/>
        </p:nvCxnSpPr>
        <p:spPr>
          <a:xfrm>
            <a:off x="548640" y="5120640"/>
            <a:ext cx="11091672"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48640" y="5184648"/>
            <a:ext cx="777240" cy="54864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000" b="1" i="0" u="none" strike="noStrike" kern="1200" cap="none" spc="0" normalizeH="0" baseline="0" noProof="0">
                <a:ln>
                  <a:noFill/>
                </a:ln>
                <a:solidFill>
                  <a:srgbClr val="EE2B7A"/>
                </a:solidFill>
                <a:effectLst/>
                <a:uLnTx/>
                <a:uFillTx/>
                <a:latin typeface="Poppins"/>
                <a:ea typeface="+mn-ea"/>
                <a:cs typeface="+mn-cs"/>
              </a:rPr>
              <a:t>04</a:t>
            </a:r>
          </a:p>
        </p:txBody>
      </p:sp>
      <p:sp>
        <p:nvSpPr>
          <p:cNvPr id="46" name="TextBox 45"/>
          <p:cNvSpPr txBox="1"/>
          <p:nvPr/>
        </p:nvSpPr>
        <p:spPr>
          <a:xfrm>
            <a:off x="1417320" y="5230368"/>
            <a:ext cx="3108960" cy="46166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3D3C3C"/>
                </a:solidFill>
                <a:effectLst/>
                <a:uLnTx/>
                <a:uFillTx/>
                <a:latin typeface="Poppins"/>
                <a:ea typeface="+mn-ea"/>
                <a:cs typeface="+mn-cs"/>
              </a:rPr>
              <a:t>Our secret recipe: HSRA at the </a:t>
            </a:r>
            <a:r>
              <a:rPr kumimoji="0" sz="1500" b="1" i="0" u="none" strike="noStrike" kern="1200" cap="none" spc="0" normalizeH="0" baseline="0" noProof="0" dirty="0" err="1">
                <a:ln>
                  <a:noFill/>
                </a:ln>
                <a:solidFill>
                  <a:srgbClr val="3D3C3C"/>
                </a:solidFill>
                <a:effectLst/>
                <a:uLnTx/>
                <a:uFillTx/>
                <a:latin typeface="Poppins"/>
                <a:ea typeface="+mn-ea"/>
                <a:cs typeface="+mn-cs"/>
              </a:rPr>
              <a:t>centre</a:t>
            </a:r>
            <a:endParaRPr kumimoji="0" sz="1500" b="1" i="0" u="none" strike="noStrike" kern="1200" cap="none" spc="0" normalizeH="0" baseline="0" noProof="0" dirty="0">
              <a:ln>
                <a:noFill/>
              </a:ln>
              <a:solidFill>
                <a:srgbClr val="3D3C3C"/>
              </a:solidFill>
              <a:effectLst/>
              <a:uLnTx/>
              <a:uFillTx/>
              <a:latin typeface="Poppins"/>
              <a:ea typeface="+mn-ea"/>
              <a:cs typeface="+mn-cs"/>
            </a:endParaRPr>
          </a:p>
        </p:txBody>
      </p:sp>
      <p:sp>
        <p:nvSpPr>
          <p:cNvPr id="47" name="TextBox 46"/>
          <p:cNvSpPr txBox="1"/>
          <p:nvPr/>
        </p:nvSpPr>
        <p:spPr>
          <a:xfrm>
            <a:off x="4709160" y="5230368"/>
            <a:ext cx="3383280" cy="8686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3D3C3C"/>
                </a:solidFill>
                <a:effectLst/>
                <a:uLnTx/>
                <a:uFillTx/>
                <a:latin typeface="Poppins"/>
                <a:ea typeface="+mn-ea"/>
                <a:cs typeface="+mn-cs"/>
              </a:rPr>
              <a:t>We want customer centricity to set GoFar apart.</a:t>
            </a:r>
          </a:p>
        </p:txBody>
      </p:sp>
      <p:sp>
        <p:nvSpPr>
          <p:cNvPr id="48" name="TextBox 47"/>
          <p:cNvSpPr txBox="1"/>
          <p:nvPr/>
        </p:nvSpPr>
        <p:spPr>
          <a:xfrm>
            <a:off x="8366760" y="5230368"/>
            <a:ext cx="3273552" cy="8686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1" u="none" strike="noStrike" kern="1200" cap="none" spc="0" normalizeH="0" baseline="0" noProof="0">
                <a:ln>
                  <a:noFill/>
                </a:ln>
                <a:solidFill>
                  <a:srgbClr val="6E7178"/>
                </a:solidFill>
                <a:effectLst/>
                <a:uLnTx/>
                <a:uFillTx/>
                <a:latin typeface="Poppins"/>
                <a:ea typeface="+mn-ea"/>
                <a:cs typeface="+mn-cs"/>
              </a:rPr>
              <a:t>By linking every point to HSRA's benefit, the alternative alignment became known as the GoFar alignment and gained other partners' support.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A1B2E-E38C-F52E-7962-3966BCE244C7}"/>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55A0BDEF-977E-5BF7-EC02-2253EB2A63F4}"/>
              </a:ext>
            </a:extLst>
          </p:cNvPr>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FFFFFF"/>
                </a:solidFill>
                <a:effectLst/>
                <a:uLnTx/>
                <a:uFillTx/>
                <a:latin typeface="Poppi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0" normalizeH="0" baseline="0" noProof="0">
              <a:ln>
                <a:noFill/>
              </a:ln>
              <a:solidFill>
                <a:srgbClr val="FFFFFF"/>
              </a:solidFill>
              <a:effectLst/>
              <a:uLnTx/>
              <a:uFillTx/>
              <a:latin typeface="Poppins"/>
              <a:ea typeface="+mn-ea"/>
              <a:cs typeface="+mn-cs"/>
            </a:endParaRPr>
          </a:p>
        </p:txBody>
      </p:sp>
      <p:cxnSp>
        <p:nvCxnSpPr>
          <p:cNvPr id="77" name="Straight Connector 76">
            <a:extLst>
              <a:ext uri="{FF2B5EF4-FFF2-40B4-BE49-F238E27FC236}">
                <a16:creationId xmlns:a16="http://schemas.microsoft.com/office/drawing/2014/main" id="{63666F55-3AFA-FD9D-BF8D-CEDD59F582BD}"/>
              </a:ext>
            </a:extLst>
          </p:cNvPr>
          <p:cNvCxnSpPr>
            <a:cxnSpLocks/>
          </p:cNvCxnSpPr>
          <p:nvPr/>
        </p:nvCxnSpPr>
        <p:spPr>
          <a:xfrm>
            <a:off x="-28575" y="4759659"/>
            <a:ext cx="12192000" cy="0"/>
          </a:xfrm>
          <a:prstGeom prst="line">
            <a:avLst/>
          </a:prstGeom>
          <a:noFill/>
          <a:ln w="12700" cap="rnd" cmpd="sng" algn="ctr">
            <a:solidFill>
              <a:srgbClr val="445469"/>
            </a:solidFill>
            <a:prstDash val="solid"/>
            <a:miter lim="800000"/>
          </a:ln>
          <a:effectLst/>
        </p:spPr>
      </p:cxnSp>
      <p:sp>
        <p:nvSpPr>
          <p:cNvPr id="78" name="Text 48">
            <a:extLst>
              <a:ext uri="{FF2B5EF4-FFF2-40B4-BE49-F238E27FC236}">
                <a16:creationId xmlns:a16="http://schemas.microsoft.com/office/drawing/2014/main" id="{FBBF6103-EEDE-08EC-AFBC-B73F987705ED}"/>
              </a:ext>
            </a:extLst>
          </p:cNvPr>
          <p:cNvSpPr/>
          <p:nvPr/>
        </p:nvSpPr>
        <p:spPr>
          <a:xfrm>
            <a:off x="349832" y="3071974"/>
            <a:ext cx="2306110" cy="73152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469"/>
                </a:solidFill>
                <a:effectLst/>
                <a:uLnTx/>
                <a:uFillTx/>
                <a:latin typeface="Poppins"/>
                <a:ea typeface="Open Sans" pitchFamily="34" charset="-122"/>
                <a:cs typeface="Open Sans" pitchFamily="34" charset="-120"/>
              </a:rPr>
              <a:t>EOI • July</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45469"/>
                </a:solidFill>
                <a:effectLst/>
                <a:uLnTx/>
                <a:uFillTx/>
                <a:latin typeface="Poppins"/>
                <a:ea typeface="Open Sans" pitchFamily="34" charset="-122"/>
                <a:cs typeface="Open Sans" pitchFamily="34" charset="-120"/>
              </a:rPr>
              <a:t>Interactive Preparation</a:t>
            </a:r>
          </a:p>
        </p:txBody>
      </p:sp>
      <p:sp>
        <p:nvSpPr>
          <p:cNvPr id="79" name="Text 50">
            <a:extLst>
              <a:ext uri="{FF2B5EF4-FFF2-40B4-BE49-F238E27FC236}">
                <a16:creationId xmlns:a16="http://schemas.microsoft.com/office/drawing/2014/main" id="{0AF454E8-FBD4-8DFD-5857-51B9E09FA2AE}"/>
              </a:ext>
            </a:extLst>
          </p:cNvPr>
          <p:cNvSpPr/>
          <p:nvPr/>
        </p:nvSpPr>
        <p:spPr>
          <a:xfrm>
            <a:off x="2763969" y="3071974"/>
            <a:ext cx="2039001" cy="73152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469"/>
                </a:solidFill>
                <a:effectLst/>
                <a:uLnTx/>
                <a:uFillTx/>
                <a:latin typeface="Poppins"/>
                <a:ea typeface="Open Sans" pitchFamily="34" charset="-122"/>
                <a:cs typeface="Open Sans" pitchFamily="34" charset="-120"/>
              </a:rPr>
              <a:t>Pre-C&amp;V • September</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45469"/>
                </a:solidFill>
                <a:effectLst/>
                <a:uLnTx/>
                <a:uFillTx/>
                <a:latin typeface="Poppins"/>
                <a:ea typeface="Open Sans" pitchFamily="34" charset="-122"/>
                <a:cs typeface="Open Sans" pitchFamily="34" charset="-120"/>
              </a:rPr>
              <a:t>Cultural Foundation Session</a:t>
            </a:r>
          </a:p>
        </p:txBody>
      </p:sp>
      <p:sp>
        <p:nvSpPr>
          <p:cNvPr id="80" name="Text 52">
            <a:extLst>
              <a:ext uri="{FF2B5EF4-FFF2-40B4-BE49-F238E27FC236}">
                <a16:creationId xmlns:a16="http://schemas.microsoft.com/office/drawing/2014/main" id="{F2AF289B-844A-6CC9-3590-39A2038AFC4E}"/>
              </a:ext>
            </a:extLst>
          </p:cNvPr>
          <p:cNvSpPr/>
          <p:nvPr/>
        </p:nvSpPr>
        <p:spPr>
          <a:xfrm>
            <a:off x="5082537" y="3071974"/>
            <a:ext cx="1940738" cy="73152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469"/>
                </a:solidFill>
                <a:effectLst/>
                <a:uLnTx/>
                <a:uFillTx/>
                <a:latin typeface="Poppins"/>
                <a:ea typeface="Open Sans" pitchFamily="34" charset="-122"/>
                <a:cs typeface="Open Sans" pitchFamily="34" charset="-120"/>
              </a:rPr>
              <a:t>C&amp;V Phase • Now</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45469"/>
                </a:solidFill>
                <a:effectLst/>
                <a:uLnTx/>
                <a:uFillTx/>
                <a:latin typeface="Poppins"/>
                <a:ea typeface="Open Sans" pitchFamily="34" charset="-122"/>
                <a:cs typeface="Open Sans" pitchFamily="34" charset="-120"/>
              </a:rPr>
              <a:t>Early Interactives &amp; Readiness</a:t>
            </a:r>
          </a:p>
        </p:txBody>
      </p:sp>
      <p:grpSp>
        <p:nvGrpSpPr>
          <p:cNvPr id="81" name="Group 80">
            <a:extLst>
              <a:ext uri="{FF2B5EF4-FFF2-40B4-BE49-F238E27FC236}">
                <a16:creationId xmlns:a16="http://schemas.microsoft.com/office/drawing/2014/main" id="{E37F9FF9-C447-85EE-54F3-A3C8923949BB}"/>
              </a:ext>
            </a:extLst>
          </p:cNvPr>
          <p:cNvGrpSpPr/>
          <p:nvPr/>
        </p:nvGrpSpPr>
        <p:grpSpPr>
          <a:xfrm>
            <a:off x="1300327" y="4547627"/>
            <a:ext cx="424783" cy="424783"/>
            <a:chOff x="548638" y="3779215"/>
            <a:chExt cx="424783" cy="424783"/>
          </a:xfrm>
        </p:grpSpPr>
        <p:sp>
          <p:nvSpPr>
            <p:cNvPr id="82" name="Oval 81">
              <a:extLst>
                <a:ext uri="{FF2B5EF4-FFF2-40B4-BE49-F238E27FC236}">
                  <a16:creationId xmlns:a16="http://schemas.microsoft.com/office/drawing/2014/main" id="{F41AC58E-E55A-114E-AE2D-F0E5D2559F61}"/>
                </a:ext>
              </a:extLst>
            </p:cNvPr>
            <p:cNvSpPr/>
            <p:nvPr/>
          </p:nvSpPr>
          <p:spPr>
            <a:xfrm>
              <a:off x="548638" y="3779215"/>
              <a:ext cx="424783" cy="424783"/>
            </a:xfrm>
            <a:prstGeom prst="ellipse">
              <a:avLst/>
            </a:prstGeom>
            <a:solidFill>
              <a:srgbClr val="445469">
                <a:lumMod val="60000"/>
                <a:lumOff val="40000"/>
                <a:alpha val="42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1" b="0" i="0" u="none" strike="noStrike" kern="0" cap="none" spc="0" normalizeH="0" baseline="0" noProof="0">
                <a:ln>
                  <a:noFill/>
                </a:ln>
                <a:solidFill>
                  <a:srgbClr val="FFFFFF"/>
                </a:solidFill>
                <a:effectLst/>
                <a:uLnTx/>
                <a:uFillTx/>
                <a:latin typeface="Open Sans"/>
                <a:ea typeface="+mn-ea"/>
                <a:cs typeface="+mn-cs"/>
              </a:endParaRPr>
            </a:p>
          </p:txBody>
        </p:sp>
        <p:sp>
          <p:nvSpPr>
            <p:cNvPr id="83" name="Oval 82">
              <a:extLst>
                <a:ext uri="{FF2B5EF4-FFF2-40B4-BE49-F238E27FC236}">
                  <a16:creationId xmlns:a16="http://schemas.microsoft.com/office/drawing/2014/main" id="{53875768-0A58-7112-C695-1EE2165F8703}"/>
                </a:ext>
              </a:extLst>
            </p:cNvPr>
            <p:cNvSpPr/>
            <p:nvPr/>
          </p:nvSpPr>
          <p:spPr>
            <a:xfrm>
              <a:off x="652443" y="3882662"/>
              <a:ext cx="217170" cy="217170"/>
            </a:xfrm>
            <a:prstGeom prst="ellipse">
              <a:avLst/>
            </a:prstGeom>
            <a:gradFill>
              <a:gsLst>
                <a:gs pos="100000">
                  <a:srgbClr val="445469">
                    <a:lumMod val="60000"/>
                    <a:lumOff val="40000"/>
                  </a:srgbClr>
                </a:gs>
                <a:gs pos="0">
                  <a:srgbClr val="445469">
                    <a:lumMod val="75000"/>
                  </a:srgbClr>
                </a:gs>
              </a:gsLst>
              <a:lin ang="210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srgbClr val="FFFFFF"/>
                </a:solidFill>
                <a:effectLst/>
                <a:uLnTx/>
                <a:uFillTx/>
                <a:latin typeface="Open Sans"/>
                <a:ea typeface="+mn-ea"/>
                <a:cs typeface="Poppins" pitchFamily="2" charset="77"/>
              </a:endParaRPr>
            </a:p>
          </p:txBody>
        </p:sp>
      </p:grpSp>
      <p:cxnSp>
        <p:nvCxnSpPr>
          <p:cNvPr id="84" name="Straight Connector 83">
            <a:extLst>
              <a:ext uri="{FF2B5EF4-FFF2-40B4-BE49-F238E27FC236}">
                <a16:creationId xmlns:a16="http://schemas.microsoft.com/office/drawing/2014/main" id="{499E4100-7F53-83CB-5E32-31339368E8B4}"/>
              </a:ext>
            </a:extLst>
          </p:cNvPr>
          <p:cNvCxnSpPr>
            <a:cxnSpLocks/>
            <a:stCxn id="78" idx="2"/>
            <a:endCxn id="82" idx="0"/>
          </p:cNvCxnSpPr>
          <p:nvPr/>
        </p:nvCxnSpPr>
        <p:spPr>
          <a:xfrm>
            <a:off x="1502887" y="3803494"/>
            <a:ext cx="9832" cy="744133"/>
          </a:xfrm>
          <a:prstGeom prst="line">
            <a:avLst/>
          </a:prstGeom>
          <a:noFill/>
          <a:ln w="6350" cap="flat" cmpd="sng" algn="ctr">
            <a:solidFill>
              <a:srgbClr val="445469"/>
            </a:solidFill>
            <a:prstDash val="solid"/>
            <a:miter lim="800000"/>
          </a:ln>
          <a:effectLst/>
        </p:spPr>
      </p:cxnSp>
      <p:cxnSp>
        <p:nvCxnSpPr>
          <p:cNvPr id="85" name="Straight Connector 84">
            <a:extLst>
              <a:ext uri="{FF2B5EF4-FFF2-40B4-BE49-F238E27FC236}">
                <a16:creationId xmlns:a16="http://schemas.microsoft.com/office/drawing/2014/main" id="{A1ACEF65-5E29-8DE9-1D57-332A82B5F9FC}"/>
              </a:ext>
            </a:extLst>
          </p:cNvPr>
          <p:cNvCxnSpPr>
            <a:cxnSpLocks/>
          </p:cNvCxnSpPr>
          <p:nvPr/>
        </p:nvCxnSpPr>
        <p:spPr>
          <a:xfrm>
            <a:off x="3783470" y="3956906"/>
            <a:ext cx="2" cy="590721"/>
          </a:xfrm>
          <a:prstGeom prst="line">
            <a:avLst/>
          </a:prstGeom>
          <a:noFill/>
          <a:ln w="6350" cap="flat" cmpd="sng" algn="ctr">
            <a:solidFill>
              <a:srgbClr val="445469"/>
            </a:solidFill>
            <a:prstDash val="solid"/>
            <a:miter lim="800000"/>
          </a:ln>
          <a:effectLst/>
        </p:spPr>
      </p:cxnSp>
      <p:cxnSp>
        <p:nvCxnSpPr>
          <p:cNvPr id="86" name="Straight Connector 85">
            <a:extLst>
              <a:ext uri="{FF2B5EF4-FFF2-40B4-BE49-F238E27FC236}">
                <a16:creationId xmlns:a16="http://schemas.microsoft.com/office/drawing/2014/main" id="{69FCE28E-95D6-ED5D-6B9F-C41102DCD6BD}"/>
              </a:ext>
            </a:extLst>
          </p:cNvPr>
          <p:cNvCxnSpPr>
            <a:cxnSpLocks/>
          </p:cNvCxnSpPr>
          <p:nvPr/>
        </p:nvCxnSpPr>
        <p:spPr>
          <a:xfrm>
            <a:off x="6052906" y="3956906"/>
            <a:ext cx="2" cy="590721"/>
          </a:xfrm>
          <a:prstGeom prst="line">
            <a:avLst/>
          </a:prstGeom>
          <a:noFill/>
          <a:ln w="6350" cap="flat" cmpd="sng" algn="ctr">
            <a:solidFill>
              <a:srgbClr val="445469"/>
            </a:solidFill>
            <a:prstDash val="solid"/>
            <a:miter lim="800000"/>
          </a:ln>
          <a:effectLst/>
        </p:spPr>
      </p:cxnSp>
      <p:cxnSp>
        <p:nvCxnSpPr>
          <p:cNvPr id="87" name="Straight Connector 86">
            <a:extLst>
              <a:ext uri="{FF2B5EF4-FFF2-40B4-BE49-F238E27FC236}">
                <a16:creationId xmlns:a16="http://schemas.microsoft.com/office/drawing/2014/main" id="{41BBAA69-8B90-B691-DD78-6A8453EF1B7A}"/>
              </a:ext>
            </a:extLst>
          </p:cNvPr>
          <p:cNvCxnSpPr>
            <a:cxnSpLocks/>
            <a:stCxn id="88" idx="2"/>
            <a:endCxn id="97" idx="0"/>
          </p:cNvCxnSpPr>
          <p:nvPr/>
        </p:nvCxnSpPr>
        <p:spPr>
          <a:xfrm flipH="1">
            <a:off x="10618736" y="3803494"/>
            <a:ext cx="869" cy="746479"/>
          </a:xfrm>
          <a:prstGeom prst="line">
            <a:avLst/>
          </a:prstGeom>
          <a:noFill/>
          <a:ln w="6350" cap="flat" cmpd="sng" algn="ctr">
            <a:solidFill>
              <a:srgbClr val="445469"/>
            </a:solidFill>
            <a:prstDash val="solid"/>
            <a:miter lim="800000"/>
          </a:ln>
          <a:effectLst/>
        </p:spPr>
      </p:cxnSp>
      <p:sp>
        <p:nvSpPr>
          <p:cNvPr id="88" name="Text 57">
            <a:extLst>
              <a:ext uri="{FF2B5EF4-FFF2-40B4-BE49-F238E27FC236}">
                <a16:creationId xmlns:a16="http://schemas.microsoft.com/office/drawing/2014/main" id="{EBBD081B-3DFF-CB34-A8B3-CCDBB61E0512}"/>
              </a:ext>
            </a:extLst>
          </p:cNvPr>
          <p:cNvSpPr/>
          <p:nvPr/>
        </p:nvSpPr>
        <p:spPr>
          <a:xfrm>
            <a:off x="9563147" y="3071974"/>
            <a:ext cx="2112916" cy="73152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469"/>
                </a:solidFill>
                <a:effectLst/>
                <a:uLnTx/>
                <a:uFillTx/>
                <a:latin typeface="Poppins"/>
                <a:ea typeface="Open Sans" pitchFamily="34" charset="-122"/>
                <a:cs typeface="Open Sans" pitchFamily="34" charset="-120"/>
              </a:rPr>
              <a:t>ECI Phase • 2027</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45469"/>
                </a:solidFill>
                <a:effectLst/>
                <a:uLnTx/>
                <a:uFillTx/>
                <a:latin typeface="Poppins"/>
                <a:ea typeface="Open Sans" pitchFamily="34" charset="-122"/>
                <a:cs typeface="Open Sans" pitchFamily="34" charset="-120"/>
              </a:rPr>
              <a:t>Ongoing Interactive Support</a:t>
            </a:r>
          </a:p>
        </p:txBody>
      </p:sp>
      <p:sp>
        <p:nvSpPr>
          <p:cNvPr id="89" name="TextBox 88">
            <a:extLst>
              <a:ext uri="{FF2B5EF4-FFF2-40B4-BE49-F238E27FC236}">
                <a16:creationId xmlns:a16="http://schemas.microsoft.com/office/drawing/2014/main" id="{8B899F53-714D-0B92-E985-59102E4A1E42}"/>
              </a:ext>
            </a:extLst>
          </p:cNvPr>
          <p:cNvSpPr txBox="1"/>
          <p:nvPr/>
        </p:nvSpPr>
        <p:spPr>
          <a:xfrm>
            <a:off x="525019" y="1331336"/>
            <a:ext cx="1106690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0" cap="none" spc="0" normalizeH="0" baseline="0" noProof="0" dirty="0">
                <a:ln>
                  <a:noFill/>
                </a:ln>
                <a:solidFill>
                  <a:srgbClr val="445469"/>
                </a:solidFill>
                <a:effectLst/>
                <a:uLnTx/>
                <a:uFillTx/>
                <a:latin typeface="Poppins"/>
                <a:ea typeface="+mn-ea"/>
                <a:cs typeface="+mn-cs"/>
              </a:rPr>
              <a:t>We have supported GoFar since the EOI, and our focus now is the C&amp;V and ECI Phases.</a:t>
            </a:r>
          </a:p>
        </p:txBody>
      </p:sp>
      <p:grpSp>
        <p:nvGrpSpPr>
          <p:cNvPr id="90" name="Group 89">
            <a:extLst>
              <a:ext uri="{FF2B5EF4-FFF2-40B4-BE49-F238E27FC236}">
                <a16:creationId xmlns:a16="http://schemas.microsoft.com/office/drawing/2014/main" id="{3252A94E-125D-62F4-4558-5827AB0B8A03}"/>
              </a:ext>
            </a:extLst>
          </p:cNvPr>
          <p:cNvGrpSpPr/>
          <p:nvPr/>
        </p:nvGrpSpPr>
        <p:grpSpPr>
          <a:xfrm>
            <a:off x="3566869" y="4556461"/>
            <a:ext cx="424783" cy="424783"/>
            <a:chOff x="548638" y="3779215"/>
            <a:chExt cx="424783" cy="424783"/>
          </a:xfrm>
        </p:grpSpPr>
        <p:sp>
          <p:nvSpPr>
            <p:cNvPr id="91" name="Oval 90">
              <a:extLst>
                <a:ext uri="{FF2B5EF4-FFF2-40B4-BE49-F238E27FC236}">
                  <a16:creationId xmlns:a16="http://schemas.microsoft.com/office/drawing/2014/main" id="{FC1D7431-12DA-4B69-D471-1CA2A5F387F8}"/>
                </a:ext>
              </a:extLst>
            </p:cNvPr>
            <p:cNvSpPr/>
            <p:nvPr/>
          </p:nvSpPr>
          <p:spPr>
            <a:xfrm>
              <a:off x="548638" y="3779215"/>
              <a:ext cx="424783" cy="424783"/>
            </a:xfrm>
            <a:prstGeom prst="ellipse">
              <a:avLst/>
            </a:prstGeom>
            <a:solidFill>
              <a:srgbClr val="445469">
                <a:lumMod val="60000"/>
                <a:lumOff val="40000"/>
                <a:alpha val="42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1" b="0" i="0" u="none" strike="noStrike" kern="0" cap="none" spc="0" normalizeH="0" baseline="0" noProof="0">
                <a:ln>
                  <a:noFill/>
                </a:ln>
                <a:solidFill>
                  <a:srgbClr val="FFFFFF"/>
                </a:solidFill>
                <a:effectLst/>
                <a:uLnTx/>
                <a:uFillTx/>
                <a:latin typeface="Open Sans"/>
                <a:ea typeface="+mn-ea"/>
                <a:cs typeface="+mn-cs"/>
              </a:endParaRPr>
            </a:p>
          </p:txBody>
        </p:sp>
        <p:sp>
          <p:nvSpPr>
            <p:cNvPr id="92" name="Oval 91">
              <a:extLst>
                <a:ext uri="{FF2B5EF4-FFF2-40B4-BE49-F238E27FC236}">
                  <a16:creationId xmlns:a16="http://schemas.microsoft.com/office/drawing/2014/main" id="{61784D10-3A42-CC89-161F-DE7D1B267999}"/>
                </a:ext>
              </a:extLst>
            </p:cNvPr>
            <p:cNvSpPr/>
            <p:nvPr/>
          </p:nvSpPr>
          <p:spPr>
            <a:xfrm>
              <a:off x="652443" y="3882662"/>
              <a:ext cx="217170" cy="217170"/>
            </a:xfrm>
            <a:prstGeom prst="ellipse">
              <a:avLst/>
            </a:prstGeom>
            <a:gradFill>
              <a:gsLst>
                <a:gs pos="100000">
                  <a:srgbClr val="445469">
                    <a:lumMod val="60000"/>
                    <a:lumOff val="40000"/>
                  </a:srgbClr>
                </a:gs>
                <a:gs pos="0">
                  <a:srgbClr val="445469">
                    <a:lumMod val="75000"/>
                  </a:srgbClr>
                </a:gs>
              </a:gsLst>
              <a:lin ang="210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srgbClr val="FFFFFF"/>
                </a:solidFill>
                <a:effectLst/>
                <a:uLnTx/>
                <a:uFillTx/>
                <a:latin typeface="Open Sans"/>
                <a:ea typeface="+mn-ea"/>
                <a:cs typeface="Poppins" pitchFamily="2" charset="77"/>
              </a:endParaRPr>
            </a:p>
          </p:txBody>
        </p:sp>
      </p:grpSp>
      <p:grpSp>
        <p:nvGrpSpPr>
          <p:cNvPr id="93" name="Group 92">
            <a:extLst>
              <a:ext uri="{FF2B5EF4-FFF2-40B4-BE49-F238E27FC236}">
                <a16:creationId xmlns:a16="http://schemas.microsoft.com/office/drawing/2014/main" id="{784EADCD-40E1-6C7F-0F9A-E039EAAA339C}"/>
              </a:ext>
            </a:extLst>
          </p:cNvPr>
          <p:cNvGrpSpPr/>
          <p:nvPr/>
        </p:nvGrpSpPr>
        <p:grpSpPr>
          <a:xfrm>
            <a:off x="5841172" y="4554199"/>
            <a:ext cx="424783" cy="424783"/>
            <a:chOff x="548638" y="3779215"/>
            <a:chExt cx="424783" cy="424783"/>
          </a:xfrm>
        </p:grpSpPr>
        <p:sp>
          <p:nvSpPr>
            <p:cNvPr id="94" name="Oval 93">
              <a:extLst>
                <a:ext uri="{FF2B5EF4-FFF2-40B4-BE49-F238E27FC236}">
                  <a16:creationId xmlns:a16="http://schemas.microsoft.com/office/drawing/2014/main" id="{379D5D9A-A287-959A-E600-97CEC625542A}"/>
                </a:ext>
              </a:extLst>
            </p:cNvPr>
            <p:cNvSpPr/>
            <p:nvPr/>
          </p:nvSpPr>
          <p:spPr>
            <a:xfrm>
              <a:off x="548638" y="3779215"/>
              <a:ext cx="424783" cy="424783"/>
            </a:xfrm>
            <a:prstGeom prst="ellipse">
              <a:avLst/>
            </a:prstGeom>
            <a:solidFill>
              <a:srgbClr val="445469">
                <a:lumMod val="60000"/>
                <a:lumOff val="40000"/>
                <a:alpha val="42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1" b="0" i="0" u="none" strike="noStrike" kern="0" cap="none" spc="0" normalizeH="0" baseline="0" noProof="0">
                <a:ln>
                  <a:noFill/>
                </a:ln>
                <a:solidFill>
                  <a:srgbClr val="FFFFFF"/>
                </a:solidFill>
                <a:effectLst/>
                <a:uLnTx/>
                <a:uFillTx/>
                <a:latin typeface="Open Sans"/>
                <a:ea typeface="+mn-ea"/>
                <a:cs typeface="+mn-cs"/>
              </a:endParaRPr>
            </a:p>
          </p:txBody>
        </p:sp>
        <p:sp>
          <p:nvSpPr>
            <p:cNvPr id="95" name="Oval 94">
              <a:extLst>
                <a:ext uri="{FF2B5EF4-FFF2-40B4-BE49-F238E27FC236}">
                  <a16:creationId xmlns:a16="http://schemas.microsoft.com/office/drawing/2014/main" id="{A68B9F8B-5283-6972-57C9-05FCD2D145DD}"/>
                </a:ext>
              </a:extLst>
            </p:cNvPr>
            <p:cNvSpPr/>
            <p:nvPr/>
          </p:nvSpPr>
          <p:spPr>
            <a:xfrm>
              <a:off x="652443" y="3882662"/>
              <a:ext cx="217170" cy="217170"/>
            </a:xfrm>
            <a:prstGeom prst="ellipse">
              <a:avLst/>
            </a:prstGeom>
            <a:gradFill>
              <a:gsLst>
                <a:gs pos="100000">
                  <a:srgbClr val="445469">
                    <a:lumMod val="60000"/>
                    <a:lumOff val="40000"/>
                  </a:srgbClr>
                </a:gs>
                <a:gs pos="0">
                  <a:srgbClr val="445469">
                    <a:lumMod val="75000"/>
                  </a:srgbClr>
                </a:gs>
              </a:gsLst>
              <a:lin ang="210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srgbClr val="FFFFFF"/>
                </a:solidFill>
                <a:effectLst/>
                <a:uLnTx/>
                <a:uFillTx/>
                <a:latin typeface="Open Sans"/>
                <a:ea typeface="+mn-ea"/>
                <a:cs typeface="Poppins" pitchFamily="2" charset="77"/>
              </a:endParaRPr>
            </a:p>
          </p:txBody>
        </p:sp>
      </p:grpSp>
      <p:grpSp>
        <p:nvGrpSpPr>
          <p:cNvPr id="96" name="Group 95">
            <a:extLst>
              <a:ext uri="{FF2B5EF4-FFF2-40B4-BE49-F238E27FC236}">
                <a16:creationId xmlns:a16="http://schemas.microsoft.com/office/drawing/2014/main" id="{BC9E1310-642D-3360-FED2-A56BA2EE0D25}"/>
              </a:ext>
            </a:extLst>
          </p:cNvPr>
          <p:cNvGrpSpPr/>
          <p:nvPr/>
        </p:nvGrpSpPr>
        <p:grpSpPr>
          <a:xfrm>
            <a:off x="10406344" y="4549973"/>
            <a:ext cx="424783" cy="424783"/>
            <a:chOff x="548638" y="3779215"/>
            <a:chExt cx="424783" cy="424783"/>
          </a:xfrm>
        </p:grpSpPr>
        <p:sp>
          <p:nvSpPr>
            <p:cNvPr id="97" name="Oval 96">
              <a:extLst>
                <a:ext uri="{FF2B5EF4-FFF2-40B4-BE49-F238E27FC236}">
                  <a16:creationId xmlns:a16="http://schemas.microsoft.com/office/drawing/2014/main" id="{B90160F1-F580-5672-1CC7-A77356F7BA85}"/>
                </a:ext>
              </a:extLst>
            </p:cNvPr>
            <p:cNvSpPr/>
            <p:nvPr/>
          </p:nvSpPr>
          <p:spPr>
            <a:xfrm>
              <a:off x="548638" y="3779215"/>
              <a:ext cx="424783" cy="424783"/>
            </a:xfrm>
            <a:prstGeom prst="ellipse">
              <a:avLst/>
            </a:prstGeom>
            <a:solidFill>
              <a:srgbClr val="445469">
                <a:lumMod val="60000"/>
                <a:lumOff val="40000"/>
                <a:alpha val="42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1" b="0" i="0" u="none" strike="noStrike" kern="0" cap="none" spc="0" normalizeH="0" baseline="0" noProof="0">
                <a:ln>
                  <a:noFill/>
                </a:ln>
                <a:solidFill>
                  <a:srgbClr val="FFFFFF"/>
                </a:solidFill>
                <a:effectLst/>
                <a:uLnTx/>
                <a:uFillTx/>
                <a:latin typeface="Open Sans"/>
                <a:ea typeface="+mn-ea"/>
                <a:cs typeface="+mn-cs"/>
              </a:endParaRPr>
            </a:p>
          </p:txBody>
        </p:sp>
        <p:sp>
          <p:nvSpPr>
            <p:cNvPr id="98" name="Oval 97">
              <a:extLst>
                <a:ext uri="{FF2B5EF4-FFF2-40B4-BE49-F238E27FC236}">
                  <a16:creationId xmlns:a16="http://schemas.microsoft.com/office/drawing/2014/main" id="{F6573CF0-F380-0BF7-DD8F-5BC24EFB48EA}"/>
                </a:ext>
              </a:extLst>
            </p:cNvPr>
            <p:cNvSpPr/>
            <p:nvPr/>
          </p:nvSpPr>
          <p:spPr>
            <a:xfrm>
              <a:off x="652443" y="3882662"/>
              <a:ext cx="217170" cy="217170"/>
            </a:xfrm>
            <a:prstGeom prst="ellipse">
              <a:avLst/>
            </a:prstGeom>
            <a:gradFill>
              <a:gsLst>
                <a:gs pos="100000">
                  <a:srgbClr val="445469">
                    <a:lumMod val="60000"/>
                    <a:lumOff val="40000"/>
                  </a:srgbClr>
                </a:gs>
                <a:gs pos="0">
                  <a:srgbClr val="445469">
                    <a:lumMod val="75000"/>
                  </a:srgbClr>
                </a:gs>
              </a:gsLst>
              <a:lin ang="210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srgbClr val="FFFFFF"/>
                </a:solidFill>
                <a:effectLst/>
                <a:uLnTx/>
                <a:uFillTx/>
                <a:latin typeface="Open Sans"/>
                <a:ea typeface="+mn-ea"/>
                <a:cs typeface="Poppins" pitchFamily="2" charset="77"/>
              </a:endParaRPr>
            </a:p>
          </p:txBody>
        </p:sp>
      </p:grpSp>
      <p:sp>
        <p:nvSpPr>
          <p:cNvPr id="99" name="Rectangle: Rounded Corners 98">
            <a:extLst>
              <a:ext uri="{FF2B5EF4-FFF2-40B4-BE49-F238E27FC236}">
                <a16:creationId xmlns:a16="http://schemas.microsoft.com/office/drawing/2014/main" id="{FAEAF912-558B-974F-CC35-43850C645FDB}"/>
              </a:ext>
            </a:extLst>
          </p:cNvPr>
          <p:cNvSpPr/>
          <p:nvPr/>
        </p:nvSpPr>
        <p:spPr>
          <a:xfrm>
            <a:off x="756508" y="2476363"/>
            <a:ext cx="1531391" cy="252189"/>
          </a:xfrm>
          <a:prstGeom prst="roundRect">
            <a:avLst>
              <a:gd name="adj" fmla="val 50000"/>
            </a:avLst>
          </a:prstGeom>
          <a:solidFill>
            <a:srgbClr val="FFFFFF"/>
          </a:solidFill>
          <a:ln w="12700" cap="flat" cmpd="sng" algn="ctr">
            <a:solidFill>
              <a:srgbClr val="0E98D7"/>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dirty="0">
                <a:ln>
                  <a:noFill/>
                </a:ln>
                <a:solidFill>
                  <a:srgbClr val="0E98D7"/>
                </a:solidFill>
                <a:effectLst/>
                <a:uLnTx/>
                <a:uFillTx/>
                <a:latin typeface="Poppins"/>
                <a:ea typeface="+mn-ea"/>
                <a:cs typeface="+mn-cs"/>
              </a:rPr>
              <a:t>Completed</a:t>
            </a:r>
          </a:p>
        </p:txBody>
      </p:sp>
      <p:sp>
        <p:nvSpPr>
          <p:cNvPr id="100" name="Rectangle: Rounded Corners 99">
            <a:extLst>
              <a:ext uri="{FF2B5EF4-FFF2-40B4-BE49-F238E27FC236}">
                <a16:creationId xmlns:a16="http://schemas.microsoft.com/office/drawing/2014/main" id="{205CE35A-ABD4-D1C4-8FCE-EEF7269441F2}"/>
              </a:ext>
            </a:extLst>
          </p:cNvPr>
          <p:cNvSpPr/>
          <p:nvPr/>
        </p:nvSpPr>
        <p:spPr>
          <a:xfrm>
            <a:off x="5260303" y="2476363"/>
            <a:ext cx="1531391" cy="252189"/>
          </a:xfrm>
          <a:prstGeom prst="roundRect">
            <a:avLst>
              <a:gd name="adj" fmla="val 50000"/>
            </a:avLst>
          </a:prstGeom>
          <a:solidFill>
            <a:srgbClr val="FFFFFF"/>
          </a:solidFill>
          <a:ln w="12700" cap="flat" cmpd="sng" algn="ctr">
            <a:solidFill>
              <a:srgbClr val="2EB88A"/>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dirty="0">
                <a:ln>
                  <a:noFill/>
                </a:ln>
                <a:solidFill>
                  <a:srgbClr val="2EB88A"/>
                </a:solidFill>
                <a:effectLst/>
                <a:uLnTx/>
                <a:uFillTx/>
                <a:latin typeface="Poppins"/>
                <a:ea typeface="+mn-ea"/>
                <a:cs typeface="+mn-cs"/>
              </a:rPr>
              <a:t>Ongoing</a:t>
            </a:r>
          </a:p>
        </p:txBody>
      </p:sp>
      <p:sp>
        <p:nvSpPr>
          <p:cNvPr id="101" name="Rectangle: Rounded Corners 100">
            <a:extLst>
              <a:ext uri="{FF2B5EF4-FFF2-40B4-BE49-F238E27FC236}">
                <a16:creationId xmlns:a16="http://schemas.microsoft.com/office/drawing/2014/main" id="{512422EA-0CA0-1592-91EB-526B28187BC2}"/>
              </a:ext>
            </a:extLst>
          </p:cNvPr>
          <p:cNvSpPr/>
          <p:nvPr/>
        </p:nvSpPr>
        <p:spPr>
          <a:xfrm>
            <a:off x="9796712" y="2474120"/>
            <a:ext cx="1531391" cy="252189"/>
          </a:xfrm>
          <a:prstGeom prst="roundRect">
            <a:avLst>
              <a:gd name="adj" fmla="val 50000"/>
            </a:avLst>
          </a:prstGeom>
          <a:solidFill>
            <a:srgbClr val="FFFFFF"/>
          </a:solidFill>
          <a:ln w="12700" cap="flat" cmpd="sng" algn="ctr">
            <a:solidFill>
              <a:srgbClr val="EE2B7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dirty="0">
                <a:ln>
                  <a:noFill/>
                </a:ln>
                <a:solidFill>
                  <a:srgbClr val="EE2B79"/>
                </a:solidFill>
                <a:effectLst/>
                <a:uLnTx/>
                <a:uFillTx/>
                <a:latin typeface="Poppins"/>
                <a:ea typeface="+mn-ea"/>
                <a:cs typeface="+mn-cs"/>
              </a:rPr>
              <a:t>Upcoming</a:t>
            </a:r>
          </a:p>
        </p:txBody>
      </p:sp>
      <p:sp>
        <p:nvSpPr>
          <p:cNvPr id="102" name="Rectangle: Rounded Corners 101">
            <a:extLst>
              <a:ext uri="{FF2B5EF4-FFF2-40B4-BE49-F238E27FC236}">
                <a16:creationId xmlns:a16="http://schemas.microsoft.com/office/drawing/2014/main" id="{BD803622-DAF8-C578-60AA-273A2873AFD9}"/>
              </a:ext>
            </a:extLst>
          </p:cNvPr>
          <p:cNvSpPr/>
          <p:nvPr/>
        </p:nvSpPr>
        <p:spPr>
          <a:xfrm>
            <a:off x="3022574" y="2480552"/>
            <a:ext cx="1531391" cy="252189"/>
          </a:xfrm>
          <a:prstGeom prst="roundRect">
            <a:avLst>
              <a:gd name="adj" fmla="val 50000"/>
            </a:avLst>
          </a:prstGeom>
          <a:solidFill>
            <a:srgbClr val="FFFFFF"/>
          </a:solidFill>
          <a:ln w="12700" cap="flat" cmpd="sng" algn="ctr">
            <a:solidFill>
              <a:srgbClr val="0E98D7"/>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dirty="0">
                <a:ln>
                  <a:noFill/>
                </a:ln>
                <a:solidFill>
                  <a:srgbClr val="0E98D7"/>
                </a:solidFill>
                <a:effectLst/>
                <a:uLnTx/>
                <a:uFillTx/>
                <a:latin typeface="Poppins"/>
                <a:ea typeface="+mn-ea"/>
                <a:cs typeface="+mn-cs"/>
              </a:rPr>
              <a:t>Completed</a:t>
            </a:r>
          </a:p>
        </p:txBody>
      </p:sp>
      <p:sp>
        <p:nvSpPr>
          <p:cNvPr id="103" name="Text 50">
            <a:extLst>
              <a:ext uri="{FF2B5EF4-FFF2-40B4-BE49-F238E27FC236}">
                <a16:creationId xmlns:a16="http://schemas.microsoft.com/office/drawing/2014/main" id="{57EE88F4-1B39-2A0F-F136-F0E228FB984B}"/>
              </a:ext>
            </a:extLst>
          </p:cNvPr>
          <p:cNvSpPr/>
          <p:nvPr/>
        </p:nvSpPr>
        <p:spPr>
          <a:xfrm>
            <a:off x="7139400" y="3071974"/>
            <a:ext cx="2437463" cy="73152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469"/>
                </a:solidFill>
                <a:effectLst/>
                <a:uLnTx/>
                <a:uFillTx/>
                <a:latin typeface="Poppins"/>
                <a:ea typeface="Open Sans" pitchFamily="34" charset="-122"/>
                <a:cs typeface="Open Sans" pitchFamily="34" charset="-120"/>
              </a:rPr>
              <a:t>ECI Phase • Kick-off</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45469"/>
                </a:solidFill>
                <a:effectLst/>
                <a:uLnTx/>
                <a:uFillTx/>
                <a:latin typeface="Poppins"/>
                <a:ea typeface="Open Sans" pitchFamily="34" charset="-122"/>
                <a:cs typeface="Open Sans" pitchFamily="34" charset="-120"/>
              </a:rPr>
              <a:t>Realignment and Strategy Sessions</a:t>
            </a:r>
          </a:p>
        </p:txBody>
      </p:sp>
      <p:cxnSp>
        <p:nvCxnSpPr>
          <p:cNvPr id="104" name="Straight Connector 103">
            <a:extLst>
              <a:ext uri="{FF2B5EF4-FFF2-40B4-BE49-F238E27FC236}">
                <a16:creationId xmlns:a16="http://schemas.microsoft.com/office/drawing/2014/main" id="{FE2565A4-0587-7E8C-6A4D-EBA3E935777E}"/>
              </a:ext>
            </a:extLst>
          </p:cNvPr>
          <p:cNvCxnSpPr>
            <a:cxnSpLocks/>
          </p:cNvCxnSpPr>
          <p:nvPr/>
        </p:nvCxnSpPr>
        <p:spPr>
          <a:xfrm>
            <a:off x="8362343" y="3956906"/>
            <a:ext cx="2" cy="590721"/>
          </a:xfrm>
          <a:prstGeom prst="line">
            <a:avLst/>
          </a:prstGeom>
          <a:noFill/>
          <a:ln w="6350" cap="flat" cmpd="sng" algn="ctr">
            <a:solidFill>
              <a:srgbClr val="445469"/>
            </a:solidFill>
            <a:prstDash val="solid"/>
            <a:miter lim="800000"/>
          </a:ln>
          <a:effectLst/>
        </p:spPr>
      </p:cxnSp>
      <p:grpSp>
        <p:nvGrpSpPr>
          <p:cNvPr id="105" name="Group 104">
            <a:extLst>
              <a:ext uri="{FF2B5EF4-FFF2-40B4-BE49-F238E27FC236}">
                <a16:creationId xmlns:a16="http://schemas.microsoft.com/office/drawing/2014/main" id="{FC2E4F68-AF2B-C016-6D7B-C439F458ACAD}"/>
              </a:ext>
            </a:extLst>
          </p:cNvPr>
          <p:cNvGrpSpPr/>
          <p:nvPr/>
        </p:nvGrpSpPr>
        <p:grpSpPr>
          <a:xfrm>
            <a:off x="8145742" y="4556461"/>
            <a:ext cx="424783" cy="424783"/>
            <a:chOff x="548638" y="3779215"/>
            <a:chExt cx="424783" cy="424783"/>
          </a:xfrm>
        </p:grpSpPr>
        <p:sp>
          <p:nvSpPr>
            <p:cNvPr id="106" name="Oval 105">
              <a:extLst>
                <a:ext uri="{FF2B5EF4-FFF2-40B4-BE49-F238E27FC236}">
                  <a16:creationId xmlns:a16="http://schemas.microsoft.com/office/drawing/2014/main" id="{7D4F6B6C-6778-E88C-3A1D-8CBEF9AC785A}"/>
                </a:ext>
              </a:extLst>
            </p:cNvPr>
            <p:cNvSpPr/>
            <p:nvPr/>
          </p:nvSpPr>
          <p:spPr>
            <a:xfrm>
              <a:off x="548638" y="3779215"/>
              <a:ext cx="424783" cy="424783"/>
            </a:xfrm>
            <a:prstGeom prst="ellipse">
              <a:avLst/>
            </a:prstGeom>
            <a:solidFill>
              <a:srgbClr val="445469">
                <a:lumMod val="60000"/>
                <a:lumOff val="40000"/>
                <a:alpha val="42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1" b="0" i="0" u="none" strike="noStrike" kern="0" cap="none" spc="0" normalizeH="0" baseline="0" noProof="0">
                <a:ln>
                  <a:noFill/>
                </a:ln>
                <a:solidFill>
                  <a:srgbClr val="FFFFFF"/>
                </a:solidFill>
                <a:effectLst/>
                <a:uLnTx/>
                <a:uFillTx/>
                <a:latin typeface="Open Sans"/>
                <a:ea typeface="+mn-ea"/>
                <a:cs typeface="+mn-cs"/>
              </a:endParaRPr>
            </a:p>
          </p:txBody>
        </p:sp>
        <p:sp>
          <p:nvSpPr>
            <p:cNvPr id="107" name="Oval 106">
              <a:extLst>
                <a:ext uri="{FF2B5EF4-FFF2-40B4-BE49-F238E27FC236}">
                  <a16:creationId xmlns:a16="http://schemas.microsoft.com/office/drawing/2014/main" id="{28846AF6-EAD2-51E8-8C6F-979E319D1801}"/>
                </a:ext>
              </a:extLst>
            </p:cNvPr>
            <p:cNvSpPr/>
            <p:nvPr/>
          </p:nvSpPr>
          <p:spPr>
            <a:xfrm>
              <a:off x="652443" y="3882662"/>
              <a:ext cx="217170" cy="217170"/>
            </a:xfrm>
            <a:prstGeom prst="ellipse">
              <a:avLst/>
            </a:prstGeom>
            <a:gradFill>
              <a:gsLst>
                <a:gs pos="100000">
                  <a:srgbClr val="445469">
                    <a:lumMod val="60000"/>
                    <a:lumOff val="40000"/>
                  </a:srgbClr>
                </a:gs>
                <a:gs pos="0">
                  <a:srgbClr val="445469">
                    <a:lumMod val="75000"/>
                  </a:srgbClr>
                </a:gs>
              </a:gsLst>
              <a:lin ang="210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srgbClr val="FFFFFF"/>
                </a:solidFill>
                <a:effectLst/>
                <a:uLnTx/>
                <a:uFillTx/>
                <a:latin typeface="Open Sans"/>
                <a:ea typeface="+mn-ea"/>
                <a:cs typeface="Poppins" pitchFamily="2" charset="77"/>
              </a:endParaRPr>
            </a:p>
          </p:txBody>
        </p:sp>
      </p:grpSp>
      <p:sp>
        <p:nvSpPr>
          <p:cNvPr id="108" name="Rectangle: Rounded Corners 107">
            <a:extLst>
              <a:ext uri="{FF2B5EF4-FFF2-40B4-BE49-F238E27FC236}">
                <a16:creationId xmlns:a16="http://schemas.microsoft.com/office/drawing/2014/main" id="{9D21E29D-E2E0-9635-51F3-9CBD0C8D92A6}"/>
              </a:ext>
            </a:extLst>
          </p:cNvPr>
          <p:cNvSpPr/>
          <p:nvPr/>
        </p:nvSpPr>
        <p:spPr>
          <a:xfrm>
            <a:off x="7526369" y="2479156"/>
            <a:ext cx="1531391" cy="252189"/>
          </a:xfrm>
          <a:prstGeom prst="roundRect">
            <a:avLst>
              <a:gd name="adj" fmla="val 50000"/>
            </a:avLst>
          </a:prstGeom>
          <a:solidFill>
            <a:srgbClr val="FFFFFF"/>
          </a:solidFill>
          <a:ln w="12700" cap="flat" cmpd="sng" algn="ctr">
            <a:solidFill>
              <a:srgbClr val="EE2B7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dirty="0">
                <a:ln>
                  <a:noFill/>
                </a:ln>
                <a:solidFill>
                  <a:srgbClr val="EE2B79"/>
                </a:solidFill>
                <a:effectLst/>
                <a:uLnTx/>
                <a:uFillTx/>
                <a:latin typeface="Poppins"/>
                <a:ea typeface="+mn-ea"/>
                <a:cs typeface="+mn-cs"/>
              </a:rPr>
              <a:t>Upcoming</a:t>
            </a:r>
          </a:p>
        </p:txBody>
      </p:sp>
      <p:sp>
        <p:nvSpPr>
          <p:cNvPr id="109" name="Text 0">
            <a:extLst>
              <a:ext uri="{FF2B5EF4-FFF2-40B4-BE49-F238E27FC236}">
                <a16:creationId xmlns:a16="http://schemas.microsoft.com/office/drawing/2014/main" id="{49865999-52B8-82D6-7B2E-39DDCDEAA3B8}"/>
              </a:ext>
            </a:extLst>
          </p:cNvPr>
          <p:cNvSpPr txBox="1">
            <a:spLocks/>
          </p:cNvSpPr>
          <p:nvPr/>
        </p:nvSpPr>
        <p:spPr>
          <a:xfrm>
            <a:off x="548640" y="658368"/>
            <a:ext cx="11094415" cy="640080"/>
          </a:xfrm>
          <a:prstGeom prst="rect">
            <a:avLst/>
          </a:prstGeom>
          <a:noFill/>
          <a:ln/>
        </p:spPr>
        <p:txBody>
          <a:bodyPr wrap="square" lIns="0" tIns="0" rIns="0" bIns="0" rtlCol="0" anchor="t"/>
          <a:lstStyle>
            <a:lvl1pPr marL="0" indent="0" algn="l" defTabSz="914400" rtl="0" eaLnBrk="1" latinLnBrk="0" hangingPunct="1">
              <a:spcBef>
                <a:spcPct val="0"/>
              </a:spcBef>
              <a:buNone/>
              <a:defRPr lang="en-US" sz="2800" b="1"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3D3C3C"/>
                </a:solidFill>
                <a:effectLst/>
                <a:uLnTx/>
                <a:uFillTx/>
                <a:latin typeface="Poppins"/>
                <a:ea typeface="+mj-ea"/>
                <a:cs typeface="+mj-cs"/>
              </a:rPr>
              <a:t>Our support will focus largely on the C&amp;V and ECI Phase</a:t>
            </a:r>
          </a:p>
        </p:txBody>
      </p:sp>
    </p:spTree>
    <p:extLst>
      <p:ext uri="{BB962C8B-B14F-4D97-AF65-F5344CB8AC3E}">
        <p14:creationId xmlns:p14="http://schemas.microsoft.com/office/powerpoint/2010/main" val="1764087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658368"/>
            <a:ext cx="11094415" cy="640080"/>
          </a:xfrm>
          <a:prstGeom prst="rect">
            <a:avLst/>
          </a:prstGeom>
          <a:noFill/>
          <a:ln/>
        </p:spPr>
        <p:txBody>
          <a:bodyPr wrap="square" lIns="0" tIns="0" rIns="0" bIns="0" rtlCol="0" anchor="t"/>
          <a:lstStyle/>
          <a:p>
            <a:pPr marL="0" indent="0" algn="l">
              <a:buNone/>
            </a:pPr>
            <a:r>
              <a:rPr lang="en-US" sz="2800" b="1" dirty="0">
                <a:solidFill>
                  <a:schemeClr val="tx1"/>
                </a:solidFill>
              </a:rPr>
              <a:t>Supporting four more interactives and up to four submissions in the C&amp;V Phase</a:t>
            </a:r>
            <a:endParaRPr lang="en-US" sz="2800" dirty="0"/>
          </a:p>
        </p:txBody>
      </p:sp>
      <p:sp>
        <p:nvSpPr>
          <p:cNvPr id="4" name="Text 2"/>
          <p:cNvSpPr txBox="1"/>
          <p:nvPr/>
        </p:nvSpPr>
        <p:spPr>
          <a:xfrm>
            <a:off x="548640" y="1647159"/>
            <a:ext cx="11094415"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6E7178"/>
                </a:solidFill>
                <a:effectLst/>
                <a:uLnTx/>
                <a:uFillTx/>
                <a:latin typeface="Poppins"/>
                <a:ea typeface="+mn-ea"/>
                <a:cs typeface="+mn-cs"/>
              </a:rPr>
              <a:t>Our proposed support for the remainder of the C&amp;V Phase, within the existing budget.</a:t>
            </a:r>
            <a:endParaRPr kumimoji="0" lang="en-US" sz="1800" b="0" i="0" u="none" strike="noStrike" kern="1200" cap="none" spc="0" normalizeH="0" baseline="0" noProof="0" dirty="0">
              <a:ln>
                <a:noFill/>
              </a:ln>
              <a:solidFill>
                <a:srgbClr val="3D3C3C"/>
              </a:solidFill>
              <a:effectLst/>
              <a:uLnTx/>
              <a:uFillTx/>
              <a:latin typeface="Poppins"/>
              <a:ea typeface="+mn-ea"/>
              <a:cs typeface="+mn-cs"/>
            </a:endParaRPr>
          </a:p>
        </p:txBody>
      </p:sp>
      <p:pic>
        <p:nvPicPr>
          <p:cNvPr id="5" name="Image 0" descr="grad_blue.png"/>
          <p:cNvPicPr>
            <a:picLocks noChangeAspect="1"/>
          </p:cNvPicPr>
          <p:nvPr/>
        </p:nvPicPr>
        <p:blipFill>
          <a:blip r:embed="rId3"/>
          <a:srcRect/>
          <a:stretch/>
        </p:blipFill>
        <p:spPr>
          <a:xfrm>
            <a:off x="548640" y="2246244"/>
            <a:ext cx="3484778" cy="2331720"/>
          </a:xfrm>
          <a:prstGeom prst="rect">
            <a:avLst/>
          </a:prstGeom>
        </p:spPr>
      </p:pic>
      <p:sp>
        <p:nvSpPr>
          <p:cNvPr id="6" name="Text 3"/>
          <p:cNvSpPr txBox="1"/>
          <p:nvPr/>
        </p:nvSpPr>
        <p:spPr>
          <a:xfrm>
            <a:off x="868680" y="2383404"/>
            <a:ext cx="2844698" cy="1600200"/>
          </a:xfrm>
          <a:prstGeom prst="rect">
            <a:avLst/>
          </a:prstGeom>
          <a:noFill/>
          <a:ln/>
        </p:spPr>
        <p:txBody>
          <a:bodyPr wrap="square" lIns="0" tIns="0" rIns="0"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600" b="1" dirty="0">
                <a:solidFill>
                  <a:srgbClr val="FFFFFF"/>
                </a:solidFill>
                <a:latin typeface="Poppins"/>
              </a:rPr>
              <a:t>9</a:t>
            </a:r>
            <a:endParaRPr kumimoji="0" lang="en-US" sz="9600" b="0" i="0" u="none" strike="noStrike" kern="1200" cap="none" spc="0" normalizeH="0" baseline="0" noProof="0" dirty="0">
              <a:ln>
                <a:noFill/>
              </a:ln>
              <a:solidFill>
                <a:srgbClr val="3D3C3C"/>
              </a:solidFill>
              <a:effectLst/>
              <a:uLnTx/>
              <a:uFillTx/>
              <a:latin typeface="Poppins"/>
              <a:ea typeface="+mn-ea"/>
              <a:cs typeface="+mn-cs"/>
            </a:endParaRPr>
          </a:p>
        </p:txBody>
      </p:sp>
      <p:sp>
        <p:nvSpPr>
          <p:cNvPr id="7" name="Text 4"/>
          <p:cNvSpPr txBox="1"/>
          <p:nvPr/>
        </p:nvSpPr>
        <p:spPr>
          <a:xfrm>
            <a:off x="868680" y="3983604"/>
            <a:ext cx="2844698"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Poppins"/>
                <a:ea typeface="+mn-ea"/>
                <a:cs typeface="+mn-cs"/>
              </a:rPr>
              <a:t>interactives supported to date</a:t>
            </a:r>
            <a:endParaRPr kumimoji="0" lang="en-US" sz="1800" b="0" i="0" u="none" strike="noStrike" kern="1200" cap="none" spc="0" normalizeH="0" baseline="0" noProof="0" dirty="0">
              <a:ln>
                <a:noFill/>
              </a:ln>
              <a:solidFill>
                <a:srgbClr val="3D3C3C"/>
              </a:solidFill>
              <a:effectLst/>
              <a:uLnTx/>
              <a:uFillTx/>
              <a:latin typeface="Poppins"/>
              <a:ea typeface="+mn-ea"/>
              <a:cs typeface="+mn-cs"/>
            </a:endParaRPr>
          </a:p>
        </p:txBody>
      </p:sp>
      <p:pic>
        <p:nvPicPr>
          <p:cNvPr id="8" name="Image 1" descr="grad_orange.png"/>
          <p:cNvPicPr>
            <a:picLocks noChangeAspect="1"/>
          </p:cNvPicPr>
          <p:nvPr/>
        </p:nvPicPr>
        <p:blipFill>
          <a:blip r:embed="rId4"/>
          <a:srcRect/>
          <a:stretch/>
        </p:blipFill>
        <p:spPr>
          <a:xfrm>
            <a:off x="4353458" y="2246244"/>
            <a:ext cx="3484778" cy="2331720"/>
          </a:xfrm>
          <a:prstGeom prst="rect">
            <a:avLst/>
          </a:prstGeom>
        </p:spPr>
      </p:pic>
      <p:sp>
        <p:nvSpPr>
          <p:cNvPr id="9" name="Text 5"/>
          <p:cNvSpPr txBox="1"/>
          <p:nvPr/>
        </p:nvSpPr>
        <p:spPr>
          <a:xfrm>
            <a:off x="4673498" y="2383404"/>
            <a:ext cx="2844698" cy="1600200"/>
          </a:xfrm>
          <a:prstGeom prst="rect">
            <a:avLst/>
          </a:prstGeom>
          <a:noFill/>
          <a:ln/>
        </p:spPr>
        <p:txBody>
          <a:bodyPr wrap="square" lIns="0" tIns="0" rIns="0"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FFFF"/>
                </a:solidFill>
                <a:effectLst/>
                <a:uLnTx/>
                <a:uFillTx/>
                <a:latin typeface="Poppins"/>
                <a:ea typeface="+mn-ea"/>
                <a:cs typeface="+mn-cs"/>
              </a:rPr>
              <a:t>4</a:t>
            </a:r>
            <a:endParaRPr kumimoji="0" lang="en-US" sz="9600" b="0" i="0" u="none" strike="noStrike" kern="1200" cap="none" spc="0" normalizeH="0" baseline="0" noProof="0" dirty="0">
              <a:ln>
                <a:noFill/>
              </a:ln>
              <a:solidFill>
                <a:srgbClr val="3D3C3C"/>
              </a:solidFill>
              <a:effectLst/>
              <a:uLnTx/>
              <a:uFillTx/>
              <a:latin typeface="Poppins"/>
              <a:ea typeface="+mn-ea"/>
              <a:cs typeface="+mn-cs"/>
            </a:endParaRPr>
          </a:p>
        </p:txBody>
      </p:sp>
      <p:sp>
        <p:nvSpPr>
          <p:cNvPr id="10" name="Text 6"/>
          <p:cNvSpPr txBox="1"/>
          <p:nvPr/>
        </p:nvSpPr>
        <p:spPr>
          <a:xfrm>
            <a:off x="4673498" y="3983604"/>
            <a:ext cx="2844698"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Poppins"/>
                <a:ea typeface="+mn-ea"/>
                <a:cs typeface="+mn-cs"/>
              </a:rPr>
              <a:t>further interactives proposed</a:t>
            </a:r>
            <a:endParaRPr kumimoji="0" lang="en-US" sz="1800" b="0" i="0" u="none" strike="noStrike" kern="1200" cap="none" spc="0" normalizeH="0" baseline="0" noProof="0" dirty="0">
              <a:ln>
                <a:noFill/>
              </a:ln>
              <a:solidFill>
                <a:srgbClr val="3D3C3C"/>
              </a:solidFill>
              <a:effectLst/>
              <a:uLnTx/>
              <a:uFillTx/>
              <a:latin typeface="Poppins"/>
              <a:ea typeface="+mn-ea"/>
              <a:cs typeface="+mn-cs"/>
            </a:endParaRPr>
          </a:p>
        </p:txBody>
      </p:sp>
      <p:pic>
        <p:nvPicPr>
          <p:cNvPr id="11" name="Image 2" descr="grad_purple.png"/>
          <p:cNvPicPr>
            <a:picLocks noChangeAspect="1"/>
          </p:cNvPicPr>
          <p:nvPr/>
        </p:nvPicPr>
        <p:blipFill>
          <a:blip r:embed="rId5"/>
          <a:srcRect/>
          <a:stretch/>
        </p:blipFill>
        <p:spPr>
          <a:xfrm>
            <a:off x="8158277" y="2246244"/>
            <a:ext cx="3484778" cy="2331720"/>
          </a:xfrm>
          <a:prstGeom prst="rect">
            <a:avLst/>
          </a:prstGeom>
        </p:spPr>
      </p:pic>
      <p:sp>
        <p:nvSpPr>
          <p:cNvPr id="12" name="Text 7"/>
          <p:cNvSpPr txBox="1"/>
          <p:nvPr/>
        </p:nvSpPr>
        <p:spPr>
          <a:xfrm>
            <a:off x="8478317" y="2383404"/>
            <a:ext cx="2844698" cy="1600200"/>
          </a:xfrm>
          <a:prstGeom prst="rect">
            <a:avLst/>
          </a:prstGeom>
          <a:noFill/>
          <a:ln/>
        </p:spPr>
        <p:txBody>
          <a:bodyPr wrap="square" lIns="0" tIns="0" rIns="0"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600" b="1" dirty="0">
                <a:solidFill>
                  <a:srgbClr val="FFFFFF"/>
                </a:solidFill>
                <a:latin typeface="Poppins"/>
              </a:rPr>
              <a:t>4</a:t>
            </a:r>
            <a:endParaRPr kumimoji="0" lang="en-US" sz="9600" b="0" i="0" u="none" strike="noStrike" kern="1200" cap="none" spc="0" normalizeH="0" baseline="0" noProof="0" dirty="0">
              <a:ln>
                <a:noFill/>
              </a:ln>
              <a:solidFill>
                <a:srgbClr val="3D3C3C"/>
              </a:solidFill>
              <a:effectLst/>
              <a:uLnTx/>
              <a:uFillTx/>
              <a:latin typeface="Poppins"/>
              <a:ea typeface="+mn-ea"/>
              <a:cs typeface="+mn-cs"/>
            </a:endParaRPr>
          </a:p>
        </p:txBody>
      </p:sp>
      <p:sp>
        <p:nvSpPr>
          <p:cNvPr id="13" name="Text 8"/>
          <p:cNvSpPr txBox="1"/>
          <p:nvPr/>
        </p:nvSpPr>
        <p:spPr>
          <a:xfrm>
            <a:off x="8478317" y="3983604"/>
            <a:ext cx="2844698"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Poppins"/>
                <a:ea typeface="+mn-ea"/>
                <a:cs typeface="+mn-cs"/>
              </a:rPr>
              <a:t>Submissions to support (approx.)</a:t>
            </a:r>
            <a:endParaRPr kumimoji="0" lang="en-US" sz="1800" b="0" i="0" u="none" strike="noStrike" kern="1200" cap="none" spc="0" normalizeH="0" baseline="0" noProof="0" dirty="0">
              <a:ln>
                <a:noFill/>
              </a:ln>
              <a:solidFill>
                <a:srgbClr val="3D3C3C"/>
              </a:solidFill>
              <a:effectLst/>
              <a:uLnTx/>
              <a:uFillTx/>
              <a:latin typeface="Poppins"/>
              <a:ea typeface="+mn-ea"/>
              <a:cs typeface="+mn-cs"/>
            </a:endParaRPr>
          </a:p>
        </p:txBody>
      </p:sp>
      <p:sp>
        <p:nvSpPr>
          <p:cNvPr id="33" name="Text 28"/>
          <p:cNvSpPr txBox="1"/>
          <p:nvPr/>
        </p:nvSpPr>
        <p:spPr>
          <a:xfrm>
            <a:off x="548640" y="5276088"/>
            <a:ext cx="11094415"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D3C3C"/>
                </a:solidFill>
                <a:effectLst/>
                <a:uLnTx/>
                <a:uFillTx/>
                <a:latin typeface="Poppins"/>
                <a:ea typeface="+mn-ea"/>
                <a:cs typeface="+mn-cs"/>
              </a:rPr>
              <a:t>We now focus on preparation and rehearsal rather than attending interactives, which extends our support across more sessions.</a:t>
            </a:r>
          </a:p>
        </p:txBody>
      </p:sp>
      <p:sp>
        <p:nvSpPr>
          <p:cNvPr id="34"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FFFFFF"/>
                </a:solidFill>
                <a:effectLst/>
                <a:uLnTx/>
                <a:uFillTx/>
                <a:latin typeface="Poppi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0" normalizeH="0" baseline="0" noProof="0">
              <a:ln>
                <a:noFill/>
              </a:ln>
              <a:solidFill>
                <a:srgbClr val="FFFFFF"/>
              </a:solidFill>
              <a:effectLst/>
              <a:uLnTx/>
              <a:uFillTx/>
              <a:latin typeface="Poppins"/>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658368"/>
            <a:ext cx="11264419" cy="640080"/>
          </a:xfrm>
          <a:prstGeom prst="rect">
            <a:avLst/>
          </a:prstGeom>
          <a:noFill/>
          <a:ln/>
        </p:spPr>
        <p:txBody>
          <a:bodyPr wrap="square" lIns="0" tIns="0" rIns="0" bIns="0" rtlCol="0" anchor="t"/>
          <a:lstStyle/>
          <a:p>
            <a:r>
              <a:rPr lang="en-AU" dirty="0"/>
              <a:t>The interactives we want to support</a:t>
            </a:r>
            <a:endParaRPr lang="en-US" sz="2800" dirty="0"/>
          </a:p>
        </p:txBody>
      </p:sp>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FFFFFF"/>
                </a:solidFill>
                <a:effectLst/>
                <a:uLnTx/>
                <a:uFillTx/>
                <a:latin typeface="Poppi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a:ln>
                <a:noFill/>
              </a:ln>
              <a:solidFill>
                <a:srgbClr val="FFFFFF"/>
              </a:solidFill>
              <a:effectLst/>
              <a:uLnTx/>
              <a:uFillTx/>
              <a:latin typeface="Poppins"/>
              <a:ea typeface="+mn-ea"/>
              <a:cs typeface="+mn-cs"/>
            </a:endParaRPr>
          </a:p>
        </p:txBody>
      </p:sp>
      <p:graphicFrame>
        <p:nvGraphicFramePr>
          <p:cNvPr id="27" name="Table 26"/>
          <p:cNvGraphicFramePr>
            <a:graphicFrameLocks noGrp="1"/>
          </p:cNvGraphicFramePr>
          <p:nvPr/>
        </p:nvGraphicFramePr>
        <p:xfrm>
          <a:off x="551383" y="1171193"/>
          <a:ext cx="11091672" cy="4499618"/>
        </p:xfrm>
        <a:graphic>
          <a:graphicData uri="http://schemas.openxmlformats.org/drawingml/2006/table">
            <a:tbl>
              <a:tblPr>
                <a:tableStyleId>{5C22544A-7EE6-4342-B048-85BDC9FD1C3A}</a:tableStyleId>
              </a:tblPr>
              <a:tblGrid>
                <a:gridCol w="5486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490472">
                  <a:extLst>
                    <a:ext uri="{9D8B030D-6E8A-4147-A177-3AD203B41FA5}">
                      <a16:colId xmlns:a16="http://schemas.microsoft.com/office/drawing/2014/main" val="20004"/>
                    </a:ext>
                  </a:extLst>
                </a:gridCol>
              </a:tblGrid>
              <a:tr h="194075">
                <a:tc>
                  <a:txBody>
                    <a:bodyPr/>
                    <a:lstStyle/>
                    <a:p>
                      <a:pPr algn="ctr"/>
                      <a:r>
                        <a:rPr sz="950" b="1" spc="100">
                          <a:solidFill>
                            <a:srgbClr val="6E7178"/>
                          </a:solidFill>
                          <a:latin typeface="Poppins"/>
                        </a:rPr>
                        <a:t>#</a:t>
                      </a:r>
                    </a:p>
                  </a:txBody>
                  <a:tcPr marL="73152" marR="73152" marT="18288" marB="18288" anchor="ctr">
                    <a:lnL w="0">
                      <a:noFill/>
                    </a:lnL>
                    <a:lnR w="0">
                      <a:noFill/>
                    </a:lnR>
                    <a:lnT w="0">
                      <a:noFill/>
                    </a:lnT>
                    <a:lnB w="15875">
                      <a:solidFill>
                        <a:srgbClr val="3D3C3C"/>
                      </a:solidFill>
                    </a:lnB>
                    <a:noFill/>
                  </a:tcPr>
                </a:tc>
                <a:tc>
                  <a:txBody>
                    <a:bodyPr/>
                    <a:lstStyle/>
                    <a:p>
                      <a:pPr algn="l"/>
                      <a:r>
                        <a:rPr sz="950" b="1" spc="100">
                          <a:solidFill>
                            <a:srgbClr val="6E7178"/>
                          </a:solidFill>
                          <a:latin typeface="Poppins"/>
                        </a:rPr>
                        <a:t>INTERACTIVE TOPIC</a:t>
                      </a:r>
                    </a:p>
                  </a:txBody>
                  <a:tcPr marL="73152" marR="73152" marT="18288" marB="18288" anchor="ctr">
                    <a:lnL w="0">
                      <a:noFill/>
                    </a:lnL>
                    <a:lnR w="0">
                      <a:noFill/>
                    </a:lnR>
                    <a:lnT w="0">
                      <a:noFill/>
                    </a:lnT>
                    <a:lnB w="15875">
                      <a:solidFill>
                        <a:srgbClr val="3D3C3C"/>
                      </a:solidFill>
                    </a:lnB>
                    <a:noFill/>
                  </a:tcPr>
                </a:tc>
                <a:tc>
                  <a:txBody>
                    <a:bodyPr/>
                    <a:lstStyle/>
                    <a:p>
                      <a:pPr algn="l"/>
                      <a:r>
                        <a:rPr sz="950" b="1" spc="100">
                          <a:solidFill>
                            <a:srgbClr val="6E7178"/>
                          </a:solidFill>
                          <a:latin typeface="Poppins"/>
                        </a:rPr>
                        <a:t>SESSION</a:t>
                      </a:r>
                    </a:p>
                  </a:txBody>
                  <a:tcPr marL="73152" marR="73152" marT="18288" marB="18288" anchor="ctr">
                    <a:lnL w="0">
                      <a:noFill/>
                    </a:lnL>
                    <a:lnR w="0">
                      <a:noFill/>
                    </a:lnR>
                    <a:lnT w="0">
                      <a:noFill/>
                    </a:lnT>
                    <a:lnB w="15875">
                      <a:solidFill>
                        <a:srgbClr val="3D3C3C"/>
                      </a:solidFill>
                    </a:lnB>
                    <a:noFill/>
                  </a:tcPr>
                </a:tc>
                <a:tc>
                  <a:txBody>
                    <a:bodyPr/>
                    <a:lstStyle/>
                    <a:p>
                      <a:pPr algn="l"/>
                      <a:r>
                        <a:rPr sz="950" b="1" spc="100">
                          <a:solidFill>
                            <a:srgbClr val="6E7178"/>
                          </a:solidFill>
                          <a:latin typeface="Poppins"/>
                        </a:rPr>
                        <a:t>DATE</a:t>
                      </a:r>
                    </a:p>
                  </a:txBody>
                  <a:tcPr marL="73152" marR="73152" marT="18288" marB="18288" anchor="ctr">
                    <a:lnL w="0">
                      <a:noFill/>
                    </a:lnL>
                    <a:lnR w="0">
                      <a:noFill/>
                    </a:lnR>
                    <a:lnT w="0">
                      <a:noFill/>
                    </a:lnT>
                    <a:lnB w="15875" cap="flat" cmpd="sng" algn="ctr">
                      <a:solidFill>
                        <a:srgbClr val="3D3C3C"/>
                      </a:solidFill>
                      <a:prstDash val="solid"/>
                      <a:round/>
                      <a:headEnd type="none" w="med" len="med"/>
                      <a:tailEnd type="none" w="med" len="med"/>
                    </a:lnB>
                    <a:noFill/>
                  </a:tcPr>
                </a:tc>
                <a:tc>
                  <a:txBody>
                    <a:bodyPr/>
                    <a:lstStyle/>
                    <a:p>
                      <a:pPr algn="l"/>
                      <a:r>
                        <a:rPr sz="950" b="1" spc="100">
                          <a:solidFill>
                            <a:srgbClr val="6E7178"/>
                          </a:solidFill>
                          <a:latin typeface="Poppins"/>
                        </a:rPr>
                        <a:t>STATUS</a:t>
                      </a:r>
                    </a:p>
                  </a:txBody>
                  <a:tcPr marL="73152" marR="73152" marT="18288" marB="18288" anchor="ctr">
                    <a:lnL w="0">
                      <a:noFill/>
                    </a:lnL>
                    <a:lnR w="0">
                      <a:noFill/>
                    </a:lnR>
                    <a:lnT w="0">
                      <a:noFill/>
                    </a:lnT>
                    <a:lnB w="15875">
                      <a:solidFill>
                        <a:srgbClr val="3D3C3C"/>
                      </a:solidFill>
                    </a:lnB>
                    <a:noFill/>
                  </a:tcPr>
                </a:tc>
                <a:extLst>
                  <a:ext uri="{0D108BD9-81ED-4DB2-BD59-A6C34878D82A}">
                    <a16:rowId xmlns:a16="http://schemas.microsoft.com/office/drawing/2014/main" val="10000"/>
                  </a:ext>
                </a:extLst>
              </a:tr>
              <a:tr h="332701">
                <a:tc>
                  <a:txBody>
                    <a:bodyPr/>
                    <a:lstStyle/>
                    <a:p>
                      <a:pPr algn="ctr"/>
                      <a:r>
                        <a:rPr sz="1100" b="0">
                          <a:solidFill>
                            <a:srgbClr val="6E7178"/>
                          </a:solidFill>
                          <a:latin typeface="Poppins"/>
                        </a:rPr>
                        <a:t>1</a:t>
                      </a:r>
                    </a:p>
                  </a:txBody>
                  <a:tcPr marL="73152" marR="73152" marT="18288" marB="18288" anchor="ctr">
                    <a:lnL w="0">
                      <a:noFill/>
                    </a:lnL>
                    <a:lnR w="0">
                      <a:noFill/>
                    </a:lnR>
                    <a:lnT w="15875" cap="flat" cmpd="sng" algn="ctr">
                      <a:solidFill>
                        <a:srgbClr val="3D3C3C"/>
                      </a:solidFill>
                      <a:prstDash val="solid"/>
                      <a:round/>
                      <a:headEnd type="none" w="med" len="med"/>
                      <a:tailEnd type="none" w="med" len="med"/>
                    </a:lnT>
                    <a:lnB w="9525">
                      <a:solidFill>
                        <a:srgbClr val="D9DBE0"/>
                      </a:solidFill>
                    </a:lnB>
                    <a:noFill/>
                  </a:tcPr>
                </a:tc>
                <a:tc>
                  <a:txBody>
                    <a:bodyPr/>
                    <a:lstStyle/>
                    <a:p>
                      <a:pPr algn="l"/>
                      <a:r>
                        <a:rPr sz="1100" b="0" dirty="0">
                          <a:solidFill>
                            <a:srgbClr val="6E7178"/>
                          </a:solidFill>
                          <a:latin typeface="Poppins"/>
                        </a:rPr>
                        <a:t>Capacity and Service</a:t>
                      </a:r>
                    </a:p>
                  </a:txBody>
                  <a:tcPr marL="73152" marR="73152" marT="18288" marB="18288" anchor="ctr">
                    <a:lnL w="0">
                      <a:noFill/>
                    </a:lnL>
                    <a:lnR w="0">
                      <a:noFill/>
                    </a:lnR>
                    <a:lnT w="15875" cap="flat" cmpd="sng" algn="ctr">
                      <a:solidFill>
                        <a:srgbClr val="3D3C3C"/>
                      </a:solidFill>
                      <a:prstDash val="solid"/>
                      <a:round/>
                      <a:headEnd type="none" w="med" len="med"/>
                      <a:tailEnd type="none" w="med" len="med"/>
                    </a:lnT>
                    <a:lnB w="9525">
                      <a:solidFill>
                        <a:srgbClr val="D9DBE0"/>
                      </a:solidFill>
                    </a:lnB>
                    <a:noFill/>
                  </a:tcPr>
                </a:tc>
                <a:tc>
                  <a:txBody>
                    <a:bodyPr/>
                    <a:lstStyle/>
                    <a:p>
                      <a:pPr algn="l"/>
                      <a:r>
                        <a:rPr sz="1100" b="0">
                          <a:solidFill>
                            <a:srgbClr val="6E7178"/>
                          </a:solidFill>
                          <a:latin typeface="Poppins"/>
                        </a:rPr>
                        <a:t>Workshop 1</a:t>
                      </a:r>
                    </a:p>
                  </a:txBody>
                  <a:tcPr marL="73152" marR="73152" marT="18288" marB="18288" anchor="ctr">
                    <a:lnL w="0">
                      <a:noFill/>
                    </a:lnL>
                    <a:lnR w="0">
                      <a:noFill/>
                    </a:lnR>
                    <a:lnT w="15875" cap="flat" cmpd="sng" algn="ctr">
                      <a:solidFill>
                        <a:srgbClr val="3D3C3C"/>
                      </a:solidFill>
                      <a:prstDash val="solid"/>
                      <a:round/>
                      <a:headEnd type="none" w="med" len="med"/>
                      <a:tailEnd type="none" w="med" len="med"/>
                    </a:lnT>
                    <a:lnB w="9525">
                      <a:solidFill>
                        <a:srgbClr val="D9DBE0"/>
                      </a:solidFill>
                    </a:lnB>
                    <a:noFill/>
                  </a:tcPr>
                </a:tc>
                <a:tc>
                  <a:txBody>
                    <a:bodyPr/>
                    <a:lstStyle/>
                    <a:p>
                      <a:pPr algn="l"/>
                      <a:r>
                        <a:rPr sz="1100" b="0" dirty="0">
                          <a:solidFill>
                            <a:srgbClr val="6E7178"/>
                          </a:solidFill>
                          <a:latin typeface="Poppins"/>
                        </a:rPr>
                        <a:t>Tue 22 Sep</a:t>
                      </a:r>
                    </a:p>
                  </a:txBody>
                  <a:tcPr marL="73152" marR="73152" marT="18288" marB="18288" anchor="ctr">
                    <a:lnL w="0">
                      <a:noFill/>
                    </a:lnL>
                    <a:lnR w="0">
                      <a:noFill/>
                    </a:lnR>
                    <a:lnT w="15875" cap="flat" cmpd="sng" algn="ctr">
                      <a:solidFill>
                        <a:srgbClr val="3D3C3C"/>
                      </a:solidFill>
                      <a:prstDash val="solid"/>
                      <a:round/>
                      <a:headEnd type="none" w="med" len="med"/>
                      <a:tailEnd type="none" w="med" len="med"/>
                    </a:lnT>
                    <a:lnB w="9525">
                      <a:solidFill>
                        <a:srgbClr val="D9DBE0"/>
                      </a:solidFill>
                    </a:lnB>
                    <a:noFill/>
                  </a:tcPr>
                </a:tc>
                <a:tc>
                  <a:txBody>
                    <a:bodyPr/>
                    <a:lstStyle/>
                    <a:p>
                      <a:pPr algn="l"/>
                      <a:r>
                        <a:rPr sz="1100" b="0">
                          <a:solidFill>
                            <a:srgbClr val="6E7178"/>
                          </a:solidFill>
                          <a:latin typeface="Poppins"/>
                        </a:rPr>
                        <a:t>Completed</a:t>
                      </a:r>
                    </a:p>
                  </a:txBody>
                  <a:tcPr marL="73152" marR="73152" marT="18288" marB="18288" anchor="ctr">
                    <a:lnL w="0">
                      <a:noFill/>
                    </a:lnL>
                    <a:lnR w="0">
                      <a:noFill/>
                    </a:lnR>
                    <a:lnT w="15875" cap="flat" cmpd="sng" algn="ctr">
                      <a:solidFill>
                        <a:srgbClr val="3D3C3C"/>
                      </a:solidFill>
                      <a:prstDash val="solid"/>
                      <a:round/>
                      <a:headEnd type="none" w="med" len="med"/>
                      <a:tailEnd type="none" w="med" len="med"/>
                    </a:lnT>
                    <a:lnB w="9525">
                      <a:solidFill>
                        <a:srgbClr val="D9DBE0"/>
                      </a:solidFill>
                    </a:lnB>
                    <a:noFill/>
                  </a:tcPr>
                </a:tc>
                <a:extLst>
                  <a:ext uri="{0D108BD9-81ED-4DB2-BD59-A6C34878D82A}">
                    <a16:rowId xmlns:a16="http://schemas.microsoft.com/office/drawing/2014/main" val="10001"/>
                  </a:ext>
                </a:extLst>
              </a:tr>
              <a:tr h="332701">
                <a:tc>
                  <a:txBody>
                    <a:bodyPr/>
                    <a:lstStyle/>
                    <a:p>
                      <a:pPr algn="ctr"/>
                      <a:r>
                        <a:rPr sz="1100" b="0">
                          <a:solidFill>
                            <a:srgbClr val="6E7178"/>
                          </a:solidFill>
                          <a:latin typeface="Poppins"/>
                        </a:rPr>
                        <a:t>2</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tc rowSpan="2">
                  <a:txBody>
                    <a:bodyPr/>
                    <a:lstStyle/>
                    <a:p>
                      <a:pPr algn="l"/>
                      <a:r>
                        <a:rPr sz="1100" b="0">
                          <a:solidFill>
                            <a:srgbClr val="6E7178"/>
                          </a:solidFill>
                          <a:latin typeface="Poppins"/>
                        </a:rPr>
                        <a:t>Alignment</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tc>
                  <a:txBody>
                    <a:bodyPr/>
                    <a:lstStyle/>
                    <a:p>
                      <a:pPr algn="l"/>
                      <a:r>
                        <a:rPr sz="1100" b="0">
                          <a:solidFill>
                            <a:srgbClr val="6E7178"/>
                          </a:solidFill>
                          <a:latin typeface="Poppins"/>
                        </a:rPr>
                        <a:t>Workshop 1</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tc>
                  <a:txBody>
                    <a:bodyPr/>
                    <a:lstStyle/>
                    <a:p>
                      <a:pPr algn="l"/>
                      <a:r>
                        <a:rPr sz="1100" b="0">
                          <a:solidFill>
                            <a:srgbClr val="6E7178"/>
                          </a:solidFill>
                          <a:latin typeface="Poppins"/>
                        </a:rPr>
                        <a:t>Wed 23 Sep</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tc>
                  <a:txBody>
                    <a:bodyPr/>
                    <a:lstStyle/>
                    <a:p>
                      <a:pPr algn="l"/>
                      <a:r>
                        <a:rPr sz="1100" b="0">
                          <a:solidFill>
                            <a:srgbClr val="6E7178"/>
                          </a:solidFill>
                          <a:latin typeface="Poppins"/>
                        </a:rPr>
                        <a:t>Completed</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extLst>
                  <a:ext uri="{0D108BD9-81ED-4DB2-BD59-A6C34878D82A}">
                    <a16:rowId xmlns:a16="http://schemas.microsoft.com/office/drawing/2014/main" val="10002"/>
                  </a:ext>
                </a:extLst>
              </a:tr>
              <a:tr h="332701">
                <a:tc>
                  <a:txBody>
                    <a:bodyPr/>
                    <a:lstStyle/>
                    <a:p>
                      <a:pPr algn="ctr"/>
                      <a:r>
                        <a:rPr sz="1100" b="0">
                          <a:solidFill>
                            <a:srgbClr val="6E7178"/>
                          </a:solidFill>
                          <a:latin typeface="Poppins"/>
                        </a:rPr>
                        <a:t>3</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tc vMerge="1">
                  <a:txBody>
                    <a:bodyPr/>
                    <a:lstStyle/>
                    <a:p>
                      <a:pPr algn="l"/>
                      <a:endParaRP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Workshop 3</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tc>
                  <a:txBody>
                    <a:bodyPr/>
                    <a:lstStyle/>
                    <a:p>
                      <a:pPr algn="l"/>
                      <a:r>
                        <a:rPr sz="1100" b="0" dirty="0">
                          <a:solidFill>
                            <a:srgbClr val="6E7178"/>
                          </a:solidFill>
                          <a:latin typeface="Poppins"/>
                        </a:rPr>
                        <a:t>Tue 13 Oct</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tc>
                  <a:txBody>
                    <a:bodyPr/>
                    <a:lstStyle/>
                    <a:p>
                      <a:pPr algn="l"/>
                      <a:r>
                        <a:rPr sz="1100" b="0">
                          <a:solidFill>
                            <a:srgbClr val="6E7178"/>
                          </a:solidFill>
                          <a:latin typeface="Poppins"/>
                        </a:rPr>
                        <a:t>Completed</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extLst>
                  <a:ext uri="{0D108BD9-81ED-4DB2-BD59-A6C34878D82A}">
                    <a16:rowId xmlns:a16="http://schemas.microsoft.com/office/drawing/2014/main" val="10003"/>
                  </a:ext>
                </a:extLst>
              </a:tr>
              <a:tr h="332701">
                <a:tc>
                  <a:txBody>
                    <a:bodyPr/>
                    <a:lstStyle/>
                    <a:p>
                      <a:pPr algn="ctr"/>
                      <a:r>
                        <a:rPr sz="1100" b="0">
                          <a:solidFill>
                            <a:srgbClr val="6E7178"/>
                          </a:solidFill>
                          <a:latin typeface="Poppins"/>
                        </a:rPr>
                        <a:t>4</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tc rowSpan="2">
                  <a:txBody>
                    <a:bodyPr/>
                    <a:lstStyle/>
                    <a:p>
                      <a:pPr algn="l"/>
                      <a:r>
                        <a:rPr sz="1100" b="0" dirty="0">
                          <a:solidFill>
                            <a:srgbClr val="6E7178"/>
                          </a:solidFill>
                          <a:latin typeface="Poppins"/>
                        </a:rPr>
                        <a:t>Alternative Alignment</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tc>
                  <a:txBody>
                    <a:bodyPr/>
                    <a:lstStyle/>
                    <a:p>
                      <a:pPr algn="l"/>
                      <a:r>
                        <a:rPr sz="1100" b="0">
                          <a:solidFill>
                            <a:srgbClr val="6E7178"/>
                          </a:solidFill>
                          <a:latin typeface="Poppins"/>
                        </a:rPr>
                        <a:t>Workshop 2</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tc>
                  <a:txBody>
                    <a:bodyPr/>
                    <a:lstStyle/>
                    <a:p>
                      <a:pPr algn="l"/>
                      <a:r>
                        <a:rPr sz="1100" b="0" dirty="0">
                          <a:solidFill>
                            <a:srgbClr val="6E7178"/>
                          </a:solidFill>
                          <a:latin typeface="Poppins"/>
                        </a:rPr>
                        <a:t>Tue 6 Oct</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tc>
                  <a:txBody>
                    <a:bodyPr/>
                    <a:lstStyle/>
                    <a:p>
                      <a:pPr algn="l"/>
                      <a:r>
                        <a:rPr sz="1100" b="0">
                          <a:solidFill>
                            <a:srgbClr val="6E7178"/>
                          </a:solidFill>
                          <a:latin typeface="Poppins"/>
                        </a:rPr>
                        <a:t>Completed</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extLst>
                  <a:ext uri="{0D108BD9-81ED-4DB2-BD59-A6C34878D82A}">
                    <a16:rowId xmlns:a16="http://schemas.microsoft.com/office/drawing/2014/main" val="10004"/>
                  </a:ext>
                </a:extLst>
              </a:tr>
              <a:tr h="332701">
                <a:tc>
                  <a:txBody>
                    <a:bodyPr/>
                    <a:lstStyle/>
                    <a:p>
                      <a:pPr algn="ctr"/>
                      <a:r>
                        <a:rPr lang="en-AU" sz="1100" b="0" dirty="0">
                          <a:solidFill>
                            <a:srgbClr val="6E7178"/>
                          </a:solidFill>
                          <a:latin typeface="Poppins"/>
                        </a:rPr>
                        <a:t>5</a:t>
                      </a:r>
                      <a:endParaRPr sz="1100" b="0" dirty="0">
                        <a:solidFill>
                          <a:srgbClr val="6E7178"/>
                        </a:solidFill>
                        <a:latin typeface="Poppins"/>
                      </a:endParaRP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tc vMerge="1">
                  <a:txBody>
                    <a:bodyPr/>
                    <a:lstStyle/>
                    <a:p>
                      <a:pPr algn="l"/>
                      <a:endParaRPr sz="1100" b="0" dirty="0">
                        <a:solidFill>
                          <a:srgbClr val="6E7178"/>
                        </a:solidFill>
                        <a:latin typeface="Poppins"/>
                      </a:endParaRP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tc>
                  <a:txBody>
                    <a:bodyPr/>
                    <a:lstStyle/>
                    <a:p>
                      <a:pPr algn="l"/>
                      <a:r>
                        <a:rPr lang="en-AU" sz="1100" b="0" dirty="0">
                          <a:solidFill>
                            <a:srgbClr val="6E7178"/>
                          </a:solidFill>
                          <a:latin typeface="Poppins"/>
                        </a:rPr>
                        <a:t>Workshop 3</a:t>
                      </a:r>
                      <a:endParaRPr sz="1100" b="0" dirty="0">
                        <a:solidFill>
                          <a:srgbClr val="6E7178"/>
                        </a:solidFill>
                        <a:latin typeface="Poppins"/>
                      </a:endParaRP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b="0" dirty="0">
                          <a:solidFill>
                            <a:srgbClr val="6E7178"/>
                          </a:solidFill>
                          <a:latin typeface="+mn-lt"/>
                        </a:rPr>
                        <a:t>Fri 23 Oct</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b="0" dirty="0">
                          <a:solidFill>
                            <a:srgbClr val="6E7178"/>
                          </a:solidFill>
                          <a:latin typeface="+mn-lt"/>
                        </a:rPr>
                        <a:t>Completed</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extLst>
                  <a:ext uri="{0D108BD9-81ED-4DB2-BD59-A6C34878D82A}">
                    <a16:rowId xmlns:a16="http://schemas.microsoft.com/office/drawing/2014/main" val="3362393980"/>
                  </a:ext>
                </a:extLst>
              </a:tr>
              <a:tr h="332701">
                <a:tc>
                  <a:txBody>
                    <a:bodyPr/>
                    <a:lstStyle/>
                    <a:p>
                      <a:pPr algn="ctr"/>
                      <a:r>
                        <a:rPr sz="1100" b="0">
                          <a:solidFill>
                            <a:srgbClr val="6E7178"/>
                          </a:solidFill>
                          <a:latin typeface="Poppins"/>
                        </a:rPr>
                        <a:t>6</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tc rowSpan="2">
                  <a:txBody>
                    <a:bodyPr/>
                    <a:lstStyle/>
                    <a:p>
                      <a:pPr algn="l"/>
                      <a:r>
                        <a:rPr sz="1100" b="0" dirty="0">
                          <a:solidFill>
                            <a:srgbClr val="6E7178"/>
                          </a:solidFill>
                          <a:latin typeface="Poppins"/>
                        </a:rPr>
                        <a:t>Fire and Life Safety</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noFill/>
                  </a:tcPr>
                </a:tc>
                <a:tc>
                  <a:txBody>
                    <a:bodyPr/>
                    <a:lstStyle/>
                    <a:p>
                      <a:pPr algn="l"/>
                      <a:r>
                        <a:rPr sz="1100" b="0">
                          <a:solidFill>
                            <a:srgbClr val="6E7178"/>
                          </a:solidFill>
                          <a:latin typeface="Poppins"/>
                        </a:rPr>
                        <a:t>Workshop 2</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tc>
                  <a:txBody>
                    <a:bodyPr/>
                    <a:lstStyle/>
                    <a:p>
                      <a:pPr algn="l"/>
                      <a:r>
                        <a:rPr sz="1100" b="0" dirty="0">
                          <a:solidFill>
                            <a:srgbClr val="6E7178"/>
                          </a:solidFill>
                          <a:latin typeface="Poppins"/>
                        </a:rPr>
                        <a:t>Thu 1 Oct</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tc>
                  <a:txBody>
                    <a:bodyPr/>
                    <a:lstStyle/>
                    <a:p>
                      <a:pPr algn="l"/>
                      <a:r>
                        <a:rPr sz="1100" b="0">
                          <a:solidFill>
                            <a:srgbClr val="6E7178"/>
                          </a:solidFill>
                          <a:latin typeface="Poppins"/>
                        </a:rPr>
                        <a:t>Completed</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extLst>
                  <a:ext uri="{0D108BD9-81ED-4DB2-BD59-A6C34878D82A}">
                    <a16:rowId xmlns:a16="http://schemas.microsoft.com/office/drawing/2014/main" val="10006"/>
                  </a:ext>
                </a:extLst>
              </a:tr>
              <a:tr h="332701">
                <a:tc>
                  <a:txBody>
                    <a:bodyPr/>
                    <a:lstStyle/>
                    <a:p>
                      <a:pPr algn="ctr"/>
                      <a:r>
                        <a:rPr sz="1100" b="0">
                          <a:solidFill>
                            <a:srgbClr val="6E7178"/>
                          </a:solidFill>
                          <a:latin typeface="Poppins"/>
                        </a:rPr>
                        <a:t>7</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noFill/>
                  </a:tcPr>
                </a:tc>
                <a:tc vMerge="1">
                  <a:txBody>
                    <a:bodyPr/>
                    <a:lstStyle/>
                    <a:p>
                      <a:pPr algn="l"/>
                      <a:endParaRPr/>
                    </a:p>
                  </a:txBody>
                  <a:tcPr marL="73152" marR="73152" marT="18288" marB="18288" anchor="ctr">
                    <a:lnL w="0">
                      <a:noFill/>
                    </a:lnL>
                    <a:lnR w="0">
                      <a:noFill/>
                    </a:lnR>
                    <a:lnT w="0">
                      <a:noFill/>
                    </a:lnT>
                    <a:lnB w="9525">
                      <a:solidFill>
                        <a:srgbClr val="D9DBE0"/>
                      </a:solidFill>
                    </a:lnB>
                    <a:noFill/>
                  </a:tcPr>
                </a:tc>
                <a:tc>
                  <a:txBody>
                    <a:bodyPr/>
                    <a:lstStyle/>
                    <a:p>
                      <a:pPr algn="l"/>
                      <a:r>
                        <a:rPr sz="1100" b="0" dirty="0">
                          <a:solidFill>
                            <a:srgbClr val="6E7178"/>
                          </a:solidFill>
                          <a:latin typeface="Poppins"/>
                        </a:rPr>
                        <a:t>Workshop 3</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noFill/>
                  </a:tcPr>
                </a:tc>
                <a:tc>
                  <a:txBody>
                    <a:bodyPr/>
                    <a:lstStyle/>
                    <a:p>
                      <a:pPr algn="l"/>
                      <a:r>
                        <a:rPr sz="1100" b="0" dirty="0">
                          <a:solidFill>
                            <a:srgbClr val="6E7178"/>
                          </a:solidFill>
                          <a:latin typeface="Poppins"/>
                        </a:rPr>
                        <a:t>Thu 15 Oct</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noFill/>
                  </a:tcPr>
                </a:tc>
                <a:tc>
                  <a:txBody>
                    <a:bodyPr/>
                    <a:lstStyle/>
                    <a:p>
                      <a:pPr algn="l"/>
                      <a:r>
                        <a:rPr sz="1100" b="0">
                          <a:solidFill>
                            <a:srgbClr val="6E7178"/>
                          </a:solidFill>
                          <a:latin typeface="Poppins"/>
                        </a:rPr>
                        <a:t>Completed</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noFill/>
                  </a:tcPr>
                </a:tc>
                <a:extLst>
                  <a:ext uri="{0D108BD9-81ED-4DB2-BD59-A6C34878D82A}">
                    <a16:rowId xmlns:a16="http://schemas.microsoft.com/office/drawing/2014/main" val="10007"/>
                  </a:ext>
                </a:extLst>
              </a:tr>
              <a:tr h="332701">
                <a:tc>
                  <a:txBody>
                    <a:bodyPr/>
                    <a:lstStyle/>
                    <a:p>
                      <a:pPr algn="ctr"/>
                      <a:r>
                        <a:rPr sz="1100" b="0" dirty="0">
                          <a:solidFill>
                            <a:srgbClr val="6E7178"/>
                          </a:solidFill>
                          <a:latin typeface="Poppins"/>
                        </a:rPr>
                        <a:t>8</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tc>
                  <a:txBody>
                    <a:bodyPr/>
                    <a:lstStyle/>
                    <a:p>
                      <a:pPr algn="l"/>
                      <a:r>
                        <a:rPr sz="1100" b="0" dirty="0">
                          <a:solidFill>
                            <a:srgbClr val="6E7178"/>
                          </a:solidFill>
                          <a:latin typeface="Poppins"/>
                        </a:rPr>
                        <a:t>Tunnel Requirements and AMF</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tc>
                  <a:txBody>
                    <a:bodyPr/>
                    <a:lstStyle/>
                    <a:p>
                      <a:pPr algn="l"/>
                      <a:r>
                        <a:rPr sz="1100" b="0" dirty="0">
                          <a:solidFill>
                            <a:srgbClr val="6E7178"/>
                          </a:solidFill>
                          <a:latin typeface="Poppins"/>
                        </a:rPr>
                        <a:t>Workshop 2</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tc>
                  <a:txBody>
                    <a:bodyPr/>
                    <a:lstStyle/>
                    <a:p>
                      <a:pPr algn="l"/>
                      <a:r>
                        <a:rPr lang="en-AU" sz="1100" b="0" dirty="0">
                          <a:solidFill>
                            <a:srgbClr val="6E7178"/>
                          </a:solidFill>
                          <a:latin typeface="Poppins"/>
                        </a:rPr>
                        <a:t>Thu 8 Oct</a:t>
                      </a:r>
                      <a:endParaRPr sz="1100" b="0" dirty="0">
                        <a:solidFill>
                          <a:srgbClr val="6E7178"/>
                        </a:solidFill>
                        <a:latin typeface="Poppins"/>
                      </a:endParaRP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tc>
                  <a:txBody>
                    <a:bodyPr/>
                    <a:lstStyle/>
                    <a:p>
                      <a:pPr algn="l"/>
                      <a:r>
                        <a:rPr sz="1100" b="0" dirty="0">
                          <a:solidFill>
                            <a:srgbClr val="6E7178"/>
                          </a:solidFill>
                          <a:latin typeface="Poppins"/>
                        </a:rPr>
                        <a:t>Completed</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noFill/>
                  </a:tcPr>
                </a:tc>
                <a:extLst>
                  <a:ext uri="{0D108BD9-81ED-4DB2-BD59-A6C34878D82A}">
                    <a16:rowId xmlns:a16="http://schemas.microsoft.com/office/drawing/2014/main" val="971395462"/>
                  </a:ext>
                </a:extLst>
              </a:tr>
              <a:tr h="332701">
                <a:tc>
                  <a:txBody>
                    <a:bodyPr/>
                    <a:lstStyle/>
                    <a:p>
                      <a:pPr algn="ctr"/>
                      <a:r>
                        <a:rPr lang="en-AU" sz="1100" b="0" dirty="0">
                          <a:solidFill>
                            <a:srgbClr val="6E7178"/>
                          </a:solidFill>
                          <a:latin typeface="Poppins"/>
                        </a:rPr>
                        <a:t>9</a:t>
                      </a:r>
                      <a:endParaRPr sz="1100" b="0" dirty="0">
                        <a:solidFill>
                          <a:srgbClr val="6E7178"/>
                        </a:solidFill>
                        <a:latin typeface="Poppins"/>
                      </a:endParaRP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12700">
                      <a:solidFill>
                        <a:srgbClr val="3D3C3C"/>
                      </a:solidFill>
                    </a:lnB>
                    <a:noFill/>
                  </a:tcPr>
                </a:tc>
                <a:tc>
                  <a:txBody>
                    <a:bodyPr/>
                    <a:lstStyle/>
                    <a:p>
                      <a:pPr algn="l"/>
                      <a:r>
                        <a:rPr lang="en-AU" sz="1100" b="0" dirty="0">
                          <a:solidFill>
                            <a:srgbClr val="6E7178"/>
                          </a:solidFill>
                          <a:latin typeface="Poppins"/>
                        </a:rPr>
                        <a:t>Rolling Stock and Station Design</a:t>
                      </a:r>
                      <a:endParaRPr sz="1100" b="0" dirty="0">
                        <a:solidFill>
                          <a:srgbClr val="6E7178"/>
                        </a:solidFill>
                        <a:latin typeface="Poppins"/>
                      </a:endParaRP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12700">
                      <a:solidFill>
                        <a:srgbClr val="3D3C3C"/>
                      </a:solidFill>
                    </a:lnB>
                    <a:noFill/>
                  </a:tcPr>
                </a:tc>
                <a:tc>
                  <a:txBody>
                    <a:bodyPr/>
                    <a:lstStyle/>
                    <a:p>
                      <a:pPr algn="l"/>
                      <a:r>
                        <a:rPr sz="1100" b="0" dirty="0">
                          <a:solidFill>
                            <a:srgbClr val="6E7178"/>
                          </a:solidFill>
                          <a:latin typeface="Poppins"/>
                        </a:rPr>
                        <a:t>Workshop 2</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12700">
                      <a:solidFill>
                        <a:srgbClr val="3D3C3C"/>
                      </a:solidFill>
                    </a:lnB>
                    <a:noFill/>
                  </a:tcPr>
                </a:tc>
                <a:tc>
                  <a:txBody>
                    <a:bodyPr/>
                    <a:lstStyle/>
                    <a:p>
                      <a:pPr marL="0" algn="l" defTabSz="914400" rtl="0" eaLnBrk="1" latinLnBrk="0" hangingPunct="1"/>
                      <a:r>
                        <a:rPr lang="en-AU" sz="1100" b="0" kern="1200" dirty="0">
                          <a:solidFill>
                            <a:srgbClr val="6E7178"/>
                          </a:solidFill>
                          <a:latin typeface="Poppins"/>
                          <a:ea typeface="+mn-ea"/>
                          <a:cs typeface="+mn-cs"/>
                        </a:rPr>
                        <a:t>Wed 21 Oct</a:t>
                      </a:r>
                      <a:endParaRPr sz="1100" b="0" kern="1200" dirty="0">
                        <a:solidFill>
                          <a:srgbClr val="6E7178"/>
                        </a:solidFill>
                        <a:latin typeface="Poppins"/>
                        <a:ea typeface="+mn-ea"/>
                        <a:cs typeface="+mn-cs"/>
                      </a:endParaRP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12700">
                      <a:solidFill>
                        <a:srgbClr val="3D3C3C"/>
                      </a:solidFill>
                    </a:lnB>
                    <a:noFill/>
                  </a:tcPr>
                </a:tc>
                <a:tc>
                  <a:txBody>
                    <a:bodyPr/>
                    <a:lstStyle/>
                    <a:p>
                      <a:pPr algn="l"/>
                      <a:r>
                        <a:rPr sz="1100" b="0" dirty="0">
                          <a:solidFill>
                            <a:srgbClr val="6E7178"/>
                          </a:solidFill>
                          <a:latin typeface="Poppins"/>
                        </a:rPr>
                        <a:t>Completed</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12700">
                      <a:solidFill>
                        <a:srgbClr val="3D3C3C"/>
                      </a:solidFill>
                    </a:lnB>
                    <a:noFill/>
                  </a:tcPr>
                </a:tc>
                <a:extLst>
                  <a:ext uri="{0D108BD9-81ED-4DB2-BD59-A6C34878D82A}">
                    <a16:rowId xmlns:a16="http://schemas.microsoft.com/office/drawing/2014/main" val="10008"/>
                  </a:ext>
                </a:extLst>
              </a:tr>
              <a:tr h="218539">
                <a:tc>
                  <a:txBody>
                    <a:bodyPr/>
                    <a:lstStyle/>
                    <a:p>
                      <a:pPr algn="ctr"/>
                      <a:r>
                        <a:rPr lang="en-AU" sz="1100" b="0" dirty="0">
                          <a:solidFill>
                            <a:srgbClr val="6E7178"/>
                          </a:solidFill>
                          <a:latin typeface="Poppins"/>
                        </a:rPr>
                        <a:t>10</a:t>
                      </a:r>
                      <a:endParaRPr sz="1100" b="0" dirty="0">
                        <a:solidFill>
                          <a:srgbClr val="6E7178"/>
                        </a:solidFill>
                        <a:latin typeface="Poppins"/>
                      </a:endParaRPr>
                    </a:p>
                  </a:txBody>
                  <a:tcPr marL="73152" marR="73152" marT="18288" marB="18288" anchor="ctr">
                    <a:lnL w="0">
                      <a:noFill/>
                    </a:lnL>
                    <a:lnR w="0">
                      <a:noFill/>
                    </a:lnR>
                    <a:lnT w="12700" cap="flat" cmpd="sng" algn="ctr">
                      <a:solidFill>
                        <a:srgbClr val="3D3C3C"/>
                      </a:solidFill>
                      <a:prstDash val="solid"/>
                      <a:round/>
                      <a:headEnd type="none" w="med" len="med"/>
                      <a:tailEnd type="none" w="med" len="med"/>
                    </a:lnT>
                    <a:lnB w="9525">
                      <a:solidFill>
                        <a:srgbClr val="D9DBE0"/>
                      </a:solidFill>
                    </a:lnB>
                    <a:solidFill>
                      <a:srgbClr val="FFF6EE"/>
                    </a:solidFill>
                  </a:tcPr>
                </a:tc>
                <a:tc>
                  <a:txBody>
                    <a:bodyPr/>
                    <a:lstStyle/>
                    <a:p>
                      <a:pPr algn="l"/>
                      <a:r>
                        <a:rPr sz="1100" b="1" dirty="0">
                          <a:solidFill>
                            <a:srgbClr val="3D3C3C"/>
                          </a:solidFill>
                          <a:latin typeface="Poppins"/>
                        </a:rPr>
                        <a:t>Alignment</a:t>
                      </a:r>
                    </a:p>
                  </a:txBody>
                  <a:tcPr marL="73152" marR="73152" marT="18288" marB="18288" anchor="ctr">
                    <a:lnL w="0">
                      <a:noFill/>
                    </a:lnL>
                    <a:lnR w="0">
                      <a:noFill/>
                    </a:lnR>
                    <a:lnT w="12700" cap="flat" cmpd="sng" algn="ctr">
                      <a:solidFill>
                        <a:srgbClr val="3D3C3C"/>
                      </a:solidFill>
                      <a:prstDash val="solid"/>
                      <a:round/>
                      <a:headEnd type="none" w="med" len="med"/>
                      <a:tailEnd type="none" w="med" len="med"/>
                    </a:lnT>
                    <a:lnB w="9525">
                      <a:solidFill>
                        <a:srgbClr val="D9DBE0"/>
                      </a:solidFill>
                    </a:lnB>
                    <a:solidFill>
                      <a:srgbClr val="FFF6EE"/>
                    </a:solidFill>
                  </a:tcPr>
                </a:tc>
                <a:tc>
                  <a:txBody>
                    <a:bodyPr/>
                    <a:lstStyle/>
                    <a:p>
                      <a:pPr algn="l"/>
                      <a:r>
                        <a:rPr sz="1100" b="0">
                          <a:solidFill>
                            <a:srgbClr val="3D3C3C"/>
                          </a:solidFill>
                          <a:latin typeface="Poppins"/>
                        </a:rPr>
                        <a:t>Workshop 4</a:t>
                      </a:r>
                    </a:p>
                  </a:txBody>
                  <a:tcPr marL="73152" marR="73152" marT="18288" marB="18288" anchor="ctr">
                    <a:lnL w="0">
                      <a:noFill/>
                    </a:lnL>
                    <a:lnR w="0">
                      <a:noFill/>
                    </a:lnR>
                    <a:lnT w="12700" cap="flat" cmpd="sng" algn="ctr">
                      <a:solidFill>
                        <a:srgbClr val="3D3C3C"/>
                      </a:solidFill>
                      <a:prstDash val="solid"/>
                      <a:round/>
                      <a:headEnd type="none" w="med" len="med"/>
                      <a:tailEnd type="none" w="med" len="med"/>
                    </a:lnT>
                    <a:lnB w="9525">
                      <a:solidFill>
                        <a:srgbClr val="D9DBE0"/>
                      </a:solidFill>
                    </a:lnB>
                    <a:solidFill>
                      <a:srgbClr val="FFF6EE"/>
                    </a:solidFill>
                  </a:tcPr>
                </a:tc>
                <a:tc>
                  <a:txBody>
                    <a:bodyPr/>
                    <a:lstStyle/>
                    <a:p>
                      <a:pPr algn="l"/>
                      <a:r>
                        <a:rPr sz="1100" b="0" dirty="0">
                          <a:solidFill>
                            <a:srgbClr val="3D3C3C"/>
                          </a:solidFill>
                          <a:latin typeface="Poppins"/>
                        </a:rPr>
                        <a:t>Wed 4 Nov</a:t>
                      </a:r>
                    </a:p>
                  </a:txBody>
                  <a:tcPr marL="73152" marR="73152" marT="18288" marB="18288" anchor="ctr">
                    <a:lnL w="0">
                      <a:noFill/>
                    </a:lnL>
                    <a:lnR w="0">
                      <a:noFill/>
                    </a:lnR>
                    <a:lnT w="12700" cap="flat" cmpd="sng" algn="ctr">
                      <a:solidFill>
                        <a:srgbClr val="3D3C3C"/>
                      </a:solidFill>
                      <a:prstDash val="solid"/>
                      <a:round/>
                      <a:headEnd type="none" w="med" len="med"/>
                      <a:tailEnd type="none" w="med" len="med"/>
                    </a:lnT>
                    <a:lnB w="9525">
                      <a:solidFill>
                        <a:srgbClr val="D9DBE0"/>
                      </a:solidFill>
                    </a:lnB>
                    <a:solidFill>
                      <a:srgbClr val="FFF6EE"/>
                    </a:solidFill>
                  </a:tcPr>
                </a:tc>
                <a:tc>
                  <a:txBody>
                    <a:bodyPr/>
                    <a:lstStyle/>
                    <a:p>
                      <a:pPr algn="l"/>
                      <a:r>
                        <a:rPr sz="1100" b="1">
                          <a:solidFill>
                            <a:srgbClr val="F48047"/>
                          </a:solidFill>
                          <a:latin typeface="Poppins"/>
                        </a:rPr>
                        <a:t>Proposed</a:t>
                      </a:r>
                    </a:p>
                  </a:txBody>
                  <a:tcPr marL="73152" marR="73152" marT="18288" marB="18288" anchor="ctr">
                    <a:lnL w="0">
                      <a:noFill/>
                    </a:lnL>
                    <a:lnR w="0">
                      <a:noFill/>
                    </a:lnR>
                    <a:lnT w="12700" cap="flat" cmpd="sng" algn="ctr">
                      <a:solidFill>
                        <a:srgbClr val="3D3C3C"/>
                      </a:solidFill>
                      <a:prstDash val="solid"/>
                      <a:round/>
                      <a:headEnd type="none" w="med" len="med"/>
                      <a:tailEnd type="none" w="med" len="med"/>
                    </a:lnT>
                    <a:lnB w="9525">
                      <a:solidFill>
                        <a:srgbClr val="D9DBE0"/>
                      </a:solidFill>
                    </a:lnB>
                    <a:solidFill>
                      <a:srgbClr val="FFF6EE"/>
                    </a:solidFill>
                  </a:tcPr>
                </a:tc>
                <a:extLst>
                  <a:ext uri="{0D108BD9-81ED-4DB2-BD59-A6C34878D82A}">
                    <a16:rowId xmlns:a16="http://schemas.microsoft.com/office/drawing/2014/main" val="10009"/>
                  </a:ext>
                </a:extLst>
              </a:tr>
              <a:tr h="218539">
                <a:tc>
                  <a:txBody>
                    <a:bodyPr/>
                    <a:lstStyle/>
                    <a:p>
                      <a:pPr algn="ctr"/>
                      <a:r>
                        <a:rPr sz="1100" b="0" dirty="0">
                          <a:solidFill>
                            <a:srgbClr val="6E7178"/>
                          </a:solidFill>
                          <a:latin typeface="Poppins"/>
                        </a:rPr>
                        <a:t>1</a:t>
                      </a:r>
                      <a:r>
                        <a:rPr lang="en-AU" sz="1100" b="0" dirty="0">
                          <a:solidFill>
                            <a:srgbClr val="6E7178"/>
                          </a:solidFill>
                          <a:latin typeface="Poppins"/>
                        </a:rPr>
                        <a:t>1</a:t>
                      </a:r>
                      <a:endParaRPr sz="1100" b="0" dirty="0">
                        <a:solidFill>
                          <a:srgbClr val="6E7178"/>
                        </a:solidFill>
                        <a:latin typeface="Poppins"/>
                      </a:endParaRP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FF6EE"/>
                    </a:solidFill>
                  </a:tcPr>
                </a:tc>
                <a:tc>
                  <a:txBody>
                    <a:bodyPr/>
                    <a:lstStyle/>
                    <a:p>
                      <a:pPr algn="l"/>
                      <a:r>
                        <a:rPr sz="1100" b="1" dirty="0">
                          <a:solidFill>
                            <a:srgbClr val="3D3C3C"/>
                          </a:solidFill>
                          <a:latin typeface="Poppins"/>
                        </a:rPr>
                        <a:t>Rolling Stock and Station Design</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FF6EE"/>
                    </a:solidFill>
                  </a:tcPr>
                </a:tc>
                <a:tc>
                  <a:txBody>
                    <a:bodyPr/>
                    <a:lstStyle/>
                    <a:p>
                      <a:pPr algn="l"/>
                      <a:r>
                        <a:rPr sz="1100" b="0">
                          <a:solidFill>
                            <a:srgbClr val="3D3C3C"/>
                          </a:solidFill>
                          <a:latin typeface="Poppins"/>
                        </a:rPr>
                        <a:t>Workshop 3</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FF6EE"/>
                    </a:solidFill>
                  </a:tcPr>
                </a:tc>
                <a:tc>
                  <a:txBody>
                    <a:bodyPr/>
                    <a:lstStyle/>
                    <a:p>
                      <a:pPr algn="l"/>
                      <a:r>
                        <a:rPr sz="1100" b="0">
                          <a:solidFill>
                            <a:srgbClr val="3D3C3C"/>
                          </a:solidFill>
                          <a:latin typeface="Poppins"/>
                        </a:rPr>
                        <a:t>Thu 12 Nov</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FF6EE"/>
                    </a:solidFill>
                  </a:tcPr>
                </a:tc>
                <a:tc>
                  <a:txBody>
                    <a:bodyPr/>
                    <a:lstStyle/>
                    <a:p>
                      <a:pPr algn="l"/>
                      <a:r>
                        <a:rPr sz="1100" b="1">
                          <a:solidFill>
                            <a:srgbClr val="F48047"/>
                          </a:solidFill>
                          <a:latin typeface="Poppins"/>
                        </a:rPr>
                        <a:t>Proposed</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FF6EE"/>
                    </a:solidFill>
                  </a:tcPr>
                </a:tc>
                <a:extLst>
                  <a:ext uri="{0D108BD9-81ED-4DB2-BD59-A6C34878D82A}">
                    <a16:rowId xmlns:a16="http://schemas.microsoft.com/office/drawing/2014/main" val="10010"/>
                  </a:ext>
                </a:extLst>
              </a:tr>
              <a:tr h="218539">
                <a:tc>
                  <a:txBody>
                    <a:bodyPr/>
                    <a:lstStyle/>
                    <a:p>
                      <a:pPr algn="ctr"/>
                      <a:r>
                        <a:rPr sz="1100" b="0" dirty="0">
                          <a:solidFill>
                            <a:srgbClr val="6E7178"/>
                          </a:solidFill>
                          <a:latin typeface="Poppins"/>
                        </a:rPr>
                        <a:t>1</a:t>
                      </a:r>
                      <a:r>
                        <a:rPr lang="en-AU" sz="1100" b="0" dirty="0">
                          <a:solidFill>
                            <a:srgbClr val="6E7178"/>
                          </a:solidFill>
                          <a:latin typeface="Poppins"/>
                        </a:rPr>
                        <a:t>2</a:t>
                      </a:r>
                      <a:endParaRPr sz="1100" b="0" dirty="0">
                        <a:solidFill>
                          <a:srgbClr val="6E7178"/>
                        </a:solidFill>
                        <a:latin typeface="Poppins"/>
                      </a:endParaRP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FF6EE"/>
                    </a:solidFill>
                  </a:tcPr>
                </a:tc>
                <a:tc>
                  <a:txBody>
                    <a:bodyPr/>
                    <a:lstStyle/>
                    <a:p>
                      <a:pPr algn="l"/>
                      <a:r>
                        <a:rPr sz="1100" b="1" dirty="0">
                          <a:solidFill>
                            <a:srgbClr val="3D3C3C"/>
                          </a:solidFill>
                          <a:latin typeface="Poppins"/>
                        </a:rPr>
                        <a:t>AMF and Modern Methods of Construction</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FF6EE"/>
                    </a:solidFill>
                  </a:tcPr>
                </a:tc>
                <a:tc>
                  <a:txBody>
                    <a:bodyPr/>
                    <a:lstStyle/>
                    <a:p>
                      <a:pPr algn="l"/>
                      <a:r>
                        <a:rPr sz="1100" b="0">
                          <a:solidFill>
                            <a:srgbClr val="3D3C3C"/>
                          </a:solidFill>
                          <a:latin typeface="Poppins"/>
                        </a:rPr>
                        <a:t>Workshop 1</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FF6EE"/>
                    </a:solidFill>
                  </a:tcPr>
                </a:tc>
                <a:tc>
                  <a:txBody>
                    <a:bodyPr/>
                    <a:lstStyle/>
                    <a:p>
                      <a:pPr algn="l"/>
                      <a:r>
                        <a:rPr sz="1100" b="0" dirty="0">
                          <a:solidFill>
                            <a:srgbClr val="3D3C3C"/>
                          </a:solidFill>
                          <a:latin typeface="Poppins"/>
                        </a:rPr>
                        <a:t>Thu 12 Nov</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FF6EE"/>
                    </a:solidFill>
                  </a:tcPr>
                </a:tc>
                <a:tc>
                  <a:txBody>
                    <a:bodyPr/>
                    <a:lstStyle/>
                    <a:p>
                      <a:pPr algn="l"/>
                      <a:r>
                        <a:rPr sz="1100" b="1">
                          <a:solidFill>
                            <a:srgbClr val="F48047"/>
                          </a:solidFill>
                          <a:latin typeface="Poppins"/>
                        </a:rPr>
                        <a:t>Proposed</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FF6EE"/>
                    </a:solidFill>
                  </a:tcPr>
                </a:tc>
                <a:extLst>
                  <a:ext uri="{0D108BD9-81ED-4DB2-BD59-A6C34878D82A}">
                    <a16:rowId xmlns:a16="http://schemas.microsoft.com/office/drawing/2014/main" val="10011"/>
                  </a:ext>
                </a:extLst>
              </a:tr>
              <a:tr h="218539">
                <a:tc>
                  <a:txBody>
                    <a:bodyPr/>
                    <a:lstStyle/>
                    <a:p>
                      <a:pPr algn="ctr"/>
                      <a:r>
                        <a:rPr sz="1100" b="0" dirty="0">
                          <a:solidFill>
                            <a:srgbClr val="6E7178"/>
                          </a:solidFill>
                          <a:latin typeface="Poppins"/>
                        </a:rPr>
                        <a:t>1</a:t>
                      </a:r>
                      <a:r>
                        <a:rPr lang="en-AU" sz="1100" b="0" dirty="0">
                          <a:solidFill>
                            <a:srgbClr val="6E7178"/>
                          </a:solidFill>
                          <a:latin typeface="Poppins"/>
                        </a:rPr>
                        <a:t>3</a:t>
                      </a:r>
                      <a:endParaRPr sz="1100" b="0" dirty="0">
                        <a:solidFill>
                          <a:srgbClr val="6E7178"/>
                        </a:solidFill>
                        <a:latin typeface="Poppins"/>
                      </a:endParaRP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FF6EE"/>
                    </a:solidFill>
                  </a:tcPr>
                </a:tc>
                <a:tc>
                  <a:txBody>
                    <a:bodyPr/>
                    <a:lstStyle/>
                    <a:p>
                      <a:pPr algn="l"/>
                      <a:r>
                        <a:rPr sz="1100" b="1">
                          <a:solidFill>
                            <a:srgbClr val="3D3C3C"/>
                          </a:solidFill>
                          <a:latin typeface="Poppins"/>
                        </a:rPr>
                        <a:t>Construction and Operational Staging</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FF6EE"/>
                    </a:solidFill>
                  </a:tcPr>
                </a:tc>
                <a:tc>
                  <a:txBody>
                    <a:bodyPr/>
                    <a:lstStyle/>
                    <a:p>
                      <a:pPr algn="l"/>
                      <a:r>
                        <a:rPr sz="1100" b="0">
                          <a:solidFill>
                            <a:srgbClr val="3D3C3C"/>
                          </a:solidFill>
                          <a:latin typeface="Poppins"/>
                        </a:rPr>
                        <a:t>Workshop 1</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FF6EE"/>
                    </a:solidFill>
                  </a:tcPr>
                </a:tc>
                <a:tc>
                  <a:txBody>
                    <a:bodyPr/>
                    <a:lstStyle/>
                    <a:p>
                      <a:pPr algn="l"/>
                      <a:r>
                        <a:rPr sz="1100" b="0">
                          <a:solidFill>
                            <a:srgbClr val="3D3C3C"/>
                          </a:solidFill>
                          <a:latin typeface="Poppins"/>
                        </a:rPr>
                        <a:t>Tue 17 Nov</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FF6EE"/>
                    </a:solidFill>
                  </a:tcPr>
                </a:tc>
                <a:tc>
                  <a:txBody>
                    <a:bodyPr/>
                    <a:lstStyle/>
                    <a:p>
                      <a:pPr algn="l"/>
                      <a:r>
                        <a:rPr sz="1100" b="1" dirty="0">
                          <a:solidFill>
                            <a:srgbClr val="F48047"/>
                          </a:solidFill>
                          <a:latin typeface="Poppins"/>
                        </a:rPr>
                        <a:t>Proposed</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FF6EE"/>
                    </a:solidFill>
                  </a:tcPr>
                </a:tc>
                <a:extLst>
                  <a:ext uri="{0D108BD9-81ED-4DB2-BD59-A6C34878D82A}">
                    <a16:rowId xmlns:a16="http://schemas.microsoft.com/office/drawing/2014/main" val="10012"/>
                  </a:ext>
                </a:extLst>
              </a:tr>
              <a:tr h="218539">
                <a:tc>
                  <a:txBody>
                    <a:bodyPr/>
                    <a:lstStyle/>
                    <a:p>
                      <a:pPr algn="ctr"/>
                      <a:r>
                        <a:rPr sz="1100" b="1">
                          <a:solidFill>
                            <a:srgbClr val="EE2B7A"/>
                          </a:solidFill>
                          <a:latin typeface="Poppins"/>
                        </a:rPr>
                        <a:t>+</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DE9F1"/>
                    </a:solidFill>
                  </a:tcPr>
                </a:tc>
                <a:tc>
                  <a:txBody>
                    <a:bodyPr/>
                    <a:lstStyle/>
                    <a:p>
                      <a:pPr algn="l"/>
                      <a:r>
                        <a:rPr sz="1100" b="1" dirty="0">
                          <a:solidFill>
                            <a:srgbClr val="3D3C3C"/>
                          </a:solidFill>
                          <a:latin typeface="Poppins"/>
                        </a:rPr>
                        <a:t>Submissions: Alternate Alignment</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DE9F1"/>
                    </a:solidFill>
                  </a:tcPr>
                </a:tc>
                <a:tc>
                  <a:txBody>
                    <a:bodyPr/>
                    <a:lstStyle/>
                    <a:p>
                      <a:pPr algn="l"/>
                      <a:r>
                        <a:rPr sz="1100" b="0" dirty="0">
                          <a:solidFill>
                            <a:srgbClr val="3D3C3C"/>
                          </a:solidFill>
                          <a:latin typeface="Poppins"/>
                        </a:rPr>
                        <a:t>2 submissions</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DE9F1"/>
                    </a:solidFill>
                  </a:tcPr>
                </a:tc>
                <a:tc>
                  <a:txBody>
                    <a:bodyPr/>
                    <a:lstStyle/>
                    <a:p>
                      <a:pPr algn="l"/>
                      <a:r>
                        <a:rPr sz="1100" b="0">
                          <a:solidFill>
                            <a:srgbClr val="3D3C3C"/>
                          </a:solidFill>
                          <a:latin typeface="Poppins"/>
                        </a:rPr>
                        <a:t>28 and 30 Oct</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DE9F1"/>
                    </a:solidFill>
                  </a:tcPr>
                </a:tc>
                <a:tc>
                  <a:txBody>
                    <a:bodyPr/>
                    <a:lstStyle/>
                    <a:p>
                      <a:pPr algn="l"/>
                      <a:r>
                        <a:rPr sz="1100" b="1" dirty="0">
                          <a:solidFill>
                            <a:srgbClr val="EE2B7A"/>
                          </a:solidFill>
                          <a:latin typeface="Poppins"/>
                        </a:rPr>
                        <a:t>Proposed</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DE9F1"/>
                    </a:solidFill>
                  </a:tcPr>
                </a:tc>
                <a:extLst>
                  <a:ext uri="{0D108BD9-81ED-4DB2-BD59-A6C34878D82A}">
                    <a16:rowId xmlns:a16="http://schemas.microsoft.com/office/drawing/2014/main" val="10013"/>
                  </a:ext>
                </a:extLst>
              </a:tr>
              <a:tr h="218539">
                <a:tc>
                  <a:txBody>
                    <a:bodyPr/>
                    <a:lstStyle/>
                    <a:p>
                      <a:pPr algn="ctr"/>
                      <a:r>
                        <a:rPr sz="1100" b="1">
                          <a:solidFill>
                            <a:srgbClr val="EE2B7A"/>
                          </a:solidFill>
                          <a:latin typeface="Poppins"/>
                        </a:rPr>
                        <a:t>+</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DE9F1"/>
                    </a:solidFill>
                  </a:tcPr>
                </a:tc>
                <a:tc>
                  <a:txBody>
                    <a:bodyPr/>
                    <a:lstStyle/>
                    <a:p>
                      <a:pPr algn="l"/>
                      <a:r>
                        <a:rPr lang="en-AU" sz="1100" b="1" dirty="0">
                          <a:solidFill>
                            <a:srgbClr val="3D3C3C"/>
                          </a:solidFill>
                          <a:latin typeface="Poppins"/>
                        </a:rPr>
                        <a:t>Further </a:t>
                      </a:r>
                      <a:r>
                        <a:rPr sz="1100" b="1" dirty="0">
                          <a:solidFill>
                            <a:srgbClr val="3D3C3C"/>
                          </a:solidFill>
                          <a:latin typeface="Poppins"/>
                        </a:rPr>
                        <a:t>Submission</a:t>
                      </a:r>
                      <a:r>
                        <a:rPr lang="en-AU" sz="1100" b="1" dirty="0">
                          <a:solidFill>
                            <a:srgbClr val="3D3C3C"/>
                          </a:solidFill>
                          <a:latin typeface="Poppins"/>
                        </a:rPr>
                        <a:t>s</a:t>
                      </a:r>
                      <a:endParaRPr sz="1100" b="1" dirty="0">
                        <a:solidFill>
                          <a:srgbClr val="3D3C3C"/>
                        </a:solidFill>
                        <a:latin typeface="Poppins"/>
                      </a:endParaRP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DE9F1"/>
                    </a:solidFill>
                  </a:tcPr>
                </a:tc>
                <a:tc>
                  <a:txBody>
                    <a:bodyPr/>
                    <a:lstStyle/>
                    <a:p>
                      <a:pPr algn="l"/>
                      <a:r>
                        <a:rPr sz="1100" b="0" dirty="0">
                          <a:solidFill>
                            <a:srgbClr val="3D3C3C"/>
                          </a:solidFill>
                          <a:latin typeface="Poppins"/>
                        </a:rPr>
                        <a:t>1</a:t>
                      </a:r>
                      <a:r>
                        <a:rPr lang="en-AU" sz="1100" b="0" dirty="0">
                          <a:solidFill>
                            <a:srgbClr val="3D3C3C"/>
                          </a:solidFill>
                          <a:latin typeface="Poppins"/>
                        </a:rPr>
                        <a:t>-2 </a:t>
                      </a:r>
                      <a:r>
                        <a:rPr sz="1100" b="0" dirty="0">
                          <a:solidFill>
                            <a:srgbClr val="3D3C3C"/>
                          </a:solidFill>
                          <a:latin typeface="Poppins"/>
                        </a:rPr>
                        <a:t>submission</a:t>
                      </a:r>
                      <a:r>
                        <a:rPr lang="en-AU" sz="1100" b="0" dirty="0">
                          <a:solidFill>
                            <a:srgbClr val="3D3C3C"/>
                          </a:solidFill>
                          <a:latin typeface="Poppins"/>
                        </a:rPr>
                        <a:t>s</a:t>
                      </a:r>
                      <a:endParaRPr sz="1100" b="0" dirty="0">
                        <a:solidFill>
                          <a:srgbClr val="3D3C3C"/>
                        </a:solidFill>
                        <a:latin typeface="Poppins"/>
                      </a:endParaRP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DE9F1"/>
                    </a:solidFill>
                  </a:tcPr>
                </a:tc>
                <a:tc>
                  <a:txBody>
                    <a:bodyPr/>
                    <a:lstStyle/>
                    <a:p>
                      <a:pPr algn="l"/>
                      <a:r>
                        <a:rPr sz="1100" b="0" dirty="0">
                          <a:solidFill>
                            <a:srgbClr val="3D3C3C"/>
                          </a:solidFill>
                          <a:latin typeface="Poppins"/>
                        </a:rPr>
                        <a:t>Thu 19 Nov</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DE9F1"/>
                    </a:solidFill>
                  </a:tcPr>
                </a:tc>
                <a:tc>
                  <a:txBody>
                    <a:bodyPr/>
                    <a:lstStyle/>
                    <a:p>
                      <a:pPr algn="l"/>
                      <a:r>
                        <a:rPr sz="1100" b="1" dirty="0">
                          <a:solidFill>
                            <a:srgbClr val="EE2B7A"/>
                          </a:solidFill>
                          <a:latin typeface="Poppins"/>
                        </a:rPr>
                        <a:t>Proposed</a:t>
                      </a:r>
                    </a:p>
                  </a:txBody>
                  <a:tcPr marL="73152" marR="73152" marT="18288" marB="18288" anchor="ctr">
                    <a:lnL w="0">
                      <a:noFill/>
                    </a:lnL>
                    <a:lnR w="0">
                      <a:noFill/>
                    </a:lnR>
                    <a:lnT w="9525" cap="flat" cmpd="sng" algn="ctr">
                      <a:solidFill>
                        <a:srgbClr val="D9DBE0"/>
                      </a:solidFill>
                      <a:prstDash val="solid"/>
                      <a:round/>
                      <a:headEnd type="none" w="med" len="med"/>
                      <a:tailEnd type="none" w="med" len="med"/>
                    </a:lnT>
                    <a:lnB w="9525">
                      <a:solidFill>
                        <a:srgbClr val="D9DBE0"/>
                      </a:solidFill>
                    </a:lnB>
                    <a:solidFill>
                      <a:srgbClr val="FDE9F1"/>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658368"/>
            <a:ext cx="11094415" cy="640080"/>
          </a:xfrm>
          <a:prstGeom prst="rect">
            <a:avLst/>
          </a:prstGeom>
          <a:noFill/>
          <a:ln/>
        </p:spPr>
        <p:txBody>
          <a:bodyPr wrap="square" lIns="0" tIns="0" rIns="0" bIns="0" rtlCol="0" anchor="t"/>
          <a:lstStyle/>
          <a:p>
            <a:r>
              <a:rPr lang="en-AU" dirty="0"/>
              <a:t>What we have heard and seen through the C&amp;V Phase</a:t>
            </a:r>
            <a:endParaRPr lang="en-US" sz="2800" dirty="0"/>
          </a:p>
        </p:txBody>
      </p:sp>
      <p:sp>
        <p:nvSpPr>
          <p:cNvPr id="32"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FFFFFF"/>
                </a:solidFill>
                <a:effectLst/>
                <a:uLnTx/>
                <a:uFillTx/>
                <a:latin typeface="Poppi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a:ln>
                <a:noFill/>
              </a:ln>
              <a:solidFill>
                <a:srgbClr val="FFFFFF"/>
              </a:solidFill>
              <a:effectLst/>
              <a:uLnTx/>
              <a:uFillTx/>
              <a:latin typeface="Poppins"/>
              <a:ea typeface="+mn-ea"/>
              <a:cs typeface="+mn-cs"/>
            </a:endParaRPr>
          </a:p>
        </p:txBody>
      </p:sp>
      <p:sp>
        <p:nvSpPr>
          <p:cNvPr id="33" name="TextBox 32"/>
          <p:cNvSpPr txBox="1"/>
          <p:nvPr/>
        </p:nvSpPr>
        <p:spPr>
          <a:xfrm>
            <a:off x="548640" y="1234440"/>
            <a:ext cx="11091672" cy="365760"/>
          </a:xfrm>
          <a:prstGeom prst="rect">
            <a:avLst/>
          </a:prstGeom>
          <a:noFill/>
        </p:spPr>
        <p:txBody>
          <a:bodyPr wrap="square" lIns="0" tIns="0" rIns="0" bIns="0" anchor="t">
            <a:spAutoFit/>
          </a:bodyPr>
          <a:lstStyle/>
          <a:p>
            <a:pPr algn="l"/>
            <a:r>
              <a:rPr sz="1400" b="0" i="0">
                <a:solidFill>
                  <a:srgbClr val="6E7178"/>
                </a:solidFill>
                <a:latin typeface="Poppins"/>
              </a:rPr>
              <a:t>The JV has made strong progress. A few changes now will set the team up well for the ECI Phase.</a:t>
            </a:r>
          </a:p>
        </p:txBody>
      </p:sp>
      <p:sp>
        <p:nvSpPr>
          <p:cNvPr id="34" name="TextBox 33"/>
          <p:cNvSpPr txBox="1"/>
          <p:nvPr/>
        </p:nvSpPr>
        <p:spPr>
          <a:xfrm>
            <a:off x="548640" y="1828800"/>
            <a:ext cx="3566160" cy="215444"/>
          </a:xfrm>
          <a:prstGeom prst="rect">
            <a:avLst/>
          </a:prstGeom>
          <a:noFill/>
        </p:spPr>
        <p:txBody>
          <a:bodyPr wrap="square" lIns="0" tIns="0" rIns="0" bIns="0" anchor="t">
            <a:spAutoFit/>
          </a:bodyPr>
          <a:lstStyle/>
          <a:p>
            <a:pPr algn="l"/>
            <a:r>
              <a:rPr sz="1400" b="1" i="0" dirty="0">
                <a:solidFill>
                  <a:srgbClr val="2EB88A"/>
                </a:solidFill>
                <a:latin typeface="Poppins"/>
              </a:rPr>
              <a:t>WHAT IS WORKING</a:t>
            </a:r>
          </a:p>
        </p:txBody>
      </p:sp>
      <p:cxnSp>
        <p:nvCxnSpPr>
          <p:cNvPr id="35" name="Connector 34"/>
          <p:cNvCxnSpPr/>
          <p:nvPr/>
        </p:nvCxnSpPr>
        <p:spPr>
          <a:xfrm>
            <a:off x="548640" y="2130552"/>
            <a:ext cx="3566160" cy="0"/>
          </a:xfrm>
          <a:prstGeom prst="line">
            <a:avLst/>
          </a:prstGeom>
          <a:ln w="12700">
            <a:solidFill>
              <a:srgbClr val="3D3C3C"/>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48640" y="2286000"/>
            <a:ext cx="3566160" cy="769441"/>
          </a:xfrm>
          <a:prstGeom prst="rect">
            <a:avLst/>
          </a:prstGeom>
          <a:noFill/>
        </p:spPr>
        <p:txBody>
          <a:bodyPr wrap="square" lIns="0" tIns="0" rIns="0" bIns="0" anchor="t">
            <a:spAutoFit/>
          </a:bodyPr>
          <a:lstStyle/>
          <a:p>
            <a:pPr algn="l"/>
            <a:r>
              <a:rPr lang="en-US" sz="1400" b="1" i="0" dirty="0">
                <a:solidFill>
                  <a:srgbClr val="3D3C3C"/>
                </a:solidFill>
                <a:latin typeface="Poppins"/>
              </a:rPr>
              <a:t>A capable, confident team</a:t>
            </a:r>
          </a:p>
          <a:p>
            <a:pPr algn="l"/>
            <a:r>
              <a:rPr lang="en-US" sz="1200" b="0" i="0" dirty="0">
                <a:solidFill>
                  <a:srgbClr val="6E7178"/>
                </a:solidFill>
                <a:latin typeface="Poppins"/>
              </a:rPr>
              <a:t>The </a:t>
            </a:r>
            <a:r>
              <a:rPr lang="en-US" sz="1200" b="0" i="0" dirty="0" err="1">
                <a:solidFill>
                  <a:srgbClr val="6E7178"/>
                </a:solidFill>
                <a:latin typeface="Poppins"/>
              </a:rPr>
              <a:t>GoFar</a:t>
            </a:r>
            <a:r>
              <a:rPr lang="en-US" sz="1200" b="0" i="0" dirty="0">
                <a:solidFill>
                  <a:srgbClr val="6E7178"/>
                </a:solidFill>
                <a:latin typeface="Poppins"/>
              </a:rPr>
              <a:t> team is putting a strong front forward, presenting confidently and communicating well in fron</a:t>
            </a:r>
            <a:r>
              <a:rPr lang="en-US" sz="1200" dirty="0">
                <a:solidFill>
                  <a:srgbClr val="6E7178"/>
                </a:solidFill>
                <a:latin typeface="Poppins"/>
              </a:rPr>
              <a:t>t of HSRA.</a:t>
            </a:r>
            <a:endParaRPr lang="en-US" sz="1200" b="0" i="0" dirty="0">
              <a:solidFill>
                <a:srgbClr val="6E7178"/>
              </a:solidFill>
              <a:latin typeface="Poppins"/>
            </a:endParaRPr>
          </a:p>
        </p:txBody>
      </p:sp>
      <p:cxnSp>
        <p:nvCxnSpPr>
          <p:cNvPr id="37" name="Connector 36"/>
          <p:cNvCxnSpPr/>
          <p:nvPr/>
        </p:nvCxnSpPr>
        <p:spPr>
          <a:xfrm>
            <a:off x="548640" y="3193146"/>
            <a:ext cx="3566160"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48640" y="3302874"/>
            <a:ext cx="3566160" cy="769441"/>
          </a:xfrm>
          <a:prstGeom prst="rect">
            <a:avLst/>
          </a:prstGeom>
          <a:noFill/>
        </p:spPr>
        <p:txBody>
          <a:bodyPr wrap="square" lIns="0" tIns="0" rIns="0" bIns="0" anchor="t">
            <a:spAutoFit/>
          </a:bodyPr>
          <a:lstStyle/>
          <a:p>
            <a:pPr algn="l"/>
            <a:r>
              <a:rPr sz="1400" b="1" i="0">
                <a:solidFill>
                  <a:srgbClr val="3D3C3C"/>
                </a:solidFill>
                <a:latin typeface="Poppins"/>
              </a:rPr>
              <a:t>Clear, simple messages</a:t>
            </a:r>
          </a:p>
          <a:p>
            <a:pPr algn="l"/>
            <a:r>
              <a:rPr sz="1200" b="0" i="0">
                <a:solidFill>
                  <a:srgbClr val="6E7178"/>
                </a:solidFill>
                <a:latin typeface="Poppins"/>
              </a:rPr>
              <a:t>Distilling technical material into a few client-relevant points helped HSRA adopt our thinking.</a:t>
            </a:r>
          </a:p>
        </p:txBody>
      </p:sp>
      <p:cxnSp>
        <p:nvCxnSpPr>
          <p:cNvPr id="39" name="Connector 38"/>
          <p:cNvCxnSpPr/>
          <p:nvPr/>
        </p:nvCxnSpPr>
        <p:spPr>
          <a:xfrm>
            <a:off x="548640" y="4222638"/>
            <a:ext cx="3566160"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48640" y="4332367"/>
            <a:ext cx="3566160" cy="584775"/>
          </a:xfrm>
          <a:prstGeom prst="rect">
            <a:avLst/>
          </a:prstGeom>
          <a:noFill/>
        </p:spPr>
        <p:txBody>
          <a:bodyPr wrap="square" lIns="0" tIns="0" rIns="0" bIns="0" anchor="t">
            <a:spAutoFit/>
          </a:bodyPr>
          <a:lstStyle/>
          <a:p>
            <a:pPr algn="l"/>
            <a:r>
              <a:rPr sz="1400" b="1" i="0" dirty="0">
                <a:solidFill>
                  <a:srgbClr val="3D3C3C"/>
                </a:solidFill>
                <a:latin typeface="Poppins"/>
              </a:rPr>
              <a:t>A strong presence</a:t>
            </a:r>
          </a:p>
          <a:p>
            <a:pPr algn="l"/>
            <a:r>
              <a:rPr sz="1200" b="0" i="0" dirty="0">
                <a:solidFill>
                  <a:srgbClr val="6E7178"/>
                </a:solidFill>
                <a:latin typeface="Poppins"/>
              </a:rPr>
              <a:t>Engaged, consistent body language made </a:t>
            </a:r>
            <a:r>
              <a:rPr sz="1200" b="0" i="0" dirty="0" err="1">
                <a:solidFill>
                  <a:srgbClr val="6E7178"/>
                </a:solidFill>
                <a:latin typeface="Poppins"/>
              </a:rPr>
              <a:t>GoFar</a:t>
            </a:r>
            <a:r>
              <a:rPr sz="1200" b="0" i="0" dirty="0">
                <a:solidFill>
                  <a:srgbClr val="6E7178"/>
                </a:solidFill>
                <a:latin typeface="Poppins"/>
              </a:rPr>
              <a:t> visibly the strongest ECI partner.</a:t>
            </a:r>
          </a:p>
        </p:txBody>
      </p:sp>
      <p:sp>
        <p:nvSpPr>
          <p:cNvPr id="41" name="TextBox 40"/>
          <p:cNvSpPr txBox="1"/>
          <p:nvPr/>
        </p:nvSpPr>
        <p:spPr>
          <a:xfrm>
            <a:off x="4526280" y="1828800"/>
            <a:ext cx="7114032" cy="215444"/>
          </a:xfrm>
          <a:prstGeom prst="rect">
            <a:avLst/>
          </a:prstGeom>
          <a:noFill/>
        </p:spPr>
        <p:txBody>
          <a:bodyPr wrap="square" lIns="0" tIns="0" rIns="0" bIns="0" anchor="t">
            <a:spAutoFit/>
          </a:bodyPr>
          <a:lstStyle/>
          <a:p>
            <a:pPr algn="l"/>
            <a:r>
              <a:rPr sz="1400" b="1" i="0">
                <a:solidFill>
                  <a:schemeClr val="accent3"/>
                </a:solidFill>
                <a:latin typeface="Poppins"/>
              </a:rPr>
              <a:t>WHAT NEEDS TO CHANGE BEFORE THE ECI</a:t>
            </a:r>
          </a:p>
        </p:txBody>
      </p:sp>
      <p:cxnSp>
        <p:nvCxnSpPr>
          <p:cNvPr id="42" name="Connector 41"/>
          <p:cNvCxnSpPr/>
          <p:nvPr/>
        </p:nvCxnSpPr>
        <p:spPr>
          <a:xfrm>
            <a:off x="4526280" y="2130552"/>
            <a:ext cx="7114032" cy="0"/>
          </a:xfrm>
          <a:prstGeom prst="line">
            <a:avLst/>
          </a:prstGeom>
          <a:ln w="12700">
            <a:solidFill>
              <a:srgbClr val="3D3C3C"/>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526280" y="2286000"/>
            <a:ext cx="2011680" cy="215444"/>
          </a:xfrm>
          <a:prstGeom prst="rect">
            <a:avLst/>
          </a:prstGeom>
          <a:noFill/>
        </p:spPr>
        <p:txBody>
          <a:bodyPr wrap="square" lIns="0" tIns="0" rIns="0" bIns="0" anchor="t">
            <a:spAutoFit/>
          </a:bodyPr>
          <a:lstStyle/>
          <a:p>
            <a:pPr algn="l"/>
            <a:r>
              <a:rPr sz="1400" b="1" i="0">
                <a:solidFill>
                  <a:srgbClr val="3D3C3C"/>
                </a:solidFill>
                <a:latin typeface="Poppins"/>
              </a:rPr>
              <a:t>A one-team culture</a:t>
            </a:r>
          </a:p>
        </p:txBody>
      </p:sp>
      <p:sp>
        <p:nvSpPr>
          <p:cNvPr id="44" name="TextBox 43"/>
          <p:cNvSpPr txBox="1"/>
          <p:nvPr/>
        </p:nvSpPr>
        <p:spPr>
          <a:xfrm>
            <a:off x="6629400" y="2286000"/>
            <a:ext cx="5010912" cy="738664"/>
          </a:xfrm>
          <a:prstGeom prst="rect">
            <a:avLst/>
          </a:prstGeom>
          <a:noFill/>
        </p:spPr>
        <p:txBody>
          <a:bodyPr wrap="square" lIns="0" tIns="0" rIns="0" bIns="0" anchor="t">
            <a:spAutoFit/>
          </a:bodyPr>
          <a:lstStyle/>
          <a:p>
            <a:pPr algn="l"/>
            <a:r>
              <a:rPr sz="1200" b="0" i="0">
                <a:solidFill>
                  <a:srgbClr val="3D3C3C"/>
                </a:solidFill>
                <a:latin typeface="Poppins"/>
              </a:rPr>
              <a:t>The team works well together, but nothing yet ties the JV together as one team. The move to 100 Arthur Street is a great first step; a shared activity outside the office would help solidify that culture.</a:t>
            </a:r>
          </a:p>
        </p:txBody>
      </p:sp>
      <p:cxnSp>
        <p:nvCxnSpPr>
          <p:cNvPr id="45" name="Connector 44"/>
          <p:cNvCxnSpPr/>
          <p:nvPr/>
        </p:nvCxnSpPr>
        <p:spPr>
          <a:xfrm>
            <a:off x="4526280" y="3189362"/>
            <a:ext cx="7114032"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4526280" y="3280802"/>
            <a:ext cx="2011680" cy="430887"/>
          </a:xfrm>
          <a:prstGeom prst="rect">
            <a:avLst/>
          </a:prstGeom>
          <a:noFill/>
        </p:spPr>
        <p:txBody>
          <a:bodyPr wrap="square" lIns="0" tIns="0" rIns="0" bIns="0" anchor="t">
            <a:spAutoFit/>
          </a:bodyPr>
          <a:lstStyle/>
          <a:p>
            <a:pPr algn="l"/>
            <a:r>
              <a:rPr sz="1400" b="1" i="0">
                <a:solidFill>
                  <a:srgbClr val="3D3C3C"/>
                </a:solidFill>
                <a:latin typeface="Poppins"/>
              </a:rPr>
              <a:t>Front-loaded preparation</a:t>
            </a:r>
          </a:p>
        </p:txBody>
      </p:sp>
      <p:sp>
        <p:nvSpPr>
          <p:cNvPr id="47" name="TextBox 46"/>
          <p:cNvSpPr txBox="1"/>
          <p:nvPr/>
        </p:nvSpPr>
        <p:spPr>
          <a:xfrm>
            <a:off x="6629400" y="3280802"/>
            <a:ext cx="5010912" cy="738664"/>
          </a:xfrm>
          <a:prstGeom prst="rect">
            <a:avLst/>
          </a:prstGeom>
          <a:noFill/>
        </p:spPr>
        <p:txBody>
          <a:bodyPr wrap="square" lIns="0" tIns="0" rIns="0" bIns="0" anchor="t">
            <a:spAutoFit/>
          </a:bodyPr>
          <a:lstStyle/>
          <a:p>
            <a:pPr algn="l"/>
            <a:r>
              <a:rPr sz="1200" b="0" i="0">
                <a:solidFill>
                  <a:srgbClr val="3D3C3C"/>
                </a:solidFill>
                <a:latin typeface="Poppins"/>
              </a:rPr>
              <a:t>Day-before prep sessions leave little room to change anything and lead to late nights. In our approach, content is locked two days out, leaving the final two days for rehearsal and minor tweaks. This should be the ECI standard.</a:t>
            </a:r>
          </a:p>
        </p:txBody>
      </p:sp>
      <p:cxnSp>
        <p:nvCxnSpPr>
          <p:cNvPr id="48" name="Connector 47"/>
          <p:cNvCxnSpPr/>
          <p:nvPr/>
        </p:nvCxnSpPr>
        <p:spPr>
          <a:xfrm>
            <a:off x="4526280" y="4218853"/>
            <a:ext cx="7114032"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526280" y="4310293"/>
            <a:ext cx="2011680" cy="215444"/>
          </a:xfrm>
          <a:prstGeom prst="rect">
            <a:avLst/>
          </a:prstGeom>
          <a:noFill/>
        </p:spPr>
        <p:txBody>
          <a:bodyPr wrap="square" lIns="0" tIns="0" rIns="0" bIns="0" anchor="t">
            <a:spAutoFit/>
          </a:bodyPr>
          <a:lstStyle/>
          <a:p>
            <a:pPr algn="l"/>
            <a:r>
              <a:rPr sz="1400" b="1" i="0">
                <a:solidFill>
                  <a:srgbClr val="3D3C3C"/>
                </a:solidFill>
                <a:latin typeface="Poppins"/>
              </a:rPr>
              <a:t>One agreed position</a:t>
            </a:r>
          </a:p>
        </p:txBody>
      </p:sp>
      <p:sp>
        <p:nvSpPr>
          <p:cNvPr id="50" name="TextBox 49"/>
          <p:cNvSpPr txBox="1"/>
          <p:nvPr/>
        </p:nvSpPr>
        <p:spPr>
          <a:xfrm>
            <a:off x="6629400" y="4310293"/>
            <a:ext cx="5010912" cy="369332"/>
          </a:xfrm>
          <a:prstGeom prst="rect">
            <a:avLst/>
          </a:prstGeom>
          <a:noFill/>
        </p:spPr>
        <p:txBody>
          <a:bodyPr wrap="square" lIns="0" tIns="0" rIns="0" bIns="0" anchor="t">
            <a:spAutoFit/>
          </a:bodyPr>
          <a:lstStyle/>
          <a:p>
            <a:pPr algn="l"/>
            <a:r>
              <a:rPr sz="1200" b="0" i="0">
                <a:solidFill>
                  <a:srgbClr val="3D3C3C"/>
                </a:solidFill>
                <a:latin typeface="Poppins"/>
              </a:rPr>
              <a:t>Share a weekly update on the latest design position, and raise concerns early rather than defaulting to yes.</a:t>
            </a:r>
          </a:p>
        </p:txBody>
      </p:sp>
      <p:cxnSp>
        <p:nvCxnSpPr>
          <p:cNvPr id="51" name="Connector 50"/>
          <p:cNvCxnSpPr/>
          <p:nvPr/>
        </p:nvCxnSpPr>
        <p:spPr>
          <a:xfrm>
            <a:off x="4526280" y="5050639"/>
            <a:ext cx="7114032"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4526280" y="5142079"/>
            <a:ext cx="2011680" cy="215444"/>
          </a:xfrm>
          <a:prstGeom prst="rect">
            <a:avLst/>
          </a:prstGeom>
          <a:noFill/>
        </p:spPr>
        <p:txBody>
          <a:bodyPr wrap="square" lIns="0" tIns="0" rIns="0" bIns="0" anchor="t">
            <a:spAutoFit/>
          </a:bodyPr>
          <a:lstStyle/>
          <a:p>
            <a:pPr algn="l"/>
            <a:r>
              <a:rPr sz="1400" b="1" i="0">
                <a:solidFill>
                  <a:srgbClr val="3D3C3C"/>
                </a:solidFill>
                <a:latin typeface="Poppins"/>
              </a:rPr>
              <a:t>Focus and continuity</a:t>
            </a:r>
          </a:p>
        </p:txBody>
      </p:sp>
      <p:sp>
        <p:nvSpPr>
          <p:cNvPr id="53" name="TextBox 52"/>
          <p:cNvSpPr txBox="1"/>
          <p:nvPr/>
        </p:nvSpPr>
        <p:spPr>
          <a:xfrm>
            <a:off x="6629400" y="5142079"/>
            <a:ext cx="5010912" cy="369332"/>
          </a:xfrm>
          <a:prstGeom prst="rect">
            <a:avLst/>
          </a:prstGeom>
          <a:noFill/>
        </p:spPr>
        <p:txBody>
          <a:bodyPr wrap="square" lIns="0" tIns="0" rIns="0" bIns="0" anchor="t">
            <a:spAutoFit/>
          </a:bodyPr>
          <a:lstStyle/>
          <a:p>
            <a:pPr algn="l"/>
            <a:r>
              <a:rPr sz="1200" b="0" i="0">
                <a:solidFill>
                  <a:srgbClr val="3D3C3C"/>
                </a:solidFill>
                <a:latin typeface="Poppins"/>
              </a:rPr>
              <a:t>Track HSRA's requests in one place, keep consistent faces across sessions, and present a few focused slides with detail in reserve.</a:t>
            </a:r>
          </a:p>
        </p:txBody>
      </p:sp>
      <p:cxnSp>
        <p:nvCxnSpPr>
          <p:cNvPr id="2" name="Connector 38">
            <a:extLst>
              <a:ext uri="{FF2B5EF4-FFF2-40B4-BE49-F238E27FC236}">
                <a16:creationId xmlns:a16="http://schemas.microsoft.com/office/drawing/2014/main" id="{7D598B09-AC70-A192-5DF6-10D50C5F0AB9}"/>
              </a:ext>
            </a:extLst>
          </p:cNvPr>
          <p:cNvCxnSpPr/>
          <p:nvPr/>
        </p:nvCxnSpPr>
        <p:spPr>
          <a:xfrm>
            <a:off x="548640" y="5044962"/>
            <a:ext cx="3566160"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120D4094-51FC-A2E7-377C-8B3C8F4A899B}"/>
              </a:ext>
            </a:extLst>
          </p:cNvPr>
          <p:cNvSpPr txBox="1"/>
          <p:nvPr/>
        </p:nvSpPr>
        <p:spPr>
          <a:xfrm>
            <a:off x="548640" y="5154691"/>
            <a:ext cx="3566160" cy="584775"/>
          </a:xfrm>
          <a:prstGeom prst="rect">
            <a:avLst/>
          </a:prstGeom>
          <a:noFill/>
        </p:spPr>
        <p:txBody>
          <a:bodyPr wrap="square" lIns="0" tIns="0" rIns="0" bIns="0" anchor="t">
            <a:spAutoFit/>
          </a:bodyPr>
          <a:lstStyle/>
          <a:p>
            <a:r>
              <a:rPr lang="en-US" sz="1400" b="1" dirty="0">
                <a:solidFill>
                  <a:srgbClr val="3D3C3C"/>
                </a:solidFill>
              </a:rPr>
              <a:t>Context before the solution</a:t>
            </a:r>
          </a:p>
          <a:p>
            <a:r>
              <a:rPr lang="en-US" sz="1200" dirty="0">
                <a:solidFill>
                  <a:srgbClr val="6E7178"/>
                </a:solidFill>
              </a:rPr>
              <a:t>Framing each idea around HSRA's needs made complex proposals easy to support.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658368"/>
            <a:ext cx="11094415" cy="640080"/>
          </a:xfrm>
          <a:prstGeom prst="rect">
            <a:avLst/>
          </a:prstGeom>
          <a:noFill/>
          <a:ln/>
        </p:spPr>
        <p:txBody>
          <a:bodyPr wrap="square" lIns="0" tIns="0" rIns="0" bIns="0" rtlCol="0" anchor="t"/>
          <a:lstStyle/>
          <a:p>
            <a:pPr marL="0" indent="0" algn="l">
              <a:buNone/>
            </a:pPr>
            <a:r>
              <a:rPr lang="en-US" sz="2800" b="1" dirty="0">
                <a:solidFill>
                  <a:schemeClr val="tx1"/>
                </a:solidFill>
              </a:rPr>
              <a:t>Realignment when the ECI Phase begins will set the team up for success</a:t>
            </a:r>
            <a:endParaRPr lang="en-US" sz="2800" dirty="0"/>
          </a:p>
        </p:txBody>
      </p:sp>
      <p:sp>
        <p:nvSpPr>
          <p:cNvPr id="4" name="Text 2"/>
          <p:cNvSpPr txBox="1"/>
          <p:nvPr/>
        </p:nvSpPr>
        <p:spPr>
          <a:xfrm>
            <a:off x="548640" y="1664208"/>
            <a:ext cx="11094415"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E2B7A"/>
                </a:solidFill>
                <a:effectLst/>
                <a:uLnTx/>
                <a:uFillTx/>
                <a:latin typeface="Poppins"/>
                <a:ea typeface="+mn-ea"/>
                <a:cs typeface="+mn-cs"/>
              </a:rPr>
              <a:t>No other ECI partner is taking this step. </a:t>
            </a:r>
            <a:endParaRPr kumimoji="0" lang="en-US" sz="1400" b="0" i="0" u="none" strike="noStrike" kern="1200" cap="none" spc="0" normalizeH="0" baseline="0" noProof="0" dirty="0">
              <a:ln>
                <a:noFill/>
              </a:ln>
              <a:solidFill>
                <a:srgbClr val="3D3C3C"/>
              </a:solidFill>
              <a:effectLst/>
              <a:uLnTx/>
              <a:uFillTx/>
              <a:latin typeface="Poppins"/>
              <a:ea typeface="+mn-ea"/>
              <a:cs typeface="+mn-cs"/>
            </a:endParaRPr>
            <a:r>
              <a:rPr kumimoji="0" lang="en-US" sz="1400" b="0" i="0" u="none" strike="noStrike" kern="1200" cap="none" spc="0" normalizeH="0" baseline="0" noProof="0" dirty="0">
                <a:ln>
                  <a:noFill/>
                </a:ln>
                <a:solidFill>
                  <a:srgbClr val="6E7178"/>
                </a:solidFill>
                <a:effectLst/>
                <a:uLnTx/>
                <a:uFillTx/>
                <a:latin typeface="Poppins"/>
                <a:ea typeface="+mn-ea"/>
                <a:cs typeface="+mn-cs"/>
              </a:rPr>
              <a:t>It will give GoFar one team and one clear strategy from day one.</a:t>
            </a:r>
          </a:p>
        </p:txBody>
      </p:sp>
      <p:sp>
        <p:nvSpPr>
          <p:cNvPr id="5" name="Shape 3"/>
          <p:cNvSpPr/>
          <p:nvPr/>
        </p:nvSpPr>
        <p:spPr>
          <a:xfrm>
            <a:off x="548640" y="2103120"/>
            <a:ext cx="5364328" cy="3840480"/>
          </a:xfrm>
          <a:prstGeom prst="rect">
            <a:avLst/>
          </a:prstGeom>
          <a:solidFill>
            <a:srgbClr val="FFF6ED"/>
          </a:solidFill>
          <a:ln w="12700">
            <a:solidFill>
              <a:srgbClr val="FFF6E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3D3C3C"/>
              </a:solidFill>
              <a:effectLst/>
              <a:uLnTx/>
              <a:uFillTx/>
              <a:latin typeface="Poppins"/>
              <a:ea typeface="+mn-ea"/>
              <a:cs typeface="+mn-cs"/>
            </a:endParaRPr>
          </a:p>
        </p:txBody>
      </p:sp>
      <p:sp>
        <p:nvSpPr>
          <p:cNvPr id="6" name="Text 4"/>
          <p:cNvSpPr/>
          <p:nvPr/>
        </p:nvSpPr>
        <p:spPr>
          <a:xfrm>
            <a:off x="868680" y="2423160"/>
            <a:ext cx="502920" cy="502920"/>
          </a:xfrm>
          <a:prstGeom prst="ellipse">
            <a:avLst/>
          </a:prstGeom>
          <a:solidFill>
            <a:srgbClr val="F48047"/>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Poppins"/>
                <a:ea typeface="+mn-ea"/>
                <a:cs typeface="+mn-cs"/>
              </a:rPr>
              <a:t>1</a:t>
            </a:r>
            <a:endParaRPr kumimoji="0" lang="en-US" sz="1800" b="0" i="0" u="none" strike="noStrike" kern="1200" cap="none" spc="0" normalizeH="0" baseline="0" noProof="0" dirty="0">
              <a:ln>
                <a:noFill/>
              </a:ln>
              <a:solidFill>
                <a:srgbClr val="3D3C3C"/>
              </a:solidFill>
              <a:effectLst/>
              <a:uLnTx/>
              <a:uFillTx/>
              <a:latin typeface="Poppins"/>
              <a:ea typeface="+mn-ea"/>
              <a:cs typeface="+mn-cs"/>
            </a:endParaRPr>
          </a:p>
        </p:txBody>
      </p:sp>
      <p:sp>
        <p:nvSpPr>
          <p:cNvPr id="7" name="Text 5"/>
          <p:cNvSpPr txBox="1"/>
          <p:nvPr/>
        </p:nvSpPr>
        <p:spPr>
          <a:xfrm>
            <a:off x="1542206" y="2377440"/>
            <a:ext cx="435848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3D3C3C"/>
                </a:solidFill>
                <a:effectLst/>
                <a:uLnTx/>
                <a:uFillTx/>
                <a:latin typeface="Poppins"/>
                <a:ea typeface="+mn-ea"/>
                <a:cs typeface="+mn-cs"/>
              </a:rPr>
              <a:t>Reflection and JV Alignment</a:t>
            </a:r>
            <a:endParaRPr kumimoji="0" lang="en-US" sz="1650" b="0" i="0" u="none" strike="noStrike" kern="1200" cap="none" spc="0" normalizeH="0" baseline="0" noProof="0" dirty="0">
              <a:ln>
                <a:noFill/>
              </a:ln>
              <a:solidFill>
                <a:srgbClr val="3D3C3C"/>
              </a:solidFill>
              <a:effectLst/>
              <a:uLnTx/>
              <a:uFillTx/>
              <a:latin typeface="Poppins"/>
              <a:ea typeface="+mn-ea"/>
              <a:cs typeface="+mn-cs"/>
            </a:endParaRPr>
          </a:p>
        </p:txBody>
      </p:sp>
      <p:sp>
        <p:nvSpPr>
          <p:cNvPr id="8" name="Text 6"/>
          <p:cNvSpPr txBox="1"/>
          <p:nvPr/>
        </p:nvSpPr>
        <p:spPr>
          <a:xfrm>
            <a:off x="1554480" y="2743200"/>
            <a:ext cx="4084168"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E7178"/>
                </a:solidFill>
                <a:effectLst/>
                <a:uLnTx/>
                <a:uFillTx/>
                <a:latin typeface="Poppins"/>
                <a:ea typeface="+mn-ea"/>
                <a:cs typeface="+mn-cs"/>
              </a:rPr>
              <a:t>Reflecting through an external and an internal lens</a:t>
            </a:r>
            <a:endParaRPr kumimoji="0" lang="en-US" sz="1200" b="0" i="0" u="none" strike="noStrike" kern="1200" cap="none" spc="0" normalizeH="0" baseline="0" noProof="0" dirty="0">
              <a:ln>
                <a:noFill/>
              </a:ln>
              <a:solidFill>
                <a:srgbClr val="3D3C3C"/>
              </a:solidFill>
              <a:effectLst/>
              <a:uLnTx/>
              <a:uFillTx/>
              <a:latin typeface="Poppins"/>
              <a:ea typeface="+mn-ea"/>
              <a:cs typeface="+mn-cs"/>
            </a:endParaRPr>
          </a:p>
        </p:txBody>
      </p:sp>
      <p:sp>
        <p:nvSpPr>
          <p:cNvPr id="9" name="Text 7"/>
          <p:cNvSpPr txBox="1"/>
          <p:nvPr/>
        </p:nvSpPr>
        <p:spPr>
          <a:xfrm>
            <a:off x="868680" y="3291840"/>
            <a:ext cx="4724248"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48047"/>
                </a:solidFill>
                <a:effectLst/>
                <a:uLnTx/>
                <a:uFillTx/>
                <a:latin typeface="Poppins"/>
                <a:ea typeface="+mn-ea"/>
                <a:cs typeface="+mn-cs"/>
              </a:rPr>
              <a:t>External lens</a:t>
            </a:r>
            <a:endParaRPr kumimoji="0" lang="en-US" sz="1300" b="0" i="0" u="none" strike="noStrike" kern="1200" cap="none" spc="0" normalizeH="0" baseline="0" noProof="0" dirty="0">
              <a:ln>
                <a:noFill/>
              </a:ln>
              <a:solidFill>
                <a:srgbClr val="3D3C3C"/>
              </a:solidFill>
              <a:effectLst/>
              <a:uLnTx/>
              <a:uFillTx/>
              <a:latin typeface="Poppi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3D3C3C"/>
                </a:solidFill>
                <a:effectLst/>
                <a:uLnTx/>
                <a:uFillTx/>
                <a:latin typeface="Poppins"/>
                <a:ea typeface="+mn-ea"/>
                <a:cs typeface="+mn-cs"/>
              </a:rPr>
              <a:t>What we now know about HSRA, its priorities and how it assesses partners</a:t>
            </a:r>
          </a:p>
        </p:txBody>
      </p:sp>
      <p:sp>
        <p:nvSpPr>
          <p:cNvPr id="10" name="Text 8"/>
          <p:cNvSpPr txBox="1"/>
          <p:nvPr/>
        </p:nvSpPr>
        <p:spPr>
          <a:xfrm>
            <a:off x="868680" y="4114800"/>
            <a:ext cx="4724248"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48047"/>
                </a:solidFill>
                <a:effectLst/>
                <a:uLnTx/>
                <a:uFillTx/>
                <a:latin typeface="Poppins"/>
                <a:ea typeface="+mn-ea"/>
                <a:cs typeface="+mn-cs"/>
              </a:rPr>
              <a:t>Internal lens</a:t>
            </a:r>
            <a:endParaRPr kumimoji="0" lang="en-US" sz="1300" b="0" i="0" u="none" strike="noStrike" kern="1200" cap="none" spc="0" normalizeH="0" baseline="0" noProof="0" dirty="0">
              <a:ln>
                <a:noFill/>
              </a:ln>
              <a:solidFill>
                <a:srgbClr val="3D3C3C"/>
              </a:solidFill>
              <a:effectLst/>
              <a:uLnTx/>
              <a:uFillTx/>
              <a:latin typeface="Poppi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3D3C3C"/>
                </a:solidFill>
                <a:effectLst/>
                <a:uLnTx/>
                <a:uFillTx/>
                <a:latin typeface="Poppins"/>
                <a:ea typeface="+mn-ea"/>
                <a:cs typeface="+mn-cs"/>
              </a:rPr>
              <a:t>How the JV has worked together, and the cultural alignment needed for 2027</a:t>
            </a:r>
          </a:p>
        </p:txBody>
      </p:sp>
      <p:sp>
        <p:nvSpPr>
          <p:cNvPr id="11" name="Shape 9"/>
          <p:cNvSpPr/>
          <p:nvPr/>
        </p:nvSpPr>
        <p:spPr>
          <a:xfrm>
            <a:off x="868680" y="5029200"/>
            <a:ext cx="4724248" cy="640080"/>
          </a:xfrm>
          <a:prstGeom prst="rect">
            <a:avLst/>
          </a:prstGeom>
          <a:solidFill>
            <a:srgbClr val="FFFFFF"/>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3D3C3C"/>
              </a:solidFill>
              <a:effectLst/>
              <a:uLnTx/>
              <a:uFillTx/>
              <a:latin typeface="Poppins"/>
              <a:ea typeface="+mn-ea"/>
              <a:cs typeface="+mn-cs"/>
            </a:endParaRPr>
          </a:p>
        </p:txBody>
      </p:sp>
      <p:sp>
        <p:nvSpPr>
          <p:cNvPr id="12" name="Text 10"/>
          <p:cNvSpPr txBox="1"/>
          <p:nvPr/>
        </p:nvSpPr>
        <p:spPr>
          <a:xfrm>
            <a:off x="1051560" y="5029200"/>
            <a:ext cx="4358488"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48047"/>
                </a:solidFill>
                <a:effectLst/>
                <a:uLnTx/>
                <a:uFillTx/>
                <a:latin typeface="Poppins"/>
                <a:ea typeface="+mn-ea"/>
                <a:cs typeface="+mn-cs"/>
              </a:rPr>
              <a:t>Outcome  </a:t>
            </a:r>
            <a:r>
              <a:rPr kumimoji="0" lang="en-US" sz="1300" b="0" i="0" u="none" strike="noStrike" kern="1200" cap="none" spc="0" normalizeH="0" baseline="0" noProof="0" dirty="0">
                <a:ln>
                  <a:noFill/>
                </a:ln>
                <a:solidFill>
                  <a:srgbClr val="3D3C3C"/>
                </a:solidFill>
                <a:effectLst/>
                <a:uLnTx/>
                <a:uFillTx/>
                <a:latin typeface="Poppins"/>
                <a:ea typeface="+mn-ea"/>
                <a:cs typeface="+mn-cs"/>
              </a:rPr>
              <a:t>A shared view of HSRA and agreed ways of working</a:t>
            </a:r>
          </a:p>
        </p:txBody>
      </p:sp>
      <p:sp>
        <p:nvSpPr>
          <p:cNvPr id="13" name="Shape 11"/>
          <p:cNvSpPr/>
          <p:nvPr/>
        </p:nvSpPr>
        <p:spPr>
          <a:xfrm>
            <a:off x="6278728" y="2103120"/>
            <a:ext cx="5364328" cy="3840480"/>
          </a:xfrm>
          <a:prstGeom prst="rect">
            <a:avLst/>
          </a:prstGeom>
          <a:solidFill>
            <a:srgbClr val="FDEAF2"/>
          </a:solidFill>
          <a:ln w="12700">
            <a:solidFill>
              <a:srgbClr val="FDEA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3D3C3C"/>
              </a:solidFill>
              <a:effectLst/>
              <a:uLnTx/>
              <a:uFillTx/>
              <a:latin typeface="Poppins"/>
              <a:ea typeface="+mn-ea"/>
              <a:cs typeface="+mn-cs"/>
            </a:endParaRPr>
          </a:p>
        </p:txBody>
      </p:sp>
      <p:sp>
        <p:nvSpPr>
          <p:cNvPr id="14" name="Text 12"/>
          <p:cNvSpPr/>
          <p:nvPr/>
        </p:nvSpPr>
        <p:spPr>
          <a:xfrm>
            <a:off x="6598768" y="2423160"/>
            <a:ext cx="502920" cy="502920"/>
          </a:xfrm>
          <a:prstGeom prst="ellipse">
            <a:avLst/>
          </a:prstGeom>
          <a:solidFill>
            <a:srgbClr val="EE2B7A"/>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Poppins"/>
                <a:ea typeface="+mn-ea"/>
                <a:cs typeface="+mn-cs"/>
              </a:rPr>
              <a:t>2</a:t>
            </a:r>
            <a:endParaRPr kumimoji="0" lang="en-US" sz="1800" b="0" i="0" u="none" strike="noStrike" kern="1200" cap="none" spc="0" normalizeH="0" baseline="0" noProof="0" dirty="0">
              <a:ln>
                <a:noFill/>
              </a:ln>
              <a:solidFill>
                <a:srgbClr val="3D3C3C"/>
              </a:solidFill>
              <a:effectLst/>
              <a:uLnTx/>
              <a:uFillTx/>
              <a:latin typeface="Poppins"/>
              <a:ea typeface="+mn-ea"/>
              <a:cs typeface="+mn-cs"/>
            </a:endParaRPr>
          </a:p>
        </p:txBody>
      </p:sp>
      <p:sp>
        <p:nvSpPr>
          <p:cNvPr id="15" name="Text 13"/>
          <p:cNvSpPr txBox="1"/>
          <p:nvPr/>
        </p:nvSpPr>
        <p:spPr>
          <a:xfrm>
            <a:off x="7284568" y="2377440"/>
            <a:ext cx="417560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3D3C3C"/>
                </a:solidFill>
                <a:effectLst/>
                <a:uLnTx/>
                <a:uFillTx/>
                <a:latin typeface="Poppins"/>
                <a:ea typeface="+mn-ea"/>
                <a:cs typeface="+mn-cs"/>
              </a:rPr>
              <a:t>Strategy to Win</a:t>
            </a:r>
            <a:endParaRPr kumimoji="0" lang="en-US" sz="1650" b="0" i="0" u="none" strike="noStrike" kern="1200" cap="none" spc="0" normalizeH="0" baseline="0" noProof="0" dirty="0">
              <a:ln>
                <a:noFill/>
              </a:ln>
              <a:solidFill>
                <a:srgbClr val="3D3C3C"/>
              </a:solidFill>
              <a:effectLst/>
              <a:uLnTx/>
              <a:uFillTx/>
              <a:latin typeface="Poppins"/>
              <a:ea typeface="+mn-ea"/>
              <a:cs typeface="+mn-cs"/>
            </a:endParaRPr>
          </a:p>
        </p:txBody>
      </p:sp>
      <p:sp>
        <p:nvSpPr>
          <p:cNvPr id="16" name="Text 14"/>
          <p:cNvSpPr txBox="1"/>
          <p:nvPr/>
        </p:nvSpPr>
        <p:spPr>
          <a:xfrm>
            <a:off x="7284568" y="2743200"/>
            <a:ext cx="4084168"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E7178"/>
                </a:solidFill>
                <a:effectLst/>
                <a:uLnTx/>
                <a:uFillTx/>
                <a:latin typeface="Poppins"/>
                <a:ea typeface="+mn-ea"/>
                <a:cs typeface="+mn-cs"/>
              </a:rPr>
              <a:t>Defining how GoFar will compete in the ECI Phase</a:t>
            </a:r>
            <a:endParaRPr kumimoji="0" lang="en-US" sz="1200" b="0" i="0" u="none" strike="noStrike" kern="1200" cap="none" spc="0" normalizeH="0" baseline="0" noProof="0" dirty="0">
              <a:ln>
                <a:noFill/>
              </a:ln>
              <a:solidFill>
                <a:srgbClr val="3D3C3C"/>
              </a:solidFill>
              <a:effectLst/>
              <a:uLnTx/>
              <a:uFillTx/>
              <a:latin typeface="Poppins"/>
              <a:ea typeface="+mn-ea"/>
              <a:cs typeface="+mn-cs"/>
            </a:endParaRPr>
          </a:p>
        </p:txBody>
      </p:sp>
      <p:sp>
        <p:nvSpPr>
          <p:cNvPr id="17" name="Text 15"/>
          <p:cNvSpPr txBox="1"/>
          <p:nvPr/>
        </p:nvSpPr>
        <p:spPr>
          <a:xfrm>
            <a:off x="6598768" y="3291840"/>
            <a:ext cx="4724248"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E2B7A"/>
                </a:solidFill>
                <a:effectLst/>
                <a:uLnTx/>
                <a:uFillTx/>
                <a:latin typeface="Poppins"/>
                <a:ea typeface="+mn-ea"/>
                <a:cs typeface="+mn-cs"/>
              </a:rPr>
              <a:t>Positioning</a:t>
            </a:r>
            <a:endParaRPr kumimoji="0" lang="en-US" sz="1300" b="0" i="0" u="none" strike="noStrike" kern="1200" cap="none" spc="0" normalizeH="0" baseline="0" noProof="0" dirty="0">
              <a:ln>
                <a:noFill/>
              </a:ln>
              <a:solidFill>
                <a:srgbClr val="3D3C3C"/>
              </a:solidFill>
              <a:effectLst/>
              <a:uLnTx/>
              <a:uFillTx/>
              <a:latin typeface="Poppi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3D3C3C"/>
                </a:solidFill>
                <a:effectLst/>
                <a:uLnTx/>
                <a:uFillTx/>
                <a:latin typeface="Poppins"/>
                <a:ea typeface="+mn-ea"/>
                <a:cs typeface="+mn-cs"/>
              </a:rPr>
              <a:t>Win themes and GoFar's unique selling proposition</a:t>
            </a:r>
          </a:p>
        </p:txBody>
      </p:sp>
      <p:sp>
        <p:nvSpPr>
          <p:cNvPr id="18" name="Text 16"/>
          <p:cNvSpPr txBox="1"/>
          <p:nvPr/>
        </p:nvSpPr>
        <p:spPr>
          <a:xfrm>
            <a:off x="6598768" y="4041648"/>
            <a:ext cx="4724248"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E2B7A"/>
                </a:solidFill>
                <a:effectLst/>
                <a:uLnTx/>
                <a:uFillTx/>
                <a:latin typeface="Poppins"/>
                <a:ea typeface="+mn-ea"/>
                <a:cs typeface="+mn-cs"/>
              </a:rPr>
              <a:t>Competitors</a:t>
            </a:r>
            <a:endParaRPr kumimoji="0" lang="en-US" sz="1300" b="0" i="0" u="none" strike="noStrike" kern="1200" cap="none" spc="0" normalizeH="0" baseline="0" noProof="0" dirty="0">
              <a:ln>
                <a:noFill/>
              </a:ln>
              <a:solidFill>
                <a:srgbClr val="3D3C3C"/>
              </a:solidFill>
              <a:effectLst/>
              <a:uLnTx/>
              <a:uFillTx/>
              <a:latin typeface="Poppi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3D3C3C"/>
                </a:solidFill>
                <a:effectLst/>
                <a:uLnTx/>
                <a:uFillTx/>
                <a:latin typeface="Poppins"/>
                <a:ea typeface="+mn-ea"/>
                <a:cs typeface="+mn-cs"/>
              </a:rPr>
              <a:t>A map of the other ECI partners, their strengths and likely approach</a:t>
            </a:r>
          </a:p>
        </p:txBody>
      </p:sp>
      <p:sp>
        <p:nvSpPr>
          <p:cNvPr id="19" name="Shape 17"/>
          <p:cNvSpPr/>
          <p:nvPr/>
        </p:nvSpPr>
        <p:spPr>
          <a:xfrm>
            <a:off x="6598768" y="5029200"/>
            <a:ext cx="4724248" cy="640080"/>
          </a:xfrm>
          <a:prstGeom prst="rect">
            <a:avLst/>
          </a:prstGeom>
          <a:solidFill>
            <a:srgbClr val="FFFFFF"/>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3D3C3C"/>
              </a:solidFill>
              <a:effectLst/>
              <a:uLnTx/>
              <a:uFillTx/>
              <a:latin typeface="Poppins"/>
              <a:ea typeface="+mn-ea"/>
              <a:cs typeface="+mn-cs"/>
            </a:endParaRPr>
          </a:p>
        </p:txBody>
      </p:sp>
      <p:sp>
        <p:nvSpPr>
          <p:cNvPr id="20" name="Text 18"/>
          <p:cNvSpPr txBox="1"/>
          <p:nvPr/>
        </p:nvSpPr>
        <p:spPr>
          <a:xfrm>
            <a:off x="6781648" y="5029200"/>
            <a:ext cx="4358488"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E2B7A"/>
                </a:solidFill>
                <a:effectLst/>
                <a:uLnTx/>
                <a:uFillTx/>
                <a:latin typeface="Poppins"/>
                <a:ea typeface="+mn-ea"/>
                <a:cs typeface="+mn-cs"/>
              </a:rPr>
              <a:t>Outcome  </a:t>
            </a:r>
            <a:r>
              <a:rPr kumimoji="0" lang="en-US" sz="1300" b="0" i="0" u="none" strike="noStrike" kern="1200" cap="none" spc="0" normalizeH="0" baseline="0" noProof="0" dirty="0">
                <a:ln>
                  <a:noFill/>
                </a:ln>
                <a:solidFill>
                  <a:srgbClr val="3D3C3C"/>
                </a:solidFill>
                <a:effectLst/>
                <a:uLnTx/>
                <a:uFillTx/>
                <a:latin typeface="Poppins"/>
                <a:ea typeface="+mn-ea"/>
                <a:cs typeface="+mn-cs"/>
              </a:rPr>
              <a:t>A clear ECI strategy and key messages</a:t>
            </a:r>
          </a:p>
        </p:txBody>
      </p:sp>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FFFFFF"/>
                </a:solidFill>
                <a:effectLst/>
                <a:uLnTx/>
                <a:uFillTx/>
                <a:latin typeface="Poppi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a:ln>
                <a:noFill/>
              </a:ln>
              <a:solidFill>
                <a:srgbClr val="FFFFFF"/>
              </a:solidFill>
              <a:effectLst/>
              <a:uLnTx/>
              <a:uFillTx/>
              <a:latin typeface="Poppins"/>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658368"/>
            <a:ext cx="11269343" cy="640080"/>
          </a:xfrm>
          <a:prstGeom prst="rect">
            <a:avLst/>
          </a:prstGeom>
          <a:noFill/>
          <a:ln/>
        </p:spPr>
        <p:txBody>
          <a:bodyPr wrap="square" lIns="0" tIns="0" rIns="0" bIns="0" rtlCol="0" anchor="t"/>
          <a:lstStyle/>
          <a:p>
            <a:pPr marL="0" indent="0" algn="l">
              <a:buNone/>
            </a:pPr>
            <a:r>
              <a:rPr lang="en-US" sz="2800" b="1" dirty="0">
                <a:solidFill>
                  <a:schemeClr val="tx1"/>
                </a:solidFill>
              </a:rPr>
              <a:t>Supporting GoFar in whatever it needs through the ECI Phase</a:t>
            </a:r>
            <a:endParaRPr lang="en-US" sz="2800" dirty="0"/>
          </a:p>
        </p:txBody>
      </p:sp>
      <p:sp>
        <p:nvSpPr>
          <p:cNvPr id="42" name="Slide Number Placeholder 0"/>
          <p:cNvSpPr>
            <a:spLocks noGrp="1"/>
          </p:cNvSpPr>
          <p:nvPr>
            <p:ph type="sldNum" sz="quarter" idx="4294967295"/>
          </p:nvPr>
        </p:nvSpPr>
        <p:spPr>
          <a:xfrm>
            <a:off x="11256264"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FFFFFF"/>
                </a:solidFill>
                <a:effectLst/>
                <a:uLnTx/>
                <a:uFillTx/>
                <a:latin typeface="Poppi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000" b="0" i="0" u="none" strike="noStrike" kern="1200" cap="none" spc="0" normalizeH="0" baseline="0" noProof="0">
              <a:ln>
                <a:noFill/>
              </a:ln>
              <a:solidFill>
                <a:srgbClr val="FFFFFF"/>
              </a:solidFill>
              <a:effectLst/>
              <a:uLnTx/>
              <a:uFillTx/>
              <a:latin typeface="Poppins"/>
              <a:ea typeface="+mn-ea"/>
              <a:cs typeface="+mn-cs"/>
            </a:endParaRPr>
          </a:p>
        </p:txBody>
      </p:sp>
      <p:sp>
        <p:nvSpPr>
          <p:cNvPr id="43" name="TextBox 42"/>
          <p:cNvSpPr txBox="1"/>
          <p:nvPr/>
        </p:nvSpPr>
        <p:spPr>
          <a:xfrm>
            <a:off x="548640" y="1234440"/>
            <a:ext cx="11091672" cy="502920"/>
          </a:xfrm>
          <a:prstGeom prst="rect">
            <a:avLst/>
          </a:prstGeom>
          <a:noFill/>
        </p:spPr>
        <p:txBody>
          <a:bodyPr wrap="square" anchor="t" lIns="0" rIns="0" tIns="0" bIns="0">
            <a:spAutoFit/>
          </a:bodyPr>
          <a:lstStyle/>
          <a:p>
            <a:r>
              <a:rPr sz="1300" b="0" i="0">
                <a:solidFill>
                  <a:srgbClr val="6E7178"/>
                </a:solidFill>
                <a:latin typeface="Poppins"/>
              </a:rPr>
              <a:t>We will work alongside the team wherever we add the most value. Every interactive follows the same simple approach, focused on the outcome at each stage.</a:t>
            </a:r>
          </a:p>
        </p:txBody>
      </p:sp>
      <p:sp>
        <p:nvSpPr>
          <p:cNvPr id="44" name="TextBox 43"/>
          <p:cNvSpPr txBox="1"/>
          <p:nvPr/>
        </p:nvSpPr>
        <p:spPr>
          <a:xfrm>
            <a:off x="548640" y="1920240"/>
            <a:ext cx="1998878" cy="502920"/>
          </a:xfrm>
          <a:prstGeom prst="rect">
            <a:avLst/>
          </a:prstGeom>
          <a:noFill/>
        </p:spPr>
        <p:txBody>
          <a:bodyPr wrap="square" anchor="t" lIns="0" rIns="0" tIns="0" bIns="0">
            <a:spAutoFit/>
          </a:bodyPr>
          <a:lstStyle/>
          <a:p>
            <a:r>
              <a:rPr sz="2600" b="1" i="0">
                <a:solidFill>
                  <a:srgbClr val="F48047"/>
                </a:solidFill>
                <a:latin typeface="Poppins"/>
              </a:rPr>
              <a:t>01</a:t>
            </a:r>
          </a:p>
        </p:txBody>
      </p:sp>
      <p:sp>
        <p:nvSpPr>
          <p:cNvPr id="45" name="TextBox 44"/>
          <p:cNvSpPr txBox="1"/>
          <p:nvPr/>
        </p:nvSpPr>
        <p:spPr>
          <a:xfrm>
            <a:off x="548640" y="2468880"/>
            <a:ext cx="1998878" cy="365760"/>
          </a:xfrm>
          <a:prstGeom prst="rect">
            <a:avLst/>
          </a:prstGeom>
          <a:noFill/>
        </p:spPr>
        <p:txBody>
          <a:bodyPr wrap="square" anchor="t" lIns="0" rIns="0" tIns="0" bIns="0">
            <a:spAutoFit/>
          </a:bodyPr>
          <a:lstStyle/>
          <a:p>
            <a:r>
              <a:rPr sz="1700" b="1" i="0">
                <a:solidFill>
                  <a:srgbClr val="3D3C3C"/>
                </a:solidFill>
                <a:latin typeface="Poppins"/>
              </a:rPr>
              <a:t>Prepare</a:t>
            </a:r>
          </a:p>
        </p:txBody>
      </p:sp>
      <p:cxnSp>
        <p:nvCxnSpPr>
          <p:cNvPr id="46" name="Connector 45"/>
          <p:cNvCxnSpPr/>
          <p:nvPr/>
        </p:nvCxnSpPr>
        <p:spPr>
          <a:xfrm>
            <a:off x="548640" y="2926080"/>
            <a:ext cx="1998878" cy="0"/>
          </a:xfrm>
          <a:prstGeom prst="line">
            <a:avLst/>
          </a:prstGeom>
          <a:ln w="12700">
            <a:solidFill>
              <a:srgbClr val="3D3C3C"/>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48640" y="3063240"/>
            <a:ext cx="1998878" cy="256032"/>
          </a:xfrm>
          <a:prstGeom prst="rect">
            <a:avLst/>
          </a:prstGeom>
          <a:noFill/>
        </p:spPr>
        <p:txBody>
          <a:bodyPr wrap="square" anchor="t" lIns="0" rIns="0" tIns="0" bIns="0">
            <a:spAutoFit/>
          </a:bodyPr>
          <a:lstStyle/>
          <a:p>
            <a:r>
              <a:rPr sz="1000" b="1" i="0" spc="150">
                <a:solidFill>
                  <a:srgbClr val="F48047"/>
                </a:solidFill>
                <a:latin typeface="Poppins"/>
              </a:rPr>
              <a:t>OUTCOME</a:t>
            </a:r>
          </a:p>
        </p:txBody>
      </p:sp>
      <p:sp>
        <p:nvSpPr>
          <p:cNvPr id="48" name="TextBox 47"/>
          <p:cNvSpPr txBox="1"/>
          <p:nvPr/>
        </p:nvSpPr>
        <p:spPr>
          <a:xfrm>
            <a:off x="548640" y="3337560"/>
            <a:ext cx="1998878" cy="1051560"/>
          </a:xfrm>
          <a:prstGeom prst="rect">
            <a:avLst/>
          </a:prstGeom>
          <a:noFill/>
        </p:spPr>
        <p:txBody>
          <a:bodyPr wrap="square" anchor="t" lIns="0" rIns="0" tIns="0" bIns="0">
            <a:spAutoFit/>
          </a:bodyPr>
          <a:lstStyle/>
          <a:p>
            <a:r>
              <a:rPr sz="1400" b="1" i="0">
                <a:solidFill>
                  <a:srgbClr val="3D3C3C"/>
                </a:solidFill>
                <a:latin typeface="Poppins"/>
              </a:rPr>
              <a:t>A clear purpose the whole team understands</a:t>
            </a:r>
          </a:p>
        </p:txBody>
      </p:sp>
      <p:sp>
        <p:nvSpPr>
          <p:cNvPr id="49" name="TextBox 48"/>
          <p:cNvSpPr txBox="1"/>
          <p:nvPr/>
        </p:nvSpPr>
        <p:spPr>
          <a:xfrm>
            <a:off x="548640" y="4480560"/>
            <a:ext cx="1998878" cy="256032"/>
          </a:xfrm>
          <a:prstGeom prst="rect">
            <a:avLst/>
          </a:prstGeom>
          <a:noFill/>
        </p:spPr>
        <p:txBody>
          <a:bodyPr wrap="square" anchor="t" lIns="0" rIns="0" tIns="0" bIns="0">
            <a:spAutoFit/>
          </a:bodyPr>
          <a:lstStyle/>
          <a:p>
            <a:r>
              <a:rPr sz="1000" b="1" i="0" spc="150">
                <a:solidFill>
                  <a:srgbClr val="6E7178"/>
                </a:solidFill>
                <a:latin typeface="Poppins"/>
              </a:rPr>
              <a:t>WHAT WE DO</a:t>
            </a:r>
          </a:p>
        </p:txBody>
      </p:sp>
      <p:sp>
        <p:nvSpPr>
          <p:cNvPr id="50" name="TextBox 49"/>
          <p:cNvSpPr txBox="1"/>
          <p:nvPr/>
        </p:nvSpPr>
        <p:spPr>
          <a:xfrm>
            <a:off x="548640" y="4754880"/>
            <a:ext cx="1998878" cy="685800"/>
          </a:xfrm>
          <a:prstGeom prst="rect">
            <a:avLst/>
          </a:prstGeom>
          <a:noFill/>
        </p:spPr>
        <p:txBody>
          <a:bodyPr wrap="square" anchor="t" lIns="0" rIns="0" tIns="0" bIns="0">
            <a:spAutoFit/>
          </a:bodyPr>
          <a:lstStyle/>
          <a:p>
            <a:r>
              <a:rPr sz="1100" b="0" i="0">
                <a:solidFill>
                  <a:srgbClr val="6E7178"/>
                </a:solidFill>
                <a:latin typeface="Poppins"/>
              </a:rPr>
              <a:t>Agree objectives and what HSRA needs from us</a:t>
            </a:r>
          </a:p>
        </p:txBody>
      </p:sp>
      <p:cxnSp>
        <p:nvCxnSpPr>
          <p:cNvPr id="51" name="Connector 50"/>
          <p:cNvCxnSpPr/>
          <p:nvPr/>
        </p:nvCxnSpPr>
        <p:spPr>
          <a:xfrm>
            <a:off x="2684678" y="1965960"/>
            <a:ext cx="0" cy="342900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2821838" y="1920240"/>
            <a:ext cx="1998878" cy="502920"/>
          </a:xfrm>
          <a:prstGeom prst="rect">
            <a:avLst/>
          </a:prstGeom>
          <a:noFill/>
        </p:spPr>
        <p:txBody>
          <a:bodyPr wrap="square" anchor="t" lIns="0" rIns="0" tIns="0" bIns="0">
            <a:spAutoFit/>
          </a:bodyPr>
          <a:lstStyle/>
          <a:p>
            <a:r>
              <a:rPr sz="2600" b="1" i="0">
                <a:solidFill>
                  <a:srgbClr val="0E98D7"/>
                </a:solidFill>
                <a:latin typeface="Poppins"/>
              </a:rPr>
              <a:t>02</a:t>
            </a:r>
          </a:p>
        </p:txBody>
      </p:sp>
      <p:sp>
        <p:nvSpPr>
          <p:cNvPr id="53" name="TextBox 52"/>
          <p:cNvSpPr txBox="1"/>
          <p:nvPr/>
        </p:nvSpPr>
        <p:spPr>
          <a:xfrm>
            <a:off x="2821838" y="2468880"/>
            <a:ext cx="1998878" cy="365760"/>
          </a:xfrm>
          <a:prstGeom prst="rect">
            <a:avLst/>
          </a:prstGeom>
          <a:noFill/>
        </p:spPr>
        <p:txBody>
          <a:bodyPr wrap="square" anchor="t" lIns="0" rIns="0" tIns="0" bIns="0">
            <a:spAutoFit/>
          </a:bodyPr>
          <a:lstStyle/>
          <a:p>
            <a:r>
              <a:rPr sz="1700" b="1" i="0">
                <a:solidFill>
                  <a:srgbClr val="3D3C3C"/>
                </a:solidFill>
                <a:latin typeface="Poppins"/>
              </a:rPr>
              <a:t>Develop</a:t>
            </a:r>
          </a:p>
        </p:txBody>
      </p:sp>
      <p:cxnSp>
        <p:nvCxnSpPr>
          <p:cNvPr id="54" name="Connector 53"/>
          <p:cNvCxnSpPr/>
          <p:nvPr/>
        </p:nvCxnSpPr>
        <p:spPr>
          <a:xfrm>
            <a:off x="2821838" y="2926080"/>
            <a:ext cx="1998878" cy="0"/>
          </a:xfrm>
          <a:prstGeom prst="line">
            <a:avLst/>
          </a:prstGeom>
          <a:ln w="12700">
            <a:solidFill>
              <a:srgbClr val="3D3C3C"/>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2821838" y="3063240"/>
            <a:ext cx="1998878" cy="256032"/>
          </a:xfrm>
          <a:prstGeom prst="rect">
            <a:avLst/>
          </a:prstGeom>
          <a:noFill/>
        </p:spPr>
        <p:txBody>
          <a:bodyPr wrap="square" anchor="t" lIns="0" rIns="0" tIns="0" bIns="0">
            <a:spAutoFit/>
          </a:bodyPr>
          <a:lstStyle/>
          <a:p>
            <a:r>
              <a:rPr sz="1000" b="1" i="0" spc="150">
                <a:solidFill>
                  <a:srgbClr val="0E98D7"/>
                </a:solidFill>
                <a:latin typeface="Poppins"/>
              </a:rPr>
              <a:t>OUTCOME</a:t>
            </a:r>
          </a:p>
        </p:txBody>
      </p:sp>
      <p:sp>
        <p:nvSpPr>
          <p:cNvPr id="56" name="TextBox 55"/>
          <p:cNvSpPr txBox="1"/>
          <p:nvPr/>
        </p:nvSpPr>
        <p:spPr>
          <a:xfrm>
            <a:off x="2821838" y="3337560"/>
            <a:ext cx="1998878" cy="1051560"/>
          </a:xfrm>
          <a:prstGeom prst="rect">
            <a:avLst/>
          </a:prstGeom>
          <a:noFill/>
        </p:spPr>
        <p:txBody>
          <a:bodyPr wrap="square" anchor="t" lIns="0" rIns="0" tIns="0" bIns="0">
            <a:spAutoFit/>
          </a:bodyPr>
          <a:lstStyle/>
          <a:p>
            <a:r>
              <a:rPr sz="1400" b="1" i="0">
                <a:solidFill>
                  <a:srgbClr val="3D3C3C"/>
                </a:solidFill>
                <a:latin typeface="Poppins"/>
              </a:rPr>
              <a:t>A compelling, customer-centric story the team owns</a:t>
            </a:r>
          </a:p>
        </p:txBody>
      </p:sp>
      <p:sp>
        <p:nvSpPr>
          <p:cNvPr id="57" name="TextBox 56"/>
          <p:cNvSpPr txBox="1"/>
          <p:nvPr/>
        </p:nvSpPr>
        <p:spPr>
          <a:xfrm>
            <a:off x="2821838" y="4480560"/>
            <a:ext cx="1998878" cy="256032"/>
          </a:xfrm>
          <a:prstGeom prst="rect">
            <a:avLst/>
          </a:prstGeom>
          <a:noFill/>
        </p:spPr>
        <p:txBody>
          <a:bodyPr wrap="square" anchor="t" lIns="0" rIns="0" tIns="0" bIns="0">
            <a:spAutoFit/>
          </a:bodyPr>
          <a:lstStyle/>
          <a:p>
            <a:r>
              <a:rPr sz="1000" b="1" i="0" spc="150">
                <a:solidFill>
                  <a:srgbClr val="6E7178"/>
                </a:solidFill>
                <a:latin typeface="Poppins"/>
              </a:rPr>
              <a:t>WHAT WE DO</a:t>
            </a:r>
          </a:p>
        </p:txBody>
      </p:sp>
      <p:sp>
        <p:nvSpPr>
          <p:cNvPr id="58" name="TextBox 57"/>
          <p:cNvSpPr txBox="1"/>
          <p:nvPr/>
        </p:nvSpPr>
        <p:spPr>
          <a:xfrm>
            <a:off x="2821838" y="4754880"/>
            <a:ext cx="1998878" cy="685800"/>
          </a:xfrm>
          <a:prstGeom prst="rect">
            <a:avLst/>
          </a:prstGeom>
          <a:noFill/>
        </p:spPr>
        <p:txBody>
          <a:bodyPr wrap="square" anchor="t" lIns="0" rIns="0" tIns="0" bIns="0">
            <a:spAutoFit/>
          </a:bodyPr>
          <a:lstStyle/>
          <a:p>
            <a:r>
              <a:rPr sz="1100" b="0" i="0">
                <a:solidFill>
                  <a:srgbClr val="6E7178"/>
                </a:solidFill>
                <a:latin typeface="Poppins"/>
              </a:rPr>
              <a:t>Shape the narrative, slides and speaker notes</a:t>
            </a:r>
          </a:p>
        </p:txBody>
      </p:sp>
      <p:cxnSp>
        <p:nvCxnSpPr>
          <p:cNvPr id="59" name="Connector 58"/>
          <p:cNvCxnSpPr/>
          <p:nvPr/>
        </p:nvCxnSpPr>
        <p:spPr>
          <a:xfrm>
            <a:off x="4957876" y="1965960"/>
            <a:ext cx="0" cy="342900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95036" y="1920240"/>
            <a:ext cx="1998878" cy="502920"/>
          </a:xfrm>
          <a:prstGeom prst="rect">
            <a:avLst/>
          </a:prstGeom>
          <a:noFill/>
        </p:spPr>
        <p:txBody>
          <a:bodyPr wrap="square" anchor="t" lIns="0" rIns="0" tIns="0" bIns="0">
            <a:spAutoFit/>
          </a:bodyPr>
          <a:lstStyle/>
          <a:p>
            <a:r>
              <a:rPr sz="2600" b="1" i="0">
                <a:solidFill>
                  <a:srgbClr val="EE2B7A"/>
                </a:solidFill>
                <a:latin typeface="Poppins"/>
              </a:rPr>
              <a:t>03</a:t>
            </a:r>
          </a:p>
        </p:txBody>
      </p:sp>
      <p:sp>
        <p:nvSpPr>
          <p:cNvPr id="61" name="TextBox 60"/>
          <p:cNvSpPr txBox="1"/>
          <p:nvPr/>
        </p:nvSpPr>
        <p:spPr>
          <a:xfrm>
            <a:off x="5095036" y="2468880"/>
            <a:ext cx="1998878" cy="365760"/>
          </a:xfrm>
          <a:prstGeom prst="rect">
            <a:avLst/>
          </a:prstGeom>
          <a:noFill/>
        </p:spPr>
        <p:txBody>
          <a:bodyPr wrap="square" anchor="t" lIns="0" rIns="0" tIns="0" bIns="0">
            <a:spAutoFit/>
          </a:bodyPr>
          <a:lstStyle/>
          <a:p>
            <a:r>
              <a:rPr sz="1700" b="1" i="0">
                <a:solidFill>
                  <a:srgbClr val="3D3C3C"/>
                </a:solidFill>
                <a:latin typeface="Poppins"/>
              </a:rPr>
              <a:t>Rehearse</a:t>
            </a:r>
          </a:p>
        </p:txBody>
      </p:sp>
      <p:cxnSp>
        <p:nvCxnSpPr>
          <p:cNvPr id="62" name="Connector 61"/>
          <p:cNvCxnSpPr/>
          <p:nvPr/>
        </p:nvCxnSpPr>
        <p:spPr>
          <a:xfrm>
            <a:off x="5095036" y="2926080"/>
            <a:ext cx="1998879" cy="0"/>
          </a:xfrm>
          <a:prstGeom prst="line">
            <a:avLst/>
          </a:prstGeom>
          <a:ln w="12700">
            <a:solidFill>
              <a:srgbClr val="3D3C3C"/>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095036" y="3063240"/>
            <a:ext cx="1998878" cy="256032"/>
          </a:xfrm>
          <a:prstGeom prst="rect">
            <a:avLst/>
          </a:prstGeom>
          <a:noFill/>
        </p:spPr>
        <p:txBody>
          <a:bodyPr wrap="square" anchor="t" lIns="0" rIns="0" tIns="0" bIns="0">
            <a:spAutoFit/>
          </a:bodyPr>
          <a:lstStyle/>
          <a:p>
            <a:r>
              <a:rPr sz="1000" b="1" i="0" spc="150">
                <a:solidFill>
                  <a:srgbClr val="EE2B7A"/>
                </a:solidFill>
                <a:latin typeface="Poppins"/>
              </a:rPr>
              <a:t>OUTCOME</a:t>
            </a:r>
          </a:p>
        </p:txBody>
      </p:sp>
      <p:sp>
        <p:nvSpPr>
          <p:cNvPr id="64" name="TextBox 63"/>
          <p:cNvSpPr txBox="1"/>
          <p:nvPr/>
        </p:nvSpPr>
        <p:spPr>
          <a:xfrm>
            <a:off x="5095036" y="3337560"/>
            <a:ext cx="1998878" cy="1051560"/>
          </a:xfrm>
          <a:prstGeom prst="rect">
            <a:avLst/>
          </a:prstGeom>
          <a:noFill/>
        </p:spPr>
        <p:txBody>
          <a:bodyPr wrap="square" anchor="t" lIns="0" rIns="0" tIns="0" bIns="0">
            <a:spAutoFit/>
          </a:bodyPr>
          <a:lstStyle/>
          <a:p>
            <a:r>
              <a:rPr sz="1400" b="1" i="0">
                <a:solidFill>
                  <a:srgbClr val="3D3C3C"/>
                </a:solidFill>
                <a:latin typeface="Poppins"/>
              </a:rPr>
              <a:t>A confident team, without last-minute pressure</a:t>
            </a:r>
          </a:p>
        </p:txBody>
      </p:sp>
      <p:sp>
        <p:nvSpPr>
          <p:cNvPr id="65" name="TextBox 64"/>
          <p:cNvSpPr txBox="1"/>
          <p:nvPr/>
        </p:nvSpPr>
        <p:spPr>
          <a:xfrm>
            <a:off x="5095036" y="4480560"/>
            <a:ext cx="1998878" cy="256032"/>
          </a:xfrm>
          <a:prstGeom prst="rect">
            <a:avLst/>
          </a:prstGeom>
          <a:noFill/>
        </p:spPr>
        <p:txBody>
          <a:bodyPr wrap="square" anchor="t" lIns="0" rIns="0" tIns="0" bIns="0">
            <a:spAutoFit/>
          </a:bodyPr>
          <a:lstStyle/>
          <a:p>
            <a:r>
              <a:rPr sz="1000" b="1" i="0" spc="150">
                <a:solidFill>
                  <a:srgbClr val="6E7178"/>
                </a:solidFill>
                <a:latin typeface="Poppins"/>
              </a:rPr>
              <a:t>WHAT WE DO</a:t>
            </a:r>
          </a:p>
        </p:txBody>
      </p:sp>
      <p:sp>
        <p:nvSpPr>
          <p:cNvPr id="66" name="TextBox 65"/>
          <p:cNvSpPr txBox="1"/>
          <p:nvPr/>
        </p:nvSpPr>
        <p:spPr>
          <a:xfrm>
            <a:off x="5095036" y="4754880"/>
            <a:ext cx="1998878" cy="685800"/>
          </a:xfrm>
          <a:prstGeom prst="rect">
            <a:avLst/>
          </a:prstGeom>
          <a:noFill/>
        </p:spPr>
        <p:txBody>
          <a:bodyPr wrap="square" anchor="t" lIns="0" rIns="0" tIns="0" bIns="0">
            <a:spAutoFit/>
          </a:bodyPr>
          <a:lstStyle/>
          <a:p>
            <a:r>
              <a:rPr sz="1100" b="0" i="0">
                <a:solidFill>
                  <a:srgbClr val="6E7178"/>
                </a:solidFill>
                <a:latin typeface="Poppins"/>
              </a:rPr>
              <a:t>Run dry-runs and refine, with content locked two days out</a:t>
            </a:r>
          </a:p>
        </p:txBody>
      </p:sp>
      <p:cxnSp>
        <p:nvCxnSpPr>
          <p:cNvPr id="67" name="Connector 66"/>
          <p:cNvCxnSpPr/>
          <p:nvPr/>
        </p:nvCxnSpPr>
        <p:spPr>
          <a:xfrm>
            <a:off x="7231075" y="1965960"/>
            <a:ext cx="0" cy="342900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7368235" y="1920240"/>
            <a:ext cx="1998878" cy="502920"/>
          </a:xfrm>
          <a:prstGeom prst="rect">
            <a:avLst/>
          </a:prstGeom>
          <a:noFill/>
        </p:spPr>
        <p:txBody>
          <a:bodyPr wrap="square" anchor="t" lIns="0" rIns="0" tIns="0" bIns="0">
            <a:spAutoFit/>
          </a:bodyPr>
          <a:lstStyle/>
          <a:p>
            <a:r>
              <a:rPr sz="2600" b="1" i="0">
                <a:solidFill>
                  <a:srgbClr val="2EB88A"/>
                </a:solidFill>
                <a:latin typeface="Poppins"/>
              </a:rPr>
              <a:t>04</a:t>
            </a:r>
          </a:p>
        </p:txBody>
      </p:sp>
      <p:sp>
        <p:nvSpPr>
          <p:cNvPr id="69" name="TextBox 68"/>
          <p:cNvSpPr txBox="1"/>
          <p:nvPr/>
        </p:nvSpPr>
        <p:spPr>
          <a:xfrm>
            <a:off x="7368235" y="2468880"/>
            <a:ext cx="1998878" cy="365760"/>
          </a:xfrm>
          <a:prstGeom prst="rect">
            <a:avLst/>
          </a:prstGeom>
          <a:noFill/>
        </p:spPr>
        <p:txBody>
          <a:bodyPr wrap="square" anchor="t" lIns="0" rIns="0" tIns="0" bIns="0">
            <a:spAutoFit/>
          </a:bodyPr>
          <a:lstStyle/>
          <a:p>
            <a:r>
              <a:rPr sz="1700" b="1" i="0">
                <a:solidFill>
                  <a:srgbClr val="3D3C3C"/>
                </a:solidFill>
                <a:latin typeface="Poppins"/>
              </a:rPr>
              <a:t>Deliver</a:t>
            </a:r>
          </a:p>
        </p:txBody>
      </p:sp>
      <p:cxnSp>
        <p:nvCxnSpPr>
          <p:cNvPr id="70" name="Connector 69"/>
          <p:cNvCxnSpPr/>
          <p:nvPr/>
        </p:nvCxnSpPr>
        <p:spPr>
          <a:xfrm>
            <a:off x="7368235" y="2926080"/>
            <a:ext cx="1998878" cy="0"/>
          </a:xfrm>
          <a:prstGeom prst="line">
            <a:avLst/>
          </a:prstGeom>
          <a:ln w="12700">
            <a:solidFill>
              <a:srgbClr val="3D3C3C"/>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7368235" y="3063240"/>
            <a:ext cx="1998878" cy="256032"/>
          </a:xfrm>
          <a:prstGeom prst="rect">
            <a:avLst/>
          </a:prstGeom>
          <a:noFill/>
        </p:spPr>
        <p:txBody>
          <a:bodyPr wrap="square" anchor="t" lIns="0" rIns="0" tIns="0" bIns="0">
            <a:spAutoFit/>
          </a:bodyPr>
          <a:lstStyle/>
          <a:p>
            <a:r>
              <a:rPr sz="1000" b="1" i="0" spc="150">
                <a:solidFill>
                  <a:srgbClr val="2EB88A"/>
                </a:solidFill>
                <a:latin typeface="Poppins"/>
              </a:rPr>
              <a:t>OUTCOME</a:t>
            </a:r>
          </a:p>
        </p:txBody>
      </p:sp>
      <p:sp>
        <p:nvSpPr>
          <p:cNvPr id="72" name="TextBox 71"/>
          <p:cNvSpPr txBox="1"/>
          <p:nvPr/>
        </p:nvSpPr>
        <p:spPr>
          <a:xfrm>
            <a:off x="7368235" y="3337560"/>
            <a:ext cx="1998878" cy="1051560"/>
          </a:xfrm>
          <a:prstGeom prst="rect">
            <a:avLst/>
          </a:prstGeom>
          <a:noFill/>
        </p:spPr>
        <p:txBody>
          <a:bodyPr wrap="square" anchor="t" lIns="0" rIns="0" tIns="0" bIns="0">
            <a:spAutoFit/>
          </a:bodyPr>
          <a:lstStyle/>
          <a:p>
            <a:r>
              <a:rPr sz="1400" b="1" i="0">
                <a:solidFill>
                  <a:srgbClr val="3D3C3C"/>
                </a:solidFill>
                <a:latin typeface="Poppins"/>
              </a:rPr>
              <a:t>GoFar shows up as one team and stands apart</a:t>
            </a:r>
          </a:p>
        </p:txBody>
      </p:sp>
      <p:sp>
        <p:nvSpPr>
          <p:cNvPr id="73" name="TextBox 72"/>
          <p:cNvSpPr txBox="1"/>
          <p:nvPr/>
        </p:nvSpPr>
        <p:spPr>
          <a:xfrm>
            <a:off x="7368235" y="4480560"/>
            <a:ext cx="1998878" cy="256032"/>
          </a:xfrm>
          <a:prstGeom prst="rect">
            <a:avLst/>
          </a:prstGeom>
          <a:noFill/>
        </p:spPr>
        <p:txBody>
          <a:bodyPr wrap="square" anchor="t" lIns="0" rIns="0" tIns="0" bIns="0">
            <a:spAutoFit/>
          </a:bodyPr>
          <a:lstStyle/>
          <a:p>
            <a:r>
              <a:rPr sz="1000" b="1" i="0" spc="150">
                <a:solidFill>
                  <a:srgbClr val="6E7178"/>
                </a:solidFill>
                <a:latin typeface="Poppins"/>
              </a:rPr>
              <a:t>WHAT WE DO</a:t>
            </a:r>
          </a:p>
        </p:txBody>
      </p:sp>
      <p:sp>
        <p:nvSpPr>
          <p:cNvPr id="74" name="TextBox 73"/>
          <p:cNvSpPr txBox="1"/>
          <p:nvPr/>
        </p:nvSpPr>
        <p:spPr>
          <a:xfrm>
            <a:off x="7368235" y="4754880"/>
            <a:ext cx="1998878" cy="685800"/>
          </a:xfrm>
          <a:prstGeom prst="rect">
            <a:avLst/>
          </a:prstGeom>
          <a:noFill/>
        </p:spPr>
        <p:txBody>
          <a:bodyPr wrap="square" anchor="t" lIns="0" rIns="0" tIns="0" bIns="0">
            <a:spAutoFit/>
          </a:bodyPr>
          <a:lstStyle/>
          <a:p>
            <a:r>
              <a:rPr sz="1100" b="0" i="0">
                <a:solidFill>
                  <a:srgbClr val="6E7178"/>
                </a:solidFill>
                <a:latin typeface="Poppins"/>
              </a:rPr>
              <a:t>Attend alongside the team for live support</a:t>
            </a:r>
          </a:p>
        </p:txBody>
      </p:sp>
      <p:cxnSp>
        <p:nvCxnSpPr>
          <p:cNvPr id="75" name="Connector 74"/>
          <p:cNvCxnSpPr/>
          <p:nvPr/>
        </p:nvCxnSpPr>
        <p:spPr>
          <a:xfrm>
            <a:off x="9504273" y="1965960"/>
            <a:ext cx="0" cy="342900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9641433" y="1920240"/>
            <a:ext cx="1998878" cy="502920"/>
          </a:xfrm>
          <a:prstGeom prst="rect">
            <a:avLst/>
          </a:prstGeom>
          <a:noFill/>
        </p:spPr>
        <p:txBody>
          <a:bodyPr wrap="square" anchor="t" lIns="0" rIns="0" tIns="0" bIns="0">
            <a:spAutoFit/>
          </a:bodyPr>
          <a:lstStyle/>
          <a:p>
            <a:r>
              <a:rPr sz="2600" b="1" i="0">
                <a:solidFill>
                  <a:srgbClr val="9E1F63"/>
                </a:solidFill>
                <a:latin typeface="Poppins"/>
              </a:rPr>
              <a:t>05</a:t>
            </a:r>
          </a:p>
        </p:txBody>
      </p:sp>
      <p:sp>
        <p:nvSpPr>
          <p:cNvPr id="77" name="TextBox 76"/>
          <p:cNvSpPr txBox="1"/>
          <p:nvPr/>
        </p:nvSpPr>
        <p:spPr>
          <a:xfrm>
            <a:off x="9641433" y="2468880"/>
            <a:ext cx="1998878" cy="365760"/>
          </a:xfrm>
          <a:prstGeom prst="rect">
            <a:avLst/>
          </a:prstGeom>
          <a:noFill/>
        </p:spPr>
        <p:txBody>
          <a:bodyPr wrap="square" anchor="t" lIns="0" rIns="0" tIns="0" bIns="0">
            <a:spAutoFit/>
          </a:bodyPr>
          <a:lstStyle/>
          <a:p>
            <a:r>
              <a:rPr sz="1700" b="1" i="0">
                <a:solidFill>
                  <a:srgbClr val="3D3C3C"/>
                </a:solidFill>
                <a:latin typeface="Poppins"/>
              </a:rPr>
              <a:t>Debrief</a:t>
            </a:r>
          </a:p>
        </p:txBody>
      </p:sp>
      <p:cxnSp>
        <p:nvCxnSpPr>
          <p:cNvPr id="78" name="Connector 77"/>
          <p:cNvCxnSpPr/>
          <p:nvPr/>
        </p:nvCxnSpPr>
        <p:spPr>
          <a:xfrm>
            <a:off x="9641433" y="2926080"/>
            <a:ext cx="1998879" cy="0"/>
          </a:xfrm>
          <a:prstGeom prst="line">
            <a:avLst/>
          </a:prstGeom>
          <a:ln w="12700">
            <a:solidFill>
              <a:srgbClr val="3D3C3C"/>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9641433" y="3063240"/>
            <a:ext cx="1998878" cy="256032"/>
          </a:xfrm>
          <a:prstGeom prst="rect">
            <a:avLst/>
          </a:prstGeom>
          <a:noFill/>
        </p:spPr>
        <p:txBody>
          <a:bodyPr wrap="square" anchor="t" lIns="0" rIns="0" tIns="0" bIns="0">
            <a:spAutoFit/>
          </a:bodyPr>
          <a:lstStyle/>
          <a:p>
            <a:r>
              <a:rPr sz="1000" b="1" i="0" spc="150">
                <a:solidFill>
                  <a:srgbClr val="9E1F63"/>
                </a:solidFill>
                <a:latin typeface="Poppins"/>
              </a:rPr>
              <a:t>OUTCOME</a:t>
            </a:r>
          </a:p>
        </p:txBody>
      </p:sp>
      <p:sp>
        <p:nvSpPr>
          <p:cNvPr id="80" name="TextBox 79"/>
          <p:cNvSpPr txBox="1"/>
          <p:nvPr/>
        </p:nvSpPr>
        <p:spPr>
          <a:xfrm>
            <a:off x="9641433" y="3337560"/>
            <a:ext cx="1998878" cy="1051560"/>
          </a:xfrm>
          <a:prstGeom prst="rect">
            <a:avLst/>
          </a:prstGeom>
          <a:noFill/>
        </p:spPr>
        <p:txBody>
          <a:bodyPr wrap="square" anchor="t" lIns="0" rIns="0" tIns="0" bIns="0">
            <a:spAutoFit/>
          </a:bodyPr>
          <a:lstStyle/>
          <a:p>
            <a:r>
              <a:rPr sz="1400" b="1" i="0">
                <a:solidFill>
                  <a:srgbClr val="3D3C3C"/>
                </a:solidFill>
                <a:latin typeface="Poppins"/>
              </a:rPr>
              <a:t>Insights that strengthen the next interactive</a:t>
            </a:r>
          </a:p>
        </p:txBody>
      </p:sp>
      <p:sp>
        <p:nvSpPr>
          <p:cNvPr id="81" name="TextBox 80"/>
          <p:cNvSpPr txBox="1"/>
          <p:nvPr/>
        </p:nvSpPr>
        <p:spPr>
          <a:xfrm>
            <a:off x="9641433" y="4480560"/>
            <a:ext cx="1998878" cy="256032"/>
          </a:xfrm>
          <a:prstGeom prst="rect">
            <a:avLst/>
          </a:prstGeom>
          <a:noFill/>
        </p:spPr>
        <p:txBody>
          <a:bodyPr wrap="square" anchor="t" lIns="0" rIns="0" tIns="0" bIns="0">
            <a:spAutoFit/>
          </a:bodyPr>
          <a:lstStyle/>
          <a:p>
            <a:r>
              <a:rPr sz="1000" b="1" i="0" spc="150">
                <a:solidFill>
                  <a:srgbClr val="6E7178"/>
                </a:solidFill>
                <a:latin typeface="Poppins"/>
              </a:rPr>
              <a:t>WHAT WE DO</a:t>
            </a:r>
          </a:p>
        </p:txBody>
      </p:sp>
      <p:sp>
        <p:nvSpPr>
          <p:cNvPr id="82" name="TextBox 81"/>
          <p:cNvSpPr txBox="1"/>
          <p:nvPr/>
        </p:nvSpPr>
        <p:spPr>
          <a:xfrm>
            <a:off x="9641433" y="4754880"/>
            <a:ext cx="1998878" cy="685800"/>
          </a:xfrm>
          <a:prstGeom prst="rect">
            <a:avLst/>
          </a:prstGeom>
          <a:noFill/>
        </p:spPr>
        <p:txBody>
          <a:bodyPr wrap="square" anchor="t" lIns="0" rIns="0" tIns="0" bIns="0">
            <a:spAutoFit/>
          </a:bodyPr>
          <a:lstStyle/>
          <a:p>
            <a:r>
              <a:rPr sz="1100" b="0" i="0">
                <a:solidFill>
                  <a:srgbClr val="6E7178"/>
                </a:solidFill>
                <a:latin typeface="Poppins"/>
              </a:rPr>
              <a:t>Capture what worked and what HSRA signalled, using AI to synthesise insights</a:t>
            </a:r>
          </a:p>
        </p:txBody>
      </p:sp>
      <p:cxnSp>
        <p:nvCxnSpPr>
          <p:cNvPr id="83" name="Connector 82"/>
          <p:cNvCxnSpPr/>
          <p:nvPr/>
        </p:nvCxnSpPr>
        <p:spPr>
          <a:xfrm>
            <a:off x="548640" y="5577840"/>
            <a:ext cx="11091672"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548640" y="5669280"/>
            <a:ext cx="11091672" cy="320040"/>
          </a:xfrm>
          <a:prstGeom prst="rect">
            <a:avLst/>
          </a:prstGeom>
          <a:noFill/>
        </p:spPr>
        <p:txBody>
          <a:bodyPr wrap="square" anchor="t" lIns="0" rIns="0" tIns="0" bIns="0">
            <a:spAutoFit/>
          </a:bodyPr>
          <a:lstStyle/>
          <a:p>
            <a:r>
              <a:rPr sz="1200" b="1" i="0">
                <a:solidFill>
                  <a:srgbClr val="3D3C3C"/>
                </a:solidFill>
                <a:latin typeface="Poppins"/>
              </a:rPr>
              <a:t>Beyond interactives, </a:t>
            </a:r>
            <a:r>
              <a:rPr sz="1200" b="0" i="0">
                <a:solidFill>
                  <a:srgbClr val="3D3C3C"/>
                </a:solidFill>
                <a:latin typeface="Poppins"/>
              </a:rPr>
              <a:t>we can support submissions, strategy and positioning wherever GoFar needs us.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658368"/>
            <a:ext cx="11094415" cy="640080"/>
          </a:xfrm>
          <a:prstGeom prst="rect">
            <a:avLst/>
          </a:prstGeom>
          <a:noFill/>
          <a:ln/>
        </p:spPr>
        <p:txBody>
          <a:bodyPr wrap="square" lIns="0" tIns="0" rIns="0" bIns="0" rtlCol="0" anchor="t"/>
          <a:lstStyle/>
          <a:p>
            <a:pPr marL="0" indent="0" algn="l">
              <a:buNone/>
            </a:pPr>
            <a:r>
              <a:rPr lang="en-US" sz="2800" b="1" dirty="0">
                <a:solidFill>
                  <a:schemeClr val="tx1"/>
                </a:solidFill>
              </a:rPr>
              <a:t>Preserving our budget to add the most value to the ECI Phase</a:t>
            </a:r>
            <a:endParaRPr lang="en-US" sz="2800" dirty="0"/>
          </a:p>
        </p:txBody>
      </p:sp>
      <p:graphicFrame>
        <p:nvGraphicFramePr>
          <p:cNvPr id="4" name="Table 0"/>
          <p:cNvGraphicFramePr>
            <a:graphicFrameLocks noGrp="1"/>
          </p:cNvGraphicFramePr>
          <p:nvPr/>
        </p:nvGraphicFramePr>
        <p:xfrm>
          <a:off x="548640" y="1463040"/>
          <a:ext cx="7772400" cy="4608576"/>
        </p:xfrm>
        <a:graphic>
          <a:graphicData uri="http://schemas.openxmlformats.org/drawingml/2006/table">
            <a:tbl>
              <a:tblPr/>
              <a:tblGrid>
                <a:gridCol w="44805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256032">
                <a:tc>
                  <a:txBody>
                    <a:bodyPr/>
                    <a:lstStyle/>
                    <a:p>
                      <a:pPr marL="0" indent="0" algn="l">
                        <a:buNone/>
                      </a:pPr>
                      <a:r>
                        <a:rPr lang="en-US" sz="1050" b="1" dirty="0">
                          <a:solidFill>
                            <a:srgbClr val="FFFFFF"/>
                          </a:solidFill>
                        </a:rPr>
                        <a:t>Project steps</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3D3C3C"/>
                    </a:solidFill>
                  </a:tcPr>
                </a:tc>
                <a:tc>
                  <a:txBody>
                    <a:bodyPr/>
                    <a:lstStyle/>
                    <a:p>
                      <a:pPr marL="0" indent="0" algn="r">
                        <a:buNone/>
                      </a:pPr>
                      <a:r>
                        <a:rPr lang="en-US" sz="1050" b="1" dirty="0">
                          <a:solidFill>
                            <a:srgbClr val="FFFFFF"/>
                          </a:solidFill>
                        </a:rPr>
                        <a:t>Investment (excl. GST)</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3D3C3C"/>
                    </a:solidFill>
                  </a:tcPr>
                </a:tc>
                <a:extLst>
                  <a:ext uri="{0D108BD9-81ED-4DB2-BD59-A6C34878D82A}">
                    <a16:rowId xmlns:a16="http://schemas.microsoft.com/office/drawing/2014/main" val="10000"/>
                  </a:ext>
                </a:extLst>
              </a:tr>
              <a:tr h="256032">
                <a:tc gridSpan="2">
                  <a:txBody>
                    <a:bodyPr/>
                    <a:lstStyle/>
                    <a:p>
                      <a:pPr marL="0" indent="0">
                        <a:buNone/>
                      </a:pPr>
                      <a:r>
                        <a:rPr lang="en-US" sz="1050" b="1" dirty="0">
                          <a:solidFill>
                            <a:srgbClr val="3D3C3C"/>
                          </a:solidFill>
                        </a:rPr>
                        <a:t>Pre-ECI: Interactive Preparation</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E5E6EB"/>
                    </a:solidFill>
                  </a:tcPr>
                </a:tc>
                <a:tc hMerge="1">
                  <a:txBody>
                    <a:bodyPr/>
                    <a:lstStyle/>
                    <a:p>
                      <a:endParaRPr lang="en-US"/>
                    </a:p>
                  </a:txBody>
                  <a:tcPr/>
                </a:tc>
                <a:extLst>
                  <a:ext uri="{0D108BD9-81ED-4DB2-BD59-A6C34878D82A}">
                    <a16:rowId xmlns:a16="http://schemas.microsoft.com/office/drawing/2014/main" val="10001"/>
                  </a:ext>
                </a:extLst>
              </a:tr>
              <a:tr h="256032">
                <a:tc>
                  <a:txBody>
                    <a:bodyPr/>
                    <a:lstStyle/>
                    <a:p>
                      <a:pPr marL="0" indent="0">
                        <a:buNone/>
                      </a:pPr>
                      <a:r>
                        <a:rPr lang="en-US" sz="1050" dirty="0">
                          <a:solidFill>
                            <a:srgbClr val="9A9DA3"/>
                          </a:solidFill>
                        </a:rPr>
                        <a:t>Virtual team introduction and alignment session</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rowSpan="3">
                  <a:txBody>
                    <a:bodyPr/>
                    <a:lstStyle/>
                    <a:p>
                      <a:pPr marL="0" indent="0" algn="r">
                        <a:buNone/>
                      </a:pPr>
                      <a:r>
                        <a:rPr lang="en-US" sz="1050" dirty="0">
                          <a:solidFill>
                            <a:srgbClr val="9A9DA3"/>
                          </a:solidFill>
                        </a:rPr>
                        <a:t>Reduced to $10,000 for goodwill (paid separately to this contract)</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050" dirty="0">
                          <a:solidFill>
                            <a:srgbClr val="9A9DA3"/>
                          </a:solidFill>
                        </a:rPr>
                        <a:t>Pre-interactive team alignment session</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0003"/>
                  </a:ext>
                </a:extLst>
              </a:tr>
              <a:tr h="256032">
                <a:tc>
                  <a:txBody>
                    <a:bodyPr/>
                    <a:lstStyle/>
                    <a:p>
                      <a:pPr marL="0" indent="0">
                        <a:buNone/>
                      </a:pPr>
                      <a:r>
                        <a:rPr lang="en-US" sz="1050" dirty="0">
                          <a:solidFill>
                            <a:srgbClr val="9A9DA3"/>
                          </a:solidFill>
                        </a:rPr>
                        <a:t>Eight-step interactive preparation process</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0004"/>
                  </a:ext>
                </a:extLst>
              </a:tr>
              <a:tr h="256032">
                <a:tc>
                  <a:txBody>
                    <a:bodyPr/>
                    <a:lstStyle/>
                    <a:p>
                      <a:pPr marL="0" indent="0">
                        <a:buNone/>
                      </a:pPr>
                      <a:r>
                        <a:rPr lang="en-US" sz="1050" dirty="0">
                          <a:solidFill>
                            <a:srgbClr val="3D3C3C"/>
                          </a:solidFill>
                        </a:rPr>
                        <a:t>Presentation coaching</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marL="0" indent="0" algn="r">
                        <a:buNone/>
                      </a:pPr>
                      <a:r>
                        <a:rPr lang="en-US" sz="1050" dirty="0">
                          <a:solidFill>
                            <a:srgbClr val="3D3C3C"/>
                          </a:solidFill>
                        </a:rPr>
                        <a:t>$15,000 ($5,000 each)</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extLst>
                  <a:ext uri="{0D108BD9-81ED-4DB2-BD59-A6C34878D82A}">
                    <a16:rowId xmlns:a16="http://schemas.microsoft.com/office/drawing/2014/main" val="10005"/>
                  </a:ext>
                </a:extLst>
              </a:tr>
              <a:tr h="256032">
                <a:tc gridSpan="2">
                  <a:txBody>
                    <a:bodyPr/>
                    <a:lstStyle/>
                    <a:p>
                      <a:pPr marL="0" indent="0">
                        <a:buNone/>
                      </a:pPr>
                      <a:r>
                        <a:rPr lang="en-US" sz="1050" b="1" dirty="0">
                          <a:solidFill>
                            <a:srgbClr val="3D3C3C"/>
                          </a:solidFill>
                        </a:rPr>
                        <a:t>Foundation Sessions</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E5E6EB"/>
                    </a:solidFill>
                  </a:tcPr>
                </a:tc>
                <a:tc hMerge="1">
                  <a:txBody>
                    <a:bodyPr/>
                    <a:lstStyle/>
                    <a:p>
                      <a:endParaRPr lang="en-US"/>
                    </a:p>
                  </a:txBody>
                  <a:tcPr/>
                </a:tc>
                <a:extLst>
                  <a:ext uri="{0D108BD9-81ED-4DB2-BD59-A6C34878D82A}">
                    <a16:rowId xmlns:a16="http://schemas.microsoft.com/office/drawing/2014/main" val="10006"/>
                  </a:ext>
                </a:extLst>
              </a:tr>
              <a:tr h="256032">
                <a:tc>
                  <a:txBody>
                    <a:bodyPr/>
                    <a:lstStyle/>
                    <a:p>
                      <a:pPr marL="0" indent="0">
                        <a:buNone/>
                      </a:pPr>
                      <a:r>
                        <a:rPr lang="en-US" sz="1050" dirty="0">
                          <a:solidFill>
                            <a:srgbClr val="3D3C3C"/>
                          </a:solidFill>
                        </a:rPr>
                        <a:t>Strategy to Win Workshop</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marL="0" indent="0" algn="r">
                        <a:buNone/>
                      </a:pPr>
                      <a:r>
                        <a:rPr lang="en-US" sz="1050" dirty="0">
                          <a:solidFill>
                            <a:srgbClr val="3D3C3C"/>
                          </a:solidFill>
                        </a:rPr>
                        <a:t>$23,000</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extLst>
                  <a:ext uri="{0D108BD9-81ED-4DB2-BD59-A6C34878D82A}">
                    <a16:rowId xmlns:a16="http://schemas.microsoft.com/office/drawing/2014/main" val="10007"/>
                  </a:ext>
                </a:extLst>
              </a:tr>
              <a:tr h="256032">
                <a:tc>
                  <a:txBody>
                    <a:bodyPr/>
                    <a:lstStyle/>
                    <a:p>
                      <a:pPr marL="0" indent="0">
                        <a:buNone/>
                      </a:pPr>
                      <a:r>
                        <a:rPr lang="en-US" sz="1050" dirty="0">
                          <a:solidFill>
                            <a:srgbClr val="3D3C3C"/>
                          </a:solidFill>
                        </a:rPr>
                        <a:t>Culture Workshop </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marL="0" indent="0" algn="r">
                        <a:buNone/>
                      </a:pPr>
                      <a:r>
                        <a:rPr lang="en-US" sz="1050" dirty="0">
                          <a:solidFill>
                            <a:srgbClr val="3D3C3C"/>
                          </a:solidFill>
                        </a:rPr>
                        <a:t>$23,000</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extLst>
                  <a:ext uri="{0D108BD9-81ED-4DB2-BD59-A6C34878D82A}">
                    <a16:rowId xmlns:a16="http://schemas.microsoft.com/office/drawing/2014/main" val="10008"/>
                  </a:ext>
                </a:extLst>
              </a:tr>
              <a:tr h="256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3D3C3C"/>
                          </a:solidFill>
                          <a:effectLst/>
                          <a:uLnTx/>
                          <a:uFillTx/>
                          <a:latin typeface="+mn-lt"/>
                          <a:ea typeface="+mn-ea"/>
                          <a:cs typeface="+mn-cs"/>
                        </a:rPr>
                        <a:t>Reflection and JV Alignment Workshop</a:t>
                      </a:r>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marL="0" indent="0" algn="r">
                        <a:buNone/>
                      </a:pPr>
                      <a:r>
                        <a:rPr lang="en-US" sz="1050" dirty="0"/>
                        <a:t>$23,000</a:t>
                      </a:r>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extLst>
                  <a:ext uri="{0D108BD9-81ED-4DB2-BD59-A6C34878D82A}">
                    <a16:rowId xmlns:a16="http://schemas.microsoft.com/office/drawing/2014/main" val="2865748747"/>
                  </a:ext>
                </a:extLst>
              </a:tr>
              <a:tr h="256032">
                <a:tc>
                  <a:txBody>
                    <a:bodyPr/>
                    <a:lstStyle/>
                    <a:p>
                      <a:pPr marL="0" indent="0">
                        <a:buNone/>
                      </a:pPr>
                      <a:r>
                        <a:rPr lang="en-US" sz="1050" dirty="0">
                          <a:solidFill>
                            <a:srgbClr val="3D3C3C"/>
                          </a:solidFill>
                        </a:rPr>
                        <a:t>Interactive Readiness and Roleplay</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marL="0" indent="0" algn="r">
                        <a:buNone/>
                      </a:pPr>
                      <a:r>
                        <a:rPr lang="en-US" sz="1050" dirty="0">
                          <a:solidFill>
                            <a:srgbClr val="3D3C3C"/>
                          </a:solidFill>
                        </a:rPr>
                        <a:t>$11,500</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extLst>
                  <a:ext uri="{0D108BD9-81ED-4DB2-BD59-A6C34878D82A}">
                    <a16:rowId xmlns:a16="http://schemas.microsoft.com/office/drawing/2014/main" val="10009"/>
                  </a:ext>
                </a:extLst>
              </a:tr>
              <a:tr h="256032">
                <a:tc gridSpan="2">
                  <a:txBody>
                    <a:bodyPr/>
                    <a:lstStyle/>
                    <a:p>
                      <a:pPr marL="0" indent="0">
                        <a:buNone/>
                      </a:pPr>
                      <a:r>
                        <a:rPr lang="en-US" sz="1050" b="1" dirty="0">
                          <a:solidFill>
                            <a:srgbClr val="3D3C3C"/>
                          </a:solidFill>
                        </a:rPr>
                        <a:t>C&amp;V Phase Support</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E5E6EB"/>
                    </a:solidFill>
                  </a:tcPr>
                </a:tc>
                <a:tc hMerge="1">
                  <a:txBody>
                    <a:bodyPr/>
                    <a:lstStyle/>
                    <a:p>
                      <a:endParaRPr lang="en-US"/>
                    </a:p>
                  </a:txBody>
                  <a:tcPr/>
                </a:tc>
                <a:extLst>
                  <a:ext uri="{0D108BD9-81ED-4DB2-BD59-A6C34878D82A}">
                    <a16:rowId xmlns:a16="http://schemas.microsoft.com/office/drawing/2014/main" val="10010"/>
                  </a:ext>
                </a:extLst>
              </a:tr>
              <a:tr h="256032">
                <a:tc>
                  <a:txBody>
                    <a:bodyPr/>
                    <a:lstStyle/>
                    <a:p>
                      <a:pPr marL="0" indent="0">
                        <a:buNone/>
                      </a:pPr>
                      <a:r>
                        <a:rPr lang="en-US" sz="1050" dirty="0">
                          <a:solidFill>
                            <a:srgbClr val="3D3C3C"/>
                          </a:solidFill>
                        </a:rPr>
                        <a:t>Interactive readiness and debrief sessions</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marL="0" indent="0" algn="r">
                        <a:buNone/>
                      </a:pPr>
                      <a:r>
                        <a:rPr lang="en-US" sz="1050" dirty="0">
                          <a:solidFill>
                            <a:srgbClr val="3D3C3C"/>
                          </a:solidFill>
                        </a:rPr>
                        <a:t>$81,600 (est. 14 sessions)</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extLst>
                  <a:ext uri="{0D108BD9-81ED-4DB2-BD59-A6C34878D82A}">
                    <a16:rowId xmlns:a16="http://schemas.microsoft.com/office/drawing/2014/main" val="10011"/>
                  </a:ext>
                </a:extLst>
              </a:tr>
              <a:tr h="256032">
                <a:tc gridSpan="2">
                  <a:txBody>
                    <a:bodyPr/>
                    <a:lstStyle/>
                    <a:p>
                      <a:pPr marL="0" indent="0">
                        <a:buNone/>
                      </a:pPr>
                      <a:r>
                        <a:rPr lang="en-US" sz="1050" b="1" dirty="0">
                          <a:solidFill>
                            <a:srgbClr val="3D3C3C"/>
                          </a:solidFill>
                        </a:rPr>
                        <a:t>ECI Phase Support</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E5E6EB"/>
                    </a:solidFill>
                  </a:tcPr>
                </a:tc>
                <a:tc hMerge="1">
                  <a:txBody>
                    <a:bodyPr/>
                    <a:lstStyle/>
                    <a:p>
                      <a:endParaRPr lang="en-US"/>
                    </a:p>
                  </a:txBody>
                  <a:tcPr/>
                </a:tc>
                <a:extLst>
                  <a:ext uri="{0D108BD9-81ED-4DB2-BD59-A6C34878D82A}">
                    <a16:rowId xmlns:a16="http://schemas.microsoft.com/office/drawing/2014/main" val="10012"/>
                  </a:ext>
                </a:extLst>
              </a:tr>
              <a:tr h="256032">
                <a:tc>
                  <a:txBody>
                    <a:bodyPr/>
                    <a:lstStyle/>
                    <a:p>
                      <a:pPr marL="0" indent="0">
                        <a:buNone/>
                      </a:pPr>
                      <a:r>
                        <a:rPr lang="en-US" sz="1050" dirty="0">
                          <a:solidFill>
                            <a:srgbClr val="3D3C3C"/>
                          </a:solidFill>
                        </a:rPr>
                        <a:t>Client interactive preparation and support</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marL="0" indent="0" algn="r">
                        <a:buNone/>
                      </a:pPr>
                      <a:r>
                        <a:rPr lang="en-US" sz="1050" dirty="0">
                          <a:solidFill>
                            <a:srgbClr val="3D3C3C"/>
                          </a:solidFill>
                        </a:rPr>
                        <a:t>$174,000 (est. 12 sessions)</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extLst>
                  <a:ext uri="{0D108BD9-81ED-4DB2-BD59-A6C34878D82A}">
                    <a16:rowId xmlns:a16="http://schemas.microsoft.com/office/drawing/2014/main" val="10013"/>
                  </a:ext>
                </a:extLst>
              </a:tr>
              <a:tr h="256032">
                <a:tc gridSpan="2">
                  <a:txBody>
                    <a:bodyPr/>
                    <a:lstStyle/>
                    <a:p>
                      <a:pPr marL="0" indent="0">
                        <a:buNone/>
                      </a:pPr>
                      <a:r>
                        <a:rPr lang="en-US" sz="1050" b="1" dirty="0">
                          <a:solidFill>
                            <a:srgbClr val="3D3C3C"/>
                          </a:solidFill>
                        </a:rPr>
                        <a:t>Ongoing Support</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E5E6EB"/>
                    </a:solidFill>
                  </a:tcPr>
                </a:tc>
                <a:tc hMerge="1">
                  <a:txBody>
                    <a:bodyPr/>
                    <a:lstStyle/>
                    <a:p>
                      <a:endParaRPr lang="en-US"/>
                    </a:p>
                  </a:txBody>
                  <a:tcPr/>
                </a:tc>
                <a:extLst>
                  <a:ext uri="{0D108BD9-81ED-4DB2-BD59-A6C34878D82A}">
                    <a16:rowId xmlns:a16="http://schemas.microsoft.com/office/drawing/2014/main" val="10014"/>
                  </a:ext>
                </a:extLst>
              </a:tr>
              <a:tr h="256032">
                <a:tc>
                  <a:txBody>
                    <a:bodyPr/>
                    <a:lstStyle/>
                    <a:p>
                      <a:pPr marL="0" indent="0">
                        <a:buNone/>
                      </a:pPr>
                      <a:r>
                        <a:rPr lang="en-US" sz="1050" dirty="0">
                          <a:solidFill>
                            <a:srgbClr val="3D3C3C"/>
                          </a:solidFill>
                        </a:rPr>
                        <a:t>Strategy and Positioning Support</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marL="0" indent="0" algn="r">
                        <a:buNone/>
                      </a:pPr>
                      <a:r>
                        <a:rPr lang="en-US" sz="1050" dirty="0">
                          <a:solidFill>
                            <a:srgbClr val="3D3C3C"/>
                          </a:solidFill>
                        </a:rPr>
                        <a:t>$37,000</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extLst>
                  <a:ext uri="{0D108BD9-81ED-4DB2-BD59-A6C34878D82A}">
                    <a16:rowId xmlns:a16="http://schemas.microsoft.com/office/drawing/2014/main" val="10015"/>
                  </a:ext>
                </a:extLst>
              </a:tr>
              <a:tr h="256032">
                <a:tc>
                  <a:txBody>
                    <a:bodyPr/>
                    <a:lstStyle/>
                    <a:p>
                      <a:pPr marL="0" indent="0">
                        <a:buNone/>
                      </a:pPr>
                      <a:r>
                        <a:rPr lang="en-US" sz="1050" b="1" dirty="0">
                          <a:solidFill>
                            <a:srgbClr val="3D3C3C"/>
                          </a:solidFill>
                        </a:rPr>
                        <a:t>Total</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F4F5F7"/>
                    </a:solidFill>
                  </a:tcPr>
                </a:tc>
                <a:tc>
                  <a:txBody>
                    <a:bodyPr/>
                    <a:lstStyle/>
                    <a:p>
                      <a:pPr marL="0" indent="0" algn="r">
                        <a:buNone/>
                      </a:pPr>
                      <a:r>
                        <a:rPr lang="en-US" sz="1050" b="1" dirty="0">
                          <a:solidFill>
                            <a:srgbClr val="3D3C3C"/>
                          </a:solidFill>
                        </a:rPr>
                        <a:t>$388,100</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F4F5F7"/>
                    </a:solidFill>
                  </a:tcPr>
                </a:tc>
                <a:extLst>
                  <a:ext uri="{0D108BD9-81ED-4DB2-BD59-A6C34878D82A}">
                    <a16:rowId xmlns:a16="http://schemas.microsoft.com/office/drawing/2014/main" val="10016"/>
                  </a:ext>
                </a:extLst>
              </a:tr>
            </a:tbl>
          </a:graphicData>
        </a:graphic>
      </p:graphicFrame>
      <p:pic>
        <p:nvPicPr>
          <p:cNvPr id="5" name="Image 0" descr="grad_blue.png"/>
          <p:cNvPicPr>
            <a:picLocks noChangeAspect="1"/>
          </p:cNvPicPr>
          <p:nvPr/>
        </p:nvPicPr>
        <p:blipFill>
          <a:blip r:embed="rId3"/>
          <a:srcRect/>
          <a:stretch/>
        </p:blipFill>
        <p:spPr>
          <a:xfrm>
            <a:off x="8686800" y="1828800"/>
            <a:ext cx="2956255" cy="1828800"/>
          </a:xfrm>
          <a:prstGeom prst="rect">
            <a:avLst/>
          </a:prstGeom>
        </p:spPr>
      </p:pic>
      <p:sp>
        <p:nvSpPr>
          <p:cNvPr id="6" name="Text 2"/>
          <p:cNvSpPr txBox="1"/>
          <p:nvPr/>
        </p:nvSpPr>
        <p:spPr>
          <a:xfrm>
            <a:off x="8961120" y="1828800"/>
            <a:ext cx="2407615" cy="1828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50" normalizeH="0" baseline="0" noProof="0" dirty="0">
                <a:ln>
                  <a:noFill/>
                </a:ln>
                <a:solidFill>
                  <a:srgbClr val="FFFFFF"/>
                </a:solidFill>
                <a:effectLst/>
                <a:uLnTx/>
                <a:uFillTx/>
                <a:latin typeface="Poppins"/>
                <a:ea typeface="+mn-ea"/>
                <a:cs typeface="+mn-cs"/>
              </a:rPr>
              <a:t>PRE-ECI, FOUNDATION SESSIONS AND C&amp;V PHASE</a:t>
            </a:r>
            <a:endParaRPr kumimoji="0" lang="en-US" sz="1100" b="0" i="0" u="none" strike="noStrike" kern="1200" cap="none" spc="0" normalizeH="0" baseline="0" noProof="0" dirty="0">
              <a:ln>
                <a:noFill/>
              </a:ln>
              <a:solidFill>
                <a:srgbClr val="3D3C3C"/>
              </a:solidFill>
              <a:effectLst/>
              <a:uLnTx/>
              <a:uFillTx/>
              <a:latin typeface="Poppi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Poppins"/>
                <a:ea typeface="+mn-ea"/>
                <a:cs typeface="+mn-cs"/>
              </a:rPr>
              <a:t>$177,100</a:t>
            </a:r>
            <a:endParaRPr kumimoji="0" lang="en-US" sz="1100" b="0" i="0" u="none" strike="noStrike" kern="1200" cap="none" spc="0" normalizeH="0" baseline="0" noProof="0" dirty="0">
              <a:ln>
                <a:noFill/>
              </a:ln>
              <a:solidFill>
                <a:srgbClr val="3D3C3C"/>
              </a:solidFill>
              <a:effectLst/>
              <a:uLnTx/>
              <a:uFillTx/>
              <a:latin typeface="Poppi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Poppins"/>
                <a:ea typeface="+mn-ea"/>
                <a:cs typeface="+mn-cs"/>
              </a:rPr>
              <a:t>45.6% of total budget</a:t>
            </a:r>
            <a:endParaRPr kumimoji="0" lang="en-US" sz="1100" b="0" i="0" u="none" strike="noStrike" kern="1200" cap="none" spc="0" normalizeH="0" baseline="0" noProof="0" dirty="0">
              <a:ln>
                <a:noFill/>
              </a:ln>
              <a:solidFill>
                <a:srgbClr val="3D3C3C"/>
              </a:solidFill>
              <a:effectLst/>
              <a:uLnTx/>
              <a:uFillTx/>
              <a:latin typeface="Poppins"/>
              <a:ea typeface="+mn-ea"/>
              <a:cs typeface="+mn-cs"/>
            </a:endParaRPr>
          </a:p>
        </p:txBody>
      </p:sp>
      <p:pic>
        <p:nvPicPr>
          <p:cNvPr id="7" name="Image 1" descr="grad_purple.png"/>
          <p:cNvPicPr>
            <a:picLocks noChangeAspect="1"/>
          </p:cNvPicPr>
          <p:nvPr/>
        </p:nvPicPr>
        <p:blipFill>
          <a:blip r:embed="rId4"/>
          <a:srcRect/>
          <a:stretch/>
        </p:blipFill>
        <p:spPr>
          <a:xfrm>
            <a:off x="8686800" y="3968496"/>
            <a:ext cx="2956255" cy="1828800"/>
          </a:xfrm>
          <a:prstGeom prst="rect">
            <a:avLst/>
          </a:prstGeom>
        </p:spPr>
      </p:pic>
      <p:sp>
        <p:nvSpPr>
          <p:cNvPr id="8" name="Text 3"/>
          <p:cNvSpPr txBox="1"/>
          <p:nvPr/>
        </p:nvSpPr>
        <p:spPr>
          <a:xfrm>
            <a:off x="8961120" y="3968496"/>
            <a:ext cx="2407615" cy="1828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50" normalizeH="0" baseline="0" noProof="0" dirty="0">
                <a:ln>
                  <a:noFill/>
                </a:ln>
                <a:solidFill>
                  <a:srgbClr val="FFFFFF"/>
                </a:solidFill>
                <a:effectLst/>
                <a:uLnTx/>
                <a:uFillTx/>
                <a:latin typeface="Poppins"/>
                <a:ea typeface="+mn-ea"/>
                <a:cs typeface="+mn-cs"/>
              </a:rPr>
              <a:t>ECI PHASE</a:t>
            </a:r>
            <a:endParaRPr kumimoji="0" lang="en-US" sz="1100" b="0" i="0" u="none" strike="noStrike" kern="1200" cap="none" spc="0" normalizeH="0" baseline="0" noProof="0" dirty="0">
              <a:ln>
                <a:noFill/>
              </a:ln>
              <a:solidFill>
                <a:srgbClr val="3D3C3C"/>
              </a:solidFill>
              <a:effectLst/>
              <a:uLnTx/>
              <a:uFillTx/>
              <a:latin typeface="Poppi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Poppins"/>
                <a:ea typeface="+mn-ea"/>
                <a:cs typeface="+mn-cs"/>
              </a:rPr>
              <a:t>$211,000</a:t>
            </a:r>
            <a:endParaRPr kumimoji="0" lang="en-US" sz="1100" b="0" i="0" u="none" strike="noStrike" kern="1200" cap="none" spc="0" normalizeH="0" baseline="0" noProof="0" dirty="0">
              <a:ln>
                <a:noFill/>
              </a:ln>
              <a:solidFill>
                <a:srgbClr val="3D3C3C"/>
              </a:solidFill>
              <a:effectLst/>
              <a:uLnTx/>
              <a:uFillTx/>
              <a:latin typeface="Poppi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Poppins"/>
                <a:ea typeface="+mn-ea"/>
                <a:cs typeface="+mn-cs"/>
              </a:rPr>
              <a:t>54.4% of total budget</a:t>
            </a:r>
            <a:endParaRPr kumimoji="0" lang="en-US" sz="1100" b="0" i="0" u="none" strike="noStrike" kern="1200" cap="none" spc="0" normalizeH="0" baseline="0" noProof="0" dirty="0">
              <a:ln>
                <a:noFill/>
              </a:ln>
              <a:solidFill>
                <a:srgbClr val="3D3C3C"/>
              </a:solidFill>
              <a:effectLst/>
              <a:uLnTx/>
              <a:uFillTx/>
              <a:latin typeface="Poppins"/>
              <a:ea typeface="+mn-ea"/>
              <a:cs typeface="+mn-cs"/>
            </a:endParaRPr>
          </a:p>
        </p:txBody>
      </p:sp>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FFFFFF"/>
                </a:solidFill>
                <a:effectLst/>
                <a:uLnTx/>
                <a:uFillTx/>
                <a:latin typeface="Poppi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1000" b="0" i="0" u="none" strike="noStrike" kern="1200" cap="none" spc="0" normalizeH="0" baseline="0" noProof="0">
              <a:ln>
                <a:noFill/>
              </a:ln>
              <a:solidFill>
                <a:srgbClr val="FFFFFF"/>
              </a:solidFill>
              <a:effectLst/>
              <a:uLnTx/>
              <a:uFillTx/>
              <a:latin typeface="Poppins"/>
              <a:ea typeface="+mn-ea"/>
              <a:cs typeface="+mn-cs"/>
            </a:endParaRPr>
          </a:p>
        </p:txBody>
      </p:sp>
      <p:cxnSp>
        <p:nvCxnSpPr>
          <p:cNvPr id="9" name="Straight Arrow Connector 8">
            <a:extLst>
              <a:ext uri="{FF2B5EF4-FFF2-40B4-BE49-F238E27FC236}">
                <a16:creationId xmlns:a16="http://schemas.microsoft.com/office/drawing/2014/main" id="{A02670A5-B829-156E-8504-B19852474FD1}"/>
              </a:ext>
            </a:extLst>
          </p:cNvPr>
          <p:cNvCxnSpPr>
            <a:cxnSpLocks/>
          </p:cNvCxnSpPr>
          <p:nvPr/>
        </p:nvCxnSpPr>
        <p:spPr>
          <a:xfrm flipV="1">
            <a:off x="8499475" y="1771650"/>
            <a:ext cx="0" cy="2952750"/>
          </a:xfrm>
          <a:prstGeom prst="straightConnector1">
            <a:avLst/>
          </a:prstGeom>
          <a:ln w="31750">
            <a:solidFill>
              <a:schemeClr val="accent2"/>
            </a:solidFill>
            <a:headEnd type="none" w="med" len="med"/>
            <a:tailEnd type="arrow" w="lg"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A52C308-E5BB-A9FC-F430-B49720A1C0EB}"/>
              </a:ext>
            </a:extLst>
          </p:cNvPr>
          <p:cNvCxnSpPr>
            <a:cxnSpLocks/>
          </p:cNvCxnSpPr>
          <p:nvPr/>
        </p:nvCxnSpPr>
        <p:spPr>
          <a:xfrm>
            <a:off x="8499475" y="4826000"/>
            <a:ext cx="0" cy="1245616"/>
          </a:xfrm>
          <a:prstGeom prst="straightConnector1">
            <a:avLst/>
          </a:prstGeom>
          <a:ln w="31750">
            <a:solidFill>
              <a:schemeClr val="accent3"/>
            </a:solidFill>
            <a:headEnd type="none" w="med" len="med"/>
            <a:tailEnd type="arrow" w="lg"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The Strategy Group - 2026">
  <a:themeElements>
    <a:clrScheme name="The Strategy Group - 2022">
      <a:dk1>
        <a:srgbClr val="000000"/>
      </a:dk1>
      <a:lt1>
        <a:srgbClr val="FFFFFF"/>
      </a:lt1>
      <a:dk2>
        <a:srgbClr val="3C3C3C"/>
      </a:dk2>
      <a:lt2>
        <a:srgbClr val="E5E6EB"/>
      </a:lt2>
      <a:accent1>
        <a:srgbClr val="F38047"/>
      </a:accent1>
      <a:accent2>
        <a:srgbClr val="EE2B79"/>
      </a:accent2>
      <a:accent3>
        <a:srgbClr val="0E98D7"/>
      </a:accent3>
      <a:accent4>
        <a:srgbClr val="2EB88A"/>
      </a:accent4>
      <a:accent5>
        <a:srgbClr val="54C8E9"/>
      </a:accent5>
      <a:accent6>
        <a:srgbClr val="445469"/>
      </a:accent6>
      <a:hlink>
        <a:srgbClr val="0E98D7"/>
      </a:hlink>
      <a:folHlink>
        <a:srgbClr val="445469"/>
      </a:folHlink>
    </a:clrScheme>
    <a:fontScheme name="TSG-Font theme">
      <a:majorFont>
        <a:latin typeface="Poppi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e Strategy Group">
  <a:themeElements>
    <a:clrScheme name="The Strategy Group">
      <a:dk1>
        <a:srgbClr val="3D3C3C"/>
      </a:dk1>
      <a:lt1>
        <a:srgbClr val="FFFFFF"/>
      </a:lt1>
      <a:dk2>
        <a:srgbClr val="44546A"/>
      </a:dk2>
      <a:lt2>
        <a:srgbClr val="E5E6EB"/>
      </a:lt2>
      <a:accent1>
        <a:srgbClr val="F48047"/>
      </a:accent1>
      <a:accent2>
        <a:srgbClr val="0E98D7"/>
      </a:accent2>
      <a:accent3>
        <a:srgbClr val="EE2B7A"/>
      </a:accent3>
      <a:accent4>
        <a:srgbClr val="2EB88A"/>
      </a:accent4>
      <a:accent5>
        <a:srgbClr val="54C8E9"/>
      </a:accent5>
      <a:accent6>
        <a:srgbClr val="9E1F63"/>
      </a:accent6>
      <a:hlink>
        <a:srgbClr val="0E98D7"/>
      </a:hlink>
      <a:folHlink>
        <a:srgbClr val="9E1F63"/>
      </a:folHlink>
    </a:clrScheme>
    <a:fontScheme name="The Strategy Group">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c335e2b-7f42-41d0-87ab-ac8237d9a47e" xsi:nil="true"/>
    <lcf76f155ced4ddcb4097134ff3c332f xmlns="6287a675-f086-4c05-9b8c-42540f50c347">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65015FF0C4D0D4A84ACD5C5EC18BC34" ma:contentTypeVersion="19" ma:contentTypeDescription="Create a new document." ma:contentTypeScope="" ma:versionID="48ad552dc4ee1b4fa7ea69b2730e5273">
  <xsd:schema xmlns:xsd="http://www.w3.org/2001/XMLSchema" xmlns:xs="http://www.w3.org/2001/XMLSchema" xmlns:p="http://schemas.microsoft.com/office/2006/metadata/properties" xmlns:ns2="6287a675-f086-4c05-9b8c-42540f50c347" xmlns:ns3="cc335e2b-7f42-41d0-87ab-ac8237d9a47e" targetNamespace="http://schemas.microsoft.com/office/2006/metadata/properties" ma:root="true" ma:fieldsID="e2c4e7ddbc6a9a755bb796a3d33b9e2d" ns2:_="" ns3:_="">
    <xsd:import namespace="6287a675-f086-4c05-9b8c-42540f50c347"/>
    <xsd:import namespace="cc335e2b-7f42-41d0-87ab-ac8237d9a47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87a675-f086-4c05-9b8c-42540f50c3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5682369-6b18-44d4-a163-e404b92d838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335e2b-7f42-41d0-87ab-ac8237d9a47e"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045b74b-362b-4bc9-9c37-0e1824aef99d}" ma:internalName="TaxCatchAll" ma:showField="CatchAllData" ma:web="cc335e2b-7f42-41d0-87ab-ac8237d9a47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705A753-6E37-42CF-A494-5F3AA9FF7B7D}">
  <ds:schemaRefs>
    <ds:schemaRef ds:uri="http://purl.org/dc/dcmitype/"/>
    <ds:schemaRef ds:uri="http://purl.org/dc/terms/"/>
    <ds:schemaRef ds:uri="6287a675-f086-4c05-9b8c-42540f50c347"/>
    <ds:schemaRef ds:uri="http://schemas.microsoft.com/office/2006/metadata/properties"/>
    <ds:schemaRef ds:uri="cc335e2b-7f42-41d0-87ab-ac8237d9a47e"/>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1DB2E5F-D3D3-441D-A755-9F61C052A9B5}">
  <ds:schemaRefs>
    <ds:schemaRef ds:uri="http://schemas.microsoft.com/sharepoint/v3/contenttype/forms"/>
  </ds:schemaRefs>
</ds:datastoreItem>
</file>

<file path=customXml/itemProps3.xml><?xml version="1.0" encoding="utf-8"?>
<ds:datastoreItem xmlns:ds="http://schemas.openxmlformats.org/officeDocument/2006/customXml" ds:itemID="{00482D32-13CC-4850-B7AD-29A4CA5707B7}">
  <ds:schemaRefs>
    <ds:schemaRef ds:uri="6287a675-f086-4c05-9b8c-42540f50c347"/>
    <ds:schemaRef ds:uri="cc335e2b-7f42-41d0-87ab-ac8237d9a47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5995</TotalTime>
  <Words>1716</Words>
  <Application>Microsoft Office PowerPoint</Application>
  <PresentationFormat>Widescreen</PresentationFormat>
  <Paragraphs>255</Paragraphs>
  <Slides>9</Slides>
  <Notes>8</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9</vt:i4>
      </vt:variant>
    </vt:vector>
  </HeadingPairs>
  <TitlesOfParts>
    <vt:vector size="21" baseType="lpstr">
      <vt:lpstr>Aptos</vt:lpstr>
      <vt:lpstr>Arial</vt:lpstr>
      <vt:lpstr>Calibri</vt:lpstr>
      <vt:lpstr>Open Sans</vt:lpstr>
      <vt:lpstr>Open Sans Light</vt:lpstr>
      <vt:lpstr>Poppins</vt:lpstr>
      <vt:lpstr>Poppins Light</vt:lpstr>
      <vt:lpstr>Poppins Medium</vt:lpstr>
      <vt:lpstr>Poppins SemiBold</vt:lpstr>
      <vt:lpstr>Roboto</vt:lpstr>
      <vt:lpstr>The Strategy Group - 2026</vt:lpstr>
      <vt:lpstr>The Strategy Group</vt:lpstr>
      <vt:lpstr>PowerPoint Presentation</vt:lpstr>
      <vt:lpstr>PowerPoint Presentation</vt:lpstr>
      <vt:lpstr>The majority of our budget will be focused in the ECI Phase</vt:lpstr>
      <vt:lpstr>Supporting six more interactives and three submissions in the C&amp;V phase</vt:lpstr>
      <vt:lpstr>The interactives we propose to support</vt:lpstr>
      <vt:lpstr>Four lessons from the C&amp;V Phase</vt:lpstr>
      <vt:lpstr>What we have heard and seen through the C&amp;V Phase</vt:lpstr>
      <vt:lpstr>Two workshops will be held to realign before the ECI Phase</vt:lpstr>
      <vt:lpstr>We have allowed for 12 interactives in the ECI phase</vt:lpstr>
    </vt:vector>
  </TitlesOfParts>
  <Company>Razer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Tim Halling</dc:creator>
  <cp:lastModifiedBy>Alycia Wolf</cp:lastModifiedBy>
  <cp:revision>1</cp:revision>
  <cp:lastPrinted>2020-07-16T21:41:51Z</cp:lastPrinted>
  <dcterms:created xsi:type="dcterms:W3CDTF">2017-07-17T06:01:31Z</dcterms:created>
  <dcterms:modified xsi:type="dcterms:W3CDTF">2026-10-29T04:15:56Z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0x010100B65015FF0C4D0D4A84ACD5C5EC18BC34</vt:lpwstr>
  </property>
  <property fmtid="{D5CDD505-2E9C-101B-9397-08002B2CF9AE}" pid="3" name="MediaServiceImageTags">
    <vt:lpwstr/>
  </property>
</Properties>
</file>