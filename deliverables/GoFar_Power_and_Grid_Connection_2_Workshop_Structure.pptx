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media/image13.svg" ContentType="image/svg+xml"/>
  <Override PartName="/ppt/media/image14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76" r:id="rId5"/>
    <p:sldMasterId id="2147483690" r:id="rId6"/>
    <p:sldMasterId id="2147483705" r:id="rId7"/>
  </p:sldMasterIdLst>
  <p:notesMasterIdLst>
    <p:notesMasterId r:id="rId18"/>
  </p:notesMasterIdLst>
  <p:sldIdLst>
    <p:sldId id="678" r:id="rId26"/>
    <p:sldId id="679" r:id="rId27"/>
    <p:sldId id="680" r:id="rId28"/>
    <p:sldId id="681" r:id="rId29"/>
    <p:sldId id="682" r:id="rId30"/>
    <p:sldId id="683" r:id="rId31"/>
    <p:sldId id="684" r:id="rId32"/>
    <p:sldId id="685" r:id="rId33"/>
    <p:sldId id="686" r:id="rId34"/>
    <p:sldId id="687" r:id="rId35"/>
    <p:sldId id="688" r:id="rId36"/>
    <p:sldId id="689" r:id="rId37"/>
    <p:sldId id="690" r:id="rId38"/>
    <p:sldId id="691" r:id="rId39"/>
    <p:sldId id="692" r:id="rId40"/>
    <p:sldId id="693" r:id="rId41"/>
    <p:sldId id="694" r:id="rId42"/>
    <p:sldId id="695" r:id="rId43"/>
    <p:sldId id="696" r:id="rId44"/>
    <p:sldId id="697" r:id="rId45"/>
    <p:sldId id="698" r:id="rId46"/>
    <p:sldId id="699" r:id="rId47"/>
    <p:sldId id="700" r:id="rId48"/>
    <p:sldId id="701" r:id="rId49"/>
    <p:sldId id="702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BA5C03-8EF7-B1E0-FC4D-2F18882D0D08}" name="Scott Connor" initials="SC" userId="S::scott.connor@groupid.one::08a6758f-b27d-4609-8458-9e655f28ab74" providerId="AD"/>
  <p188:author id="{66FECF2C-F223-9699-7EA1-56DB6450E96F}" name="KONSTANTINOU Anastasios" initials="KA" userId="S::akonstantinou_systra.com#ext#@groupidone.onmicrosoft.com::364967a8-6da4-44de-a165-76e83b8bb94a" providerId="AD"/>
  <p188:author id="{1248D034-1607-935A-7815-520E085096B5}" name="KONSTANTINOU Anastasios" initials="AK" userId="S::akonstantinou@systra.info::cb27f8ab-2192-4b73-a92d-d5a7342ceb53" providerId="AD"/>
  <p188:author id="{22B6604C-64F9-9A4C-3D6F-FB7164E2FB2B}" name="Alycia Wolf" initials="AW" userId="S::alycia@thestrategygroup.com.au::c3aef7f7-6659-44db-bf40-576699cfa133" providerId="AD"/>
  <p188:author id="{A8A3DE4C-8C05-5669-8EDF-679D99A19173}" name="Miren Barinaga" initials="MB" userId="S::mirenbarinaga@saitec.es::5a49a9f1-faa7-4d7f-b858-c578a08ebc31" providerId="AD"/>
  <p188:author id="{AF742A88-23A4-B02F-D282-C8D9BD3AD95C}" name="Jeffrey Tobias" initials="JT" userId="S::jeffrey@thestrategygroup.com.au::9ceb8861-4a13-48a9-ba56-a8c90f5fbffd" providerId="AD"/>
  <p188:author id="{ADD601BB-88BF-C675-9A6B-968A85AC6286}" name="Miren Barinaga" initials="MB" userId="S::mirenbarinaga_saitec.es#ext#@groupidone.onmicrosoft.com::d4fd9306-ea20-43c3-bd68-442d931c1eb4" providerId="AD"/>
  <p188:author id="{163867D2-0B09-877E-5209-C2FD5AF1F5D7}" name="SWINDLEY Giles (Externe)" initials="GS" userId="S::giles.swindley.1-ext@vc-partner.net::df30a37f-efe1-4c61-9da7-f2fa6e3e974a" providerId="AD"/>
  <p188:author id="{54E5EFE4-F6AC-E779-8444-CC69D958C4F1}" name="SPENLE Laurent" initials="LS" userId="S::laurent.spenle@vinci-construction.com::27f4f8a1-09ae-4a9d-a92e-50a35e5e906e" providerId="AD"/>
  <p188:author id="{C777F2FA-8489-757B-A4A8-27B5F54355FA}" name="DUDOUIT François" initials="DF" userId="S::francois.dudouit_vinci-construction.com#ext#@groupidone.onmicrosoft.com::b2d09123-5047-4214-bb3a-70d6e6602c1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C01"/>
    <a:srgbClr val="6F797B"/>
    <a:srgbClr val="57656F"/>
    <a:srgbClr val="929896"/>
    <a:srgbClr val="6F787B"/>
    <a:srgbClr val="878277"/>
    <a:srgbClr val="36843F"/>
    <a:srgbClr val="1B421F"/>
    <a:srgbClr val="36CEB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2" dt="2026-10-12T05:36:16.788"/>
    <p1510:client id="{27E4D1C6-1F1B-4F4E-951E-7F0C544BC873}" v="2138" dt="2026-10-12T05:38:28.689"/>
    <p1510:client id="{2E8F49C4-9D49-F3C6-CA26-5DBFFB9AC03E}" v="39" dt="2026-10-12T07:06:59.146"/>
    <p1510:client id="{5B736084-E409-4DC0-95FF-50DEAD65A319}" v="263" dt="2026-10-12T00:36:47.798"/>
    <p1510:client id="{D970B87E-685C-4B05-A0C6-482606436BB2}" v="3004" dt="2026-10-12T07:10:43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57" autoAdjust="0"/>
    <p:restoredTop sz="94660"/>
  </p:normalViewPr>
  <p:slideViewPr>
    <p:cSldViewPr snapToGrid="0">
      <p:cViewPr>
        <p:scale>
          <a:sx n="76" d="100"/>
          <a:sy n="76" d="100"/>
        </p:scale>
        <p:origin x="825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Relationship Id="rId25" Type="http://schemas.microsoft.com/office/2018/10/relationships/authors" Target="authors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STANTINOU Anastasios" userId="S::akonstantinou_systra.com#ext#@groupidone.onmicrosoft.com::364967a8-6da4-44de-a165-76e83b8bb94a" providerId="AD" clId="Web-{5321CB10-0F20-D43F-132D-B9A6D7F2C35B}"/>
    <pc:docChg chg="mod">
      <pc:chgData name="KONSTANTINOU Anastasios" userId="S::akonstantinou_systra.com#ext#@groupidone.onmicrosoft.com::364967a8-6da4-44de-a165-76e83b8bb94a" providerId="AD" clId="Web-{5321CB10-0F20-D43F-132D-B9A6D7F2C35B}" dt="2026-10-04T01:10:43.185" v="0"/>
      <pc:docMkLst>
        <pc:docMk/>
      </pc:docMkLst>
    </pc:docChg>
  </pc:docChgLst>
  <pc:docChgLst>
    <pc:chgData name="MARSAL Laurent" userId="S::lmarsal_systra.com#ext#@groupidone.onmicrosoft.com::a15d05e0-cfca-4cde-84aa-bcfe9def1ffb" providerId="AD" clId="Web-{2E8F49C4-9D49-F3C6-CA26-5DBFFB9AC03E}"/>
    <pc:docChg chg="addSld modSld">
      <pc:chgData name="MARSAL Laurent" userId="S::lmarsal_systra.com#ext#@groupidone.onmicrosoft.com::a15d05e0-cfca-4cde-84aa-bcfe9def1ffb" providerId="AD" clId="Web-{2E8F49C4-9D49-F3C6-CA26-5DBFFB9AC03E}" dt="2026-10-12T07:06:59.146" v="37" actId="1076"/>
      <pc:docMkLst>
        <pc:docMk/>
      </pc:docMkLst>
      <pc:sldChg chg="addSp delSp modSp">
        <pc:chgData name="MARSAL Laurent" userId="S::lmarsal_systra.com#ext#@groupidone.onmicrosoft.com::a15d05e0-cfca-4cde-84aa-bcfe9def1ffb" providerId="AD" clId="Web-{2E8F49C4-9D49-F3C6-CA26-5DBFFB9AC03E}" dt="2026-10-12T05:00:57.129" v="7" actId="14100"/>
        <pc:sldMkLst>
          <pc:docMk/>
          <pc:sldMk cId="3779315461" sldId="518"/>
        </pc:sldMkLst>
        <pc:spChg chg="mod">
          <ac:chgData name="MARSAL Laurent" userId="S::lmarsal_systra.com#ext#@groupidone.onmicrosoft.com::a15d05e0-cfca-4cde-84aa-bcfe9def1ffb" providerId="AD" clId="Web-{2E8F49C4-9D49-F3C6-CA26-5DBFFB9AC03E}" dt="2026-10-12T05:00:34.799" v="3" actId="20577"/>
          <ac:spMkLst>
            <pc:docMk/>
            <pc:sldMk cId="3779315461" sldId="518"/>
            <ac:spMk id="6" creationId="{637A3C7D-8793-BAFC-C6B4-C8650CEF0696}"/>
          </ac:spMkLst>
        </pc:spChg>
        <pc:picChg chg="add mod">
          <ac:chgData name="MARSAL Laurent" userId="S::lmarsal_systra.com#ext#@groupidone.onmicrosoft.com::a15d05e0-cfca-4cde-84aa-bcfe9def1ffb" providerId="AD" clId="Web-{2E8F49C4-9D49-F3C6-CA26-5DBFFB9AC03E}" dt="2026-10-12T05:00:57.129" v="7" actId="14100"/>
          <ac:picMkLst>
            <pc:docMk/>
            <pc:sldMk cId="3779315461" sldId="518"/>
            <ac:picMk id="3" creationId="{8DA94D01-36E6-E11D-201B-331F6D446684}"/>
          </ac:picMkLst>
        </pc:picChg>
        <pc:picChg chg="add del">
          <ac:chgData name="MARSAL Laurent" userId="S::lmarsal_systra.com#ext#@groupidone.onmicrosoft.com::a15d05e0-cfca-4cde-84aa-bcfe9def1ffb" providerId="AD" clId="Web-{2E8F49C4-9D49-F3C6-CA26-5DBFFB9AC03E}" dt="2026-10-12T05:00:40.612" v="5"/>
          <ac:picMkLst>
            <pc:docMk/>
            <pc:sldMk cId="3779315461" sldId="518"/>
            <ac:picMk id="4" creationId="{5AA71367-B844-327E-88EA-C21A016063E1}"/>
          </ac:picMkLst>
        </pc:picChg>
      </pc:sldChg>
      <pc:sldChg chg="addSp delSp modSp">
        <pc:chgData name="MARSAL Laurent" userId="S::lmarsal_systra.com#ext#@groupidone.onmicrosoft.com::a15d05e0-cfca-4cde-84aa-bcfe9def1ffb" providerId="AD" clId="Web-{2E8F49C4-9D49-F3C6-CA26-5DBFFB9AC03E}" dt="2026-10-12T07:04:14.313" v="12" actId="1076"/>
        <pc:sldMkLst>
          <pc:docMk/>
          <pc:sldMk cId="1817021396" sldId="519"/>
        </pc:sldMkLst>
        <pc:picChg chg="del">
          <ac:chgData name="MARSAL Laurent" userId="S::lmarsal_systra.com#ext#@groupidone.onmicrosoft.com::a15d05e0-cfca-4cde-84aa-bcfe9def1ffb" providerId="AD" clId="Web-{2E8F49C4-9D49-F3C6-CA26-5DBFFB9AC03E}" dt="2026-10-12T07:02:18.809" v="8"/>
          <ac:picMkLst>
            <pc:docMk/>
            <pc:sldMk cId="1817021396" sldId="519"/>
            <ac:picMk id="3" creationId="{F6E0326B-299A-2E78-FE5F-665D5106DD9F}"/>
          </ac:picMkLst>
        </pc:picChg>
        <pc:picChg chg="add mod">
          <ac:chgData name="MARSAL Laurent" userId="S::lmarsal_systra.com#ext#@groupidone.onmicrosoft.com::a15d05e0-cfca-4cde-84aa-bcfe9def1ffb" providerId="AD" clId="Web-{2E8F49C4-9D49-F3C6-CA26-5DBFFB9AC03E}" dt="2026-10-12T07:04:14.313" v="12" actId="1076"/>
          <ac:picMkLst>
            <pc:docMk/>
            <pc:sldMk cId="1817021396" sldId="519"/>
            <ac:picMk id="5" creationId="{725978DF-7564-2689-E3B9-5B312C8C797E}"/>
          </ac:picMkLst>
        </pc:picChg>
      </pc:sldChg>
      <pc:sldChg chg="addSp delSp modSp">
        <pc:chgData name="MARSAL Laurent" userId="S::lmarsal_systra.com#ext#@groupidone.onmicrosoft.com::a15d05e0-cfca-4cde-84aa-bcfe9def1ffb" providerId="AD" clId="Web-{2E8F49C4-9D49-F3C6-CA26-5DBFFB9AC03E}" dt="2026-10-12T07:06:59.146" v="37" actId="1076"/>
        <pc:sldMkLst>
          <pc:docMk/>
          <pc:sldMk cId="388094643" sldId="523"/>
        </pc:sldMkLst>
        <pc:spChg chg="mod">
          <ac:chgData name="MARSAL Laurent" userId="S::lmarsal_systra.com#ext#@groupidone.onmicrosoft.com::a15d05e0-cfca-4cde-84aa-bcfe9def1ffb" providerId="AD" clId="Web-{2E8F49C4-9D49-F3C6-CA26-5DBFFB9AC03E}" dt="2026-10-12T07:06:40.786" v="33" actId="20577"/>
          <ac:spMkLst>
            <pc:docMk/>
            <pc:sldMk cId="388094643" sldId="523"/>
            <ac:spMk id="6" creationId="{E91B29F0-5F52-3D5B-662A-38997CF7D716}"/>
          </ac:spMkLst>
        </pc:spChg>
        <pc:picChg chg="del">
          <ac:chgData name="MARSAL Laurent" userId="S::lmarsal_systra.com#ext#@groupidone.onmicrosoft.com::a15d05e0-cfca-4cde-84aa-bcfe9def1ffb" providerId="AD" clId="Web-{2E8F49C4-9D49-F3C6-CA26-5DBFFB9AC03E}" dt="2026-10-12T07:04:41.548" v="13"/>
          <ac:picMkLst>
            <pc:docMk/>
            <pc:sldMk cId="388094643" sldId="523"/>
            <ac:picMk id="3" creationId="{6FDE2355-FFAF-5D2B-D979-EE8DC833A254}"/>
          </ac:picMkLst>
        </pc:picChg>
        <pc:picChg chg="add del mod">
          <ac:chgData name="MARSAL Laurent" userId="S::lmarsal_systra.com#ext#@groupidone.onmicrosoft.com::a15d05e0-cfca-4cde-84aa-bcfe9def1ffb" providerId="AD" clId="Web-{2E8F49C4-9D49-F3C6-CA26-5DBFFB9AC03E}" dt="2026-10-12T07:06:42.005" v="34"/>
          <ac:picMkLst>
            <pc:docMk/>
            <pc:sldMk cId="388094643" sldId="523"/>
            <ac:picMk id="4" creationId="{F60BD61D-C1B8-90A3-8705-C289105DA772}"/>
          </ac:picMkLst>
        </pc:picChg>
        <pc:picChg chg="add mod">
          <ac:chgData name="MARSAL Laurent" userId="S::lmarsal_systra.com#ext#@groupidone.onmicrosoft.com::a15d05e0-cfca-4cde-84aa-bcfe9def1ffb" providerId="AD" clId="Web-{2E8F49C4-9D49-F3C6-CA26-5DBFFB9AC03E}" dt="2026-10-12T07:06:59.146" v="37" actId="1076"/>
          <ac:picMkLst>
            <pc:docMk/>
            <pc:sldMk cId="388094643" sldId="523"/>
            <ac:picMk id="7" creationId="{EB66DBE3-A2C5-3588-FC02-E3A6E1604078}"/>
          </ac:picMkLst>
        </pc:picChg>
      </pc:sldChg>
      <pc:sldChg chg="add replId">
        <pc:chgData name="MARSAL Laurent" userId="S::lmarsal_systra.com#ext#@groupidone.onmicrosoft.com::a15d05e0-cfca-4cde-84aa-bcfe9def1ffb" providerId="AD" clId="Web-{2E8F49C4-9D49-F3C6-CA26-5DBFFB9AC03E}" dt="2026-10-12T07:05:03.502" v="17"/>
        <pc:sldMkLst>
          <pc:docMk/>
          <pc:sldMk cId="4220014940" sldId="525"/>
        </pc:sldMkLst>
      </pc:sldChg>
    </pc:docChg>
  </pc:docChgLst>
  <pc:docChgLst>
    <pc:chgData name="Alexis Cooke" userId="8bfbd6d5-49ce-4320-8e68-aae7bf02de56" providerId="ADAL" clId="{50232048-DFF3-47C9-AC57-BD3E87404583}"/>
    <pc:docChg chg="undo custSel modSld modMainMaster">
      <pc:chgData name="Alexis Cooke" userId="8bfbd6d5-49ce-4320-8e68-aae7bf02de56" providerId="ADAL" clId="{50232048-DFF3-47C9-AC57-BD3E87404583}" dt="2026-10-05T17:27:43.319" v="50" actId="3064"/>
      <pc:docMkLst>
        <pc:docMk/>
      </pc:docMkLst>
      <pc:sldChg chg="delSp modSp mod modClrScheme chgLayout">
        <pc:chgData name="Alexis Cooke" userId="8bfbd6d5-49ce-4320-8e68-aae7bf02de56" providerId="ADAL" clId="{50232048-DFF3-47C9-AC57-BD3E87404583}" dt="2026-10-05T17:24:08.044" v="28" actId="478"/>
        <pc:sldMkLst>
          <pc:docMk/>
          <pc:sldMk cId="3984714215" sldId="280"/>
        </pc:sldMkLst>
        <pc:spChg chg="mod ord">
          <ac:chgData name="Alexis Cooke" userId="8bfbd6d5-49ce-4320-8e68-aae7bf02de56" providerId="ADAL" clId="{50232048-DFF3-47C9-AC57-BD3E87404583}" dt="2026-10-05T17:24:01.087" v="27" actId="255"/>
          <ac:spMkLst>
            <pc:docMk/>
            <pc:sldMk cId="3984714215" sldId="280"/>
            <ac:spMk id="2" creationId="{0751049A-1C0E-8AF6-7858-FCDB7EB683E3}"/>
          </ac:spMkLst>
        </pc:spChg>
        <pc:spChg chg="mod ord">
          <ac:chgData name="Alexis Cooke" userId="8bfbd6d5-49ce-4320-8e68-aae7bf02de56" providerId="ADAL" clId="{50232048-DFF3-47C9-AC57-BD3E87404583}" dt="2026-10-05T17:23:37.472" v="24" actId="20577"/>
          <ac:spMkLst>
            <pc:docMk/>
            <pc:sldMk cId="3984714215" sldId="280"/>
            <ac:spMk id="3" creationId="{7FA3CCB1-8A82-E2DE-8503-3EF782FBA703}"/>
          </ac:spMkLst>
        </pc:spChg>
        <pc:spChg chg="mod ord">
          <ac:chgData name="Alexis Cooke" userId="8bfbd6d5-49ce-4320-8e68-aae7bf02de56" providerId="ADAL" clId="{50232048-DFF3-47C9-AC57-BD3E87404583}" dt="2026-10-05T17:23:18.007" v="1" actId="700"/>
          <ac:spMkLst>
            <pc:docMk/>
            <pc:sldMk cId="3984714215" sldId="280"/>
            <ac:spMk id="4" creationId="{2A3D2E4B-A802-950D-70E7-698C443D1D59}"/>
          </ac:spMkLst>
        </pc:spChg>
      </pc:sldChg>
      <pc:sldChg chg="delSp modSp mod modClrScheme chgLayout">
        <pc:chgData name="Alexis Cooke" userId="8bfbd6d5-49ce-4320-8e68-aae7bf02de56" providerId="ADAL" clId="{50232048-DFF3-47C9-AC57-BD3E87404583}" dt="2026-10-05T17:27:16.428" v="46" actId="14100"/>
        <pc:sldMkLst>
          <pc:docMk/>
          <pc:sldMk cId="2712393489" sldId="437"/>
        </pc:sldMkLst>
        <pc:spChg chg="mod ord">
          <ac:chgData name="Alexis Cooke" userId="8bfbd6d5-49ce-4320-8e68-aae7bf02de56" providerId="ADAL" clId="{50232048-DFF3-47C9-AC57-BD3E87404583}" dt="2026-10-05T17:25:26.628" v="36" actId="700"/>
          <ac:spMkLst>
            <pc:docMk/>
            <pc:sldMk cId="2712393489" sldId="437"/>
            <ac:spMk id="2" creationId="{07F1093D-AD89-86E2-0582-D0EE064AF557}"/>
          </ac:spMkLst>
        </pc:spChg>
        <pc:spChg chg="mod ord">
          <ac:chgData name="Alexis Cooke" userId="8bfbd6d5-49ce-4320-8e68-aae7bf02de56" providerId="ADAL" clId="{50232048-DFF3-47C9-AC57-BD3E87404583}" dt="2026-10-05T17:27:16.428" v="46" actId="14100"/>
          <ac:spMkLst>
            <pc:docMk/>
            <pc:sldMk cId="2712393489" sldId="437"/>
            <ac:spMk id="3" creationId="{8DA4C895-FE89-2EA1-0385-9236D969A09C}"/>
          </ac:spMkLst>
        </pc:spChg>
      </pc:sldChg>
      <pc:sldChg chg="delSp modSp mod modClrScheme chgLayout">
        <pc:chgData name="Alexis Cooke" userId="8bfbd6d5-49ce-4320-8e68-aae7bf02de56" providerId="ADAL" clId="{50232048-DFF3-47C9-AC57-BD3E87404583}" dt="2026-10-05T17:27:43.319" v="50" actId="3064"/>
        <pc:sldMkLst>
          <pc:docMk/>
          <pc:sldMk cId="260135857" sldId="449"/>
        </pc:sldMkLst>
        <pc:spChg chg="mod ord">
          <ac:chgData name="Alexis Cooke" userId="8bfbd6d5-49ce-4320-8e68-aae7bf02de56" providerId="ADAL" clId="{50232048-DFF3-47C9-AC57-BD3E87404583}" dt="2026-10-05T17:24:38.045" v="29" actId="700"/>
          <ac:spMkLst>
            <pc:docMk/>
            <pc:sldMk cId="260135857" sldId="449"/>
            <ac:spMk id="2" creationId="{13B30939-DF4F-880D-22F5-A44C73CB1BFC}"/>
          </ac:spMkLst>
        </pc:spChg>
        <pc:spChg chg="mod ord">
          <ac:chgData name="Alexis Cooke" userId="8bfbd6d5-49ce-4320-8e68-aae7bf02de56" providerId="ADAL" clId="{50232048-DFF3-47C9-AC57-BD3E87404583}" dt="2026-10-05T17:27:43.319" v="50" actId="3064"/>
          <ac:spMkLst>
            <pc:docMk/>
            <pc:sldMk cId="260135857" sldId="449"/>
            <ac:spMk id="3" creationId="{7188066F-3043-8B10-27E5-D30CFFD44CF9}"/>
          </ac:spMkLst>
        </pc:spChg>
        <pc:spChg chg="mod">
          <ac:chgData name="Alexis Cooke" userId="8bfbd6d5-49ce-4320-8e68-aae7bf02de56" providerId="ADAL" clId="{50232048-DFF3-47C9-AC57-BD3E87404583}" dt="2026-10-05T17:24:51.722" v="31" actId="1076"/>
          <ac:spMkLst>
            <pc:docMk/>
            <pc:sldMk cId="260135857" sldId="449"/>
            <ac:spMk id="9" creationId="{EEB46FFD-B173-538F-B4F7-5715496DD15C}"/>
          </ac:spMkLst>
        </pc:spChg>
      </pc:sldChg>
      <pc:sldMasterChg chg="modSldLayout">
        <pc:chgData name="Alexis Cooke" userId="8bfbd6d5-49ce-4320-8e68-aae7bf02de56" providerId="ADAL" clId="{50232048-DFF3-47C9-AC57-BD3E87404583}" dt="2026-10-05T17:22:51.937" v="0"/>
        <pc:sldMasterMkLst>
          <pc:docMk/>
          <pc:sldMasterMk cId="2304684150" sldId="2147483676"/>
        </pc:sldMasterMkLst>
        <pc:sldLayoutChg chg="setBg">
          <pc:chgData name="Alexis Cooke" userId="8bfbd6d5-49ce-4320-8e68-aae7bf02de56" providerId="ADAL" clId="{50232048-DFF3-47C9-AC57-BD3E87404583}" dt="2026-10-05T17:22:51.937" v="0"/>
          <pc:sldLayoutMkLst>
            <pc:docMk/>
            <pc:sldMasterMk cId="2304684150" sldId="2147483676"/>
            <pc:sldLayoutMk cId="4083493764" sldId="2147483683"/>
          </pc:sldLayoutMkLst>
        </pc:sldLayoutChg>
      </pc:sldMasterChg>
    </pc:docChg>
  </pc:docChgLst>
  <pc:docChgLst>
    <pc:chgData name="Miren Barinaga" userId="S::mirenbarinaga_saitec.es#ext#@groupidone.onmicrosoft.com::d4fd9306-ea20-43c3-bd68-442d931c1eb4" providerId="AD" clId="Web-{799166D6-D457-3D3E-4F39-EC9510FDC547}"/>
    <pc:docChg chg="mod addSld modSld sldOrd">
      <pc:chgData name="Miren Barinaga" userId="S::mirenbarinaga_saitec.es#ext#@groupidone.onmicrosoft.com::d4fd9306-ea20-43c3-bd68-442d931c1eb4" providerId="AD" clId="Web-{799166D6-D457-3D3E-4F39-EC9510FDC547}" dt="2026-10-03T04:58:09.548" v="530"/>
      <pc:docMkLst>
        <pc:docMk/>
      </pc:docMkLst>
      <pc:sldChg chg="modSp">
        <pc:chgData name="Miren Barinaga" userId="S::mirenbarinaga_saitec.es#ext#@groupidone.onmicrosoft.com::d4fd9306-ea20-43c3-bd68-442d931c1eb4" providerId="AD" clId="Web-{799166D6-D457-3D3E-4F39-EC9510FDC547}" dt="2026-10-03T04:47:42.362" v="455" actId="20577"/>
        <pc:sldMkLst>
          <pc:docMk/>
          <pc:sldMk cId="3911093472" sldId="404"/>
        </pc:sldMkLst>
        <pc:spChg chg="mod">
          <ac:chgData name="Miren Barinaga" userId="S::mirenbarinaga_saitec.es#ext#@groupidone.onmicrosoft.com::d4fd9306-ea20-43c3-bd68-442d931c1eb4" providerId="AD" clId="Web-{799166D6-D457-3D3E-4F39-EC9510FDC547}" dt="2026-10-03T04:47:42.362" v="455" actId="20577"/>
          <ac:spMkLst>
            <pc:docMk/>
            <pc:sldMk cId="3911093472" sldId="404"/>
            <ac:spMk id="6" creationId="{B5196329-281A-4B32-4AAB-828497FDAAD8}"/>
          </ac:spMkLst>
        </pc:spChg>
      </pc:sldChg>
      <pc:sldChg chg="modSp">
        <pc:chgData name="Miren Barinaga" userId="S::mirenbarinaga_saitec.es#ext#@groupidone.onmicrosoft.com::d4fd9306-ea20-43c3-bd68-442d931c1eb4" providerId="AD" clId="Web-{799166D6-D457-3D3E-4F39-EC9510FDC547}" dt="2026-10-03T04:47:02.736" v="453" actId="20577"/>
        <pc:sldMkLst>
          <pc:docMk/>
          <pc:sldMk cId="1370278828" sldId="418"/>
        </pc:sldMkLst>
      </pc:sldChg>
    </pc:docChg>
  </pc:docChgLst>
  <pc:docChgLst>
    <pc:chgData name="Scott Connor" userId="S::scott.connor@groupid.one::08a6758f-b27d-4609-8458-9e655f28ab74" providerId="AD" clId="Web-{0C5EC13F-D08C-A1AF-27E8-2AE48686221C}"/>
    <pc:docChg chg="modSld">
      <pc:chgData name="Scott Connor" userId="S::scott.connor@groupid.one::08a6758f-b27d-4609-8458-9e655f28ab74" providerId="AD" clId="Web-{0C5EC13F-D08C-A1AF-27E8-2AE48686221C}" dt="2026-10-05T01:43:32.471" v="168" actId="20577"/>
      <pc:docMkLst>
        <pc:docMk/>
      </pc:docMkLst>
      <pc:sldChg chg="modSp modCm">
        <pc:chgData name="Scott Connor" userId="S::scott.connor@groupid.one::08a6758f-b27d-4609-8458-9e655f28ab74" providerId="AD" clId="Web-{0C5EC13F-D08C-A1AF-27E8-2AE48686221C}" dt="2026-10-05T01:43:32.471" v="168" actId="20577"/>
        <pc:sldMkLst>
          <pc:docMk/>
          <pc:sldMk cId="1330236609" sldId="41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cott Connor" userId="S::scott.connor@groupid.one::08a6758f-b27d-4609-8458-9e655f28ab74" providerId="AD" clId="Web-{0C5EC13F-D08C-A1AF-27E8-2AE48686221C}" dt="2026-10-05T01:43:30.330" v="167" actId="20577"/>
              <pc2:cmMkLst xmlns:pc2="http://schemas.microsoft.com/office/powerpoint/2019/9/main/command">
                <pc:docMk/>
                <pc:sldMk cId="1330236609" sldId="411"/>
                <pc2:cmMk id="{A70C7AFB-9B77-DB48-A0DA-B7152FEDDA92}"/>
              </pc2:cmMkLst>
            </pc226:cmChg>
          </p:ext>
        </pc:extLst>
      </pc:sldChg>
      <pc:sldChg chg="modSp">
        <pc:chgData name="Scott Connor" userId="S::scott.connor@groupid.one::08a6758f-b27d-4609-8458-9e655f28ab74" providerId="AD" clId="Web-{0C5EC13F-D08C-A1AF-27E8-2AE48686221C}" dt="2026-10-05T01:30:43.408" v="147" actId="20577"/>
        <pc:sldMkLst>
          <pc:docMk/>
          <pc:sldMk cId="2658393319" sldId="444"/>
        </pc:sldMkLst>
        <pc:spChg chg="mod">
          <ac:chgData name="Scott Connor" userId="S::scott.connor@groupid.one::08a6758f-b27d-4609-8458-9e655f28ab74" providerId="AD" clId="Web-{0C5EC13F-D08C-A1AF-27E8-2AE48686221C}" dt="2026-10-05T01:30:43.408" v="147" actId="20577"/>
          <ac:spMkLst>
            <pc:docMk/>
            <pc:sldMk cId="2658393319" sldId="444"/>
            <ac:spMk id="4" creationId="{30CF4328-22CB-3DDA-431A-807B6EC5368C}"/>
          </ac:spMkLst>
        </pc:spChg>
      </pc:sldChg>
    </pc:docChg>
  </pc:docChgLst>
  <pc:docChgLst>
    <pc:chgData name="DUDOUIT François" userId="b473292e-e9b0-454d-aa96-294f82127a18" providerId="ADAL" clId="{2569C332-4D08-4063-AAEF-04BB703DB2BB}"/>
    <pc:docChg chg="undo custSel modSld">
      <pc:chgData name="DUDOUIT François" userId="b473292e-e9b0-454d-aa96-294f82127a18" providerId="ADAL" clId="{2569C332-4D08-4063-AAEF-04BB703DB2BB}" dt="2026-10-06T07:16:08.197" v="46" actId="14100"/>
      <pc:docMkLst>
        <pc:docMk/>
      </pc:docMkLst>
      <pc:sldChg chg="addSp delSp modSp mod">
        <pc:chgData name="DUDOUIT François" userId="b473292e-e9b0-454d-aa96-294f82127a18" providerId="ADAL" clId="{2569C332-4D08-4063-AAEF-04BB703DB2BB}" dt="2026-10-06T07:16:08.197" v="46" actId="14100"/>
        <pc:sldMkLst>
          <pc:docMk/>
          <pc:sldMk cId="3932458289" sldId="325"/>
        </pc:sldMkLst>
        <pc:grpChg chg="mod">
          <ac:chgData name="DUDOUIT François" userId="b473292e-e9b0-454d-aa96-294f82127a18" providerId="ADAL" clId="{2569C332-4D08-4063-AAEF-04BB703DB2BB}" dt="2026-10-06T07:08:07.665" v="33" actId="1076"/>
          <ac:grpSpMkLst>
            <pc:docMk/>
            <pc:sldMk cId="3932458289" sldId="325"/>
            <ac:grpSpMk id="6" creationId="{6772063B-BD37-773E-D80D-88508CA5BB5D}"/>
          </ac:grpSpMkLst>
        </pc:grpChg>
        <pc:cxnChg chg="add mod">
          <ac:chgData name="DUDOUIT François" userId="b473292e-e9b0-454d-aa96-294f82127a18" providerId="ADAL" clId="{2569C332-4D08-4063-AAEF-04BB703DB2BB}" dt="2026-10-06T07:16:08.197" v="46" actId="14100"/>
          <ac:cxnSpMkLst>
            <pc:docMk/>
            <pc:sldMk cId="3932458289" sldId="325"/>
            <ac:cxnSpMk id="10" creationId="{758B2726-B3A9-3CB8-5179-6B13A613A97D}"/>
          </ac:cxnSpMkLst>
        </pc:cxnChg>
        <pc:cxnChg chg="add mod">
          <ac:chgData name="DUDOUIT François" userId="b473292e-e9b0-454d-aa96-294f82127a18" providerId="ADAL" clId="{2569C332-4D08-4063-AAEF-04BB703DB2BB}" dt="2026-10-06T07:09:55.155" v="43" actId="1076"/>
          <ac:cxnSpMkLst>
            <pc:docMk/>
            <pc:sldMk cId="3932458289" sldId="325"/>
            <ac:cxnSpMk id="24" creationId="{D7D47C1E-392D-150D-15B2-B394B358BBB7}"/>
          </ac:cxnSpMkLst>
        </pc:cxnChg>
      </pc:sldChg>
    </pc:docChg>
  </pc:docChgLst>
  <pc:docChgLst>
    <pc:chgData name="Jeffrey Tobias" userId="9ceb8861-4a13-48a9-ba56-a8c90f5fbffd" providerId="ADAL" clId="{9F870BBE-3130-516C-8D7D-FE4AA782BA08}"/>
    <pc:docChg chg="custSel addSld delSld modSld sldOrd">
      <pc:chgData name="Jeffrey Tobias" userId="9ceb8861-4a13-48a9-ba56-a8c90f5fbffd" providerId="ADAL" clId="{9F870BBE-3130-516C-8D7D-FE4AA782BA08}" dt="2026-10-04T08:31:44.920" v="434" actId="1076"/>
      <pc:docMkLst>
        <pc:docMk/>
      </pc:docMkLst>
      <pc:sldChg chg="modSp mod">
        <pc:chgData name="Jeffrey Tobias" userId="9ceb8861-4a13-48a9-ba56-a8c90f5fbffd" providerId="ADAL" clId="{9F870BBE-3130-516C-8D7D-FE4AA782BA08}" dt="2026-10-04T08:20:31.178" v="311" actId="20577"/>
        <pc:sldMkLst>
          <pc:docMk/>
          <pc:sldMk cId="2671801017" sldId="295"/>
        </pc:sldMkLst>
        <pc:spChg chg="mod">
          <ac:chgData name="Jeffrey Tobias" userId="9ceb8861-4a13-48a9-ba56-a8c90f5fbffd" providerId="ADAL" clId="{9F870BBE-3130-516C-8D7D-FE4AA782BA08}" dt="2026-10-04T08:20:31.178" v="311" actId="20577"/>
          <ac:spMkLst>
            <pc:docMk/>
            <pc:sldMk cId="2671801017" sldId="295"/>
            <ac:spMk id="5" creationId="{5125A307-34F0-B1E6-61EF-A7DAFBB3A7C8}"/>
          </ac:spMkLst>
        </pc:spChg>
      </pc:sldChg>
      <pc:sldChg chg="modSp mod">
        <pc:chgData name="Jeffrey Tobias" userId="9ceb8861-4a13-48a9-ba56-a8c90f5fbffd" providerId="ADAL" clId="{9F870BBE-3130-516C-8D7D-FE4AA782BA08}" dt="2026-10-04T08:10:07.280" v="288" actId="404"/>
        <pc:sldMkLst>
          <pc:docMk/>
          <pc:sldMk cId="1128891271" sldId="323"/>
        </pc:sldMkLst>
        <pc:spChg chg="mod">
          <ac:chgData name="Jeffrey Tobias" userId="9ceb8861-4a13-48a9-ba56-a8c90f5fbffd" providerId="ADAL" clId="{9F870BBE-3130-516C-8D7D-FE4AA782BA08}" dt="2026-10-04T08:10:07.280" v="288" actId="404"/>
          <ac:spMkLst>
            <pc:docMk/>
            <pc:sldMk cId="1128891271" sldId="323"/>
            <ac:spMk id="6" creationId="{9620FAB9-392D-B28B-8520-4B533823D20D}"/>
          </ac:spMkLst>
        </pc:spChg>
      </pc:sldChg>
      <pc:sldChg chg="modSp mod">
        <pc:chgData name="Jeffrey Tobias" userId="9ceb8861-4a13-48a9-ba56-a8c90f5fbffd" providerId="ADAL" clId="{9F870BBE-3130-516C-8D7D-FE4AA782BA08}" dt="2026-10-04T08:01:55.960" v="181" actId="20577"/>
        <pc:sldMkLst>
          <pc:docMk/>
          <pc:sldMk cId="3579805339" sldId="326"/>
        </pc:sldMkLst>
      </pc:sldChg>
      <pc:sldChg chg="modSp mod">
        <pc:chgData name="Jeffrey Tobias" userId="9ceb8861-4a13-48a9-ba56-a8c90f5fbffd" providerId="ADAL" clId="{9F870BBE-3130-516C-8D7D-FE4AA782BA08}" dt="2026-10-04T08:09:50.366" v="284" actId="404"/>
        <pc:sldMkLst>
          <pc:docMk/>
          <pc:sldMk cId="3911093472" sldId="404"/>
        </pc:sldMkLst>
        <pc:spChg chg="mod">
          <ac:chgData name="Jeffrey Tobias" userId="9ceb8861-4a13-48a9-ba56-a8c90f5fbffd" providerId="ADAL" clId="{9F870BBE-3130-516C-8D7D-FE4AA782BA08}" dt="2026-10-04T08:09:50.366" v="284" actId="404"/>
          <ac:spMkLst>
            <pc:docMk/>
            <pc:sldMk cId="3911093472" sldId="404"/>
            <ac:spMk id="6" creationId="{B5196329-281A-4B32-4AAB-828497FDAAD8}"/>
          </ac:spMkLst>
        </pc:spChg>
      </pc:sldChg>
      <pc:sldChg chg="modSp mod">
        <pc:chgData name="Jeffrey Tobias" userId="9ceb8861-4a13-48a9-ba56-a8c90f5fbffd" providerId="ADAL" clId="{9F870BBE-3130-516C-8D7D-FE4AA782BA08}" dt="2026-10-04T08:08:53.370" v="273" actId="404"/>
        <pc:sldMkLst>
          <pc:docMk/>
          <pc:sldMk cId="3379820857" sldId="405"/>
        </pc:sldMkLst>
        <pc:spChg chg="mod">
          <ac:chgData name="Jeffrey Tobias" userId="9ceb8861-4a13-48a9-ba56-a8c90f5fbffd" providerId="ADAL" clId="{9F870BBE-3130-516C-8D7D-FE4AA782BA08}" dt="2026-10-04T08:08:53.370" v="273" actId="404"/>
          <ac:spMkLst>
            <pc:docMk/>
            <pc:sldMk cId="3379820857" sldId="405"/>
            <ac:spMk id="6" creationId="{805744CF-01E9-5F74-74BF-32721CF30FF9}"/>
          </ac:spMkLst>
        </pc:spChg>
      </pc:sldChg>
      <pc:sldChg chg="modSp mod">
        <pc:chgData name="Jeffrey Tobias" userId="9ceb8861-4a13-48a9-ba56-a8c90f5fbffd" providerId="ADAL" clId="{9F870BBE-3130-516C-8D7D-FE4AA782BA08}" dt="2026-10-04T08:09:42.919" v="282" actId="404"/>
        <pc:sldMkLst>
          <pc:docMk/>
          <pc:sldMk cId="1376855922" sldId="408"/>
        </pc:sldMkLst>
        <pc:spChg chg="mod">
          <ac:chgData name="Jeffrey Tobias" userId="9ceb8861-4a13-48a9-ba56-a8c90f5fbffd" providerId="ADAL" clId="{9F870BBE-3130-516C-8D7D-FE4AA782BA08}" dt="2026-10-04T08:09:42.919" v="282" actId="404"/>
          <ac:spMkLst>
            <pc:docMk/>
            <pc:sldMk cId="1376855922" sldId="408"/>
            <ac:spMk id="6" creationId="{CF96EA5A-0217-2F1B-C9FD-5601F3385FDA}"/>
          </ac:spMkLst>
        </pc:spChg>
      </pc:sldChg>
      <pc:sldChg chg="modSp mod">
        <pc:chgData name="Jeffrey Tobias" userId="9ceb8861-4a13-48a9-ba56-a8c90f5fbffd" providerId="ADAL" clId="{9F870BBE-3130-516C-8D7D-FE4AA782BA08}" dt="2026-10-04T08:31:44.920" v="434" actId="1076"/>
        <pc:sldMkLst>
          <pc:docMk/>
          <pc:sldMk cId="2658643748" sldId="409"/>
        </pc:sldMkLst>
        <pc:spChg chg="mod">
          <ac:chgData name="Jeffrey Tobias" userId="9ceb8861-4a13-48a9-ba56-a8c90f5fbffd" providerId="ADAL" clId="{9F870BBE-3130-516C-8D7D-FE4AA782BA08}" dt="2026-10-04T08:08:47.640" v="271" actId="404"/>
          <ac:spMkLst>
            <pc:docMk/>
            <pc:sldMk cId="2658643748" sldId="409"/>
            <ac:spMk id="6" creationId="{3AC07858-1595-39B3-E063-96A8B37A6E76}"/>
          </ac:spMkLst>
        </pc:spChg>
      </pc:sldChg>
      <pc:sldChg chg="add">
        <pc:chgData name="Jeffrey Tobias" userId="9ceb8861-4a13-48a9-ba56-a8c90f5fbffd" providerId="ADAL" clId="{9F870BBE-3130-516C-8D7D-FE4AA782BA08}" dt="2026-10-04T04:57:59.038" v="6"/>
        <pc:sldMkLst>
          <pc:docMk/>
          <pc:sldMk cId="1330236609" sldId="411"/>
        </pc:sldMkLst>
      </pc:sldChg>
      <pc:sldChg chg="modSp mod">
        <pc:chgData name="Jeffrey Tobias" userId="9ceb8861-4a13-48a9-ba56-a8c90f5fbffd" providerId="ADAL" clId="{9F870BBE-3130-516C-8D7D-FE4AA782BA08}" dt="2026-10-04T08:08:21.794" v="267" actId="404"/>
        <pc:sldMkLst>
          <pc:docMk/>
          <pc:sldMk cId="3201258591" sldId="412"/>
        </pc:sldMkLst>
        <pc:spChg chg="mod">
          <ac:chgData name="Jeffrey Tobias" userId="9ceb8861-4a13-48a9-ba56-a8c90f5fbffd" providerId="ADAL" clId="{9F870BBE-3130-516C-8D7D-FE4AA782BA08}" dt="2026-10-04T08:08:21.794" v="267" actId="404"/>
          <ac:spMkLst>
            <pc:docMk/>
            <pc:sldMk cId="3201258591" sldId="412"/>
            <ac:spMk id="5" creationId="{F401A71B-4A75-861A-FA03-0E4B90146456}"/>
          </ac:spMkLst>
        </pc:spChg>
      </pc:sldChg>
      <pc:sldChg chg="modSp mod">
        <pc:chgData name="Jeffrey Tobias" userId="9ceb8861-4a13-48a9-ba56-a8c90f5fbffd" providerId="ADAL" clId="{9F870BBE-3130-516C-8D7D-FE4AA782BA08}" dt="2026-10-04T08:10:29.084" v="292" actId="404"/>
        <pc:sldMkLst>
          <pc:docMk/>
          <pc:sldMk cId="523324388" sldId="414"/>
        </pc:sldMkLst>
        <pc:spChg chg="mod">
          <ac:chgData name="Jeffrey Tobias" userId="9ceb8861-4a13-48a9-ba56-a8c90f5fbffd" providerId="ADAL" clId="{9F870BBE-3130-516C-8D7D-FE4AA782BA08}" dt="2026-10-04T08:10:29.084" v="292" actId="404"/>
          <ac:spMkLst>
            <pc:docMk/>
            <pc:sldMk cId="523324388" sldId="414"/>
            <ac:spMk id="5" creationId="{2151454D-CB2C-A42E-F18D-216EB9A6F3D0}"/>
          </ac:spMkLst>
        </pc:spChg>
      </pc:sldChg>
      <pc:sldChg chg="modSp mod">
        <pc:chgData name="Jeffrey Tobias" userId="9ceb8861-4a13-48a9-ba56-a8c90f5fbffd" providerId="ADAL" clId="{9F870BBE-3130-516C-8D7D-FE4AA782BA08}" dt="2026-10-04T08:10:19.835" v="290" actId="404"/>
        <pc:sldMkLst>
          <pc:docMk/>
          <pc:sldMk cId="3752259600" sldId="415"/>
        </pc:sldMkLst>
        <pc:spChg chg="mod">
          <ac:chgData name="Jeffrey Tobias" userId="9ceb8861-4a13-48a9-ba56-a8c90f5fbffd" providerId="ADAL" clId="{9F870BBE-3130-516C-8D7D-FE4AA782BA08}" dt="2026-10-04T08:10:19.835" v="290" actId="404"/>
          <ac:spMkLst>
            <pc:docMk/>
            <pc:sldMk cId="3752259600" sldId="415"/>
            <ac:spMk id="5" creationId="{AEB1DD45-2423-8931-D95B-05328FA49480}"/>
          </ac:spMkLst>
        </pc:spChg>
      </pc:sldChg>
      <pc:sldChg chg="modSp mod">
        <pc:chgData name="Jeffrey Tobias" userId="9ceb8861-4a13-48a9-ba56-a8c90f5fbffd" providerId="ADAL" clId="{9F870BBE-3130-516C-8D7D-FE4AA782BA08}" dt="2026-10-04T08:09:58.754" v="286" actId="404"/>
        <pc:sldMkLst>
          <pc:docMk/>
          <pc:sldMk cId="1370278828" sldId="418"/>
        </pc:sldMkLst>
        <pc:spChg chg="mod">
          <ac:chgData name="Jeffrey Tobias" userId="9ceb8861-4a13-48a9-ba56-a8c90f5fbffd" providerId="ADAL" clId="{9F870BBE-3130-516C-8D7D-FE4AA782BA08}" dt="2026-10-04T08:09:58.754" v="286" actId="404"/>
          <ac:spMkLst>
            <pc:docMk/>
            <pc:sldMk cId="1370278828" sldId="418"/>
            <ac:spMk id="5" creationId="{D46875A3-44CC-5923-C4F4-B1EE0E9981A4}"/>
          </ac:spMkLst>
        </pc:spChg>
      </pc:sldChg>
      <pc:sldChg chg="modSp mod">
        <pc:chgData name="Jeffrey Tobias" userId="9ceb8861-4a13-48a9-ba56-a8c90f5fbffd" providerId="ADAL" clId="{9F870BBE-3130-516C-8D7D-FE4AA782BA08}" dt="2026-10-04T08:09:02.041" v="275" actId="404"/>
        <pc:sldMkLst>
          <pc:docMk/>
          <pc:sldMk cId="520368260" sldId="419"/>
        </pc:sldMkLst>
        <pc:spChg chg="mod">
          <ac:chgData name="Jeffrey Tobias" userId="9ceb8861-4a13-48a9-ba56-a8c90f5fbffd" providerId="ADAL" clId="{9F870BBE-3130-516C-8D7D-FE4AA782BA08}" dt="2026-10-04T08:09:02.041" v="275" actId="404"/>
          <ac:spMkLst>
            <pc:docMk/>
            <pc:sldMk cId="520368260" sldId="419"/>
            <ac:spMk id="5" creationId="{F5946405-28D9-AB38-E107-3FDDB1EB1895}"/>
          </ac:spMkLst>
        </pc:spChg>
      </pc:sldChg>
      <pc:sldChg chg="modSp mod">
        <pc:chgData name="Jeffrey Tobias" userId="9ceb8861-4a13-48a9-ba56-a8c90f5fbffd" providerId="ADAL" clId="{9F870BBE-3130-516C-8D7D-FE4AA782BA08}" dt="2026-10-04T08:08:41.513" v="269" actId="404"/>
        <pc:sldMkLst>
          <pc:docMk/>
          <pc:sldMk cId="646391179" sldId="420"/>
        </pc:sldMkLst>
        <pc:spChg chg="mod">
          <ac:chgData name="Jeffrey Tobias" userId="9ceb8861-4a13-48a9-ba56-a8c90f5fbffd" providerId="ADAL" clId="{9F870BBE-3130-516C-8D7D-FE4AA782BA08}" dt="2026-10-04T08:08:41.513" v="269" actId="404"/>
          <ac:spMkLst>
            <pc:docMk/>
            <pc:sldMk cId="646391179" sldId="420"/>
            <ac:spMk id="6" creationId="{D51DBD2A-2E6E-9E63-7ADD-B75E76496D45}"/>
          </ac:spMkLst>
        </pc:spChg>
      </pc:sldChg>
      <pc:sldChg chg="modSp mod">
        <pc:chgData name="Jeffrey Tobias" userId="9ceb8861-4a13-48a9-ba56-a8c90f5fbffd" providerId="ADAL" clId="{9F870BBE-3130-516C-8D7D-FE4AA782BA08}" dt="2026-10-04T08:02:14.984" v="188" actId="20577"/>
        <pc:sldMkLst>
          <pc:docMk/>
          <pc:sldMk cId="3644467085" sldId="423"/>
        </pc:sldMkLst>
        <pc:spChg chg="mod">
          <ac:chgData name="Jeffrey Tobias" userId="9ceb8861-4a13-48a9-ba56-a8c90f5fbffd" providerId="ADAL" clId="{9F870BBE-3130-516C-8D7D-FE4AA782BA08}" dt="2026-10-04T08:02:14.984" v="188" actId="20577"/>
          <ac:spMkLst>
            <pc:docMk/>
            <pc:sldMk cId="3644467085" sldId="423"/>
            <ac:spMk id="8" creationId="{A6910517-FD64-6AAB-4B7B-F065DB413191}"/>
          </ac:spMkLst>
        </pc:spChg>
      </pc:sldChg>
      <pc:sldChg chg="modSp mod">
        <pc:chgData name="Jeffrey Tobias" userId="9ceb8861-4a13-48a9-ba56-a8c90f5fbffd" providerId="ADAL" clId="{9F870BBE-3130-516C-8D7D-FE4AA782BA08}" dt="2026-10-04T03:25:52.081" v="4" actId="20577"/>
        <pc:sldMkLst>
          <pc:docMk/>
          <pc:sldMk cId="2395177517" sldId="424"/>
        </pc:sldMkLst>
        <pc:spChg chg="mod">
          <ac:chgData name="Jeffrey Tobias" userId="9ceb8861-4a13-48a9-ba56-a8c90f5fbffd" providerId="ADAL" clId="{9F870BBE-3130-516C-8D7D-FE4AA782BA08}" dt="2026-10-04T03:25:52.081" v="4" actId="20577"/>
          <ac:spMkLst>
            <pc:docMk/>
            <pc:sldMk cId="2395177517" sldId="424"/>
            <ac:spMk id="11" creationId="{9AA8D679-91B4-2296-63BC-B0E8CBBDC6CC}"/>
          </ac:spMkLst>
        </pc:spChg>
      </pc:sldChg>
      <pc:sldChg chg="modSp mod">
        <pc:chgData name="Jeffrey Tobias" userId="9ceb8861-4a13-48a9-ba56-a8c90f5fbffd" providerId="ADAL" clId="{9F870BBE-3130-516C-8D7D-FE4AA782BA08}" dt="2026-10-04T08:03:40.319" v="207" actId="403"/>
        <pc:sldMkLst>
          <pc:docMk/>
          <pc:sldMk cId="1749841439" sldId="429"/>
        </pc:sldMkLst>
      </pc:sldChg>
      <pc:sldChg chg="modSp mod">
        <pc:chgData name="Jeffrey Tobias" userId="9ceb8861-4a13-48a9-ba56-a8c90f5fbffd" providerId="ADAL" clId="{9F870BBE-3130-516C-8D7D-FE4AA782BA08}" dt="2026-10-04T08:08:14.044" v="265" actId="404"/>
        <pc:sldMkLst>
          <pc:docMk/>
          <pc:sldMk cId="1935756866" sldId="430"/>
        </pc:sldMkLst>
        <pc:spChg chg="mod">
          <ac:chgData name="Jeffrey Tobias" userId="9ceb8861-4a13-48a9-ba56-a8c90f5fbffd" providerId="ADAL" clId="{9F870BBE-3130-516C-8D7D-FE4AA782BA08}" dt="2026-10-04T08:08:14.044" v="265" actId="404"/>
          <ac:spMkLst>
            <pc:docMk/>
            <pc:sldMk cId="1935756866" sldId="430"/>
            <ac:spMk id="3" creationId="{ED1F4190-92FC-88C9-ED97-53DE9587536F}"/>
          </ac:spMkLst>
        </pc:spChg>
      </pc:sldChg>
      <pc:sldChg chg="modSp mod">
        <pc:chgData name="Jeffrey Tobias" userId="9ceb8861-4a13-48a9-ba56-a8c90f5fbffd" providerId="ADAL" clId="{9F870BBE-3130-516C-8D7D-FE4AA782BA08}" dt="2026-10-04T08:03:28.306" v="206" actId="1076"/>
        <pc:sldMkLst>
          <pc:docMk/>
          <pc:sldMk cId="2745152755" sldId="435"/>
        </pc:sldMkLst>
        <pc:spChg chg="mod">
          <ac:chgData name="Jeffrey Tobias" userId="9ceb8861-4a13-48a9-ba56-a8c90f5fbffd" providerId="ADAL" clId="{9F870BBE-3130-516C-8D7D-FE4AA782BA08}" dt="2026-10-04T08:03:23.383" v="205" actId="113"/>
          <ac:spMkLst>
            <pc:docMk/>
            <pc:sldMk cId="2745152755" sldId="435"/>
            <ac:spMk id="3" creationId="{39D5675A-9224-776D-CB89-DD6946C0AB5B}"/>
          </ac:spMkLst>
        </pc:spChg>
        <pc:spChg chg="mod">
          <ac:chgData name="Jeffrey Tobias" userId="9ceb8861-4a13-48a9-ba56-a8c90f5fbffd" providerId="ADAL" clId="{9F870BBE-3130-516C-8D7D-FE4AA782BA08}" dt="2026-10-04T08:02:28.334" v="193" actId="20577"/>
          <ac:spMkLst>
            <pc:docMk/>
            <pc:sldMk cId="2745152755" sldId="435"/>
            <ac:spMk id="8" creationId="{8B596082-AC65-AE9C-E4C5-CE2FA2F5DDC4}"/>
          </ac:spMkLst>
        </pc:spChg>
        <pc:picChg chg="mod">
          <ac:chgData name="Jeffrey Tobias" userId="9ceb8861-4a13-48a9-ba56-a8c90f5fbffd" providerId="ADAL" clId="{9F870BBE-3130-516C-8D7D-FE4AA782BA08}" dt="2026-10-04T08:03:28.306" v="206" actId="1076"/>
          <ac:picMkLst>
            <pc:docMk/>
            <pc:sldMk cId="2745152755" sldId="435"/>
            <ac:picMk id="6" creationId="{E9746E52-A9A6-000C-EE7B-08AE7FAF92AE}"/>
          </ac:picMkLst>
        </pc:picChg>
      </pc:sldChg>
      <pc:sldChg chg="add">
        <pc:chgData name="Jeffrey Tobias" userId="9ceb8861-4a13-48a9-ba56-a8c90f5fbffd" providerId="ADAL" clId="{9F870BBE-3130-516C-8D7D-FE4AA782BA08}" dt="2026-10-04T08:16:24.807" v="299"/>
        <pc:sldMkLst>
          <pc:docMk/>
          <pc:sldMk cId="2712393489" sldId="437"/>
        </pc:sldMkLst>
      </pc:sldChg>
      <pc:sldChg chg="add">
        <pc:chgData name="Jeffrey Tobias" userId="9ceb8861-4a13-48a9-ba56-a8c90f5fbffd" providerId="ADAL" clId="{9F870BBE-3130-516C-8D7D-FE4AA782BA08}" dt="2026-10-04T08:22:58.102" v="331"/>
        <pc:sldMkLst>
          <pc:docMk/>
          <pc:sldMk cId="1660224408" sldId="440"/>
        </pc:sldMkLst>
      </pc:sldChg>
    </pc:docChg>
  </pc:docChgLst>
  <pc:docChgLst>
    <pc:chgData name="Scott Connor" userId="S::scott.connor@groupid.one::08a6758f-b27d-4609-8458-9e655f28ab74" providerId="AD" clId="Web-{3B33304A-3973-F04A-C3B6-A40D2046CE1B}"/>
    <pc:docChg chg="addSld modSld">
      <pc:chgData name="Scott Connor" userId="S::scott.connor@groupid.one::08a6758f-b27d-4609-8458-9e655f28ab74" providerId="AD" clId="Web-{3B33304A-3973-F04A-C3B6-A40D2046CE1B}" dt="2026-10-05T19:33:04.014" v="914"/>
      <pc:docMkLst>
        <pc:docMk/>
      </pc:docMkLst>
      <pc:sldChg chg="modSp">
        <pc:chgData name="Scott Connor" userId="S::scott.connor@groupid.one::08a6758f-b27d-4609-8458-9e655f28ab74" providerId="AD" clId="Web-{3B33304A-3973-F04A-C3B6-A40D2046CE1B}" dt="2026-10-05T10:06:45.672" v="2" actId="20577"/>
        <pc:sldMkLst>
          <pc:docMk/>
          <pc:sldMk cId="3984714215" sldId="280"/>
        </pc:sldMkLst>
        <pc:spChg chg="mod">
          <ac:chgData name="Scott Connor" userId="S::scott.connor@groupid.one::08a6758f-b27d-4609-8458-9e655f28ab74" providerId="AD" clId="Web-{3B33304A-3973-F04A-C3B6-A40D2046CE1B}" dt="2026-10-05T10:06:45.672" v="2" actId="20577"/>
          <ac:spMkLst>
            <pc:docMk/>
            <pc:sldMk cId="3984714215" sldId="280"/>
            <ac:spMk id="2" creationId="{0751049A-1C0E-8AF6-7858-FCDB7EB683E3}"/>
          </ac:spMkLst>
        </pc:spChg>
      </pc:sldChg>
      <pc:sldChg chg="modSp">
        <pc:chgData name="Scott Connor" userId="S::scott.connor@groupid.one::08a6758f-b27d-4609-8458-9e655f28ab74" providerId="AD" clId="Web-{3B33304A-3973-F04A-C3B6-A40D2046CE1B}" dt="2026-10-05T10:21:34.725" v="185" actId="14100"/>
        <pc:sldMkLst>
          <pc:docMk/>
          <pc:sldMk cId="523324388" sldId="414"/>
        </pc:sldMkLst>
        <pc:spChg chg="mod">
          <ac:chgData name="Scott Connor" userId="S::scott.connor@groupid.one::08a6758f-b27d-4609-8458-9e655f28ab74" providerId="AD" clId="Web-{3B33304A-3973-F04A-C3B6-A40D2046CE1B}" dt="2026-10-05T10:21:34.725" v="185" actId="14100"/>
          <ac:spMkLst>
            <pc:docMk/>
            <pc:sldMk cId="523324388" sldId="414"/>
            <ac:spMk id="20" creationId="{6EC63DD6-F22B-88DA-A4EF-479EAB1AD9CE}"/>
          </ac:spMkLst>
        </pc:spChg>
        <pc:spChg chg="mod">
          <ac:chgData name="Scott Connor" userId="S::scott.connor@groupid.one::08a6758f-b27d-4609-8458-9e655f28ab74" providerId="AD" clId="Web-{3B33304A-3973-F04A-C3B6-A40D2046CE1B}" dt="2026-10-05T10:21:27.850" v="184" actId="20577"/>
          <ac:spMkLst>
            <pc:docMk/>
            <pc:sldMk cId="523324388" sldId="414"/>
            <ac:spMk id="24" creationId="{C0267C43-23A8-E8BE-9BC5-31CDA922D4B8}"/>
          </ac:spMkLst>
        </pc:spChg>
      </pc:sldChg>
      <pc:sldChg chg="modSp">
        <pc:chgData name="Scott Connor" userId="S::scott.connor@groupid.one::08a6758f-b27d-4609-8458-9e655f28ab74" providerId="AD" clId="Web-{3B33304A-3973-F04A-C3B6-A40D2046CE1B}" dt="2026-10-05T10:23:35.697" v="336" actId="14100"/>
        <pc:sldMkLst>
          <pc:docMk/>
          <pc:sldMk cId="3752259600" sldId="415"/>
        </pc:sldMkLst>
        <pc:spChg chg="mod">
          <ac:chgData name="Scott Connor" userId="S::scott.connor@groupid.one::08a6758f-b27d-4609-8458-9e655f28ab74" providerId="AD" clId="Web-{3B33304A-3973-F04A-C3B6-A40D2046CE1B}" dt="2026-10-05T10:23:35.697" v="336" actId="14100"/>
          <ac:spMkLst>
            <pc:docMk/>
            <pc:sldMk cId="3752259600" sldId="415"/>
            <ac:spMk id="7" creationId="{150DFD8A-CEFE-9C15-A71E-94E2A7F2B63A}"/>
          </ac:spMkLst>
        </pc:spChg>
        <pc:spChg chg="mod">
          <ac:chgData name="Scott Connor" userId="S::scott.connor@groupid.one::08a6758f-b27d-4609-8458-9e655f28ab74" providerId="AD" clId="Web-{3B33304A-3973-F04A-C3B6-A40D2046CE1B}" dt="2026-10-05T10:23:31.291" v="335" actId="20577"/>
          <ac:spMkLst>
            <pc:docMk/>
            <pc:sldMk cId="3752259600" sldId="415"/>
            <ac:spMk id="13" creationId="{D76407BD-5E44-112C-1DB4-E2A0A418AF89}"/>
          </ac:spMkLst>
        </pc:spChg>
      </pc:sldChg>
      <pc:sldChg chg="modSp">
        <pc:chgData name="Scott Connor" userId="S::scott.connor@groupid.one::08a6758f-b27d-4609-8458-9e655f28ab74" providerId="AD" clId="Web-{3B33304A-3973-F04A-C3B6-A40D2046CE1B}" dt="2026-10-05T19:13:30.539" v="337" actId="14100"/>
        <pc:sldMkLst>
          <pc:docMk/>
          <pc:sldMk cId="2395177517" sldId="424"/>
        </pc:sldMkLst>
        <pc:spChg chg="mod">
          <ac:chgData name="Scott Connor" userId="S::scott.connor@groupid.one::08a6758f-b27d-4609-8458-9e655f28ab74" providerId="AD" clId="Web-{3B33304A-3973-F04A-C3B6-A40D2046CE1B}" dt="2026-10-05T19:13:30.539" v="337" actId="14100"/>
          <ac:spMkLst>
            <pc:docMk/>
            <pc:sldMk cId="2395177517" sldId="424"/>
            <ac:spMk id="6" creationId="{5557BB8C-C48E-8865-28A5-32C10D302564}"/>
          </ac:spMkLst>
        </pc:spChg>
        <pc:spChg chg="mod">
          <ac:chgData name="Scott Connor" userId="S::scott.connor@groupid.one::08a6758f-b27d-4609-8458-9e655f28ab74" providerId="AD" clId="Web-{3B33304A-3973-F04A-C3B6-A40D2046CE1B}" dt="2026-10-05T10:08:29.144" v="14" actId="20577"/>
          <ac:spMkLst>
            <pc:docMk/>
            <pc:sldMk cId="2395177517" sldId="424"/>
            <ac:spMk id="11" creationId="{9AA8D679-91B4-2296-63BC-B0E8CBBDC6CC}"/>
          </ac:spMkLst>
        </pc:spChg>
      </pc:sldChg>
      <pc:sldChg chg="modSp">
        <pc:chgData name="Scott Connor" userId="S::scott.connor@groupid.one::08a6758f-b27d-4609-8458-9e655f28ab74" providerId="AD" clId="Web-{3B33304A-3973-F04A-C3B6-A40D2046CE1B}" dt="2026-10-05T10:10:51.710" v="21" actId="20577"/>
        <pc:sldMkLst>
          <pc:docMk/>
          <pc:sldMk cId="1270975373" sldId="426"/>
        </pc:sldMkLst>
        <pc:spChg chg="mod">
          <ac:chgData name="Scott Connor" userId="S::scott.connor@groupid.one::08a6758f-b27d-4609-8458-9e655f28ab74" providerId="AD" clId="Web-{3B33304A-3973-F04A-C3B6-A40D2046CE1B}" dt="2026-10-05T10:10:51.710" v="21" actId="20577"/>
          <ac:spMkLst>
            <pc:docMk/>
            <pc:sldMk cId="1270975373" sldId="426"/>
            <ac:spMk id="14" creationId="{20258CA3-5441-540F-6D8C-751B5629013B}"/>
          </ac:spMkLst>
        </pc:spChg>
      </pc:sldChg>
      <pc:sldChg chg="modSp">
        <pc:chgData name="Scott Connor" userId="S::scott.connor@groupid.one::08a6758f-b27d-4609-8458-9e655f28ab74" providerId="AD" clId="Web-{3B33304A-3973-F04A-C3B6-A40D2046CE1B}" dt="2026-10-05T19:33:04.014" v="914"/>
        <pc:sldMkLst>
          <pc:docMk/>
          <pc:sldMk cId="4253295415" sldId="427"/>
        </pc:sldMkLst>
        <pc:graphicFrameChg chg="mod modGraphic">
          <ac:chgData name="Scott Connor" userId="S::scott.connor@groupid.one::08a6758f-b27d-4609-8458-9e655f28ab74" providerId="AD" clId="Web-{3B33304A-3973-F04A-C3B6-A40D2046CE1B}" dt="2026-10-05T19:33:04.014" v="914"/>
          <ac:graphicFrameMkLst>
            <pc:docMk/>
            <pc:sldMk cId="4253295415" sldId="427"/>
            <ac:graphicFrameMk id="4" creationId="{C4239B9D-5C34-CF3A-C957-69E94FF8A07A}"/>
          </ac:graphicFrameMkLst>
        </pc:graphicFrameChg>
      </pc:sldChg>
      <pc:sldChg chg="modSp">
        <pc:chgData name="Scott Connor" userId="S::scott.connor@groupid.one::08a6758f-b27d-4609-8458-9e655f28ab74" providerId="AD" clId="Web-{3B33304A-3973-F04A-C3B6-A40D2046CE1B}" dt="2026-10-05T10:19:56.770" v="116" actId="14100"/>
        <pc:sldMkLst>
          <pc:docMk/>
          <pc:sldMk cId="1749841439" sldId="429"/>
        </pc:sldMkLst>
        <pc:spChg chg="mod">
          <ac:chgData name="Scott Connor" userId="S::scott.connor@groupid.one::08a6758f-b27d-4609-8458-9e655f28ab74" providerId="AD" clId="Web-{3B33304A-3973-F04A-C3B6-A40D2046CE1B}" dt="2026-10-05T10:19:56.770" v="116" actId="14100"/>
          <ac:spMkLst>
            <pc:docMk/>
            <pc:sldMk cId="1749841439" sldId="429"/>
            <ac:spMk id="5" creationId="{7E11A0D0-73F9-3D6C-E8F4-249953355253}"/>
          </ac:spMkLst>
        </pc:spChg>
        <pc:spChg chg="mod">
          <ac:chgData name="Scott Connor" userId="S::scott.connor@groupid.one::08a6758f-b27d-4609-8458-9e655f28ab74" providerId="AD" clId="Web-{3B33304A-3973-F04A-C3B6-A40D2046CE1B}" dt="2026-10-05T10:19:53.020" v="115" actId="20577"/>
          <ac:spMkLst>
            <pc:docMk/>
            <pc:sldMk cId="1749841439" sldId="429"/>
            <ac:spMk id="11" creationId="{C4F4457E-0E00-F72E-0ADB-FC7069925E0C}"/>
          </ac:spMkLst>
        </pc:spChg>
      </pc:sldChg>
      <pc:sldChg chg="addSp delSp modSp">
        <pc:chgData name="Scott Connor" userId="S::scott.connor@groupid.one::08a6758f-b27d-4609-8458-9e655f28ab74" providerId="AD" clId="Web-{3B33304A-3973-F04A-C3B6-A40D2046CE1B}" dt="2026-10-05T19:26:00.637" v="495" actId="20577"/>
        <pc:sldMkLst>
          <pc:docMk/>
          <pc:sldMk cId="46274451" sldId="446"/>
        </pc:sldMkLst>
        <pc:spChg chg="mod">
          <ac:chgData name="Scott Connor" userId="S::scott.connor@groupid.one::08a6758f-b27d-4609-8458-9e655f28ab74" providerId="AD" clId="Web-{3B33304A-3973-F04A-C3B6-A40D2046CE1B}" dt="2026-10-05T19:17:05.040" v="370" actId="14100"/>
          <ac:spMkLst>
            <pc:docMk/>
            <pc:sldMk cId="46274451" sldId="446"/>
            <ac:spMk id="6" creationId="{EF67E5E6-4BF8-E9E5-F71D-04E2C1BAC58A}"/>
          </ac:spMkLst>
        </pc:spChg>
        <pc:spChg chg="mod">
          <ac:chgData name="Scott Connor" userId="S::scott.connor@groupid.one::08a6758f-b27d-4609-8458-9e655f28ab74" providerId="AD" clId="Web-{3B33304A-3973-F04A-C3B6-A40D2046CE1B}" dt="2026-10-05T19:26:00.637" v="495" actId="20577"/>
          <ac:spMkLst>
            <pc:docMk/>
            <pc:sldMk cId="46274451" sldId="446"/>
            <ac:spMk id="8" creationId="{DBC1BE4E-837C-C292-428F-F92164476B8A}"/>
          </ac:spMkLst>
        </pc:spChg>
        <pc:spChg chg="mod">
          <ac:chgData name="Scott Connor" userId="S::scott.connor@groupid.one::08a6758f-b27d-4609-8458-9e655f28ab74" providerId="AD" clId="Web-{3B33304A-3973-F04A-C3B6-A40D2046CE1B}" dt="2026-10-05T19:25:34.824" v="494" actId="1076"/>
          <ac:spMkLst>
            <pc:docMk/>
            <pc:sldMk cId="46274451" sldId="446"/>
            <ac:spMk id="9" creationId="{0CBF290D-2103-5F00-C779-9F33F91A40D4}"/>
          </ac:spMkLst>
        </pc:spChg>
        <pc:spChg chg="mod">
          <ac:chgData name="Scott Connor" userId="S::scott.connor@groupid.one::08a6758f-b27d-4609-8458-9e655f28ab74" providerId="AD" clId="Web-{3B33304A-3973-F04A-C3B6-A40D2046CE1B}" dt="2026-10-05T19:20:19.885" v="462" actId="1076"/>
          <ac:spMkLst>
            <pc:docMk/>
            <pc:sldMk cId="46274451" sldId="446"/>
            <ac:spMk id="13" creationId="{5B80D955-4847-F682-843A-AC11C8AE9A41}"/>
          </ac:spMkLst>
        </pc:spChg>
        <pc:picChg chg="add mod">
          <ac:chgData name="Scott Connor" userId="S::scott.connor@groupid.one::08a6758f-b27d-4609-8458-9e655f28ab74" providerId="AD" clId="Web-{3B33304A-3973-F04A-C3B6-A40D2046CE1B}" dt="2026-10-05T19:20:26.400" v="464" actId="1076"/>
          <ac:picMkLst>
            <pc:docMk/>
            <pc:sldMk cId="46274451" sldId="446"/>
            <ac:picMk id="3" creationId="{9F5C5F67-2BB2-CB73-6404-00FFFE2EF09C}"/>
          </ac:picMkLst>
        </pc:picChg>
        <pc:picChg chg="add mod ord">
          <ac:chgData name="Scott Connor" userId="S::scott.connor@groupid.one::08a6758f-b27d-4609-8458-9e655f28ab74" providerId="AD" clId="Web-{3B33304A-3973-F04A-C3B6-A40D2046CE1B}" dt="2026-10-05T19:23:57.183" v="476" actId="14100"/>
          <ac:picMkLst>
            <pc:docMk/>
            <pc:sldMk cId="46274451" sldId="446"/>
            <ac:picMk id="10" creationId="{9B303413-3C9E-FAA4-B517-40B1A1BF7A77}"/>
          </ac:picMkLst>
        </pc:picChg>
        <pc:picChg chg="add mod modCrop">
          <ac:chgData name="Scott Connor" userId="S::scott.connor@groupid.one::08a6758f-b27d-4609-8458-9e655f28ab74" providerId="AD" clId="Web-{3B33304A-3973-F04A-C3B6-A40D2046CE1B}" dt="2026-10-05T19:24:47.855" v="488" actId="14100"/>
          <ac:picMkLst>
            <pc:docMk/>
            <pc:sldMk cId="46274451" sldId="446"/>
            <ac:picMk id="12" creationId="{535FC828-7824-44EE-2791-2C2D0656E46B}"/>
          </ac:picMkLst>
        </pc:picChg>
        <pc:picChg chg="add mod">
          <ac:chgData name="Scott Connor" userId="S::scott.connor@groupid.one::08a6758f-b27d-4609-8458-9e655f28ab74" providerId="AD" clId="Web-{3B33304A-3973-F04A-C3B6-A40D2046CE1B}" dt="2026-10-05T19:24:51.480" v="489" actId="1076"/>
          <ac:picMkLst>
            <pc:docMk/>
            <pc:sldMk cId="46274451" sldId="446"/>
            <ac:picMk id="15" creationId="{598AACF9-46E2-46E6-BB77-266B07BE5080}"/>
          </ac:picMkLst>
        </pc:picChg>
        <pc:cxnChg chg="add">
          <ac:chgData name="Scott Connor" userId="S::scott.connor@groupid.one::08a6758f-b27d-4609-8458-9e655f28ab74" providerId="AD" clId="Web-{3B33304A-3973-F04A-C3B6-A40D2046CE1B}" dt="2026-10-05T19:25:10.824" v="490"/>
          <ac:cxnSpMkLst>
            <pc:docMk/>
            <pc:sldMk cId="46274451" sldId="446"/>
            <ac:cxnSpMk id="16" creationId="{1F140444-8487-514D-017E-F5A272821DA5}"/>
          </ac:cxnSpMkLst>
        </pc:cxnChg>
        <pc:cxnChg chg="add mod">
          <ac:chgData name="Scott Connor" userId="S::scott.connor@groupid.one::08a6758f-b27d-4609-8458-9e655f28ab74" providerId="AD" clId="Web-{3B33304A-3973-F04A-C3B6-A40D2046CE1B}" dt="2026-10-05T19:25:28.058" v="493" actId="14100"/>
          <ac:cxnSpMkLst>
            <pc:docMk/>
            <pc:sldMk cId="46274451" sldId="446"/>
            <ac:cxnSpMk id="17" creationId="{2ED70CFD-44EB-D599-2115-1CAB2F61BC88}"/>
          </ac:cxnSpMkLst>
        </pc:cxnChg>
      </pc:sldChg>
      <pc:sldChg chg="delSp modSp">
        <pc:chgData name="Scott Connor" userId="S::scott.connor@groupid.one::08a6758f-b27d-4609-8458-9e655f28ab74" providerId="AD" clId="Web-{3B33304A-3973-F04A-C3B6-A40D2046CE1B}" dt="2026-10-05T10:12:25.384" v="25" actId="1076"/>
        <pc:sldMkLst>
          <pc:docMk/>
          <pc:sldMk cId="3540716767" sldId="447"/>
        </pc:sldMkLst>
        <pc:spChg chg="mod">
          <ac:chgData name="Scott Connor" userId="S::scott.connor@groupid.one::08a6758f-b27d-4609-8458-9e655f28ab74" providerId="AD" clId="Web-{3B33304A-3973-F04A-C3B6-A40D2046CE1B}" dt="2026-10-05T10:12:25.384" v="25" actId="1076"/>
          <ac:spMkLst>
            <pc:docMk/>
            <pc:sldMk cId="3540716767" sldId="447"/>
            <ac:spMk id="8" creationId="{3054722E-A242-2595-11BA-7F5C2C21C35F}"/>
          </ac:spMkLst>
        </pc:spChg>
        <pc:picChg chg="mod">
          <ac:chgData name="Scott Connor" userId="S::scott.connor@groupid.one::08a6758f-b27d-4609-8458-9e655f28ab74" providerId="AD" clId="Web-{3B33304A-3973-F04A-C3B6-A40D2046CE1B}" dt="2026-10-05T10:12:21.587" v="24" actId="1076"/>
          <ac:picMkLst>
            <pc:docMk/>
            <pc:sldMk cId="3540716767" sldId="447"/>
            <ac:picMk id="5" creationId="{03A2D525-B4A5-9329-76AC-15E099615A25}"/>
          </ac:picMkLst>
        </pc:picChg>
      </pc:sldChg>
      <pc:sldChg chg="add replId">
        <pc:chgData name="Scott Connor" userId="S::scott.connor@groupid.one::08a6758f-b27d-4609-8458-9e655f28ab74" providerId="AD" clId="Web-{3B33304A-3973-F04A-C3B6-A40D2046CE1B}" dt="2026-10-05T19:15:54.462" v="338"/>
        <pc:sldMkLst>
          <pc:docMk/>
          <pc:sldMk cId="825231298" sldId="450"/>
        </pc:sldMkLst>
      </pc:sldChg>
    </pc:docChg>
  </pc:docChgLst>
  <pc:docChgLst>
    <pc:chgData name="Scott Connor" userId="S::scott.connor@groupid.one::08a6758f-b27d-4609-8458-9e655f28ab74" providerId="AD" clId="Web-{B68AA69A-0612-966E-A6B5-10953DBE7B01}"/>
    <pc:docChg chg="mod addSld delSld modSld">
      <pc:chgData name="Scott Connor" userId="S::scott.connor@groupid.one::08a6758f-b27d-4609-8458-9e655f28ab74" providerId="AD" clId="Web-{B68AA69A-0612-966E-A6B5-10953DBE7B01}" dt="2026-10-03T21:55:51.608" v="666" actId="20577"/>
      <pc:docMkLst>
        <pc:docMk/>
      </pc:docMkLst>
      <pc:sldChg chg="addSp modSp">
        <pc:chgData name="Scott Connor" userId="S::scott.connor@groupid.one::08a6758f-b27d-4609-8458-9e655f28ab74" providerId="AD" clId="Web-{B68AA69A-0612-966E-A6B5-10953DBE7B01}" dt="2026-10-03T21:55:51.608" v="666" actId="20577"/>
        <pc:sldMkLst>
          <pc:docMk/>
          <pc:sldMk cId="3579805339" sldId="326"/>
        </pc:sldMkLst>
        <pc:spChg chg="add mod">
          <ac:chgData name="Scott Connor" userId="S::scott.connor@groupid.one::08a6758f-b27d-4609-8458-9e655f28ab74" providerId="AD" clId="Web-{B68AA69A-0612-966E-A6B5-10953DBE7B01}" dt="2026-10-03T21:55:51.608" v="666" actId="20577"/>
          <ac:spMkLst>
            <pc:docMk/>
            <pc:sldMk cId="3579805339" sldId="326"/>
            <ac:spMk id="3" creationId="{7E9C1355-594D-7474-09FD-8A6ED937DF51}"/>
          </ac:spMkLst>
        </pc:spChg>
        <pc:picChg chg="mod modCrop">
          <ac:chgData name="Scott Connor" userId="S::scott.connor@groupid.one::08a6758f-b27d-4609-8458-9e655f28ab74" providerId="AD" clId="Web-{B68AA69A-0612-966E-A6B5-10953DBE7B01}" dt="2026-10-03T20:25:49.012" v="3"/>
          <ac:picMkLst>
            <pc:docMk/>
            <pc:sldMk cId="3579805339" sldId="326"/>
            <ac:picMk id="4" creationId="{300B083A-9D53-0E10-3497-B87A41D26C65}"/>
          </ac:picMkLst>
        </pc:picChg>
        <pc:picChg chg="add mod">
          <ac:chgData name="Scott Connor" userId="S::scott.connor@groupid.one::08a6758f-b27d-4609-8458-9e655f28ab74" providerId="AD" clId="Web-{B68AA69A-0612-966E-A6B5-10953DBE7B01}" dt="2026-10-03T20:47:18.363" v="71" actId="1076"/>
          <ac:picMkLst>
            <pc:docMk/>
            <pc:sldMk cId="3579805339" sldId="326"/>
            <ac:picMk id="5" creationId="{74DA0482-033C-DE2A-DD4F-477B6C6FE3BD}"/>
          </ac:picMkLst>
        </pc:picChg>
      </pc:sldChg>
      <pc:sldChg chg="addSp delSp modSp">
        <pc:chgData name="Scott Connor" userId="S::scott.connor@groupid.one::08a6758f-b27d-4609-8458-9e655f28ab74" providerId="AD" clId="Web-{B68AA69A-0612-966E-A6B5-10953DBE7B01}" dt="2026-10-03T21:12:55.730" v="257" actId="20577"/>
        <pc:sldMkLst>
          <pc:docMk/>
          <pc:sldMk cId="1370278828" sldId="418"/>
        </pc:sldMkLst>
        <pc:picChg chg="add mod">
          <ac:chgData name="Scott Connor" userId="S::scott.connor@groupid.one::08a6758f-b27d-4609-8458-9e655f28ab74" providerId="AD" clId="Web-{B68AA69A-0612-966E-A6B5-10953DBE7B01}" dt="2026-10-03T21:04:40.694" v="114" actId="1076"/>
          <ac:picMkLst>
            <pc:docMk/>
            <pc:sldMk cId="1370278828" sldId="418"/>
            <ac:picMk id="3" creationId="{DE2DCD9A-DAD5-6FD7-3DF9-DE89DD4DD48F}"/>
          </ac:picMkLst>
        </pc:picChg>
      </pc:sldChg>
      <pc:sldChg chg="add replId">
        <pc:chgData name="Scott Connor" userId="S::scott.connor@groupid.one::08a6758f-b27d-4609-8458-9e655f28ab74" providerId="AD" clId="Web-{B68AA69A-0612-966E-A6B5-10953DBE7B01}" dt="2026-10-03T20:25:22.043" v="1"/>
        <pc:sldMkLst>
          <pc:docMk/>
          <pc:sldMk cId="3644467085" sldId="423"/>
        </pc:sldMkLst>
      </pc:sldChg>
    </pc:docChg>
  </pc:docChgLst>
  <pc:docChgLst>
    <pc:chgData name="Alycia Wolf" userId="c3aef7f7-6659-44db-bf40-576699cfa133" providerId="ADAL" clId="{0050FAD3-4552-4704-84A6-01FEAEE1C93F}"/>
    <pc:docChg chg="undo redo custSel addSld delSld modSld sldOrd modMainMaster">
      <pc:chgData name="Alycia Wolf" userId="c3aef7f7-6659-44db-bf40-576699cfa133" providerId="ADAL" clId="{0050FAD3-4552-4704-84A6-01FEAEE1C93F}" dt="2026-10-12T07:10:43.124" v="8445" actId="47"/>
      <pc:docMkLst>
        <pc:docMk/>
      </pc:docMkLst>
      <pc:sldChg chg="modSp mod">
        <pc:chgData name="Alycia Wolf" userId="c3aef7f7-6659-44db-bf40-576699cfa133" providerId="ADAL" clId="{0050FAD3-4552-4704-84A6-01FEAEE1C93F}" dt="2026-10-12T00:33:34.179" v="5120" actId="20577"/>
        <pc:sldMkLst>
          <pc:docMk/>
          <pc:sldMk cId="3984714215" sldId="280"/>
        </pc:sldMkLst>
        <pc:spChg chg="mod">
          <ac:chgData name="Alycia Wolf" userId="c3aef7f7-6659-44db-bf40-576699cfa133" providerId="ADAL" clId="{0050FAD3-4552-4704-84A6-01FEAEE1C93F}" dt="2026-10-12T00:33:29.723" v="5115" actId="20577"/>
          <ac:spMkLst>
            <pc:docMk/>
            <pc:sldMk cId="3984714215" sldId="280"/>
            <ac:spMk id="2" creationId="{0751049A-1C0E-8AF6-7858-FCDB7EB683E3}"/>
          </ac:spMkLst>
        </pc:spChg>
        <pc:spChg chg="mod">
          <ac:chgData name="Alycia Wolf" userId="c3aef7f7-6659-44db-bf40-576699cfa133" providerId="ADAL" clId="{0050FAD3-4552-4704-84A6-01FEAEE1C93F}" dt="2026-10-12T00:33:34.179" v="5120" actId="20577"/>
          <ac:spMkLst>
            <pc:docMk/>
            <pc:sldMk cId="3984714215" sldId="280"/>
            <ac:spMk id="3" creationId="{7FA3CCB1-8A82-E2DE-8503-3EF782FBA703}"/>
          </ac:spMkLst>
        </pc:spChg>
      </pc:sldChg>
      <pc:sldChg chg="del">
        <pc:chgData name="Alycia Wolf" userId="c3aef7f7-6659-44db-bf40-576699cfa133" providerId="ADAL" clId="{0050FAD3-4552-4704-84A6-01FEAEE1C93F}" dt="2026-10-12T00:34:29.509" v="5182" actId="47"/>
        <pc:sldMkLst>
          <pc:docMk/>
          <pc:sldMk cId="2671801017" sldId="295"/>
        </pc:sldMkLst>
      </pc:sldChg>
      <pc:sldChg chg="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1128891271" sldId="323"/>
        </pc:sldMkLst>
      </pc:sldChg>
      <pc:sldChg chg="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3932458289" sldId="325"/>
        </pc:sldMkLst>
      </pc:sldChg>
      <pc:sldChg chg="addSp del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3579805339" sldId="326"/>
        </pc:sldMkLst>
      </pc:sldChg>
      <pc:sldChg chg="del">
        <pc:chgData name="Alycia Wolf" userId="c3aef7f7-6659-44db-bf40-576699cfa133" providerId="ADAL" clId="{0050FAD3-4552-4704-84A6-01FEAEE1C93F}" dt="2026-10-12T00:34:29.509" v="5182" actId="47"/>
        <pc:sldMkLst>
          <pc:docMk/>
          <pc:sldMk cId="3911093472" sldId="404"/>
        </pc:sldMkLst>
      </pc:sldChg>
      <pc:sldChg chg="del">
        <pc:chgData name="Alycia Wolf" userId="c3aef7f7-6659-44db-bf40-576699cfa133" providerId="ADAL" clId="{0050FAD3-4552-4704-84A6-01FEAEE1C93F}" dt="2026-10-12T00:34:29.509" v="5182" actId="47"/>
        <pc:sldMkLst>
          <pc:docMk/>
          <pc:sldMk cId="3379820857" sldId="405"/>
        </pc:sldMkLst>
      </pc:sldChg>
      <pc:sldChg chg="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1376855922" sldId="408"/>
        </pc:sldMkLst>
      </pc:sldChg>
      <pc:sldChg chg="addSp del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2658643748" sldId="409"/>
        </pc:sldMkLst>
      </pc:sldChg>
      <pc:sldChg chg="addSp delSp modSp del mod ord modShow modCm">
        <pc:chgData name="Alycia Wolf" userId="c3aef7f7-6659-44db-bf40-576699cfa133" providerId="ADAL" clId="{0050FAD3-4552-4704-84A6-01FEAEE1C93F}" dt="2026-10-12T00:34:29.509" v="5182" actId="47"/>
        <pc:sldMkLst>
          <pc:docMk/>
          <pc:sldMk cId="1330236609" sldId="41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ycia Wolf" userId="c3aef7f7-6659-44db-bf40-576699cfa133" providerId="ADAL" clId="{0050FAD3-4552-4704-84A6-01FEAEE1C93F}" dt="2026-10-05T05:17:02.483" v="2287" actId="21"/>
              <pc2:cmMkLst xmlns:pc2="http://schemas.microsoft.com/office/powerpoint/2019/9/main/command">
                <pc:docMk/>
                <pc:sldMk cId="1330236609" sldId="411"/>
                <pc2:cmMk id="{A70C7AFB-9B77-DB48-A0DA-B7152FEDDA92}"/>
              </pc2:cmMkLst>
            </pc226:cmChg>
          </p:ext>
        </pc:extLst>
      </pc:sldChg>
      <pc:sldChg chg="addSp del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3201258591" sldId="412"/>
        </pc:sldMkLst>
      </pc:sldChg>
      <pc:sldChg chg="addSp del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523324388" sldId="414"/>
        </pc:sldMkLst>
      </pc:sldChg>
      <pc:sldChg chg="addSp del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3752259600" sldId="415"/>
        </pc:sldMkLst>
      </pc:sldChg>
      <pc:sldChg chg="addSp del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1370278828" sldId="418"/>
        </pc:sldMkLst>
      </pc:sldChg>
      <pc:sldChg chg="addSp delSp modSp del mod modCm">
        <pc:chgData name="Alycia Wolf" userId="c3aef7f7-6659-44db-bf40-576699cfa133" providerId="ADAL" clId="{0050FAD3-4552-4704-84A6-01FEAEE1C93F}" dt="2026-10-12T00:34:29.509" v="5182" actId="47"/>
        <pc:sldMkLst>
          <pc:docMk/>
          <pc:sldMk cId="520368260" sldId="41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ycia Wolf" userId="c3aef7f7-6659-44db-bf40-576699cfa133" providerId="ADAL" clId="{0050FAD3-4552-4704-84A6-01FEAEE1C93F}" dt="2026-10-05T07:20:08.262" v="4139" actId="21"/>
              <pc2:cmMkLst xmlns:pc2="http://schemas.microsoft.com/office/powerpoint/2019/9/main/command">
                <pc:docMk/>
                <pc:sldMk cId="520368260" sldId="419"/>
                <pc2:cmMk id="{BCADF5F4-4CC8-4C9B-B08F-C7D4DAA71365}"/>
              </pc2:cmMkLst>
            </pc226:cmChg>
          </p:ext>
        </pc:extLst>
      </pc:sldChg>
      <pc:sldChg chg="add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646391179" sldId="420"/>
        </pc:sldMkLst>
      </pc:sldChg>
      <pc:sldChg chg="addSp del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3644467085" sldId="423"/>
        </pc:sldMkLst>
      </pc:sldChg>
      <pc:sldChg chg="modSp del mod modShow modNotesTx">
        <pc:chgData name="Alycia Wolf" userId="c3aef7f7-6659-44db-bf40-576699cfa133" providerId="ADAL" clId="{0050FAD3-4552-4704-84A6-01FEAEE1C93F}" dt="2026-10-12T06:27:30.841" v="8429" actId="729"/>
        <pc:sldMkLst>
          <pc:docMk/>
          <pc:sldMk cId="2395177517" sldId="424"/>
        </pc:sldMkLst>
        <pc:spChg chg="mod">
          <ac:chgData name="Alycia Wolf" userId="c3aef7f7-6659-44db-bf40-576699cfa133" providerId="ADAL" clId="{0050FAD3-4552-4704-84A6-01FEAEE1C93F}" dt="2026-10-05T07:36:51.305" v="4269"/>
          <ac:spMkLst>
            <pc:docMk/>
            <pc:sldMk cId="2395177517" sldId="424"/>
            <ac:spMk id="6" creationId="{5557BB8C-C48E-8865-28A5-32C10D302564}"/>
          </ac:spMkLst>
        </pc:spChg>
        <pc:spChg chg="mod">
          <ac:chgData name="Alycia Wolf" userId="c3aef7f7-6659-44db-bf40-576699cfa133" providerId="ADAL" clId="{0050FAD3-4552-4704-84A6-01FEAEE1C93F}" dt="2026-10-05T07:44:57.983" v="4336" actId="113"/>
          <ac:spMkLst>
            <pc:docMk/>
            <pc:sldMk cId="2395177517" sldId="424"/>
            <ac:spMk id="11" creationId="{9AA8D679-91B4-2296-63BC-B0E8CBBDC6CC}"/>
          </ac:spMkLst>
        </pc:spChg>
      </pc:sldChg>
      <pc:sldChg chg="addSp delSp modSp del mod modNotesTx">
        <pc:chgData name="Alycia Wolf" userId="c3aef7f7-6659-44db-bf40-576699cfa133" providerId="ADAL" clId="{0050FAD3-4552-4704-84A6-01FEAEE1C93F}" dt="2026-10-12T00:34:29.509" v="5182" actId="47"/>
        <pc:sldMkLst>
          <pc:docMk/>
          <pc:sldMk cId="1270975373" sldId="426"/>
        </pc:sldMkLst>
      </pc:sldChg>
      <pc:sldChg chg="addSp del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4253295415" sldId="427"/>
        </pc:sldMkLst>
      </pc:sldChg>
      <pc:sldChg chg="addSp del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1749841439" sldId="429"/>
        </pc:sldMkLst>
      </pc:sldChg>
      <pc:sldChg chg="addSp del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1935756866" sldId="430"/>
        </pc:sldMkLst>
      </pc:sldChg>
      <pc:sldChg chg="addSp 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2745152755" sldId="435"/>
        </pc:sldMkLst>
      </pc:sldChg>
      <pc:sldChg chg="addSp delSp modSp mod">
        <pc:chgData name="Alycia Wolf" userId="c3aef7f7-6659-44db-bf40-576699cfa133" providerId="ADAL" clId="{0050FAD3-4552-4704-84A6-01FEAEE1C93F}" dt="2026-10-12T02:47:25.459" v="5468" actId="20577"/>
        <pc:sldMkLst>
          <pc:docMk/>
          <pc:sldMk cId="2712393489" sldId="437"/>
        </pc:sldMkLst>
        <pc:spChg chg="mod">
          <ac:chgData name="Alycia Wolf" userId="c3aef7f7-6659-44db-bf40-576699cfa133" providerId="ADAL" clId="{0050FAD3-4552-4704-84A6-01FEAEE1C93F}" dt="2026-10-12T00:34:33.800" v="5184" actId="20577"/>
          <ac:spMkLst>
            <pc:docMk/>
            <pc:sldMk cId="2712393489" sldId="437"/>
            <ac:spMk id="3" creationId="{8DA4C895-FE89-2EA1-0385-9236D969A09C}"/>
          </ac:spMkLst>
        </pc:spChg>
        <pc:spChg chg="add mod">
          <ac:chgData name="Alycia Wolf" userId="c3aef7f7-6659-44db-bf40-576699cfa133" providerId="ADAL" clId="{0050FAD3-4552-4704-84A6-01FEAEE1C93F}" dt="2026-10-12T02:47:25.459" v="5468" actId="20577"/>
          <ac:spMkLst>
            <pc:docMk/>
            <pc:sldMk cId="2712393489" sldId="437"/>
            <ac:spMk id="4" creationId="{3E10502D-9D58-D271-E672-5CE6DBDE2C76}"/>
          </ac:spMkLst>
        </pc:spChg>
        <pc:spChg chg="mod">
          <ac:chgData name="Alycia Wolf" userId="c3aef7f7-6659-44db-bf40-576699cfa133" providerId="ADAL" clId="{0050FAD3-4552-4704-84A6-01FEAEE1C93F}" dt="2026-10-05T04:27:18.032" v="1697" actId="1076"/>
          <ac:spMkLst>
            <pc:docMk/>
            <pc:sldMk cId="2712393489" sldId="437"/>
            <ac:spMk id="9" creationId="{0B461939-8373-7B6D-EF25-833AF6559CBA}"/>
          </ac:spMkLst>
        </pc:spChg>
      </pc:sldChg>
      <pc:sldChg chg="addSp delSp modSp new mod">
        <pc:chgData name="Alycia Wolf" userId="c3aef7f7-6659-44db-bf40-576699cfa133" providerId="ADAL" clId="{0050FAD3-4552-4704-84A6-01FEAEE1C93F}" dt="2026-10-12T00:36:03.356" v="5365" actId="20577"/>
        <pc:sldMkLst>
          <pc:docMk/>
          <pc:sldMk cId="166340478" sldId="438"/>
        </pc:sldMkLst>
        <pc:spChg chg="del">
          <ac:chgData name="Alycia Wolf" userId="c3aef7f7-6659-44db-bf40-576699cfa133" providerId="ADAL" clId="{0050FAD3-4552-4704-84A6-01FEAEE1C93F}" dt="2026-10-12T00:35:49.477" v="5302" actId="478"/>
          <ac:spMkLst>
            <pc:docMk/>
            <pc:sldMk cId="166340478" sldId="438"/>
            <ac:spMk id="2" creationId="{5946BB52-F72A-83E3-8345-2217060E8FE1}"/>
          </ac:spMkLst>
        </pc:spChg>
        <pc:spChg chg="add mod">
          <ac:chgData name="Alycia Wolf" userId="c3aef7f7-6659-44db-bf40-576699cfa133" providerId="ADAL" clId="{0050FAD3-4552-4704-84A6-01FEAEE1C93F}" dt="2026-10-12T00:36:03.356" v="5365" actId="20577"/>
          <ac:spMkLst>
            <pc:docMk/>
            <pc:sldMk cId="166340478" sldId="438"/>
            <ac:spMk id="3" creationId="{EDF8AF5A-F396-F8E8-45A2-7F523935082D}"/>
          </ac:spMkLst>
        </pc:spChg>
        <pc:spChg chg="add mod">
          <ac:chgData name="Alycia Wolf" userId="c3aef7f7-6659-44db-bf40-576699cfa133" providerId="ADAL" clId="{0050FAD3-4552-4704-84A6-01FEAEE1C93F}" dt="2026-10-12T00:35:55.506" v="5339" actId="20577"/>
          <ac:spMkLst>
            <pc:docMk/>
            <pc:sldMk cId="166340478" sldId="438"/>
            <ac:spMk id="4" creationId="{1392683A-4149-DABF-D11E-80BBD4E663B7}"/>
          </ac:spMkLst>
        </pc:spChg>
      </pc:sldChg>
      <pc:sldChg chg="addSp delSp modSp new add del mod">
        <pc:chgData name="Alycia Wolf" userId="c3aef7f7-6659-44db-bf40-576699cfa133" providerId="ADAL" clId="{0050FAD3-4552-4704-84A6-01FEAEE1C93F}" dt="2026-10-12T07:10:43.124" v="8445" actId="47"/>
        <pc:sldMkLst>
          <pc:docMk/>
          <pc:sldMk cId="2161911103" sldId="439"/>
        </pc:sldMkLst>
        <pc:spChg chg="del">
          <ac:chgData name="Alycia Wolf" userId="c3aef7f7-6659-44db-bf40-576699cfa133" providerId="ADAL" clId="{0050FAD3-4552-4704-84A6-01FEAEE1C93F}" dt="2026-10-12T00:36:25.745" v="5371" actId="478"/>
          <ac:spMkLst>
            <pc:docMk/>
            <pc:sldMk cId="2161911103" sldId="439"/>
            <ac:spMk id="2" creationId="{53F33A73-D6E4-27F5-3F8B-15CC39E7DC50}"/>
          </ac:spMkLst>
        </pc:spChg>
        <pc:spChg chg="add mod">
          <ac:chgData name="Alycia Wolf" userId="c3aef7f7-6659-44db-bf40-576699cfa133" providerId="ADAL" clId="{0050FAD3-4552-4704-84A6-01FEAEE1C93F}" dt="2026-10-12T00:36:24.729" v="5370"/>
          <ac:spMkLst>
            <pc:docMk/>
            <pc:sldMk cId="2161911103" sldId="439"/>
            <ac:spMk id="3" creationId="{21AD042F-0CBD-247E-EB68-F71B1EFEAD4D}"/>
          </ac:spMkLst>
        </pc:spChg>
        <pc:spChg chg="add mod">
          <ac:chgData name="Alycia Wolf" userId="c3aef7f7-6659-44db-bf40-576699cfa133" providerId="ADAL" clId="{0050FAD3-4552-4704-84A6-01FEAEE1C93F}" dt="2026-10-12T00:36:24.088" v="5367"/>
          <ac:spMkLst>
            <pc:docMk/>
            <pc:sldMk cId="2161911103" sldId="439"/>
            <ac:spMk id="4" creationId="{B0695309-A346-E8E3-62D7-C7E77E4B02DA}"/>
          </ac:spMkLst>
        </pc:spChg>
        <pc:spChg chg="add mod">
          <ac:chgData name="Alycia Wolf" userId="c3aef7f7-6659-44db-bf40-576699cfa133" providerId="ADAL" clId="{0050FAD3-4552-4704-84A6-01FEAEE1C93F}" dt="2026-10-12T00:36:47.798" v="5441" actId="14100"/>
          <ac:spMkLst>
            <pc:docMk/>
            <pc:sldMk cId="2161911103" sldId="439"/>
            <ac:spMk id="5" creationId="{6310CE4E-BEE0-AD20-5270-79642E4B6E3C}"/>
          </ac:spMkLst>
        </pc:spChg>
        <pc:spChg chg="add mod">
          <ac:chgData name="Alycia Wolf" userId="c3aef7f7-6659-44db-bf40-576699cfa133" providerId="ADAL" clId="{0050FAD3-4552-4704-84A6-01FEAEE1C93F}" dt="2026-10-12T00:36:30.588" v="5375" actId="20577"/>
          <ac:spMkLst>
            <pc:docMk/>
            <pc:sldMk cId="2161911103" sldId="439"/>
            <ac:spMk id="6" creationId="{4E68C401-2C83-C26E-4903-8B6310AC3F18}"/>
          </ac:spMkLst>
        </pc:spChg>
      </pc:sldChg>
      <pc:sldChg chg="modSp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1660224408" sldId="440"/>
        </pc:sldMkLst>
      </pc:sldChg>
      <pc:sldChg chg="modSp mod modShow modNotesTx">
        <pc:chgData name="Alycia Wolf" userId="c3aef7f7-6659-44db-bf40-576699cfa133" providerId="ADAL" clId="{0050FAD3-4552-4704-84A6-01FEAEE1C93F}" dt="2026-10-12T06:27:30.841" v="8429" actId="729"/>
        <pc:sldMkLst>
          <pc:docMk/>
          <pc:sldMk cId="4066349715" sldId="440"/>
        </pc:sldMkLst>
        <pc:picChg chg="mod">
          <ac:chgData name="Alycia Wolf" userId="c3aef7f7-6659-44db-bf40-576699cfa133" providerId="ADAL" clId="{0050FAD3-4552-4704-84A6-01FEAEE1C93F}" dt="2026-10-12T02:47:39.848" v="5474" actId="1076"/>
          <ac:picMkLst>
            <pc:docMk/>
            <pc:sldMk cId="4066349715" sldId="440"/>
            <ac:picMk id="4" creationId="{D13C4A5C-C377-BF71-722D-0813980961F9}"/>
          </ac:picMkLst>
        </pc:picChg>
      </pc:sldChg>
      <pc:sldChg chg="del modNotesTx">
        <pc:chgData name="Alycia Wolf" userId="c3aef7f7-6659-44db-bf40-576699cfa133" providerId="ADAL" clId="{0050FAD3-4552-4704-84A6-01FEAEE1C93F}" dt="2026-10-12T07:09:24.107" v="8437" actId="47"/>
        <pc:sldMkLst>
          <pc:docMk/>
          <pc:sldMk cId="4203967104" sldId="441"/>
        </pc:sldMkLst>
      </pc:sldChg>
      <pc:sldChg chg="addSp modSp mod modNotesTx">
        <pc:chgData name="Alycia Wolf" userId="c3aef7f7-6659-44db-bf40-576699cfa133" providerId="ADAL" clId="{0050FAD3-4552-4704-84A6-01FEAEE1C93F}" dt="2026-10-12T07:10:30.537" v="8443" actId="20577"/>
        <pc:sldMkLst>
          <pc:docMk/>
          <pc:sldMk cId="3878970714" sldId="443"/>
        </pc:sldMkLst>
        <pc:spChg chg="add mod">
          <ac:chgData name="Alycia Wolf" userId="c3aef7f7-6659-44db-bf40-576699cfa133" providerId="ADAL" clId="{0050FAD3-4552-4704-84A6-01FEAEE1C93F}" dt="2026-10-12T07:10:30.537" v="8443" actId="20577"/>
          <ac:spMkLst>
            <pc:docMk/>
            <pc:sldMk cId="3878970714" sldId="443"/>
            <ac:spMk id="4" creationId="{D451E3E9-1E0E-C41E-8A19-40E774870D04}"/>
          </ac:spMkLst>
        </pc:spChg>
      </pc:sldChg>
      <pc:sldChg chg="addSp delSp modSp new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2658393319" sldId="444"/>
        </pc:sldMkLst>
      </pc:sldChg>
      <pc:sldChg chg="addSp delSp modSp add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2916539884" sldId="445"/>
        </pc:sldMkLst>
      </pc:sldChg>
      <pc:sldChg chg="addSp delSp modSp add del mod ord modShow">
        <pc:chgData name="Alycia Wolf" userId="c3aef7f7-6659-44db-bf40-576699cfa133" providerId="ADAL" clId="{0050FAD3-4552-4704-84A6-01FEAEE1C93F}" dt="2026-10-12T00:34:29.509" v="5182" actId="47"/>
        <pc:sldMkLst>
          <pc:docMk/>
          <pc:sldMk cId="46274451" sldId="446"/>
        </pc:sldMkLst>
      </pc:sldChg>
      <pc:sldChg chg="addSp delSp modSp add del mod ord modShow">
        <pc:chgData name="Alycia Wolf" userId="c3aef7f7-6659-44db-bf40-576699cfa133" providerId="ADAL" clId="{0050FAD3-4552-4704-84A6-01FEAEE1C93F}" dt="2026-10-12T00:34:29.509" v="5182" actId="47"/>
        <pc:sldMkLst>
          <pc:docMk/>
          <pc:sldMk cId="3540716767" sldId="447"/>
        </pc:sldMkLst>
      </pc:sldChg>
      <pc:sldChg chg="addSp delSp modSp add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1766671940" sldId="448"/>
        </pc:sldMkLst>
      </pc:sldChg>
      <pc:sldChg chg="modSp add del mod">
        <pc:chgData name="Alycia Wolf" userId="c3aef7f7-6659-44db-bf40-576699cfa133" providerId="ADAL" clId="{0050FAD3-4552-4704-84A6-01FEAEE1C93F}" dt="2026-10-12T00:34:29.509" v="5182" actId="47"/>
        <pc:sldMkLst>
          <pc:docMk/>
          <pc:sldMk cId="260135857" sldId="449"/>
        </pc:sldMkLst>
      </pc:sldChg>
      <pc:sldChg chg="del mod ord modShow">
        <pc:chgData name="Alycia Wolf" userId="c3aef7f7-6659-44db-bf40-576699cfa133" providerId="ADAL" clId="{0050FAD3-4552-4704-84A6-01FEAEE1C93F}" dt="2026-10-12T00:34:29.509" v="5182" actId="47"/>
        <pc:sldMkLst>
          <pc:docMk/>
          <pc:sldMk cId="825231298" sldId="450"/>
        </pc:sldMkLst>
      </pc:sldChg>
      <pc:sldChg chg="addSp delSp modSp add del mod ord">
        <pc:chgData name="Alycia Wolf" userId="c3aef7f7-6659-44db-bf40-576699cfa133" providerId="ADAL" clId="{0050FAD3-4552-4704-84A6-01FEAEE1C93F}" dt="2026-10-12T00:34:29.509" v="5182" actId="47"/>
        <pc:sldMkLst>
          <pc:docMk/>
          <pc:sldMk cId="2728174362" sldId="451"/>
        </pc:sldMkLst>
      </pc:sldChg>
      <pc:sldChg chg="del">
        <pc:chgData name="Alycia Wolf" userId="c3aef7f7-6659-44db-bf40-576699cfa133" providerId="ADAL" clId="{0050FAD3-4552-4704-84A6-01FEAEE1C93F}" dt="2026-10-12T00:34:29.509" v="5182" actId="47"/>
        <pc:sldMkLst>
          <pc:docMk/>
          <pc:sldMk cId="1452373881" sldId="452"/>
        </pc:sldMkLst>
      </pc:sldChg>
      <pc:sldChg chg="addSp mod modNotesTx">
        <pc:chgData name="Alycia Wolf" userId="c3aef7f7-6659-44db-bf40-576699cfa133" providerId="ADAL" clId="{0050FAD3-4552-4704-84A6-01FEAEE1C93F}" dt="2026-10-12T06:17:50.441" v="8103" actId="22"/>
        <pc:sldMkLst>
          <pc:docMk/>
          <pc:sldMk cId="3779315461" sldId="518"/>
        </pc:sldMkLst>
        <pc:spChg chg="add">
          <ac:chgData name="Alycia Wolf" userId="c3aef7f7-6659-44db-bf40-576699cfa133" providerId="ADAL" clId="{0050FAD3-4552-4704-84A6-01FEAEE1C93F}" dt="2026-10-12T06:17:50.441" v="8103" actId="22"/>
          <ac:spMkLst>
            <pc:docMk/>
            <pc:sldMk cId="3779315461" sldId="518"/>
            <ac:spMk id="8" creationId="{DB0C75A4-321D-1EFC-A0BA-F3D3C90474C2}"/>
          </ac:spMkLst>
        </pc:spChg>
      </pc:sldChg>
      <pc:sldChg chg="addSp modSp mod">
        <pc:chgData name="Alycia Wolf" userId="c3aef7f7-6659-44db-bf40-576699cfa133" providerId="ADAL" clId="{0050FAD3-4552-4704-84A6-01FEAEE1C93F}" dt="2026-10-12T06:17:47.356" v="8102" actId="552"/>
        <pc:sldMkLst>
          <pc:docMk/>
          <pc:sldMk cId="1817021396" sldId="519"/>
        </pc:sldMkLst>
        <pc:spChg chg="add mod">
          <ac:chgData name="Alycia Wolf" userId="c3aef7f7-6659-44db-bf40-576699cfa133" providerId="ADAL" clId="{0050FAD3-4552-4704-84A6-01FEAEE1C93F}" dt="2026-10-12T06:17:47.356" v="8102" actId="552"/>
          <ac:spMkLst>
            <pc:docMk/>
            <pc:sldMk cId="1817021396" sldId="519"/>
            <ac:spMk id="4" creationId="{52418B7F-8DBA-F73B-0F1C-52CF5209A8DA}"/>
          </ac:spMkLst>
        </pc:spChg>
      </pc:sldChg>
      <pc:sldChg chg="addSp mod modNotesTx">
        <pc:chgData name="Alycia Wolf" userId="c3aef7f7-6659-44db-bf40-576699cfa133" providerId="ADAL" clId="{0050FAD3-4552-4704-84A6-01FEAEE1C93F}" dt="2026-10-12T06:17:52.154" v="8104" actId="22"/>
        <pc:sldMkLst>
          <pc:docMk/>
          <pc:sldMk cId="2675142864" sldId="520"/>
        </pc:sldMkLst>
        <pc:spChg chg="add">
          <ac:chgData name="Alycia Wolf" userId="c3aef7f7-6659-44db-bf40-576699cfa133" providerId="ADAL" clId="{0050FAD3-4552-4704-84A6-01FEAEE1C93F}" dt="2026-10-12T06:17:52.154" v="8104" actId="22"/>
          <ac:spMkLst>
            <pc:docMk/>
            <pc:sldMk cId="2675142864" sldId="520"/>
            <ac:spMk id="8" creationId="{CA60F6C1-6DC9-FE3A-9044-643F6DF1715E}"/>
          </ac:spMkLst>
        </pc:spChg>
      </pc:sldChg>
      <pc:sldChg chg="addSp delSp modSp new mod">
        <pc:chgData name="Alycia Wolf" userId="c3aef7f7-6659-44db-bf40-576699cfa133" providerId="ADAL" clId="{0050FAD3-4552-4704-84A6-01FEAEE1C93F}" dt="2026-10-12T06:26:18.613" v="8427" actId="14100"/>
        <pc:sldMkLst>
          <pc:docMk/>
          <pc:sldMk cId="2941468735" sldId="522"/>
        </pc:sldMkLst>
        <pc:spChg chg="mod">
          <ac:chgData name="Alycia Wolf" userId="c3aef7f7-6659-44db-bf40-576699cfa133" providerId="ADAL" clId="{0050FAD3-4552-4704-84A6-01FEAEE1C93F}" dt="2026-10-12T04:06:04.327" v="7805" actId="20577"/>
          <ac:spMkLst>
            <pc:docMk/>
            <pc:sldMk cId="2941468735" sldId="522"/>
            <ac:spMk id="4" creationId="{5CA6C462-2F97-3E0B-7F36-1307E206D8DD}"/>
          </ac:spMkLst>
        </pc:spChg>
        <pc:spChg chg="del mod">
          <ac:chgData name="Alycia Wolf" userId="c3aef7f7-6659-44db-bf40-576699cfa133" providerId="ADAL" clId="{0050FAD3-4552-4704-84A6-01FEAEE1C93F}" dt="2026-10-12T06:22:45.996" v="8317" actId="478"/>
          <ac:spMkLst>
            <pc:docMk/>
            <pc:sldMk cId="2941468735" sldId="522"/>
            <ac:spMk id="5" creationId="{9426CC2D-B14A-36AF-6FFA-709876E7B993}"/>
          </ac:spMkLst>
        </pc:spChg>
        <pc:spChg chg="add del mod">
          <ac:chgData name="Alycia Wolf" userId="c3aef7f7-6659-44db-bf40-576699cfa133" providerId="ADAL" clId="{0050FAD3-4552-4704-84A6-01FEAEE1C93F}" dt="2026-10-12T06:22:34.984" v="8311" actId="207"/>
          <ac:spMkLst>
            <pc:docMk/>
            <pc:sldMk cId="2941468735" sldId="522"/>
            <ac:spMk id="7" creationId="{7F5C0767-8D51-BA17-7D2B-112156EF2D5D}"/>
          </ac:spMkLst>
        </pc:spChg>
        <pc:spChg chg="add mod">
          <ac:chgData name="Alycia Wolf" userId="c3aef7f7-6659-44db-bf40-576699cfa133" providerId="ADAL" clId="{0050FAD3-4552-4704-84A6-01FEAEE1C93F}" dt="2026-10-12T06:26:18.613" v="8427" actId="14100"/>
          <ac:spMkLst>
            <pc:docMk/>
            <pc:sldMk cId="2941468735" sldId="522"/>
            <ac:spMk id="9" creationId="{8CFECB10-E55D-CB3B-B525-8C6DC4F9724C}"/>
          </ac:spMkLst>
        </pc:spChg>
      </pc:sldChg>
      <pc:sldChg chg="addSp mod">
        <pc:chgData name="Alycia Wolf" userId="c3aef7f7-6659-44db-bf40-576699cfa133" providerId="ADAL" clId="{0050FAD3-4552-4704-84A6-01FEAEE1C93F}" dt="2026-10-12T06:17:52.923" v="8105" actId="22"/>
        <pc:sldMkLst>
          <pc:docMk/>
          <pc:sldMk cId="388094643" sldId="523"/>
        </pc:sldMkLst>
        <pc:spChg chg="add">
          <ac:chgData name="Alycia Wolf" userId="c3aef7f7-6659-44db-bf40-576699cfa133" providerId="ADAL" clId="{0050FAD3-4552-4704-84A6-01FEAEE1C93F}" dt="2026-10-12T06:17:52.923" v="8105" actId="22"/>
          <ac:spMkLst>
            <pc:docMk/>
            <pc:sldMk cId="388094643" sldId="523"/>
            <ac:spMk id="5" creationId="{29421FA6-39AD-4A2B-BF55-C85A6931F6D6}"/>
          </ac:spMkLst>
        </pc:spChg>
      </pc:sldChg>
      <pc:sldChg chg="modSp add mod">
        <pc:chgData name="Alycia Wolf" userId="c3aef7f7-6659-44db-bf40-576699cfa133" providerId="ADAL" clId="{0050FAD3-4552-4704-84A6-01FEAEE1C93F}" dt="2026-10-12T07:09:52.614" v="8439"/>
        <pc:sldMkLst>
          <pc:docMk/>
          <pc:sldMk cId="2024205560" sldId="524"/>
        </pc:sldMkLst>
        <pc:spChg chg="mod">
          <ac:chgData name="Alycia Wolf" userId="c3aef7f7-6659-44db-bf40-576699cfa133" providerId="ADAL" clId="{0050FAD3-4552-4704-84A6-01FEAEE1C93F}" dt="2026-10-12T07:09:52.614" v="8439"/>
          <ac:spMkLst>
            <pc:docMk/>
            <pc:sldMk cId="2024205560" sldId="524"/>
            <ac:spMk id="5" creationId="{03694278-4E17-13A4-0E94-409B1508D9C2}"/>
          </ac:spMkLst>
        </pc:spChg>
        <pc:spChg chg="mod">
          <ac:chgData name="Alycia Wolf" userId="c3aef7f7-6659-44db-bf40-576699cfa133" providerId="ADAL" clId="{0050FAD3-4552-4704-84A6-01FEAEE1C93F}" dt="2026-10-12T06:28:40.559" v="8436" actId="1076"/>
          <ac:spMkLst>
            <pc:docMk/>
            <pc:sldMk cId="2024205560" sldId="524"/>
            <ac:spMk id="6" creationId="{A2C138B8-A0EF-4DC1-3256-949972F9DEBC}"/>
          </ac:spMkLst>
        </pc:spChg>
      </pc:sldChg>
      <pc:sldMasterChg chg="modSp modSldLayout">
        <pc:chgData name="Alycia Wolf" userId="c3aef7f7-6659-44db-bf40-576699cfa133" providerId="ADAL" clId="{0050FAD3-4552-4704-84A6-01FEAEE1C93F}" dt="2026-10-05T04:27:04.088" v="1695" actId="207"/>
        <pc:sldMasterMkLst>
          <pc:docMk/>
          <pc:sldMasterMk cId="168531001" sldId="2147483648"/>
        </pc:sldMasterMkLst>
        <pc:spChg chg="mod">
          <ac:chgData name="Alycia Wolf" userId="c3aef7f7-6659-44db-bf40-576699cfa133" providerId="ADAL" clId="{0050FAD3-4552-4704-84A6-01FEAEE1C93F}" dt="2026-10-05T04:26:41.399" v="1690" actId="207"/>
          <ac:spMkLst>
            <pc:docMk/>
            <pc:sldMasterMk cId="168531001" sldId="2147483648"/>
            <ac:spMk id="20" creationId="{A3ACD186-E721-F724-731C-EA6D409C28DC}"/>
          </ac:spMkLst>
        </pc:spChg>
        <pc:sldLayoutChg chg="modSp mod">
          <pc:chgData name="Alycia Wolf" userId="c3aef7f7-6659-44db-bf40-576699cfa133" providerId="ADAL" clId="{0050FAD3-4552-4704-84A6-01FEAEE1C93F}" dt="2026-10-05T04:26:47.533" v="1691" actId="207"/>
          <pc:sldLayoutMkLst>
            <pc:docMk/>
            <pc:sldMasterMk cId="168531001" sldId="2147483648"/>
            <pc:sldLayoutMk cId="709143966" sldId="2147483650"/>
          </pc:sldLayoutMkLst>
          <pc:spChg chg="mod">
            <ac:chgData name="Alycia Wolf" userId="c3aef7f7-6659-44db-bf40-576699cfa133" providerId="ADAL" clId="{0050FAD3-4552-4704-84A6-01FEAEE1C93F}" dt="2026-10-05T04:26:47.533" v="1691" actId="207"/>
            <ac:spMkLst>
              <pc:docMk/>
              <pc:sldMasterMk cId="168531001" sldId="2147483648"/>
              <pc:sldLayoutMk cId="709143966" sldId="2147483650"/>
              <ac:spMk id="14" creationId="{20E66D14-FF8E-3C82-E4C4-253830959DB8}"/>
            </ac:spMkLst>
          </pc:spChg>
        </pc:sldLayoutChg>
        <pc:sldLayoutChg chg="modSp mod">
          <pc:chgData name="Alycia Wolf" userId="c3aef7f7-6659-44db-bf40-576699cfa133" providerId="ADAL" clId="{0050FAD3-4552-4704-84A6-01FEAEE1C93F}" dt="2026-10-05T04:26:56.326" v="1693" actId="207"/>
          <pc:sldLayoutMkLst>
            <pc:docMk/>
            <pc:sldMasterMk cId="168531001" sldId="2147483648"/>
            <pc:sldLayoutMk cId="1544466230" sldId="2147483653"/>
          </pc:sldLayoutMkLst>
          <pc:spChg chg="mod">
            <ac:chgData name="Alycia Wolf" userId="c3aef7f7-6659-44db-bf40-576699cfa133" providerId="ADAL" clId="{0050FAD3-4552-4704-84A6-01FEAEE1C93F}" dt="2026-10-05T04:26:56.326" v="1693" actId="207"/>
            <ac:spMkLst>
              <pc:docMk/>
              <pc:sldMasterMk cId="168531001" sldId="2147483648"/>
              <pc:sldLayoutMk cId="1544466230" sldId="2147483653"/>
              <ac:spMk id="11" creationId="{73EDDD6F-243A-E724-D793-915706754A03}"/>
            </ac:spMkLst>
          </pc:spChg>
        </pc:sldLayoutChg>
        <pc:sldLayoutChg chg="modSp mod">
          <pc:chgData name="Alycia Wolf" userId="c3aef7f7-6659-44db-bf40-576699cfa133" providerId="ADAL" clId="{0050FAD3-4552-4704-84A6-01FEAEE1C93F}" dt="2026-10-05T04:26:53.561" v="1692" actId="207"/>
          <pc:sldLayoutMkLst>
            <pc:docMk/>
            <pc:sldMasterMk cId="168531001" sldId="2147483648"/>
            <pc:sldLayoutMk cId="566375239" sldId="2147483662"/>
          </pc:sldLayoutMkLst>
          <pc:spChg chg="mod">
            <ac:chgData name="Alycia Wolf" userId="c3aef7f7-6659-44db-bf40-576699cfa133" providerId="ADAL" clId="{0050FAD3-4552-4704-84A6-01FEAEE1C93F}" dt="2026-10-05T04:26:53.561" v="1692" actId="207"/>
            <ac:spMkLst>
              <pc:docMk/>
              <pc:sldMasterMk cId="168531001" sldId="2147483648"/>
              <pc:sldLayoutMk cId="566375239" sldId="2147483662"/>
              <ac:spMk id="8" creationId="{094F3170-A2E9-D335-8C20-1677E358291B}"/>
            </ac:spMkLst>
          </pc:spChg>
        </pc:sldLayoutChg>
        <pc:sldLayoutChg chg="modSp mod">
          <pc:chgData name="Alycia Wolf" userId="c3aef7f7-6659-44db-bf40-576699cfa133" providerId="ADAL" clId="{0050FAD3-4552-4704-84A6-01FEAEE1C93F}" dt="2026-10-05T04:26:59.156" v="1694" actId="207"/>
          <pc:sldLayoutMkLst>
            <pc:docMk/>
            <pc:sldMasterMk cId="168531001" sldId="2147483648"/>
            <pc:sldLayoutMk cId="2143533313" sldId="2147483664"/>
          </pc:sldLayoutMkLst>
          <pc:spChg chg="mod">
            <ac:chgData name="Alycia Wolf" userId="c3aef7f7-6659-44db-bf40-576699cfa133" providerId="ADAL" clId="{0050FAD3-4552-4704-84A6-01FEAEE1C93F}" dt="2026-10-05T04:26:59.156" v="1694" actId="207"/>
            <ac:spMkLst>
              <pc:docMk/>
              <pc:sldMasterMk cId="168531001" sldId="2147483648"/>
              <pc:sldLayoutMk cId="2143533313" sldId="2147483664"/>
              <ac:spMk id="11" creationId="{73EDDD6F-243A-E724-D793-915706754A03}"/>
            </ac:spMkLst>
          </pc:spChg>
        </pc:sldLayoutChg>
        <pc:sldLayoutChg chg="modSp mod">
          <pc:chgData name="Alycia Wolf" userId="c3aef7f7-6659-44db-bf40-576699cfa133" providerId="ADAL" clId="{0050FAD3-4552-4704-84A6-01FEAEE1C93F}" dt="2026-10-05T04:27:04.088" v="1695" actId="207"/>
          <pc:sldLayoutMkLst>
            <pc:docMk/>
            <pc:sldMasterMk cId="168531001" sldId="2147483648"/>
            <pc:sldLayoutMk cId="1569335211" sldId="2147483672"/>
          </pc:sldLayoutMkLst>
          <pc:spChg chg="mod">
            <ac:chgData name="Alycia Wolf" userId="c3aef7f7-6659-44db-bf40-576699cfa133" providerId="ADAL" clId="{0050FAD3-4552-4704-84A6-01FEAEE1C93F}" dt="2026-10-05T04:27:04.088" v="1695" actId="207"/>
            <ac:spMkLst>
              <pc:docMk/>
              <pc:sldMasterMk cId="168531001" sldId="2147483648"/>
              <pc:sldLayoutMk cId="1569335211" sldId="2147483672"/>
              <ac:spMk id="11" creationId="{73EDDD6F-243A-E724-D793-915706754A03}"/>
            </ac:spMkLst>
          </pc:spChg>
        </pc:sldLayoutChg>
      </pc:sldMasterChg>
    </pc:docChg>
  </pc:docChgLst>
  <pc:docChgLst>
    <pc:chgData name="Miren Barinaga" userId="S::mirenbarinaga_saitec.es#ext#@groupidone.onmicrosoft.com::d4fd9306-ea20-43c3-bd68-442d931c1eb4" providerId="AD" clId="Web-{4A03C5C3-A29C-1EA3-D3BB-C55CB9ACDFC8}"/>
    <pc:docChg chg="modSld">
      <pc:chgData name="Miren Barinaga" userId="S::mirenbarinaga_saitec.es#ext#@groupidone.onmicrosoft.com::d4fd9306-ea20-43c3-bd68-442d931c1eb4" providerId="AD" clId="Web-{4A03C5C3-A29C-1EA3-D3BB-C55CB9ACDFC8}" dt="2026-10-05T21:06:03.308" v="50"/>
      <pc:docMkLst>
        <pc:docMk/>
      </pc:docMkLst>
      <pc:sldChg chg="addSp delSp modSp">
        <pc:chgData name="Miren Barinaga" userId="S::mirenbarinaga_saitec.es#ext#@groupidone.onmicrosoft.com::d4fd9306-ea20-43c3-bd68-442d931c1eb4" providerId="AD" clId="Web-{4A03C5C3-A29C-1EA3-D3BB-C55CB9ACDFC8}" dt="2026-10-05T21:06:03.308" v="50"/>
        <pc:sldMkLst>
          <pc:docMk/>
          <pc:sldMk cId="3644467085" sldId="423"/>
        </pc:sldMkLst>
        <pc:spChg chg="add">
          <ac:chgData name="Miren Barinaga" userId="S::mirenbarinaga_saitec.es#ext#@groupidone.onmicrosoft.com::d4fd9306-ea20-43c3-bd68-442d931c1eb4" providerId="AD" clId="Web-{4A03C5C3-A29C-1EA3-D3BB-C55CB9ACDFC8}" dt="2026-10-05T21:06:03.308" v="50"/>
          <ac:spMkLst>
            <pc:docMk/>
            <pc:sldMk cId="3644467085" sldId="423"/>
            <ac:spMk id="4" creationId="{4D76DA9A-AFC9-E4AF-FB39-839C189D2A2A}"/>
          </ac:spMkLst>
        </pc:spChg>
      </pc:sldChg>
      <pc:sldChg chg="modSp">
        <pc:chgData name="Miren Barinaga" userId="S::mirenbarinaga_saitec.es#ext#@groupidone.onmicrosoft.com::d4fd9306-ea20-43c3-bd68-442d931c1eb4" providerId="AD" clId="Web-{4A03C5C3-A29C-1EA3-D3BB-C55CB9ACDFC8}" dt="2026-10-05T20:52:51.358" v="35"/>
        <pc:sldMkLst>
          <pc:docMk/>
          <pc:sldMk cId="4253295415" sldId="427"/>
        </pc:sldMkLst>
        <pc:graphicFrameChg chg="mod modGraphic">
          <ac:chgData name="Miren Barinaga" userId="S::mirenbarinaga_saitec.es#ext#@groupidone.onmicrosoft.com::d4fd9306-ea20-43c3-bd68-442d931c1eb4" providerId="AD" clId="Web-{4A03C5C3-A29C-1EA3-D3BB-C55CB9ACDFC8}" dt="2026-10-05T20:52:51.358" v="35"/>
          <ac:graphicFrameMkLst>
            <pc:docMk/>
            <pc:sldMk cId="4253295415" sldId="427"/>
            <ac:graphicFrameMk id="4" creationId="{C4239B9D-5C34-CF3A-C957-69E94FF8A07A}"/>
          </ac:graphicFrameMkLst>
        </pc:graphicFrameChg>
      </pc:sldChg>
      <pc:sldChg chg="modSp">
        <pc:chgData name="Miren Barinaga" userId="S::mirenbarinaga_saitec.es#ext#@groupidone.onmicrosoft.com::d4fd9306-ea20-43c3-bd68-442d931c1eb4" providerId="AD" clId="Web-{4A03C5C3-A29C-1EA3-D3BB-C55CB9ACDFC8}" dt="2026-10-05T20:26:37.306" v="5" actId="20577"/>
        <pc:sldMkLst>
          <pc:docMk/>
          <pc:sldMk cId="46274451" sldId="446"/>
        </pc:sldMkLst>
        <pc:spChg chg="mod">
          <ac:chgData name="Miren Barinaga" userId="S::mirenbarinaga_saitec.es#ext#@groupidone.onmicrosoft.com::d4fd9306-ea20-43c3-bd68-442d931c1eb4" providerId="AD" clId="Web-{4A03C5C3-A29C-1EA3-D3BB-C55CB9ACDFC8}" dt="2026-10-05T20:26:37.306" v="5" actId="20577"/>
          <ac:spMkLst>
            <pc:docMk/>
            <pc:sldMk cId="46274451" sldId="446"/>
            <ac:spMk id="6" creationId="{EF67E5E6-4BF8-E9E5-F71D-04E2C1BAC58A}"/>
          </ac:spMkLst>
        </pc:spChg>
      </pc:sldChg>
      <pc:sldChg chg="modSp">
        <pc:chgData name="Miren Barinaga" userId="S::mirenbarinaga_saitec.es#ext#@groupidone.onmicrosoft.com::d4fd9306-ea20-43c3-bd68-442d931c1eb4" providerId="AD" clId="Web-{4A03C5C3-A29C-1EA3-D3BB-C55CB9ACDFC8}" dt="2026-10-05T20:12:59.441" v="1" actId="20577"/>
        <pc:sldMkLst>
          <pc:docMk/>
          <pc:sldMk cId="1766671940" sldId="448"/>
        </pc:sldMkLst>
        <pc:spChg chg="mod">
          <ac:chgData name="Miren Barinaga" userId="S::mirenbarinaga_saitec.es#ext#@groupidone.onmicrosoft.com::d4fd9306-ea20-43c3-bd68-442d931c1eb4" providerId="AD" clId="Web-{4A03C5C3-A29C-1EA3-D3BB-C55CB9ACDFC8}" dt="2026-10-05T20:12:59.441" v="1" actId="20577"/>
          <ac:spMkLst>
            <pc:docMk/>
            <pc:sldMk cId="1766671940" sldId="448"/>
            <ac:spMk id="4" creationId="{B9869914-BB5C-5D0A-6160-DF0C59A19C25}"/>
          </ac:spMkLst>
        </pc:spChg>
      </pc:sldChg>
    </pc:docChg>
  </pc:docChgLst>
  <pc:docChgLst>
    <pc:chgData name="Miren Barinaga" userId="S::mirenbarinaga_saitec.es#ext#@groupidone.onmicrosoft.com::d4fd9306-ea20-43c3-bd68-442d931c1eb4" providerId="AD" clId="Web-{00000000-0000-0000-0000-000000000000}"/>
    <pc:docChg chg="modSld">
      <pc:chgData name="Miren Barinaga" userId="S::mirenbarinaga_saitec.es#ext#@groupidone.onmicrosoft.com::d4fd9306-ea20-43c3-bd68-442d931c1eb4" providerId="AD" clId="Web-{00000000-0000-0000-0000-000000000000}" dt="2026-10-05T10:37:34.151" v="11" actId="20577"/>
      <pc:docMkLst>
        <pc:docMk/>
      </pc:docMkLst>
      <pc:sldChg chg="modSp">
        <pc:chgData name="Miren Barinaga" userId="S::mirenbarinaga_saitec.es#ext#@groupidone.onmicrosoft.com::d4fd9306-ea20-43c3-bd68-442d931c1eb4" providerId="AD" clId="Web-{00000000-0000-0000-0000-000000000000}" dt="2026-10-05T10:12:25.009" v="9"/>
        <pc:sldMkLst>
          <pc:docMk/>
          <pc:sldMk cId="4253295415" sldId="427"/>
        </pc:sldMkLst>
        <pc:graphicFrameChg chg="mod modGraphic">
          <ac:chgData name="Miren Barinaga" userId="S::mirenbarinaga_saitec.es#ext#@groupidone.onmicrosoft.com::d4fd9306-ea20-43c3-bd68-442d931c1eb4" providerId="AD" clId="Web-{00000000-0000-0000-0000-000000000000}" dt="2026-10-05T10:12:25.009" v="9"/>
          <ac:graphicFrameMkLst>
            <pc:docMk/>
            <pc:sldMk cId="4253295415" sldId="427"/>
            <ac:graphicFrameMk id="4" creationId="{C4239B9D-5C34-CF3A-C957-69E94FF8A07A}"/>
          </ac:graphicFrameMkLst>
        </pc:graphicFrameChg>
      </pc:sldChg>
      <pc:sldChg chg="modSp">
        <pc:chgData name="Miren Barinaga" userId="S::mirenbarinaga_saitec.es#ext#@groupidone.onmicrosoft.com::d4fd9306-ea20-43c3-bd68-442d931c1eb4" providerId="AD" clId="Web-{00000000-0000-0000-0000-000000000000}" dt="2026-10-05T10:37:34.151" v="11" actId="20577"/>
        <pc:sldMkLst>
          <pc:docMk/>
          <pc:sldMk cId="1766671940" sldId="448"/>
        </pc:sldMkLst>
        <pc:spChg chg="mod">
          <ac:chgData name="Miren Barinaga" userId="S::mirenbarinaga_saitec.es#ext#@groupidone.onmicrosoft.com::d4fd9306-ea20-43c3-bd68-442d931c1eb4" providerId="AD" clId="Web-{00000000-0000-0000-0000-000000000000}" dt="2026-10-05T10:37:34.151" v="11" actId="20577"/>
          <ac:spMkLst>
            <pc:docMk/>
            <pc:sldMk cId="1766671940" sldId="448"/>
            <ac:spMk id="21" creationId="{E92EA047-4345-FE25-97B2-0C01DD1CF571}"/>
          </ac:spMkLst>
        </pc:spChg>
      </pc:sldChg>
    </pc:docChg>
  </pc:docChgLst>
  <pc:docChgLst>
    <pc:chgData name="Miren Barinaga" userId="S::mirenbarinaga_saitec.es#ext#@groupidone.onmicrosoft.com::d4fd9306-ea20-43c3-bd68-442d931c1eb4" providerId="AD" clId="Web-{0D5AA52A-2308-62E2-EE64-C6FB145ADF98}"/>
    <pc:docChg chg="modSld">
      <pc:chgData name="Miren Barinaga" userId="S::mirenbarinaga_saitec.es#ext#@groupidone.onmicrosoft.com::d4fd9306-ea20-43c3-bd68-442d931c1eb4" providerId="AD" clId="Web-{0D5AA52A-2308-62E2-EE64-C6FB145ADF98}" dt="2026-10-06T03:06:02.393" v="17"/>
      <pc:docMkLst>
        <pc:docMk/>
      </pc:docMkLst>
      <pc:sldChg chg="modSp">
        <pc:chgData name="Miren Barinaga" userId="S::mirenbarinaga_saitec.es#ext#@groupidone.onmicrosoft.com::d4fd9306-ea20-43c3-bd68-442d931c1eb4" providerId="AD" clId="Web-{0D5AA52A-2308-62E2-EE64-C6FB145ADF98}" dt="2026-10-06T03:06:02.393" v="17"/>
        <pc:sldMkLst>
          <pc:docMk/>
          <pc:sldMk cId="4253295415" sldId="427"/>
        </pc:sldMkLst>
        <pc:graphicFrameChg chg="mod modGraphic">
          <ac:chgData name="Miren Barinaga" userId="S::mirenbarinaga_saitec.es#ext#@groupidone.onmicrosoft.com::d4fd9306-ea20-43c3-bd68-442d931c1eb4" providerId="AD" clId="Web-{0D5AA52A-2308-62E2-EE64-C6FB145ADF98}" dt="2026-10-06T03:06:02.393" v="17"/>
          <ac:graphicFrameMkLst>
            <pc:docMk/>
            <pc:sldMk cId="4253295415" sldId="427"/>
            <ac:graphicFrameMk id="4" creationId="{C4239B9D-5C34-CF3A-C957-69E94FF8A07A}"/>
          </ac:graphicFrameMkLst>
        </pc:graphicFrameChg>
      </pc:sldChg>
    </pc:docChg>
  </pc:docChgLst>
  <pc:docChgLst>
    <pc:chgData name="DUDOUIT François" userId="S::francois.dudouit_vinci-construction.com#ext#@groupidone.onmicrosoft.com::b2d09123-5047-4214-bb3a-70d6e6602c16" providerId="AD" clId="Web-{96286956-6954-3009-FA69-C9C343E01C94}"/>
    <pc:docChg chg="mod modSld">
      <pc:chgData name="DUDOUIT François" userId="S::francois.dudouit_vinci-construction.com#ext#@groupidone.onmicrosoft.com::b2d09123-5047-4214-bb3a-70d6e6602c16" providerId="AD" clId="Web-{96286956-6954-3009-FA69-C9C343E01C94}" dt="2026-10-04T08:54:45.604" v="24" actId="1076"/>
      <pc:docMkLst>
        <pc:docMk/>
      </pc:docMkLst>
    </pc:docChg>
  </pc:docChgLst>
  <pc:docChgLst>
    <pc:chgData name="SWINDLEY Giles (Externe)" userId="df30a37f-efe1-4c61-9da7-f2fa6e3e974a" providerId="ADAL" clId="{12233F93-5351-4C9F-83E1-3C0798DFE128}"/>
    <pc:docChg chg="undo custSel addSld delSld modSld sldOrd">
      <pc:chgData name="SWINDLEY Giles (Externe)" userId="df30a37f-efe1-4c61-9da7-f2fa6e3e974a" providerId="ADAL" clId="{12233F93-5351-4C9F-83E1-3C0798DFE128}" dt="2026-10-06T23:57:54.950" v="6027" actId="1076"/>
      <pc:docMkLst>
        <pc:docMk/>
      </pc:docMkLst>
      <pc:sldChg chg="modSp mod">
        <pc:chgData name="SWINDLEY Giles (Externe)" userId="df30a37f-efe1-4c61-9da7-f2fa6e3e974a" providerId="ADAL" clId="{12233F93-5351-4C9F-83E1-3C0798DFE128}" dt="2026-10-03T01:04:00.520" v="4453" actId="14100"/>
        <pc:sldMkLst>
          <pc:docMk/>
          <pc:sldMk cId="3984714215" sldId="280"/>
        </pc:sldMkLst>
        <pc:spChg chg="mod">
          <ac:chgData name="SWINDLEY Giles (Externe)" userId="df30a37f-efe1-4c61-9da7-f2fa6e3e974a" providerId="ADAL" clId="{12233F93-5351-4C9F-83E1-3C0798DFE128}" dt="2026-10-02T06:48:20.301" v="19" actId="20577"/>
          <ac:spMkLst>
            <pc:docMk/>
            <pc:sldMk cId="3984714215" sldId="280"/>
            <ac:spMk id="2" creationId="{0751049A-1C0E-8AF6-7858-FCDB7EB683E3}"/>
          </ac:spMkLst>
        </pc:spChg>
      </pc:sldChg>
      <pc:sldChg chg="addSp modSp mod">
        <pc:chgData name="SWINDLEY Giles (Externe)" userId="df30a37f-efe1-4c61-9da7-f2fa6e3e974a" providerId="ADAL" clId="{12233F93-5351-4C9F-83E1-3C0798DFE128}" dt="2026-10-02T10:27:51.232" v="1709" actId="20577"/>
        <pc:sldMkLst>
          <pc:docMk/>
          <pc:sldMk cId="1128891271" sldId="323"/>
        </pc:sldMkLst>
        <pc:spChg chg="mod">
          <ac:chgData name="SWINDLEY Giles (Externe)" userId="df30a37f-efe1-4c61-9da7-f2fa6e3e974a" providerId="ADAL" clId="{12233F93-5351-4C9F-83E1-3C0798DFE128}" dt="2026-10-02T10:27:51.232" v="1709" actId="20577"/>
          <ac:spMkLst>
            <pc:docMk/>
            <pc:sldMk cId="1128891271" sldId="323"/>
            <ac:spMk id="6" creationId="{9620FAB9-392D-B28B-8520-4B533823D20D}"/>
          </ac:spMkLst>
        </pc:spChg>
        <pc:picChg chg="add mod">
          <ac:chgData name="SWINDLEY Giles (Externe)" userId="df30a37f-efe1-4c61-9da7-f2fa6e3e974a" providerId="ADAL" clId="{12233F93-5351-4C9F-83E1-3C0798DFE128}" dt="2026-10-02T07:16:02.353" v="75" actId="14100"/>
          <ac:picMkLst>
            <pc:docMk/>
            <pc:sldMk cId="1128891271" sldId="323"/>
            <ac:picMk id="7" creationId="{EF931DCA-4FCF-B0E0-88EC-0CCA7668225B}"/>
          </ac:picMkLst>
        </pc:picChg>
      </pc:sldChg>
      <pc:sldChg chg="addSp delSp modSp mod">
        <pc:chgData name="SWINDLEY Giles (Externe)" userId="df30a37f-efe1-4c61-9da7-f2fa6e3e974a" providerId="ADAL" clId="{12233F93-5351-4C9F-83E1-3C0798DFE128}" dt="2026-10-06T23:57:54.950" v="6027" actId="1076"/>
        <pc:sldMkLst>
          <pc:docMk/>
          <pc:sldMk cId="3932458289" sldId="325"/>
        </pc:sldMkLst>
        <pc:spChg chg="mod">
          <ac:chgData name="SWINDLEY Giles (Externe)" userId="df30a37f-efe1-4c61-9da7-f2fa6e3e974a" providerId="ADAL" clId="{12233F93-5351-4C9F-83E1-3C0798DFE128}" dt="2026-10-05T21:14:22.007" v="5993" actId="20577"/>
          <ac:spMkLst>
            <pc:docMk/>
            <pc:sldMk cId="3932458289" sldId="325"/>
            <ac:spMk id="3" creationId="{A7A78927-D579-9E73-DD72-7E6653253F82}"/>
          </ac:spMkLst>
        </pc:spChg>
        <pc:picChg chg="add mod modCrop">
          <ac:chgData name="SWINDLEY Giles (Externe)" userId="df30a37f-efe1-4c61-9da7-f2fa6e3e974a" providerId="ADAL" clId="{12233F93-5351-4C9F-83E1-3C0798DFE128}" dt="2026-10-05T09:51:48.669" v="5232" actId="1076"/>
          <ac:picMkLst>
            <pc:docMk/>
            <pc:sldMk cId="3932458289" sldId="325"/>
            <ac:picMk id="7" creationId="{EE2CD772-690D-97A9-7AC0-B17D7B89A6DF}"/>
          </ac:picMkLst>
        </pc:picChg>
        <pc:cxnChg chg="mod">
          <ac:chgData name="SWINDLEY Giles (Externe)" userId="df30a37f-efe1-4c61-9da7-f2fa6e3e974a" providerId="ADAL" clId="{12233F93-5351-4C9F-83E1-3C0798DFE128}" dt="2026-10-06T23:57:54.950" v="6027" actId="1076"/>
          <ac:cxnSpMkLst>
            <pc:docMk/>
            <pc:sldMk cId="3932458289" sldId="325"/>
            <ac:cxnSpMk id="24" creationId="{D7D47C1E-392D-150D-15B2-B394B358BBB7}"/>
          </ac:cxnSpMkLst>
        </pc:cxnChg>
      </pc:sldChg>
      <pc:sldChg chg="addSp modSp mod">
        <pc:chgData name="SWINDLEY Giles (Externe)" userId="df30a37f-efe1-4c61-9da7-f2fa6e3e974a" providerId="ADAL" clId="{12233F93-5351-4C9F-83E1-3C0798DFE128}" dt="2026-10-05T08:14:31.864" v="5117" actId="5793"/>
        <pc:sldMkLst>
          <pc:docMk/>
          <pc:sldMk cId="3579805339" sldId="326"/>
        </pc:sldMkLst>
        <pc:spChg chg="mod">
          <ac:chgData name="SWINDLEY Giles (Externe)" userId="df30a37f-efe1-4c61-9da7-f2fa6e3e974a" providerId="ADAL" clId="{12233F93-5351-4C9F-83E1-3C0798DFE128}" dt="2026-10-05T08:14:31.864" v="5117" actId="5793"/>
          <ac:spMkLst>
            <pc:docMk/>
            <pc:sldMk cId="3579805339" sldId="326"/>
            <ac:spMk id="3" creationId="{7E9C1355-594D-7474-09FD-8A6ED937DF51}"/>
          </ac:spMkLst>
        </pc:spChg>
        <pc:picChg chg="add">
          <ac:chgData name="SWINDLEY Giles (Externe)" userId="df30a37f-efe1-4c61-9da7-f2fa6e3e974a" providerId="ADAL" clId="{12233F93-5351-4C9F-83E1-3C0798DFE128}" dt="2026-10-02T06:56:00.809" v="65" actId="22"/>
          <ac:picMkLst>
            <pc:docMk/>
            <pc:sldMk cId="3579805339" sldId="326"/>
            <ac:picMk id="4" creationId="{300B083A-9D53-0E10-3497-B87A41D26C65}"/>
          </ac:picMkLst>
        </pc:picChg>
        <pc:picChg chg="mod">
          <ac:chgData name="SWINDLEY Giles (Externe)" userId="df30a37f-efe1-4c61-9da7-f2fa6e3e974a" providerId="ADAL" clId="{12233F93-5351-4C9F-83E1-3C0798DFE128}" dt="2026-10-05T03:38:02.267" v="4487" actId="1076"/>
          <ac:picMkLst>
            <pc:docMk/>
            <pc:sldMk cId="3579805339" sldId="326"/>
            <ac:picMk id="5" creationId="{74DA0482-033C-DE2A-DD4F-477B6C6FE3BD}"/>
          </ac:picMkLst>
        </pc:picChg>
        <pc:picChg chg="mod">
          <ac:chgData name="SWINDLEY Giles (Externe)" userId="df30a37f-efe1-4c61-9da7-f2fa6e3e974a" providerId="ADAL" clId="{12233F93-5351-4C9F-83E1-3C0798DFE128}" dt="2026-10-05T03:38:05.044" v="4488" actId="1076"/>
          <ac:picMkLst>
            <pc:docMk/>
            <pc:sldMk cId="3579805339" sldId="326"/>
            <ac:picMk id="8" creationId="{156BD190-3083-C705-D1A9-4F28C1AC38D4}"/>
          </ac:picMkLst>
        </pc:picChg>
      </pc:sldChg>
      <pc:sldChg chg="addSp delSp modSp add mod">
        <pc:chgData name="SWINDLEY Giles (Externe)" userId="df30a37f-efe1-4c61-9da7-f2fa6e3e974a" providerId="ADAL" clId="{12233F93-5351-4C9F-83E1-3C0798DFE128}" dt="2026-10-02T10:28:05.668" v="1731" actId="20577"/>
        <pc:sldMkLst>
          <pc:docMk/>
          <pc:sldMk cId="3911093472" sldId="404"/>
        </pc:sldMkLst>
        <pc:spChg chg="mod">
          <ac:chgData name="SWINDLEY Giles (Externe)" userId="df30a37f-efe1-4c61-9da7-f2fa6e3e974a" providerId="ADAL" clId="{12233F93-5351-4C9F-83E1-3C0798DFE128}" dt="2026-10-02T10:28:05.668" v="1731" actId="20577"/>
          <ac:spMkLst>
            <pc:docMk/>
            <pc:sldMk cId="3911093472" sldId="404"/>
            <ac:spMk id="6" creationId="{B5196329-281A-4B32-4AAB-828497FDAAD8}"/>
          </ac:spMkLst>
        </pc:spChg>
        <pc:picChg chg="add mod">
          <ac:chgData name="SWINDLEY Giles (Externe)" userId="df30a37f-efe1-4c61-9da7-f2fa6e3e974a" providerId="ADAL" clId="{12233F93-5351-4C9F-83E1-3C0798DFE128}" dt="2026-10-02T07:17:06.021" v="82" actId="14100"/>
          <ac:picMkLst>
            <pc:docMk/>
            <pc:sldMk cId="3911093472" sldId="404"/>
            <ac:picMk id="5" creationId="{6AD327C6-657E-9433-C636-B3C748E4BDC8}"/>
          </ac:picMkLst>
        </pc:picChg>
      </pc:sldChg>
      <pc:sldChg chg="addSp delSp modSp add mod">
        <pc:chgData name="SWINDLEY Giles (Externe)" userId="df30a37f-efe1-4c61-9da7-f2fa6e3e974a" providerId="ADAL" clId="{12233F93-5351-4C9F-83E1-3C0798DFE128}" dt="2026-10-02T10:28:36.436" v="1760" actId="20577"/>
        <pc:sldMkLst>
          <pc:docMk/>
          <pc:sldMk cId="3379820857" sldId="405"/>
        </pc:sldMkLst>
        <pc:spChg chg="mod">
          <ac:chgData name="SWINDLEY Giles (Externe)" userId="df30a37f-efe1-4c61-9da7-f2fa6e3e974a" providerId="ADAL" clId="{12233F93-5351-4C9F-83E1-3C0798DFE128}" dt="2026-10-02T10:28:36.436" v="1760" actId="20577"/>
          <ac:spMkLst>
            <pc:docMk/>
            <pc:sldMk cId="3379820857" sldId="405"/>
            <ac:spMk id="6" creationId="{805744CF-01E9-5F74-74BF-32721CF30FF9}"/>
          </ac:spMkLst>
        </pc:spChg>
        <pc:picChg chg="add mod">
          <ac:chgData name="SWINDLEY Giles (Externe)" userId="df30a37f-efe1-4c61-9da7-f2fa6e3e974a" providerId="ADAL" clId="{12233F93-5351-4C9F-83E1-3C0798DFE128}" dt="2026-10-02T07:17:58.040" v="88" actId="14100"/>
          <ac:picMkLst>
            <pc:docMk/>
            <pc:sldMk cId="3379820857" sldId="405"/>
            <ac:picMk id="4" creationId="{397476F1-9CCE-D017-3E90-2078CF53AB09}"/>
          </ac:picMkLst>
        </pc:picChg>
      </pc:sldChg>
      <pc:sldChg chg="addSp delSp modSp add mod">
        <pc:chgData name="SWINDLEY Giles (Externe)" userId="df30a37f-efe1-4c61-9da7-f2fa6e3e974a" providerId="ADAL" clId="{12233F93-5351-4C9F-83E1-3C0798DFE128}" dt="2026-10-02T10:33:15.499" v="1798" actId="14100"/>
        <pc:sldMkLst>
          <pc:docMk/>
          <pc:sldMk cId="1376855922" sldId="408"/>
        </pc:sldMkLst>
        <pc:spChg chg="mod">
          <ac:chgData name="SWINDLEY Giles (Externe)" userId="df30a37f-efe1-4c61-9da7-f2fa6e3e974a" providerId="ADAL" clId="{12233F93-5351-4C9F-83E1-3C0798DFE128}" dt="2026-10-02T10:29:16.367" v="1781" actId="20577"/>
          <ac:spMkLst>
            <pc:docMk/>
            <pc:sldMk cId="1376855922" sldId="408"/>
            <ac:spMk id="6" creationId="{CF96EA5A-0217-2F1B-C9FD-5601F3385FDA}"/>
          </ac:spMkLst>
        </pc:spChg>
      </pc:sldChg>
      <pc:sldChg chg="addSp delSp modSp add mod">
        <pc:chgData name="SWINDLEY Giles (Externe)" userId="df30a37f-efe1-4c61-9da7-f2fa6e3e974a" providerId="ADAL" clId="{12233F93-5351-4C9F-83E1-3C0798DFE128}" dt="2026-10-02T11:02:22.471" v="2545" actId="20577"/>
        <pc:sldMkLst>
          <pc:docMk/>
          <pc:sldMk cId="2658643748" sldId="409"/>
        </pc:sldMkLst>
        <pc:spChg chg="mod">
          <ac:chgData name="SWINDLEY Giles (Externe)" userId="df30a37f-efe1-4c61-9da7-f2fa6e3e974a" providerId="ADAL" clId="{12233F93-5351-4C9F-83E1-3C0798DFE128}" dt="2026-10-02T10:56:58.405" v="2296" actId="20577"/>
          <ac:spMkLst>
            <pc:docMk/>
            <pc:sldMk cId="2658643748" sldId="409"/>
            <ac:spMk id="6" creationId="{3AC07858-1595-39B3-E063-96A8B37A6E76}"/>
          </ac:spMkLst>
        </pc:spChg>
        <pc:picChg chg="add mod">
          <ac:chgData name="SWINDLEY Giles (Externe)" userId="df30a37f-efe1-4c61-9da7-f2fa6e3e974a" providerId="ADAL" clId="{12233F93-5351-4C9F-83E1-3C0798DFE128}" dt="2026-10-02T10:58:03.607" v="2299" actId="1076"/>
          <ac:picMkLst>
            <pc:docMk/>
            <pc:sldMk cId="2658643748" sldId="409"/>
            <ac:picMk id="3" creationId="{E3E1C5CB-D19C-C14F-B466-658B542D5CB6}"/>
          </ac:picMkLst>
        </pc:picChg>
        <pc:picChg chg="add mod">
          <ac:chgData name="SWINDLEY Giles (Externe)" userId="df30a37f-efe1-4c61-9da7-f2fa6e3e974a" providerId="ADAL" clId="{12233F93-5351-4C9F-83E1-3C0798DFE128}" dt="2026-10-02T11:00:11.633" v="2439" actId="1076"/>
          <ac:picMkLst>
            <pc:docMk/>
            <pc:sldMk cId="2658643748" sldId="409"/>
            <ac:picMk id="5" creationId="{5D390C09-A7CE-1D6D-A829-9411BBC6FE74}"/>
          </ac:picMkLst>
        </pc:picChg>
      </pc:sldChg>
      <pc:sldChg chg="modSp mod">
        <pc:chgData name="SWINDLEY Giles (Externe)" userId="df30a37f-efe1-4c61-9da7-f2fa6e3e974a" providerId="ADAL" clId="{12233F93-5351-4C9F-83E1-3C0798DFE128}" dt="2026-10-05T03:40:42.989" v="4502" actId="20577"/>
        <pc:sldMkLst>
          <pc:docMk/>
          <pc:sldMk cId="1330236609" sldId="411"/>
        </pc:sldMkLst>
      </pc:sldChg>
      <pc:sldChg chg="addSp delSp modSp add mod">
        <pc:chgData name="SWINDLEY Giles (Externe)" userId="df30a37f-efe1-4c61-9da7-f2fa6e3e974a" providerId="ADAL" clId="{12233F93-5351-4C9F-83E1-3C0798DFE128}" dt="2026-10-05T04:20:41.356" v="4988" actId="14100"/>
        <pc:sldMkLst>
          <pc:docMk/>
          <pc:sldMk cId="3201258591" sldId="412"/>
        </pc:sldMkLst>
        <pc:spChg chg="mod">
          <ac:chgData name="SWINDLEY Giles (Externe)" userId="df30a37f-efe1-4c61-9da7-f2fa6e3e974a" providerId="ADAL" clId="{12233F93-5351-4C9F-83E1-3C0798DFE128}" dt="2026-10-05T04:11:36.089" v="4823" actId="1076"/>
          <ac:spMkLst>
            <pc:docMk/>
            <pc:sldMk cId="3201258591" sldId="412"/>
            <ac:spMk id="5" creationId="{F401A71B-4A75-861A-FA03-0E4B90146456}"/>
          </ac:spMkLst>
        </pc:spChg>
        <pc:spChg chg="add mod">
          <ac:chgData name="SWINDLEY Giles (Externe)" userId="df30a37f-efe1-4c61-9da7-f2fa6e3e974a" providerId="ADAL" clId="{12233F93-5351-4C9F-83E1-3C0798DFE128}" dt="2026-10-05T04:11:40.428" v="4825" actId="1076"/>
          <ac:spMkLst>
            <pc:docMk/>
            <pc:sldMk cId="3201258591" sldId="412"/>
            <ac:spMk id="10" creationId="{07309EDD-F50D-81DF-2ECE-78E9F57F8B0A}"/>
          </ac:spMkLst>
        </pc:spChg>
        <pc:spChg chg="add mod">
          <ac:chgData name="SWINDLEY Giles (Externe)" userId="df30a37f-efe1-4c61-9da7-f2fa6e3e974a" providerId="ADAL" clId="{12233F93-5351-4C9F-83E1-3C0798DFE128}" dt="2026-10-05T04:12:11.013" v="4855" actId="14100"/>
          <ac:spMkLst>
            <pc:docMk/>
            <pc:sldMk cId="3201258591" sldId="412"/>
            <ac:spMk id="15" creationId="{C1762721-A4E0-500B-31D7-1CD58FF63D45}"/>
          </ac:spMkLst>
        </pc:spChg>
        <pc:picChg chg="add mod">
          <ac:chgData name="SWINDLEY Giles (Externe)" userId="df30a37f-efe1-4c61-9da7-f2fa6e3e974a" providerId="ADAL" clId="{12233F93-5351-4C9F-83E1-3C0798DFE128}" dt="2026-10-05T04:11:33.589" v="4822" actId="1076"/>
          <ac:picMkLst>
            <pc:docMk/>
            <pc:sldMk cId="3201258591" sldId="412"/>
            <ac:picMk id="9" creationId="{B9C36CA7-2E69-9B3D-D000-3A916576DA02}"/>
          </ac:picMkLst>
        </pc:picChg>
        <pc:picChg chg="add mod modCrop">
          <ac:chgData name="SWINDLEY Giles (Externe)" userId="df30a37f-efe1-4c61-9da7-f2fa6e3e974a" providerId="ADAL" clId="{12233F93-5351-4C9F-83E1-3C0798DFE128}" dt="2026-10-05T04:11:37.364" v="4824" actId="1076"/>
          <ac:picMkLst>
            <pc:docMk/>
            <pc:sldMk cId="3201258591" sldId="412"/>
            <ac:picMk id="12" creationId="{EDB4FC04-03B2-28F3-1D81-3AD4591DB129}"/>
          </ac:picMkLst>
        </pc:picChg>
        <pc:picChg chg="add mod">
          <ac:chgData name="SWINDLEY Giles (Externe)" userId="df30a37f-efe1-4c61-9da7-f2fa6e3e974a" providerId="ADAL" clId="{12233F93-5351-4C9F-83E1-3C0798DFE128}" dt="2026-10-05T04:11:43.785" v="4827" actId="14100"/>
          <ac:picMkLst>
            <pc:docMk/>
            <pc:sldMk cId="3201258591" sldId="412"/>
            <ac:picMk id="1026" creationId="{74636ADF-F740-B1D3-3E24-06EDBC4CD238}"/>
          </ac:picMkLst>
        </pc:picChg>
      </pc:sldChg>
      <pc:sldChg chg="addSp delSp modSp add mod">
        <pc:chgData name="SWINDLEY Giles (Externe)" userId="df30a37f-efe1-4c61-9da7-f2fa6e3e974a" providerId="ADAL" clId="{12233F93-5351-4C9F-83E1-3C0798DFE128}" dt="2026-10-03T08:19:39.288" v="4454" actId="14100"/>
        <pc:sldMkLst>
          <pc:docMk/>
          <pc:sldMk cId="523324388" sldId="414"/>
        </pc:sldMkLst>
        <pc:spChg chg="mod">
          <ac:chgData name="SWINDLEY Giles (Externe)" userId="df30a37f-efe1-4c61-9da7-f2fa6e3e974a" providerId="ADAL" clId="{12233F93-5351-4C9F-83E1-3C0798DFE128}" dt="2026-10-03T00:06:44.696" v="3436" actId="20577"/>
          <ac:spMkLst>
            <pc:docMk/>
            <pc:sldMk cId="523324388" sldId="414"/>
            <ac:spMk id="5" creationId="{2151454D-CB2C-A42E-F18D-216EB9A6F3D0}"/>
          </ac:spMkLst>
        </pc:spChg>
        <pc:picChg chg="add mod">
          <ac:chgData name="SWINDLEY Giles (Externe)" userId="df30a37f-efe1-4c61-9da7-f2fa6e3e974a" providerId="ADAL" clId="{12233F93-5351-4C9F-83E1-3C0798DFE128}" dt="2026-10-03T00:07:08.343" v="3443" actId="1076"/>
          <ac:picMkLst>
            <pc:docMk/>
            <pc:sldMk cId="523324388" sldId="414"/>
            <ac:picMk id="6" creationId="{42C8C832-9C1E-F61F-32E4-0EA9BCB110AE}"/>
          </ac:picMkLst>
        </pc:picChg>
        <pc:picChg chg="add mod">
          <ac:chgData name="SWINDLEY Giles (Externe)" userId="df30a37f-efe1-4c61-9da7-f2fa6e3e974a" providerId="ADAL" clId="{12233F93-5351-4C9F-83E1-3C0798DFE128}" dt="2026-10-03T00:07:11.614" v="3444" actId="1076"/>
          <ac:picMkLst>
            <pc:docMk/>
            <pc:sldMk cId="523324388" sldId="414"/>
            <ac:picMk id="7" creationId="{BE209DAD-0293-3929-D927-230531BDC7E3}"/>
          </ac:picMkLst>
        </pc:picChg>
      </pc:sldChg>
      <pc:sldChg chg="addSp delSp modSp add mod">
        <pc:chgData name="SWINDLEY Giles (Externe)" userId="df30a37f-efe1-4c61-9da7-f2fa6e3e974a" providerId="ADAL" clId="{12233F93-5351-4C9F-83E1-3C0798DFE128}" dt="2026-10-03T00:18:11.098" v="3979" actId="20577"/>
        <pc:sldMkLst>
          <pc:docMk/>
          <pc:sldMk cId="3752259600" sldId="415"/>
        </pc:sldMkLst>
        <pc:spChg chg="add mod">
          <ac:chgData name="SWINDLEY Giles (Externe)" userId="df30a37f-efe1-4c61-9da7-f2fa6e3e974a" providerId="ADAL" clId="{12233F93-5351-4C9F-83E1-3C0798DFE128}" dt="2026-10-03T00:10:41.493" v="3590" actId="1076"/>
          <ac:spMkLst>
            <pc:docMk/>
            <pc:sldMk cId="3752259600" sldId="415"/>
            <ac:spMk id="4" creationId="{41F966CB-54F5-AE44-08BF-FD0BAD3708F9}"/>
          </ac:spMkLst>
        </pc:spChg>
        <pc:spChg chg="mod">
          <ac:chgData name="SWINDLEY Giles (Externe)" userId="df30a37f-efe1-4c61-9da7-f2fa6e3e974a" providerId="ADAL" clId="{12233F93-5351-4C9F-83E1-3C0798DFE128}" dt="2026-10-03T00:09:42.019" v="3580" actId="6549"/>
          <ac:spMkLst>
            <pc:docMk/>
            <pc:sldMk cId="3752259600" sldId="415"/>
            <ac:spMk id="5" creationId="{AEB1DD45-2423-8931-D95B-05328FA49480}"/>
          </ac:spMkLst>
        </pc:spChg>
        <pc:spChg chg="add mod">
          <ac:chgData name="SWINDLEY Giles (Externe)" userId="df30a37f-efe1-4c61-9da7-f2fa6e3e974a" providerId="ADAL" clId="{12233F93-5351-4C9F-83E1-3C0798DFE128}" dt="2026-10-03T00:10:54.231" v="3594" actId="1076"/>
          <ac:spMkLst>
            <pc:docMk/>
            <pc:sldMk cId="3752259600" sldId="415"/>
            <ac:spMk id="10" creationId="{16659EF0-CFE2-8903-CB9A-9FE31C4B3657}"/>
          </ac:spMkLst>
        </pc:spChg>
        <pc:picChg chg="add mod">
          <ac:chgData name="SWINDLEY Giles (Externe)" userId="df30a37f-efe1-4c61-9da7-f2fa6e3e974a" providerId="ADAL" clId="{12233F93-5351-4C9F-83E1-3C0798DFE128}" dt="2026-10-03T00:10:02.314" v="3585" actId="1076"/>
          <ac:picMkLst>
            <pc:docMk/>
            <pc:sldMk cId="3752259600" sldId="415"/>
            <ac:picMk id="3" creationId="{0449843F-D3B5-E5E4-DAEA-93C3DF1EBC84}"/>
          </ac:picMkLst>
        </pc:picChg>
      </pc:sldChg>
      <pc:sldChg chg="addSp delSp modSp add mod">
        <pc:chgData name="SWINDLEY Giles (Externe)" userId="df30a37f-efe1-4c61-9da7-f2fa6e3e974a" providerId="ADAL" clId="{12233F93-5351-4C9F-83E1-3C0798DFE128}" dt="2026-10-03T01:03:21.515" v="4442" actId="20577"/>
        <pc:sldMkLst>
          <pc:docMk/>
          <pc:sldMk cId="1370278828" sldId="418"/>
        </pc:sldMkLst>
        <pc:spChg chg="mod">
          <ac:chgData name="SWINDLEY Giles (Externe)" userId="df30a37f-efe1-4c61-9da7-f2fa6e3e974a" providerId="ADAL" clId="{12233F93-5351-4C9F-83E1-3C0798DFE128}" dt="2026-10-03T01:03:21.515" v="4442" actId="20577"/>
          <ac:spMkLst>
            <pc:docMk/>
            <pc:sldMk cId="1370278828" sldId="418"/>
            <ac:spMk id="5" creationId="{D46875A3-44CC-5923-C4F4-B1EE0E9981A4}"/>
          </ac:spMkLst>
        </pc:spChg>
        <pc:picChg chg="add mod">
          <ac:chgData name="SWINDLEY Giles (Externe)" userId="df30a37f-efe1-4c61-9da7-f2fa6e3e974a" providerId="ADAL" clId="{12233F93-5351-4C9F-83E1-3C0798DFE128}" dt="2026-10-03T00:19:53.429" v="4051" actId="1076"/>
          <ac:picMkLst>
            <pc:docMk/>
            <pc:sldMk cId="1370278828" sldId="418"/>
            <ac:picMk id="4" creationId="{E71E25B5-ABD6-66F1-696B-FA61DA546BAF}"/>
          </ac:picMkLst>
        </pc:picChg>
      </pc:sldChg>
      <pc:sldChg chg="addSp delSp modSp add mod">
        <pc:chgData name="SWINDLEY Giles (Externe)" userId="df30a37f-efe1-4c61-9da7-f2fa6e3e974a" providerId="ADAL" clId="{12233F93-5351-4C9F-83E1-3C0798DFE128}" dt="2026-10-03T00:26:12.932" v="4197" actId="1076"/>
        <pc:sldMkLst>
          <pc:docMk/>
          <pc:sldMk cId="520368260" sldId="419"/>
        </pc:sldMkLst>
        <pc:spChg chg="mod">
          <ac:chgData name="SWINDLEY Giles (Externe)" userId="df30a37f-efe1-4c61-9da7-f2fa6e3e974a" providerId="ADAL" clId="{12233F93-5351-4C9F-83E1-3C0798DFE128}" dt="2026-10-03T00:21:42.832" v="4096" actId="20577"/>
          <ac:spMkLst>
            <pc:docMk/>
            <pc:sldMk cId="520368260" sldId="419"/>
            <ac:spMk id="5" creationId="{F5946405-28D9-AB38-E107-3FDDB1EB1895}"/>
          </ac:spMkLst>
        </pc:spChg>
        <pc:picChg chg="add mod">
          <ac:chgData name="SWINDLEY Giles (Externe)" userId="df30a37f-efe1-4c61-9da7-f2fa6e3e974a" providerId="ADAL" clId="{12233F93-5351-4C9F-83E1-3C0798DFE128}" dt="2026-10-03T00:26:05.276" v="4194" actId="14100"/>
          <ac:picMkLst>
            <pc:docMk/>
            <pc:sldMk cId="520368260" sldId="419"/>
            <ac:picMk id="3" creationId="{9B345151-658F-1CE8-F283-23512BB926FF}"/>
          </ac:picMkLst>
        </pc:picChg>
        <pc:picChg chg="add mod">
          <ac:chgData name="SWINDLEY Giles (Externe)" userId="df30a37f-efe1-4c61-9da7-f2fa6e3e974a" providerId="ADAL" clId="{12233F93-5351-4C9F-83E1-3C0798DFE128}" dt="2026-10-03T00:26:07.233" v="4195" actId="1076"/>
          <ac:picMkLst>
            <pc:docMk/>
            <pc:sldMk cId="520368260" sldId="419"/>
            <ac:picMk id="7" creationId="{6D64FF29-31B8-3E1C-5259-F8B796F3FB47}"/>
          </ac:picMkLst>
        </pc:picChg>
      </pc:sldChg>
      <pc:sldChg chg="addSp delSp modSp add mod">
        <pc:chgData name="SWINDLEY Giles (Externe)" userId="df30a37f-efe1-4c61-9da7-f2fa6e3e974a" providerId="ADAL" clId="{12233F93-5351-4C9F-83E1-3C0798DFE128}" dt="2026-10-05T08:19:46.554" v="5188" actId="14100"/>
        <pc:sldMkLst>
          <pc:docMk/>
          <pc:sldMk cId="646391179" sldId="420"/>
        </pc:sldMkLst>
        <pc:spChg chg="mod">
          <ac:chgData name="SWINDLEY Giles (Externe)" userId="df30a37f-efe1-4c61-9da7-f2fa6e3e974a" providerId="ADAL" clId="{12233F93-5351-4C9F-83E1-3C0798DFE128}" dt="2026-10-05T08:19:46.554" v="5188" actId="14100"/>
          <ac:spMkLst>
            <pc:docMk/>
            <pc:sldMk cId="646391179" sldId="420"/>
            <ac:spMk id="5" creationId="{705A0E12-0ACA-211D-6CCE-E4EA7BC766D3}"/>
          </ac:spMkLst>
        </pc:spChg>
        <pc:spChg chg="mod">
          <ac:chgData name="SWINDLEY Giles (Externe)" userId="df30a37f-efe1-4c61-9da7-f2fa6e3e974a" providerId="ADAL" clId="{12233F93-5351-4C9F-83E1-3C0798DFE128}" dt="2026-10-03T00:30:45.090" v="4396" actId="1076"/>
          <ac:spMkLst>
            <pc:docMk/>
            <pc:sldMk cId="646391179" sldId="420"/>
            <ac:spMk id="7" creationId="{F3C25F21-5424-B835-41DB-79E503416A81}"/>
          </ac:spMkLst>
        </pc:spChg>
        <pc:spChg chg="mod">
          <ac:chgData name="SWINDLEY Giles (Externe)" userId="df30a37f-efe1-4c61-9da7-f2fa6e3e974a" providerId="ADAL" clId="{12233F93-5351-4C9F-83E1-3C0798DFE128}" dt="2026-10-05T08:19:43.151" v="5187" actId="14100"/>
          <ac:spMkLst>
            <pc:docMk/>
            <pc:sldMk cId="646391179" sldId="420"/>
            <ac:spMk id="12" creationId="{0F0634FC-0CE8-F6C0-D1A3-4B5D4FB8ADD9}"/>
          </ac:spMkLst>
        </pc:spChg>
        <pc:picChg chg="add mod">
          <ac:chgData name="SWINDLEY Giles (Externe)" userId="df30a37f-efe1-4c61-9da7-f2fa6e3e974a" providerId="ADAL" clId="{12233F93-5351-4C9F-83E1-3C0798DFE128}" dt="2026-10-03T00:28:12.814" v="4202" actId="1076"/>
          <ac:picMkLst>
            <pc:docMk/>
            <pc:sldMk cId="646391179" sldId="420"/>
            <ac:picMk id="4" creationId="{B56710B5-E0C5-68CB-991F-FB36C14D91B1}"/>
          </ac:picMkLst>
        </pc:picChg>
        <pc:picChg chg="add mod">
          <ac:chgData name="SWINDLEY Giles (Externe)" userId="df30a37f-efe1-4c61-9da7-f2fa6e3e974a" providerId="ADAL" clId="{12233F93-5351-4C9F-83E1-3C0798DFE128}" dt="2026-10-03T00:30:41.890" v="4395" actId="1076"/>
          <ac:picMkLst>
            <pc:docMk/>
            <pc:sldMk cId="646391179" sldId="420"/>
            <ac:picMk id="8" creationId="{6330F3F6-DFA8-5BB0-18A0-D759AD957788}"/>
          </ac:picMkLst>
        </pc:picChg>
      </pc:sldChg>
      <pc:sldChg chg="modSp mod">
        <pc:chgData name="SWINDLEY Giles (Externe)" userId="df30a37f-efe1-4c61-9da7-f2fa6e3e974a" providerId="ADAL" clId="{12233F93-5351-4C9F-83E1-3C0798DFE128}" dt="2026-10-05T09:49:46.864" v="5191" actId="14100"/>
        <pc:sldMkLst>
          <pc:docMk/>
          <pc:sldMk cId="3644467085" sldId="423"/>
        </pc:sldMkLst>
      </pc:sldChg>
      <pc:sldChg chg="modSp mod modNotesTx">
        <pc:chgData name="SWINDLEY Giles (Externe)" userId="df30a37f-efe1-4c61-9da7-f2fa6e3e974a" providerId="ADAL" clId="{12233F93-5351-4C9F-83E1-3C0798DFE128}" dt="2026-10-05T21:22:20.996" v="6022" actId="20577"/>
        <pc:sldMkLst>
          <pc:docMk/>
          <pc:sldMk cId="2395177517" sldId="424"/>
        </pc:sldMkLst>
        <pc:spChg chg="mod">
          <ac:chgData name="SWINDLEY Giles (Externe)" userId="df30a37f-efe1-4c61-9da7-f2fa6e3e974a" providerId="ADAL" clId="{12233F93-5351-4C9F-83E1-3C0798DFE128}" dt="2026-10-05T08:08:36.092" v="5095" actId="6549"/>
          <ac:spMkLst>
            <pc:docMk/>
            <pc:sldMk cId="2395177517" sldId="424"/>
            <ac:spMk id="6" creationId="{5557BB8C-C48E-8865-28A5-32C10D302564}"/>
          </ac:spMkLst>
        </pc:spChg>
        <pc:spChg chg="mod">
          <ac:chgData name="SWINDLEY Giles (Externe)" userId="df30a37f-efe1-4c61-9da7-f2fa6e3e974a" providerId="ADAL" clId="{12233F93-5351-4C9F-83E1-3C0798DFE128}" dt="2026-10-05T07:56:24.153" v="4999" actId="20577"/>
          <ac:spMkLst>
            <pc:docMk/>
            <pc:sldMk cId="2395177517" sldId="424"/>
            <ac:spMk id="11" creationId="{9AA8D679-91B4-2296-63BC-B0E8CBBDC6CC}"/>
          </ac:spMkLst>
        </pc:spChg>
      </pc:sldChg>
      <pc:sldChg chg="modSp mod ord modNotesTx">
        <pc:chgData name="SWINDLEY Giles (Externe)" userId="df30a37f-efe1-4c61-9da7-f2fa6e3e974a" providerId="ADAL" clId="{12233F93-5351-4C9F-83E1-3C0798DFE128}" dt="2026-10-05T21:22:05.549" v="6016" actId="6549"/>
        <pc:sldMkLst>
          <pc:docMk/>
          <pc:sldMk cId="1270975373" sldId="426"/>
        </pc:sldMkLst>
        <pc:spChg chg="mod">
          <ac:chgData name="SWINDLEY Giles (Externe)" userId="df30a37f-efe1-4c61-9da7-f2fa6e3e974a" providerId="ADAL" clId="{12233F93-5351-4C9F-83E1-3C0798DFE128}" dt="2026-10-05T20:33:04.247" v="5294" actId="1038"/>
          <ac:spMkLst>
            <pc:docMk/>
            <pc:sldMk cId="1270975373" sldId="426"/>
            <ac:spMk id="5" creationId="{F1574C8D-9B5A-4D6D-C407-B7C99EA328D6}"/>
          </ac:spMkLst>
        </pc:spChg>
      </pc:sldChg>
      <pc:sldChg chg="modSp mod">
        <pc:chgData name="SWINDLEY Giles (Externe)" userId="df30a37f-efe1-4c61-9da7-f2fa6e3e974a" providerId="ADAL" clId="{12233F93-5351-4C9F-83E1-3C0798DFE128}" dt="2026-10-05T21:13:27.415" v="5990" actId="20577"/>
        <pc:sldMkLst>
          <pc:docMk/>
          <pc:sldMk cId="4253295415" sldId="427"/>
        </pc:sldMkLst>
        <pc:spChg chg="mod">
          <ac:chgData name="SWINDLEY Giles (Externe)" userId="df30a37f-efe1-4c61-9da7-f2fa6e3e974a" providerId="ADAL" clId="{12233F93-5351-4C9F-83E1-3C0798DFE128}" dt="2026-10-05T21:12:05.391" v="5986" actId="20577"/>
          <ac:spMkLst>
            <pc:docMk/>
            <pc:sldMk cId="4253295415" sldId="427"/>
            <ac:spMk id="6" creationId="{513E9A32-C7A3-B8D1-77B6-579FDCC550CE}"/>
          </ac:spMkLst>
        </pc:spChg>
        <pc:graphicFrameChg chg="mod modGraphic">
          <ac:chgData name="SWINDLEY Giles (Externe)" userId="df30a37f-efe1-4c61-9da7-f2fa6e3e974a" providerId="ADAL" clId="{12233F93-5351-4C9F-83E1-3C0798DFE128}" dt="2026-10-05T21:13:27.415" v="5990" actId="20577"/>
          <ac:graphicFrameMkLst>
            <pc:docMk/>
            <pc:sldMk cId="4253295415" sldId="427"/>
            <ac:graphicFrameMk id="4" creationId="{C4239B9D-5C34-CF3A-C957-69E94FF8A07A}"/>
          </ac:graphicFrameMkLst>
        </pc:graphicFrameChg>
      </pc:sldChg>
      <pc:sldChg chg="modSp mod">
        <pc:chgData name="SWINDLEY Giles (Externe)" userId="df30a37f-efe1-4c61-9da7-f2fa6e3e974a" providerId="ADAL" clId="{12233F93-5351-4C9F-83E1-3C0798DFE128}" dt="2026-10-05T21:19:27.289" v="6015" actId="13926"/>
        <pc:sldMkLst>
          <pc:docMk/>
          <pc:sldMk cId="1749841439" sldId="429"/>
        </pc:sldMkLst>
        <pc:spChg chg="mod">
          <ac:chgData name="SWINDLEY Giles (Externe)" userId="df30a37f-efe1-4c61-9da7-f2fa6e3e974a" providerId="ADAL" clId="{12233F93-5351-4C9F-83E1-3C0798DFE128}" dt="2026-10-05T21:16:51.501" v="6010" actId="14100"/>
          <ac:spMkLst>
            <pc:docMk/>
            <pc:sldMk cId="1749841439" sldId="429"/>
            <ac:spMk id="5" creationId="{7E11A0D0-73F9-3D6C-E8F4-249953355253}"/>
          </ac:spMkLst>
        </pc:spChg>
        <pc:spChg chg="mod">
          <ac:chgData name="SWINDLEY Giles (Externe)" userId="df30a37f-efe1-4c61-9da7-f2fa6e3e974a" providerId="ADAL" clId="{12233F93-5351-4C9F-83E1-3C0798DFE128}" dt="2026-10-05T21:19:27.289" v="6015" actId="13926"/>
          <ac:spMkLst>
            <pc:docMk/>
            <pc:sldMk cId="1749841439" sldId="429"/>
            <ac:spMk id="6" creationId="{5BCE3066-131F-3B9D-702A-699428D2D21F}"/>
          </ac:spMkLst>
        </pc:spChg>
        <pc:spChg chg="mod">
          <ac:chgData name="SWINDLEY Giles (Externe)" userId="df30a37f-efe1-4c61-9da7-f2fa6e3e974a" providerId="ADAL" clId="{12233F93-5351-4C9F-83E1-3C0798DFE128}" dt="2026-10-05T21:16:46.767" v="6009" actId="20577"/>
          <ac:spMkLst>
            <pc:docMk/>
            <pc:sldMk cId="1749841439" sldId="429"/>
            <ac:spMk id="11" creationId="{C4F4457E-0E00-F72E-0ADB-FC7069925E0C}"/>
          </ac:spMkLst>
        </pc:spChg>
      </pc:sldChg>
      <pc:sldChg chg="modSp mod">
        <pc:chgData name="SWINDLEY Giles (Externe)" userId="df30a37f-efe1-4c61-9da7-f2fa6e3e974a" providerId="ADAL" clId="{12233F93-5351-4C9F-83E1-3C0798DFE128}" dt="2026-10-05T21:10:40.372" v="5981" actId="20577"/>
        <pc:sldMkLst>
          <pc:docMk/>
          <pc:sldMk cId="1935756866" sldId="430"/>
        </pc:sldMkLst>
        <pc:spChg chg="mod">
          <ac:chgData name="SWINDLEY Giles (Externe)" userId="df30a37f-efe1-4c61-9da7-f2fa6e3e974a" providerId="ADAL" clId="{12233F93-5351-4C9F-83E1-3C0798DFE128}" dt="2026-10-05T21:10:40.372" v="5981" actId="20577"/>
          <ac:spMkLst>
            <pc:docMk/>
            <pc:sldMk cId="1935756866" sldId="430"/>
            <ac:spMk id="3" creationId="{ED1F4190-92FC-88C9-ED97-53DE9587536F}"/>
          </ac:spMkLst>
        </pc:spChg>
        <pc:graphicFrameChg chg="mod modGraphic">
          <ac:chgData name="SWINDLEY Giles (Externe)" userId="df30a37f-efe1-4c61-9da7-f2fa6e3e974a" providerId="ADAL" clId="{12233F93-5351-4C9F-83E1-3C0798DFE128}" dt="2026-10-05T21:10:30.195" v="5978" actId="20577"/>
          <ac:graphicFrameMkLst>
            <pc:docMk/>
            <pc:sldMk cId="1935756866" sldId="430"/>
            <ac:graphicFrameMk id="6" creationId="{AE2BCC3E-3860-6F55-57DC-8D6548F39343}"/>
          </ac:graphicFrameMkLst>
        </pc:graphicFrameChg>
      </pc:sldChg>
      <pc:sldChg chg="modSp mod">
        <pc:chgData name="SWINDLEY Giles (Externe)" userId="df30a37f-efe1-4c61-9da7-f2fa6e3e974a" providerId="ADAL" clId="{12233F93-5351-4C9F-83E1-3C0798DFE128}" dt="2026-10-05T09:48:09.446" v="5190" actId="1076"/>
        <pc:sldMkLst>
          <pc:docMk/>
          <pc:sldMk cId="2745152755" sldId="435"/>
        </pc:sldMkLst>
        <pc:spChg chg="mod">
          <ac:chgData name="SWINDLEY Giles (Externe)" userId="df30a37f-efe1-4c61-9da7-f2fa6e3e974a" providerId="ADAL" clId="{12233F93-5351-4C9F-83E1-3C0798DFE128}" dt="2026-10-05T08:03:26.569" v="5073" actId="20577"/>
          <ac:spMkLst>
            <pc:docMk/>
            <pc:sldMk cId="2745152755" sldId="435"/>
            <ac:spMk id="3" creationId="{39D5675A-9224-776D-CB89-DD6946C0AB5B}"/>
          </ac:spMkLst>
        </pc:spChg>
        <pc:spChg chg="mod">
          <ac:chgData name="SWINDLEY Giles (Externe)" userId="df30a37f-efe1-4c61-9da7-f2fa6e3e974a" providerId="ADAL" clId="{12233F93-5351-4C9F-83E1-3C0798DFE128}" dt="2026-10-05T08:01:45.158" v="5030" actId="14100"/>
          <ac:spMkLst>
            <pc:docMk/>
            <pc:sldMk cId="2745152755" sldId="435"/>
            <ac:spMk id="5" creationId="{4EF5A5DD-89E2-D8A6-A529-195251D2592E}"/>
          </ac:spMkLst>
        </pc:spChg>
        <pc:picChg chg="mod modCrop">
          <ac:chgData name="SWINDLEY Giles (Externe)" userId="df30a37f-efe1-4c61-9da7-f2fa6e3e974a" providerId="ADAL" clId="{12233F93-5351-4C9F-83E1-3C0798DFE128}" dt="2026-10-05T09:48:09.446" v="5190" actId="1076"/>
          <ac:picMkLst>
            <pc:docMk/>
            <pc:sldMk cId="2745152755" sldId="435"/>
            <ac:picMk id="6" creationId="{E9746E52-A9A6-000C-EE7B-08AE7FAF92AE}"/>
          </ac:picMkLst>
        </pc:picChg>
      </pc:sldChg>
      <pc:sldChg chg="modSp mod">
        <pc:chgData name="SWINDLEY Giles (Externe)" userId="df30a37f-efe1-4c61-9da7-f2fa6e3e974a" providerId="ADAL" clId="{12233F93-5351-4C9F-83E1-3C0798DFE128}" dt="2026-10-05T20:22:18.034" v="5287" actId="20577"/>
        <pc:sldMkLst>
          <pc:docMk/>
          <pc:sldMk cId="2712393489" sldId="437"/>
        </pc:sldMkLst>
        <pc:spChg chg="mod">
          <ac:chgData name="SWINDLEY Giles (Externe)" userId="df30a37f-efe1-4c61-9da7-f2fa6e3e974a" providerId="ADAL" clId="{12233F93-5351-4C9F-83E1-3C0798DFE128}" dt="2026-10-05T20:22:18.034" v="5287" actId="20577"/>
          <ac:spMkLst>
            <pc:docMk/>
            <pc:sldMk cId="2712393489" sldId="437"/>
            <ac:spMk id="3" creationId="{8DA4C895-FE89-2EA1-0385-9236D969A09C}"/>
          </ac:spMkLst>
        </pc:spChg>
      </pc:sldChg>
      <pc:sldChg chg="modSp mod">
        <pc:chgData name="SWINDLEY Giles (Externe)" userId="df30a37f-efe1-4c61-9da7-f2fa6e3e974a" providerId="ADAL" clId="{12233F93-5351-4C9F-83E1-3C0798DFE128}" dt="2026-10-05T08:08:42.109" v="5098" actId="6549"/>
        <pc:sldMkLst>
          <pc:docMk/>
          <pc:sldMk cId="1660224408" sldId="440"/>
        </pc:sldMkLst>
        <pc:spChg chg="mod">
          <ac:chgData name="SWINDLEY Giles (Externe)" userId="df30a37f-efe1-4c61-9da7-f2fa6e3e974a" providerId="ADAL" clId="{12233F93-5351-4C9F-83E1-3C0798DFE128}" dt="2026-10-05T08:08:42.109" v="5098" actId="6549"/>
          <ac:spMkLst>
            <pc:docMk/>
            <pc:sldMk cId="1660224408" sldId="440"/>
            <ac:spMk id="6" creationId="{EF67E5E6-4BF8-E9E5-F71D-04E2C1BAC58A}"/>
          </ac:spMkLst>
        </pc:spChg>
      </pc:sldChg>
      <pc:sldChg chg="modSp mod modNotesTx">
        <pc:chgData name="SWINDLEY Giles (Externe)" userId="df30a37f-efe1-4c61-9da7-f2fa6e3e974a" providerId="ADAL" clId="{12233F93-5351-4C9F-83E1-3C0798DFE128}" dt="2026-10-05T21:22:11.791" v="6017" actId="6549"/>
        <pc:sldMkLst>
          <pc:docMk/>
          <pc:sldMk cId="2916539884" sldId="445"/>
        </pc:sldMkLst>
        <pc:spChg chg="mod">
          <ac:chgData name="SWINDLEY Giles (Externe)" userId="df30a37f-efe1-4c61-9da7-f2fa6e3e974a" providerId="ADAL" clId="{12233F93-5351-4C9F-83E1-3C0798DFE128}" dt="2026-10-05T07:57:08.973" v="5006" actId="20577"/>
          <ac:spMkLst>
            <pc:docMk/>
            <pc:sldMk cId="2916539884" sldId="445"/>
            <ac:spMk id="3" creationId="{F238A718-E91E-DEE1-D301-D7465849D651}"/>
          </ac:spMkLst>
        </pc:spChg>
      </pc:sldChg>
      <pc:sldChg chg="delSp modSp mod">
        <pc:chgData name="SWINDLEY Giles (Externe)" userId="df30a37f-efe1-4c61-9da7-f2fa6e3e974a" providerId="ADAL" clId="{12233F93-5351-4C9F-83E1-3C0798DFE128}" dt="2026-10-05T21:32:48.534" v="6026" actId="1076"/>
        <pc:sldMkLst>
          <pc:docMk/>
          <pc:sldMk cId="1766671940" sldId="448"/>
        </pc:sldMkLst>
        <pc:spChg chg="mod">
          <ac:chgData name="SWINDLEY Giles (Externe)" userId="df30a37f-efe1-4c61-9da7-f2fa6e3e974a" providerId="ADAL" clId="{12233F93-5351-4C9F-83E1-3C0798DFE128}" dt="2026-10-05T21:32:28.209" v="6024" actId="1076"/>
          <ac:spMkLst>
            <pc:docMk/>
            <pc:sldMk cId="1766671940" sldId="448"/>
            <ac:spMk id="7" creationId="{51A169CE-6830-1C39-78B6-E5F6DB6702B2}"/>
          </ac:spMkLst>
        </pc:spChg>
        <pc:spChg chg="mod">
          <ac:chgData name="SWINDLEY Giles (Externe)" userId="df30a37f-efe1-4c61-9da7-f2fa6e3e974a" providerId="ADAL" clId="{12233F93-5351-4C9F-83E1-3C0798DFE128}" dt="2026-10-05T21:18:05.393" v="6014" actId="1035"/>
          <ac:spMkLst>
            <pc:docMk/>
            <pc:sldMk cId="1766671940" sldId="448"/>
            <ac:spMk id="15" creationId="{EAF438F4-E511-0AD6-3218-A4BD8D5FFDDF}"/>
          </ac:spMkLst>
        </pc:spChg>
        <pc:spChg chg="mod">
          <ac:chgData name="SWINDLEY Giles (Externe)" userId="df30a37f-efe1-4c61-9da7-f2fa6e3e974a" providerId="ADAL" clId="{12233F93-5351-4C9F-83E1-3C0798DFE128}" dt="2026-10-05T21:32:45.721" v="6025" actId="1076"/>
          <ac:spMkLst>
            <pc:docMk/>
            <pc:sldMk cId="1766671940" sldId="448"/>
            <ac:spMk id="16" creationId="{20513F04-F831-6DF4-06F6-477598CEDB02}"/>
          </ac:spMkLst>
        </pc:spChg>
        <pc:spChg chg="mod">
          <ac:chgData name="SWINDLEY Giles (Externe)" userId="df30a37f-efe1-4c61-9da7-f2fa6e3e974a" providerId="ADAL" clId="{12233F93-5351-4C9F-83E1-3C0798DFE128}" dt="2026-10-05T21:32:45.721" v="6025" actId="1076"/>
          <ac:spMkLst>
            <pc:docMk/>
            <pc:sldMk cId="1766671940" sldId="448"/>
            <ac:spMk id="30" creationId="{1D3184C4-B79E-3927-346C-8006099EFA4E}"/>
          </ac:spMkLst>
        </pc:spChg>
        <pc:spChg chg="mod">
          <ac:chgData name="SWINDLEY Giles (Externe)" userId="df30a37f-efe1-4c61-9da7-f2fa6e3e974a" providerId="ADAL" clId="{12233F93-5351-4C9F-83E1-3C0798DFE128}" dt="2026-10-05T21:32:48.534" v="6026" actId="1076"/>
          <ac:spMkLst>
            <pc:docMk/>
            <pc:sldMk cId="1766671940" sldId="448"/>
            <ac:spMk id="32" creationId="{30AF77B7-4E43-D2A3-6527-385AE67A3654}"/>
          </ac:spMkLst>
        </pc:spChg>
        <pc:picChg chg="mod">
          <ac:chgData name="SWINDLEY Giles (Externe)" userId="df30a37f-efe1-4c61-9da7-f2fa6e3e974a" providerId="ADAL" clId="{12233F93-5351-4C9F-83E1-3C0798DFE128}" dt="2026-10-05T21:32:45.721" v="6025" actId="1076"/>
          <ac:picMkLst>
            <pc:docMk/>
            <pc:sldMk cId="1766671940" sldId="448"/>
            <ac:picMk id="14" creationId="{20580C62-C5D8-83A9-F4CA-1C85F1C9B59F}"/>
          </ac:picMkLst>
        </pc:picChg>
      </pc:sldChg>
      <pc:sldChg chg="modSp mod">
        <pc:chgData name="SWINDLEY Giles (Externe)" userId="df30a37f-efe1-4c61-9da7-f2fa6e3e974a" providerId="ADAL" clId="{12233F93-5351-4C9F-83E1-3C0798DFE128}" dt="2026-10-05T20:18:17.485" v="5273" actId="732"/>
        <pc:sldMkLst>
          <pc:docMk/>
          <pc:sldMk cId="2728174362" sldId="451"/>
        </pc:sldMkLst>
        <pc:spChg chg="mod">
          <ac:chgData name="SWINDLEY Giles (Externe)" userId="df30a37f-efe1-4c61-9da7-f2fa6e3e974a" providerId="ADAL" clId="{12233F93-5351-4C9F-83E1-3C0798DFE128}" dt="2026-10-05T20:18:05.010" v="5270" actId="1076"/>
          <ac:spMkLst>
            <pc:docMk/>
            <pc:sldMk cId="2728174362" sldId="451"/>
            <ac:spMk id="15" creationId="{68923694-3CDB-AF1E-705C-90D0E1996A7F}"/>
          </ac:spMkLst>
        </pc:spChg>
        <pc:picChg chg="mod">
          <ac:chgData name="SWINDLEY Giles (Externe)" userId="df30a37f-efe1-4c61-9da7-f2fa6e3e974a" providerId="ADAL" clId="{12233F93-5351-4C9F-83E1-3C0798DFE128}" dt="2026-10-05T20:15:49.105" v="5255" actId="1076"/>
          <ac:picMkLst>
            <pc:docMk/>
            <pc:sldMk cId="2728174362" sldId="451"/>
            <ac:picMk id="9" creationId="{2B761E80-9CA3-3656-BBA0-413B8A1714C3}"/>
          </ac:picMkLst>
        </pc:picChg>
        <pc:picChg chg="mod modCrop">
          <ac:chgData name="SWINDLEY Giles (Externe)" userId="df30a37f-efe1-4c61-9da7-f2fa6e3e974a" providerId="ADAL" clId="{12233F93-5351-4C9F-83E1-3C0798DFE128}" dt="2026-10-05T20:18:17.485" v="5273" actId="732"/>
          <ac:picMkLst>
            <pc:docMk/>
            <pc:sldMk cId="2728174362" sldId="451"/>
            <ac:picMk id="12" creationId="{51572E61-31B1-68E4-C9C9-ED83F1835A66}"/>
          </ac:picMkLst>
        </pc:picChg>
      </pc:sldChg>
      <pc:sldChg chg="add">
        <pc:chgData name="SWINDLEY Giles (Externe)" userId="df30a37f-efe1-4c61-9da7-f2fa6e3e974a" providerId="ADAL" clId="{12233F93-5351-4C9F-83E1-3C0798DFE128}" dt="2026-10-05T20:35:52.173" v="5295"/>
        <pc:sldMkLst>
          <pc:docMk/>
          <pc:sldMk cId="1452373881" sldId="452"/>
        </pc:sldMkLst>
      </pc:sldChg>
    </pc:docChg>
  </pc:docChgLst>
  <pc:docChgLst>
    <pc:chgData name="SPENLE Laurent" userId="27f4f8a1-09ae-4a9d-a92e-50a35e5e906e" providerId="ADAL" clId="{8AF62519-DCEF-45BC-98D0-5DA6BA2E49CB}"/>
    <pc:docChg chg="custSel delSld modSld modMainMaster">
      <pc:chgData name="SPENLE Laurent" userId="27f4f8a1-09ae-4a9d-a92e-50a35e5e906e" providerId="ADAL" clId="{8AF62519-DCEF-45BC-98D0-5DA6BA2E49CB}" dt="2026-10-05T21:19:29.893" v="427" actId="20577"/>
      <pc:docMkLst>
        <pc:docMk/>
      </pc:docMkLst>
      <pc:sldChg chg="modSp mod">
        <pc:chgData name="SPENLE Laurent" userId="27f4f8a1-09ae-4a9d-a92e-50a35e5e906e" providerId="ADAL" clId="{8AF62519-DCEF-45BC-98D0-5DA6BA2E49CB}" dt="2026-10-01T08:07:42.729" v="28" actId="20577"/>
        <pc:sldMkLst>
          <pc:docMk/>
          <pc:sldMk cId="3984714215" sldId="280"/>
        </pc:sldMkLst>
        <pc:spChg chg="mod">
          <ac:chgData name="SPENLE Laurent" userId="27f4f8a1-09ae-4a9d-a92e-50a35e5e906e" providerId="ADAL" clId="{8AF62519-DCEF-45BC-98D0-5DA6BA2E49CB}" dt="2026-10-01T08:07:29.562" v="18" actId="20577"/>
          <ac:spMkLst>
            <pc:docMk/>
            <pc:sldMk cId="3984714215" sldId="280"/>
            <ac:spMk id="2" creationId="{0751049A-1C0E-8AF6-7858-FCDB7EB683E3}"/>
          </ac:spMkLst>
        </pc:spChg>
      </pc:sldChg>
      <pc:sldChg chg="addSp delSp modSp mod">
        <pc:chgData name="SPENLE Laurent" userId="27f4f8a1-09ae-4a9d-a92e-50a35e5e906e" providerId="ADAL" clId="{8AF62519-DCEF-45BC-98D0-5DA6BA2E49CB}" dt="2026-10-01T08:12:48.206" v="201" actId="478"/>
        <pc:sldMkLst>
          <pc:docMk/>
          <pc:sldMk cId="1128891271" sldId="323"/>
        </pc:sldMkLst>
        <pc:spChg chg="add mod">
          <ac:chgData name="SPENLE Laurent" userId="27f4f8a1-09ae-4a9d-a92e-50a35e5e906e" providerId="ADAL" clId="{8AF62519-DCEF-45BC-98D0-5DA6BA2E49CB}" dt="2026-10-01T08:12:48.206" v="201" actId="478"/>
          <ac:spMkLst>
            <pc:docMk/>
            <pc:sldMk cId="1128891271" sldId="323"/>
            <ac:spMk id="6" creationId="{9620FAB9-392D-B28B-8520-4B533823D20D}"/>
          </ac:spMkLst>
        </pc:spChg>
      </pc:sldChg>
      <pc:sldChg chg="addSp delSp modSp mod">
        <pc:chgData name="SPENLE Laurent" userId="27f4f8a1-09ae-4a9d-a92e-50a35e5e906e" providerId="ADAL" clId="{8AF62519-DCEF-45BC-98D0-5DA6BA2E49CB}" dt="2026-10-01T08:12:26.243" v="197" actId="478"/>
        <pc:sldMkLst>
          <pc:docMk/>
          <pc:sldMk cId="3932458289" sldId="325"/>
        </pc:sldMkLst>
      </pc:sldChg>
      <pc:sldChg chg="addSp delSp modSp mod">
        <pc:chgData name="SPENLE Laurent" userId="27f4f8a1-09ae-4a9d-a92e-50a35e5e906e" providerId="ADAL" clId="{8AF62519-DCEF-45BC-98D0-5DA6BA2E49CB}" dt="2026-10-01T08:12:31.818" v="198" actId="478"/>
        <pc:sldMkLst>
          <pc:docMk/>
          <pc:sldMk cId="3579805339" sldId="326"/>
        </pc:sldMkLst>
      </pc:sldChg>
      <pc:sldChg chg="modSp mod">
        <pc:chgData name="SPENLE Laurent" userId="27f4f8a1-09ae-4a9d-a92e-50a35e5e906e" providerId="ADAL" clId="{8AF62519-DCEF-45BC-98D0-5DA6BA2E49CB}" dt="2026-10-05T20:59:52.467" v="390" actId="20577"/>
        <pc:sldMkLst>
          <pc:docMk/>
          <pc:sldMk cId="1935756866" sldId="430"/>
        </pc:sldMkLst>
        <pc:spChg chg="mod">
          <ac:chgData name="SPENLE Laurent" userId="27f4f8a1-09ae-4a9d-a92e-50a35e5e906e" providerId="ADAL" clId="{8AF62519-DCEF-45BC-98D0-5DA6BA2E49CB}" dt="2026-10-05T20:52:54.055" v="245" actId="6549"/>
          <ac:spMkLst>
            <pc:docMk/>
            <pc:sldMk cId="1935756866" sldId="430"/>
            <ac:spMk id="3" creationId="{ED1F4190-92FC-88C9-ED97-53DE9587536F}"/>
          </ac:spMkLst>
        </pc:spChg>
        <pc:graphicFrameChg chg="modGraphic">
          <ac:chgData name="SPENLE Laurent" userId="27f4f8a1-09ae-4a9d-a92e-50a35e5e906e" providerId="ADAL" clId="{8AF62519-DCEF-45BC-98D0-5DA6BA2E49CB}" dt="2026-10-05T20:59:52.467" v="390" actId="20577"/>
          <ac:graphicFrameMkLst>
            <pc:docMk/>
            <pc:sldMk cId="1935756866" sldId="430"/>
            <ac:graphicFrameMk id="6" creationId="{AE2BCC3E-3860-6F55-57DC-8D6548F39343}"/>
          </ac:graphicFrameMkLst>
        </pc:graphicFrameChg>
      </pc:sldChg>
      <pc:sldChg chg="addSp delSp modSp mod">
        <pc:chgData name="SPENLE Laurent" userId="27f4f8a1-09ae-4a9d-a92e-50a35e5e906e" providerId="ADAL" clId="{8AF62519-DCEF-45BC-98D0-5DA6BA2E49CB}" dt="2026-10-05T20:42:38.727" v="228" actId="1038"/>
        <pc:sldMkLst>
          <pc:docMk/>
          <pc:sldMk cId="2916539884" sldId="445"/>
        </pc:sldMkLst>
        <pc:spChg chg="mod">
          <ac:chgData name="SPENLE Laurent" userId="27f4f8a1-09ae-4a9d-a92e-50a35e5e906e" providerId="ADAL" clId="{8AF62519-DCEF-45BC-98D0-5DA6BA2E49CB}" dt="2026-10-05T20:42:38.727" v="228" actId="1038"/>
          <ac:spMkLst>
            <pc:docMk/>
            <pc:sldMk cId="2916539884" sldId="445"/>
            <ac:spMk id="23" creationId="{62FD0FB4-E1DD-B049-E989-85669D3A8BAF}"/>
          </ac:spMkLst>
        </pc:spChg>
        <pc:picChg chg="add mod">
          <ac:chgData name="SPENLE Laurent" userId="27f4f8a1-09ae-4a9d-a92e-50a35e5e906e" providerId="ADAL" clId="{8AF62519-DCEF-45BC-98D0-5DA6BA2E49CB}" dt="2026-10-05T20:42:33.375" v="211" actId="1076"/>
          <ac:picMkLst>
            <pc:docMk/>
            <pc:sldMk cId="2916539884" sldId="445"/>
            <ac:picMk id="4" creationId="{6FCCA25B-0B74-28ED-1C59-7AA1C9980775}"/>
          </ac:picMkLst>
        </pc:picChg>
      </pc:sldChg>
      <pc:sldChg chg="modSp mod">
        <pc:chgData name="SPENLE Laurent" userId="27f4f8a1-09ae-4a9d-a92e-50a35e5e906e" providerId="ADAL" clId="{8AF62519-DCEF-45BC-98D0-5DA6BA2E49CB}" dt="2026-10-05T21:19:29.893" v="427" actId="20577"/>
        <pc:sldMkLst>
          <pc:docMk/>
          <pc:sldMk cId="1766671940" sldId="448"/>
        </pc:sldMkLst>
        <pc:spChg chg="mod">
          <ac:chgData name="SPENLE Laurent" userId="27f4f8a1-09ae-4a9d-a92e-50a35e5e906e" providerId="ADAL" clId="{8AF62519-DCEF-45BC-98D0-5DA6BA2E49CB}" dt="2026-10-05T21:19:29.893" v="427" actId="20577"/>
          <ac:spMkLst>
            <pc:docMk/>
            <pc:sldMk cId="1766671940" sldId="448"/>
            <ac:spMk id="21" creationId="{E92EA047-4345-FE25-97B2-0C01DD1CF571}"/>
          </ac:spMkLst>
        </pc:spChg>
      </pc:sldChg>
      <pc:sldMasterChg chg="modSldLayout">
        <pc:chgData name="SPENLE Laurent" userId="27f4f8a1-09ae-4a9d-a92e-50a35e5e906e" providerId="ADAL" clId="{8AF62519-DCEF-45BC-98D0-5DA6BA2E49CB}" dt="2026-10-01T08:10:18.797" v="32" actId="20577"/>
        <pc:sldMasterMkLst>
          <pc:docMk/>
          <pc:sldMasterMk cId="168531001" sldId="2147483648"/>
        </pc:sldMasterMkLst>
        <pc:sldLayoutChg chg="modSp mod">
          <pc:chgData name="SPENLE Laurent" userId="27f4f8a1-09ae-4a9d-a92e-50a35e5e906e" providerId="ADAL" clId="{8AF62519-DCEF-45BC-98D0-5DA6BA2E49CB}" dt="2026-10-01T08:10:18.797" v="32" actId="20577"/>
          <pc:sldLayoutMkLst>
            <pc:docMk/>
            <pc:sldMasterMk cId="168531001" sldId="2147483648"/>
            <pc:sldLayoutMk cId="384537167" sldId="2147483666"/>
          </pc:sldLayoutMkLst>
          <pc:spChg chg="mod">
            <ac:chgData name="SPENLE Laurent" userId="27f4f8a1-09ae-4a9d-a92e-50a35e5e906e" providerId="ADAL" clId="{8AF62519-DCEF-45BC-98D0-5DA6BA2E49CB}" dt="2026-10-01T08:10:18.797" v="32" actId="20577"/>
            <ac:spMkLst>
              <pc:docMk/>
              <pc:sldMasterMk cId="168531001" sldId="2147483648"/>
              <pc:sldLayoutMk cId="384537167" sldId="2147483666"/>
              <ac:spMk id="14" creationId="{783DC57E-5BDD-8926-A54F-9686ABE1612A}"/>
            </ac:spMkLst>
          </pc:spChg>
        </pc:sldLayoutChg>
      </pc:sldMasterChg>
    </pc:docChg>
  </pc:docChgLst>
  <pc:docChgLst>
    <pc:chgData name="Miren Barinaga" userId="5a49a9f1-faa7-4d7f-b858-c578a08ebc31" providerId="ADAL" clId="{F6E85DF7-59C1-4DAA-93E2-FBC320522A00}"/>
    <pc:docChg chg="undo custSel addSld delSld modSld sldOrd">
      <pc:chgData name="Miren Barinaga" userId="5a49a9f1-faa7-4d7f-b858-c578a08ebc31" providerId="ADAL" clId="{F6E85DF7-59C1-4DAA-93E2-FBC320522A00}" dt="2026-10-05T21:09:09.757" v="8442" actId="164"/>
      <pc:docMkLst>
        <pc:docMk/>
      </pc:docMkLst>
      <pc:sldChg chg="addSp delSp modSp mod">
        <pc:chgData name="Miren Barinaga" userId="5a49a9f1-faa7-4d7f-b858-c578a08ebc31" providerId="ADAL" clId="{F6E85DF7-59C1-4DAA-93E2-FBC320522A00}" dt="2026-10-04T04:48:07.180" v="4431"/>
        <pc:sldMkLst>
          <pc:docMk/>
          <pc:sldMk cId="1128891271" sldId="323"/>
        </pc:sldMkLst>
        <pc:spChg chg="mod">
          <ac:chgData name="Miren Barinaga" userId="5a49a9f1-faa7-4d7f-b858-c578a08ebc31" providerId="ADAL" clId="{F6E85DF7-59C1-4DAA-93E2-FBC320522A00}" dt="2026-10-04T04:48:07.180" v="4431"/>
          <ac:spMkLst>
            <pc:docMk/>
            <pc:sldMk cId="1128891271" sldId="323"/>
            <ac:spMk id="6" creationId="{9620FAB9-392D-B28B-8520-4B533823D20D}"/>
          </ac:spMkLst>
        </pc:spChg>
        <pc:picChg chg="add mod">
          <ac:chgData name="Miren Barinaga" userId="5a49a9f1-faa7-4d7f-b858-c578a08ebc31" providerId="ADAL" clId="{F6E85DF7-59C1-4DAA-93E2-FBC320522A00}" dt="2026-10-04T04:44:28.844" v="4183" actId="1076"/>
          <ac:picMkLst>
            <pc:docMk/>
            <pc:sldMk cId="1128891271" sldId="323"/>
            <ac:picMk id="5" creationId="{AA019DCB-F618-44F9-B790-28CAD44F03AC}"/>
          </ac:picMkLst>
        </pc:picChg>
        <pc:picChg chg="mod">
          <ac:chgData name="Miren Barinaga" userId="5a49a9f1-faa7-4d7f-b858-c578a08ebc31" providerId="ADAL" clId="{F6E85DF7-59C1-4DAA-93E2-FBC320522A00}" dt="2026-10-04T04:44:32.706" v="4184" actId="1076"/>
          <ac:picMkLst>
            <pc:docMk/>
            <pc:sldMk cId="1128891271" sldId="323"/>
            <ac:picMk id="7" creationId="{EF931DCA-4FCF-B0E0-88EC-0CCA7668225B}"/>
          </ac:picMkLst>
        </pc:picChg>
      </pc:sldChg>
      <pc:sldChg chg="addSp modSp mod ord modNotesTx">
        <pc:chgData name="Miren Barinaga" userId="5a49a9f1-faa7-4d7f-b858-c578a08ebc31" providerId="ADAL" clId="{F6E85DF7-59C1-4DAA-93E2-FBC320522A00}" dt="2026-10-05T21:09:09.757" v="8442" actId="164"/>
        <pc:sldMkLst>
          <pc:docMk/>
          <pc:sldMk cId="3932458289" sldId="325"/>
        </pc:sldMkLst>
        <pc:spChg chg="add mod">
          <ac:chgData name="Miren Barinaga" userId="5a49a9f1-faa7-4d7f-b858-c578a08ebc31" providerId="ADAL" clId="{F6E85DF7-59C1-4DAA-93E2-FBC320522A00}" dt="2026-10-04T04:25:29.969" v="3584" actId="20577"/>
          <ac:spMkLst>
            <pc:docMk/>
            <pc:sldMk cId="3932458289" sldId="325"/>
            <ac:spMk id="3" creationId="{A7A78927-D579-9E73-DD72-7E6653253F82}"/>
          </ac:spMkLst>
        </pc:spChg>
        <pc:spChg chg="add mod">
          <ac:chgData name="Miren Barinaga" userId="5a49a9f1-faa7-4d7f-b858-c578a08ebc31" providerId="ADAL" clId="{F6E85DF7-59C1-4DAA-93E2-FBC320522A00}" dt="2026-10-05T21:09:09.757" v="8442" actId="164"/>
          <ac:spMkLst>
            <pc:docMk/>
            <pc:sldMk cId="3932458289" sldId="325"/>
            <ac:spMk id="5" creationId="{CDCACC7E-C3A7-7E2D-A3BC-9E4EF7B50448}"/>
          </ac:spMkLst>
        </pc:spChg>
        <pc:grpChg chg="add mod">
          <ac:chgData name="Miren Barinaga" userId="5a49a9f1-faa7-4d7f-b858-c578a08ebc31" providerId="ADAL" clId="{F6E85DF7-59C1-4DAA-93E2-FBC320522A00}" dt="2026-10-05T21:09:09.757" v="8442" actId="164"/>
          <ac:grpSpMkLst>
            <pc:docMk/>
            <pc:sldMk cId="3932458289" sldId="325"/>
            <ac:grpSpMk id="6" creationId="{6772063B-BD37-773E-D80D-88508CA5BB5D}"/>
          </ac:grpSpMkLst>
        </pc:grpChg>
        <pc:picChg chg="mod">
          <ac:chgData name="Miren Barinaga" userId="5a49a9f1-faa7-4d7f-b858-c578a08ebc31" providerId="ADAL" clId="{F6E85DF7-59C1-4DAA-93E2-FBC320522A00}" dt="2026-10-05T21:09:09.757" v="8442" actId="164"/>
          <ac:picMkLst>
            <pc:docMk/>
            <pc:sldMk cId="3932458289" sldId="325"/>
            <ac:picMk id="7" creationId="{EE2CD772-690D-97A9-7AC0-B17D7B89A6DF}"/>
          </ac:picMkLst>
        </pc:picChg>
      </pc:sldChg>
      <pc:sldChg chg="modSp mod ord">
        <pc:chgData name="Miren Barinaga" userId="5a49a9f1-faa7-4d7f-b858-c578a08ebc31" providerId="ADAL" clId="{F6E85DF7-59C1-4DAA-93E2-FBC320522A00}" dt="2026-10-04T05:12:02.664" v="4866" actId="20577"/>
        <pc:sldMkLst>
          <pc:docMk/>
          <pc:sldMk cId="3579805339" sldId="326"/>
        </pc:sldMkLst>
        <pc:spChg chg="mod">
          <ac:chgData name="Miren Barinaga" userId="5a49a9f1-faa7-4d7f-b858-c578a08ebc31" providerId="ADAL" clId="{F6E85DF7-59C1-4DAA-93E2-FBC320522A00}" dt="2026-10-04T04:27:14.957" v="3669" actId="20577"/>
          <ac:spMkLst>
            <pc:docMk/>
            <pc:sldMk cId="3579805339" sldId="326"/>
            <ac:spMk id="3" creationId="{7E9C1355-594D-7474-09FD-8A6ED937DF51}"/>
          </ac:spMkLst>
        </pc:spChg>
        <pc:picChg chg="mod">
          <ac:chgData name="Miren Barinaga" userId="5a49a9f1-faa7-4d7f-b858-c578a08ebc31" providerId="ADAL" clId="{F6E85DF7-59C1-4DAA-93E2-FBC320522A00}" dt="2026-10-04T02:25:09.491" v="3" actId="1076"/>
          <ac:picMkLst>
            <pc:docMk/>
            <pc:sldMk cId="3579805339" sldId="326"/>
            <ac:picMk id="5" creationId="{74DA0482-033C-DE2A-DD4F-477B6C6FE3BD}"/>
          </ac:picMkLst>
        </pc:picChg>
      </pc:sldChg>
      <pc:sldChg chg="addSp delSp modSp mod">
        <pc:chgData name="Miren Barinaga" userId="5a49a9f1-faa7-4d7f-b858-c578a08ebc31" providerId="ADAL" clId="{F6E85DF7-59C1-4DAA-93E2-FBC320522A00}" dt="2026-10-04T04:49:42.393" v="4440" actId="20577"/>
        <pc:sldMkLst>
          <pc:docMk/>
          <pc:sldMk cId="1376855922" sldId="408"/>
        </pc:sldMkLst>
        <pc:spChg chg="mod">
          <ac:chgData name="Miren Barinaga" userId="5a49a9f1-faa7-4d7f-b858-c578a08ebc31" providerId="ADAL" clId="{F6E85DF7-59C1-4DAA-93E2-FBC320522A00}" dt="2026-10-04T04:49:42.393" v="4440" actId="20577"/>
          <ac:spMkLst>
            <pc:docMk/>
            <pc:sldMk cId="1376855922" sldId="408"/>
            <ac:spMk id="6" creationId="{CF96EA5A-0217-2F1B-C9FD-5601F3385FDA}"/>
          </ac:spMkLst>
        </pc:spChg>
        <pc:spChg chg="add mod">
          <ac:chgData name="Miren Barinaga" userId="5a49a9f1-faa7-4d7f-b858-c578a08ebc31" providerId="ADAL" clId="{F6E85DF7-59C1-4DAA-93E2-FBC320522A00}" dt="2026-10-04T04:40:02.483" v="4020" actId="20577"/>
          <ac:spMkLst>
            <pc:docMk/>
            <pc:sldMk cId="1376855922" sldId="408"/>
            <ac:spMk id="8" creationId="{89F4C432-7E7D-0410-E082-358D121733C8}"/>
          </ac:spMkLst>
        </pc:spChg>
        <pc:picChg chg="add mod">
          <ac:chgData name="Miren Barinaga" userId="5a49a9f1-faa7-4d7f-b858-c578a08ebc31" providerId="ADAL" clId="{F6E85DF7-59C1-4DAA-93E2-FBC320522A00}" dt="2026-10-04T04:37:18.381" v="3951" actId="1076"/>
          <ac:picMkLst>
            <pc:docMk/>
            <pc:sldMk cId="1376855922" sldId="408"/>
            <ac:picMk id="5" creationId="{19A8EBC9-3C35-928F-24B7-0AA60FB07D7B}"/>
          </ac:picMkLst>
        </pc:picChg>
        <pc:picChg chg="add mod">
          <ac:chgData name="Miren Barinaga" userId="5a49a9f1-faa7-4d7f-b858-c578a08ebc31" providerId="ADAL" clId="{F6E85DF7-59C1-4DAA-93E2-FBC320522A00}" dt="2026-10-04T04:49:33.718" v="4435" actId="1076"/>
          <ac:picMkLst>
            <pc:docMk/>
            <pc:sldMk cId="1376855922" sldId="408"/>
            <ac:picMk id="10" creationId="{AF8A515E-3575-85D9-9260-16B413902F4D}"/>
          </ac:picMkLst>
        </pc:picChg>
      </pc:sldChg>
      <pc:sldChg chg="delSp modSp mod modCm">
        <pc:chgData name="Miren Barinaga" userId="5a49a9f1-faa7-4d7f-b858-c578a08ebc31" providerId="ADAL" clId="{F6E85DF7-59C1-4DAA-93E2-FBC320522A00}" dt="2026-10-05T01:43:18.517" v="8354" actId="20577"/>
        <pc:sldMkLst>
          <pc:docMk/>
          <pc:sldMk cId="1330236609" sldId="41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iren Barinaga" userId="5a49a9f1-faa7-4d7f-b858-c578a08ebc31" providerId="ADAL" clId="{F6E85DF7-59C1-4DAA-93E2-FBC320522A00}" dt="2026-10-05T01:43:18.517" v="8354" actId="20577"/>
              <pc2:cmMkLst xmlns:pc2="http://schemas.microsoft.com/office/powerpoint/2019/9/main/command">
                <pc:docMk/>
                <pc:sldMk cId="1330236609" sldId="411"/>
                <pc2:cmMk id="{A70C7AFB-9B77-DB48-A0DA-B7152FEDDA92}"/>
              </pc2:cmMkLst>
            </pc226:cmChg>
          </p:ext>
        </pc:extLst>
      </pc:sldChg>
      <pc:sldChg chg="modSp mod">
        <pc:chgData name="Miren Barinaga" userId="5a49a9f1-faa7-4d7f-b858-c578a08ebc31" providerId="ADAL" clId="{F6E85DF7-59C1-4DAA-93E2-FBC320522A00}" dt="2026-10-04T04:45:21.706" v="4295" actId="20577"/>
        <pc:sldMkLst>
          <pc:docMk/>
          <pc:sldMk cId="1370278828" sldId="418"/>
        </pc:sldMkLst>
        <pc:spChg chg="mod">
          <ac:chgData name="Miren Barinaga" userId="5a49a9f1-faa7-4d7f-b858-c578a08ebc31" providerId="ADAL" clId="{F6E85DF7-59C1-4DAA-93E2-FBC320522A00}" dt="2026-10-04T04:45:21.706" v="4295" actId="20577"/>
          <ac:spMkLst>
            <pc:docMk/>
            <pc:sldMk cId="1370278828" sldId="418"/>
            <ac:spMk id="5" creationId="{D46875A3-44CC-5923-C4F4-B1EE0E9981A4}"/>
          </ac:spMkLst>
        </pc:spChg>
        <pc:picChg chg="mod">
          <ac:chgData name="Miren Barinaga" userId="5a49a9f1-faa7-4d7f-b858-c578a08ebc31" providerId="ADAL" clId="{F6E85DF7-59C1-4DAA-93E2-FBC320522A00}" dt="2026-10-04T02:27:40.802" v="7" actId="1076"/>
          <ac:picMkLst>
            <pc:docMk/>
            <pc:sldMk cId="1370278828" sldId="418"/>
            <ac:picMk id="3" creationId="{DE2DCD9A-DAD5-6FD7-3DF9-DE89DD4DD48F}"/>
          </ac:picMkLst>
        </pc:picChg>
        <pc:picChg chg="mod">
          <ac:chgData name="Miren Barinaga" userId="5a49a9f1-faa7-4d7f-b858-c578a08ebc31" providerId="ADAL" clId="{F6E85DF7-59C1-4DAA-93E2-FBC320522A00}" dt="2026-10-04T02:27:33.558" v="6" actId="1076"/>
          <ac:picMkLst>
            <pc:docMk/>
            <pc:sldMk cId="1370278828" sldId="418"/>
            <ac:picMk id="4" creationId="{E71E25B5-ABD6-66F1-696B-FA61DA546BAF}"/>
          </ac:picMkLst>
        </pc:picChg>
      </pc:sldChg>
      <pc:sldChg chg="modSp mod">
        <pc:chgData name="Miren Barinaga" userId="5a49a9f1-faa7-4d7f-b858-c578a08ebc31" providerId="ADAL" clId="{F6E85DF7-59C1-4DAA-93E2-FBC320522A00}" dt="2026-10-04T04:47:53.865" v="4430" actId="20577"/>
        <pc:sldMkLst>
          <pc:docMk/>
          <pc:sldMk cId="520368260" sldId="419"/>
        </pc:sldMkLst>
        <pc:spChg chg="mod">
          <ac:chgData name="Miren Barinaga" userId="5a49a9f1-faa7-4d7f-b858-c578a08ebc31" providerId="ADAL" clId="{F6E85DF7-59C1-4DAA-93E2-FBC320522A00}" dt="2026-10-04T04:47:53.865" v="4430" actId="20577"/>
          <ac:spMkLst>
            <pc:docMk/>
            <pc:sldMk cId="520368260" sldId="419"/>
            <ac:spMk id="5" creationId="{F5946405-28D9-AB38-E107-3FDDB1EB1895}"/>
          </ac:spMkLst>
        </pc:spChg>
        <pc:picChg chg="mod">
          <ac:chgData name="Miren Barinaga" userId="5a49a9f1-faa7-4d7f-b858-c578a08ebc31" providerId="ADAL" clId="{F6E85DF7-59C1-4DAA-93E2-FBC320522A00}" dt="2026-10-04T04:47:41.654" v="4420" actId="1076"/>
          <ac:picMkLst>
            <pc:docMk/>
            <pc:sldMk cId="520368260" sldId="419"/>
            <ac:picMk id="3" creationId="{9B345151-658F-1CE8-F283-23512BB926FF}"/>
          </ac:picMkLst>
        </pc:picChg>
        <pc:picChg chg="mod">
          <ac:chgData name="Miren Barinaga" userId="5a49a9f1-faa7-4d7f-b858-c578a08ebc31" providerId="ADAL" clId="{F6E85DF7-59C1-4DAA-93E2-FBC320522A00}" dt="2026-10-04T04:47:43.888" v="4421" actId="1076"/>
          <ac:picMkLst>
            <pc:docMk/>
            <pc:sldMk cId="520368260" sldId="419"/>
            <ac:picMk id="7" creationId="{6D64FF29-31B8-3E1C-5259-F8B796F3FB47}"/>
          </ac:picMkLst>
        </pc:picChg>
      </pc:sldChg>
      <pc:sldChg chg="addSp delSp modSp mod ord">
        <pc:chgData name="Miren Barinaga" userId="5a49a9f1-faa7-4d7f-b858-c578a08ebc31" providerId="ADAL" clId="{F6E85DF7-59C1-4DAA-93E2-FBC320522A00}" dt="2026-10-05T21:07:18.953" v="8430" actId="164"/>
        <pc:sldMkLst>
          <pc:docMk/>
          <pc:sldMk cId="3644467085" sldId="423"/>
        </pc:sldMkLst>
        <pc:spChg chg="mod">
          <ac:chgData name="Miren Barinaga" userId="5a49a9f1-faa7-4d7f-b858-c578a08ebc31" providerId="ADAL" clId="{F6E85DF7-59C1-4DAA-93E2-FBC320522A00}" dt="2026-10-05T21:07:18.953" v="8430" actId="164"/>
          <ac:spMkLst>
            <pc:docMk/>
            <pc:sldMk cId="3644467085" sldId="423"/>
            <ac:spMk id="4" creationId="{4D76DA9A-AFC9-E4AF-FB39-839C189D2A2A}"/>
          </ac:spMkLst>
        </pc:spChg>
        <pc:spChg chg="add mod">
          <ac:chgData name="Miren Barinaga" userId="5a49a9f1-faa7-4d7f-b858-c578a08ebc31" providerId="ADAL" clId="{F6E85DF7-59C1-4DAA-93E2-FBC320522A00}" dt="2026-10-04T05:12:12.421" v="4868" actId="20577"/>
          <ac:spMkLst>
            <pc:docMk/>
            <pc:sldMk cId="3644467085" sldId="423"/>
            <ac:spMk id="8" creationId="{A6910517-FD64-6AAB-4B7B-F065DB413191}"/>
          </ac:spMkLst>
        </pc:spChg>
        <pc:grpChg chg="add mod">
          <ac:chgData name="Miren Barinaga" userId="5a49a9f1-faa7-4d7f-b858-c578a08ebc31" providerId="ADAL" clId="{F6E85DF7-59C1-4DAA-93E2-FBC320522A00}" dt="2026-10-05T21:07:18.953" v="8430" actId="164"/>
          <ac:grpSpMkLst>
            <pc:docMk/>
            <pc:sldMk cId="3644467085" sldId="423"/>
            <ac:grpSpMk id="3" creationId="{402AB6E8-BF06-110F-7074-AD4315BCEE5D}"/>
          </ac:grpSpMkLst>
        </pc:grpChg>
        <pc:picChg chg="mod">
          <ac:chgData name="Miren Barinaga" userId="5a49a9f1-faa7-4d7f-b858-c578a08ebc31" providerId="ADAL" clId="{F6E85DF7-59C1-4DAA-93E2-FBC320522A00}" dt="2026-10-05T21:07:18.953" v="8430" actId="164"/>
          <ac:picMkLst>
            <pc:docMk/>
            <pc:sldMk cId="3644467085" sldId="423"/>
            <ac:picMk id="5" creationId="{6561E11F-2B69-F185-F1E8-C1C200CDE279}"/>
          </ac:picMkLst>
        </pc:picChg>
      </pc:sldChg>
      <pc:sldChg chg="addSp delSp modSp add mod ord">
        <pc:chgData name="Miren Barinaga" userId="5a49a9f1-faa7-4d7f-b858-c578a08ebc31" providerId="ADAL" clId="{F6E85DF7-59C1-4DAA-93E2-FBC320522A00}" dt="2026-10-04T03:32:41.057" v="677" actId="14100"/>
        <pc:sldMkLst>
          <pc:docMk/>
          <pc:sldMk cId="2395177517" sldId="424"/>
        </pc:sldMkLst>
        <pc:spChg chg="mod">
          <ac:chgData name="Miren Barinaga" userId="5a49a9f1-faa7-4d7f-b858-c578a08ebc31" providerId="ADAL" clId="{F6E85DF7-59C1-4DAA-93E2-FBC320522A00}" dt="2026-10-04T03:32:41.057" v="677" actId="14100"/>
          <ac:spMkLst>
            <pc:docMk/>
            <pc:sldMk cId="2395177517" sldId="424"/>
            <ac:spMk id="6" creationId="{5557BB8C-C48E-8865-28A5-32C10D302564}"/>
          </ac:spMkLst>
        </pc:spChg>
        <pc:spChg chg="add mod">
          <ac:chgData name="Miren Barinaga" userId="5a49a9f1-faa7-4d7f-b858-c578a08ebc31" providerId="ADAL" clId="{F6E85DF7-59C1-4DAA-93E2-FBC320522A00}" dt="2026-10-04T02:51:15.555" v="306" actId="20577"/>
          <ac:spMkLst>
            <pc:docMk/>
            <pc:sldMk cId="2395177517" sldId="424"/>
            <ac:spMk id="11" creationId="{9AA8D679-91B4-2296-63BC-B0E8CBBDC6CC}"/>
          </ac:spMkLst>
        </pc:spChg>
        <pc:picChg chg="add mod">
          <ac:chgData name="Miren Barinaga" userId="5a49a9f1-faa7-4d7f-b858-c578a08ebc31" providerId="ADAL" clId="{F6E85DF7-59C1-4DAA-93E2-FBC320522A00}" dt="2026-10-04T02:51:29" v="307" actId="14100"/>
          <ac:picMkLst>
            <pc:docMk/>
            <pc:sldMk cId="2395177517" sldId="424"/>
            <ac:picMk id="4" creationId="{AC59E05B-9BF8-1DD5-B8D8-8842CD6653D9}"/>
          </ac:picMkLst>
        </pc:picChg>
        <pc:picChg chg="add mod">
          <ac:chgData name="Miren Barinaga" userId="5a49a9f1-faa7-4d7f-b858-c578a08ebc31" providerId="ADAL" clId="{F6E85DF7-59C1-4DAA-93E2-FBC320522A00}" dt="2026-10-04T02:51:32.147" v="308" actId="14100"/>
          <ac:picMkLst>
            <pc:docMk/>
            <pc:sldMk cId="2395177517" sldId="424"/>
            <ac:picMk id="8" creationId="{6E774D3E-2897-C9F9-4EFA-858E8D2A9BCE}"/>
          </ac:picMkLst>
        </pc:picChg>
        <pc:picChg chg="add mod ord">
          <ac:chgData name="Miren Barinaga" userId="5a49a9f1-faa7-4d7f-b858-c578a08ebc31" providerId="ADAL" clId="{F6E85DF7-59C1-4DAA-93E2-FBC320522A00}" dt="2026-10-04T02:46:21.073" v="97" actId="14100"/>
          <ac:picMkLst>
            <pc:docMk/>
            <pc:sldMk cId="2395177517" sldId="424"/>
            <ac:picMk id="10" creationId="{7079A94B-CB08-FB98-762C-EEDE4E48CAD4}"/>
          </ac:picMkLst>
        </pc:picChg>
        <pc:cxnChg chg="add mod">
          <ac:chgData name="Miren Barinaga" userId="5a49a9f1-faa7-4d7f-b858-c578a08ebc31" providerId="ADAL" clId="{F6E85DF7-59C1-4DAA-93E2-FBC320522A00}" dt="2026-10-04T02:51:41.288" v="310" actId="1076"/>
          <ac:cxnSpMkLst>
            <pc:docMk/>
            <pc:sldMk cId="2395177517" sldId="424"/>
            <ac:cxnSpMk id="13" creationId="{5F6CAD0C-3274-DF94-4656-DBB1B43931E5}"/>
          </ac:cxnSpMkLst>
        </pc:cxnChg>
        <pc:cxnChg chg="add mod">
          <ac:chgData name="Miren Barinaga" userId="5a49a9f1-faa7-4d7f-b858-c578a08ebc31" providerId="ADAL" clId="{F6E85DF7-59C1-4DAA-93E2-FBC320522A00}" dt="2026-10-04T02:51:44.774" v="311" actId="14100"/>
          <ac:cxnSpMkLst>
            <pc:docMk/>
            <pc:sldMk cId="2395177517" sldId="424"/>
            <ac:cxnSpMk id="15" creationId="{F4C7DC8D-D7CC-4A8E-61EA-76168D82E1E9}"/>
          </ac:cxnSpMkLst>
        </pc:cxnChg>
      </pc:sldChg>
      <pc:sldChg chg="addSp delSp modSp add mod">
        <pc:chgData name="Miren Barinaga" userId="5a49a9f1-faa7-4d7f-b858-c578a08ebc31" providerId="ADAL" clId="{F6E85DF7-59C1-4DAA-93E2-FBC320522A00}" dt="2026-10-05T01:23:38.916" v="8256" actId="20577"/>
        <pc:sldMkLst>
          <pc:docMk/>
          <pc:sldMk cId="1270975373" sldId="426"/>
        </pc:sldMkLst>
        <pc:spChg chg="mod">
          <ac:chgData name="Miren Barinaga" userId="5a49a9f1-faa7-4d7f-b858-c578a08ebc31" providerId="ADAL" clId="{F6E85DF7-59C1-4DAA-93E2-FBC320522A00}" dt="2026-10-04T05:45:23.511" v="5472" actId="20577"/>
          <ac:spMkLst>
            <pc:docMk/>
            <pc:sldMk cId="1270975373" sldId="426"/>
            <ac:spMk id="6" creationId="{BD211B42-B909-B05F-8A4B-A7053B13114D}"/>
          </ac:spMkLst>
        </pc:spChg>
      </pc:sldChg>
      <pc:sldChg chg="addSp delSp modSp add mod ord">
        <pc:chgData name="Miren Barinaga" userId="5a49a9f1-faa7-4d7f-b858-c578a08ebc31" providerId="ADAL" clId="{F6E85DF7-59C1-4DAA-93E2-FBC320522A00}" dt="2026-10-05T01:32:28.598" v="8263" actId="20577"/>
        <pc:sldMkLst>
          <pc:docMk/>
          <pc:sldMk cId="4253295415" sldId="427"/>
        </pc:sldMkLst>
        <pc:spChg chg="mod">
          <ac:chgData name="Miren Barinaga" userId="5a49a9f1-faa7-4d7f-b858-c578a08ebc31" providerId="ADAL" clId="{F6E85DF7-59C1-4DAA-93E2-FBC320522A00}" dt="2026-10-04T04:51:41.916" v="4487" actId="20577"/>
          <ac:spMkLst>
            <pc:docMk/>
            <pc:sldMk cId="4253295415" sldId="427"/>
            <ac:spMk id="6" creationId="{513E9A32-C7A3-B8D1-77B6-579FDCC550CE}"/>
          </ac:spMkLst>
        </pc:spChg>
        <pc:graphicFrameChg chg="add mod modGraphic">
          <ac:chgData name="Miren Barinaga" userId="5a49a9f1-faa7-4d7f-b858-c578a08ebc31" providerId="ADAL" clId="{F6E85DF7-59C1-4DAA-93E2-FBC320522A00}" dt="2026-10-05T01:32:28.598" v="8263" actId="20577"/>
          <ac:graphicFrameMkLst>
            <pc:docMk/>
            <pc:sldMk cId="4253295415" sldId="427"/>
            <ac:graphicFrameMk id="4" creationId="{C4239B9D-5C34-CF3A-C957-69E94FF8A07A}"/>
          </ac:graphicFrameMkLst>
        </pc:graphicFrameChg>
      </pc:sldChg>
      <pc:sldChg chg="addSp delSp modSp add mod">
        <pc:chgData name="Miren Barinaga" userId="5a49a9f1-faa7-4d7f-b858-c578a08ebc31" providerId="ADAL" clId="{F6E85DF7-59C1-4DAA-93E2-FBC320522A00}" dt="2026-10-05T21:08:28.044" v="8437" actId="164"/>
        <pc:sldMkLst>
          <pc:docMk/>
          <pc:sldMk cId="1749841439" sldId="429"/>
        </pc:sldMkLst>
        <pc:spChg chg="add mod">
          <ac:chgData name="Miren Barinaga" userId="5a49a9f1-faa7-4d7f-b858-c578a08ebc31" providerId="ADAL" clId="{F6E85DF7-59C1-4DAA-93E2-FBC320522A00}" dt="2026-10-05T21:08:28.044" v="8437" actId="164"/>
          <ac:spMkLst>
            <pc:docMk/>
            <pc:sldMk cId="1749841439" sldId="429"/>
            <ac:spMk id="3" creationId="{F929E5AA-C6A2-720C-B114-4C296F8EF9C4}"/>
          </ac:spMkLst>
        </pc:spChg>
        <pc:spChg chg="mod">
          <ac:chgData name="Miren Barinaga" userId="5a49a9f1-faa7-4d7f-b858-c578a08ebc31" providerId="ADAL" clId="{F6E85DF7-59C1-4DAA-93E2-FBC320522A00}" dt="2026-10-04T03:59:27.790" v="2078" actId="20577"/>
          <ac:spMkLst>
            <pc:docMk/>
            <pc:sldMk cId="1749841439" sldId="429"/>
            <ac:spMk id="6" creationId="{5BCE3066-131F-3B9D-702A-699428D2D21F}"/>
          </ac:spMkLst>
        </pc:spChg>
        <pc:grpChg chg="add mod">
          <ac:chgData name="Miren Barinaga" userId="5a49a9f1-faa7-4d7f-b858-c578a08ebc31" providerId="ADAL" clId="{F6E85DF7-59C1-4DAA-93E2-FBC320522A00}" dt="2026-10-05T21:08:28.044" v="8437" actId="164"/>
          <ac:grpSpMkLst>
            <pc:docMk/>
            <pc:sldMk cId="1749841439" sldId="429"/>
            <ac:grpSpMk id="4" creationId="{C0356339-6042-B9E7-2E26-F3D48ECC0C75}"/>
          </ac:grpSpMkLst>
        </pc:grpChg>
        <pc:picChg chg="add mod modCrop">
          <ac:chgData name="Miren Barinaga" userId="5a49a9f1-faa7-4d7f-b858-c578a08ebc31" providerId="ADAL" clId="{F6E85DF7-59C1-4DAA-93E2-FBC320522A00}" dt="2026-10-05T21:08:28.044" v="8437" actId="164"/>
          <ac:picMkLst>
            <pc:docMk/>
            <pc:sldMk cId="1749841439" sldId="429"/>
            <ac:picMk id="10" creationId="{0DD52852-7605-A161-1FD6-1E7CF29DF6A2}"/>
          </ac:picMkLst>
        </pc:picChg>
      </pc:sldChg>
      <pc:sldChg chg="addSp delSp modSp new mod">
        <pc:chgData name="Miren Barinaga" userId="5a49a9f1-faa7-4d7f-b858-c578a08ebc31" providerId="ADAL" clId="{F6E85DF7-59C1-4DAA-93E2-FBC320522A00}" dt="2026-10-05T01:12:58.273" v="7675" actId="20577"/>
        <pc:sldMkLst>
          <pc:docMk/>
          <pc:sldMk cId="1935756866" sldId="430"/>
        </pc:sldMkLst>
        <pc:spChg chg="mod">
          <ac:chgData name="Miren Barinaga" userId="5a49a9f1-faa7-4d7f-b858-c578a08ebc31" providerId="ADAL" clId="{F6E85DF7-59C1-4DAA-93E2-FBC320522A00}" dt="2026-10-05T01:11:36.901" v="7564" actId="1076"/>
          <ac:spMkLst>
            <pc:docMk/>
            <pc:sldMk cId="1935756866" sldId="430"/>
            <ac:spMk id="3" creationId="{ED1F4190-92FC-88C9-ED97-53DE9587536F}"/>
          </ac:spMkLst>
        </pc:spChg>
        <pc:graphicFrameChg chg="add mod modGraphic">
          <ac:chgData name="Miren Barinaga" userId="5a49a9f1-faa7-4d7f-b858-c578a08ebc31" providerId="ADAL" clId="{F6E85DF7-59C1-4DAA-93E2-FBC320522A00}" dt="2026-10-05T01:12:58.273" v="7675" actId="20577"/>
          <ac:graphicFrameMkLst>
            <pc:docMk/>
            <pc:sldMk cId="1935756866" sldId="430"/>
            <ac:graphicFrameMk id="6" creationId="{AE2BCC3E-3860-6F55-57DC-8D6548F39343}"/>
          </ac:graphicFrameMkLst>
        </pc:graphicFrameChg>
      </pc:sldChg>
      <pc:sldChg chg="addSp delSp modSp add mod modShow">
        <pc:chgData name="Miren Barinaga" userId="5a49a9f1-faa7-4d7f-b858-c578a08ebc31" providerId="ADAL" clId="{F6E85DF7-59C1-4DAA-93E2-FBC320522A00}" dt="2026-10-05T01:03:24.039" v="7426" actId="313"/>
        <pc:sldMkLst>
          <pc:docMk/>
          <pc:sldMk cId="2745152755" sldId="435"/>
        </pc:sldMkLst>
        <pc:spChg chg="add mod">
          <ac:chgData name="Miren Barinaga" userId="5a49a9f1-faa7-4d7f-b858-c578a08ebc31" providerId="ADAL" clId="{F6E85DF7-59C1-4DAA-93E2-FBC320522A00}" dt="2026-10-05T01:03:24.039" v="7426" actId="313"/>
          <ac:spMkLst>
            <pc:docMk/>
            <pc:sldMk cId="2745152755" sldId="435"/>
            <ac:spMk id="3" creationId="{39D5675A-9224-776D-CB89-DD6946C0AB5B}"/>
          </ac:spMkLst>
        </pc:spChg>
        <pc:spChg chg="mod">
          <ac:chgData name="Miren Barinaga" userId="5a49a9f1-faa7-4d7f-b858-c578a08ebc31" providerId="ADAL" clId="{F6E85DF7-59C1-4DAA-93E2-FBC320522A00}" dt="2026-10-04T05:12:17.212" v="4870" actId="20577"/>
          <ac:spMkLst>
            <pc:docMk/>
            <pc:sldMk cId="2745152755" sldId="435"/>
            <ac:spMk id="8" creationId="{8B596082-AC65-AE9C-E4C5-CE2FA2F5DDC4}"/>
          </ac:spMkLst>
        </pc:spChg>
        <pc:picChg chg="add mod">
          <ac:chgData name="Miren Barinaga" userId="5a49a9f1-faa7-4d7f-b858-c578a08ebc31" providerId="ADAL" clId="{F6E85DF7-59C1-4DAA-93E2-FBC320522A00}" dt="2026-10-04T05:26:49.944" v="5311" actId="1076"/>
          <ac:picMkLst>
            <pc:docMk/>
            <pc:sldMk cId="2745152755" sldId="435"/>
            <ac:picMk id="6" creationId="{E9746E52-A9A6-000C-EE7B-08AE7FAF92AE}"/>
          </ac:picMkLst>
        </pc:picChg>
        <pc:picChg chg="add mod">
          <ac:chgData name="Miren Barinaga" userId="5a49a9f1-faa7-4d7f-b858-c578a08ebc31" providerId="ADAL" clId="{F6E85DF7-59C1-4DAA-93E2-FBC320522A00}" dt="2026-10-04T05:26:54.220" v="5312" actId="14100"/>
          <ac:picMkLst>
            <pc:docMk/>
            <pc:sldMk cId="2745152755" sldId="435"/>
            <ac:picMk id="9" creationId="{81002103-85CC-4EE1-9526-200309AD006E}"/>
          </ac:picMkLst>
        </pc:picChg>
      </pc:sldChg>
      <pc:sldChg chg="modSp mod">
        <pc:chgData name="Miren Barinaga" userId="5a49a9f1-faa7-4d7f-b858-c578a08ebc31" providerId="ADAL" clId="{F6E85DF7-59C1-4DAA-93E2-FBC320522A00}" dt="2026-10-05T01:27:47.170" v="8260" actId="20577"/>
        <pc:sldMkLst>
          <pc:docMk/>
          <pc:sldMk cId="2658393319" sldId="444"/>
        </pc:sldMkLst>
        <pc:spChg chg="mod">
          <ac:chgData name="Miren Barinaga" userId="5a49a9f1-faa7-4d7f-b858-c578a08ebc31" providerId="ADAL" clId="{F6E85DF7-59C1-4DAA-93E2-FBC320522A00}" dt="2026-10-05T01:27:47.170" v="8260" actId="20577"/>
          <ac:spMkLst>
            <pc:docMk/>
            <pc:sldMk cId="2658393319" sldId="444"/>
            <ac:spMk id="4" creationId="{30CF4328-22CB-3DDA-431A-807B6EC5368C}"/>
          </ac:spMkLst>
        </pc:spChg>
      </pc:sldChg>
    </pc:docChg>
  </pc:docChgLst>
  <pc:docChgLst>
    <pc:chgData name="KONSTANTINOU Anastasios" userId="cb27f8ab-2192-4b73-a92d-d5a7342ceb53" providerId="ADAL" clId="{5B3035DA-359F-4AE3-9D82-6CDACD9279B2}"/>
    <pc:docChg chg="undo custSel addSld delSld modSld">
      <pc:chgData name="KONSTANTINOU Anastasios" userId="cb27f8ab-2192-4b73-a92d-d5a7342ceb53" providerId="ADAL" clId="{5B3035DA-359F-4AE3-9D82-6CDACD9279B2}" dt="2026-10-12T05:38:28.689" v="3467" actId="113"/>
      <pc:docMkLst>
        <pc:docMk/>
      </pc:docMkLst>
      <pc:sldChg chg="delSp modSp add mod">
        <pc:chgData name="KONSTANTINOU Anastasios" userId="cb27f8ab-2192-4b73-a92d-d5a7342ceb53" providerId="ADAL" clId="{5B3035DA-359F-4AE3-9D82-6CDACD9279B2}" dt="2026-10-12T01:05:37.980" v="1583" actId="20577"/>
        <pc:sldMkLst>
          <pc:docMk/>
          <pc:sldMk cId="2395177517" sldId="424"/>
        </pc:sldMkLst>
        <pc:spChg chg="mod">
          <ac:chgData name="KONSTANTINOU Anastasios" userId="cb27f8ab-2192-4b73-a92d-d5a7342ceb53" providerId="ADAL" clId="{5B3035DA-359F-4AE3-9D82-6CDACD9279B2}" dt="2026-10-12T00:55:25.587" v="1368" actId="14100"/>
          <ac:spMkLst>
            <pc:docMk/>
            <pc:sldMk cId="2395177517" sldId="424"/>
            <ac:spMk id="6" creationId="{5557BB8C-C48E-8865-28A5-32C10D302564}"/>
          </ac:spMkLst>
        </pc:spChg>
        <pc:spChg chg="mod">
          <ac:chgData name="KONSTANTINOU Anastasios" userId="cb27f8ab-2192-4b73-a92d-d5a7342ceb53" providerId="ADAL" clId="{5B3035DA-359F-4AE3-9D82-6CDACD9279B2}" dt="2026-10-12T01:05:37.980" v="1583" actId="20577"/>
          <ac:spMkLst>
            <pc:docMk/>
            <pc:sldMk cId="2395177517" sldId="424"/>
            <ac:spMk id="11" creationId="{9AA8D679-91B4-2296-63BC-B0E8CBBDC6CC}"/>
          </ac:spMkLst>
        </pc:spChg>
        <pc:picChg chg="del">
          <ac:chgData name="KONSTANTINOU Anastasios" userId="cb27f8ab-2192-4b73-a92d-d5a7342ceb53" providerId="ADAL" clId="{5B3035DA-359F-4AE3-9D82-6CDACD9279B2}" dt="2026-10-12T00:53:11.368" v="1332" actId="478"/>
          <ac:picMkLst>
            <pc:docMk/>
            <pc:sldMk cId="2395177517" sldId="424"/>
            <ac:picMk id="4" creationId="{AC59E05B-9BF8-1DD5-B8D8-8842CD6653D9}"/>
          </ac:picMkLst>
        </pc:picChg>
        <pc:picChg chg="del">
          <ac:chgData name="KONSTANTINOU Anastasios" userId="cb27f8ab-2192-4b73-a92d-d5a7342ceb53" providerId="ADAL" clId="{5B3035DA-359F-4AE3-9D82-6CDACD9279B2}" dt="2026-10-12T00:53:10.701" v="1331" actId="478"/>
          <ac:picMkLst>
            <pc:docMk/>
            <pc:sldMk cId="2395177517" sldId="424"/>
            <ac:picMk id="8" creationId="{6E774D3E-2897-C9F9-4EFA-858E8D2A9BCE}"/>
          </ac:picMkLst>
        </pc:picChg>
        <pc:picChg chg="del">
          <ac:chgData name="KONSTANTINOU Anastasios" userId="cb27f8ab-2192-4b73-a92d-d5a7342ceb53" providerId="ADAL" clId="{5B3035DA-359F-4AE3-9D82-6CDACD9279B2}" dt="2026-10-12T00:53:11.979" v="1333" actId="478"/>
          <ac:picMkLst>
            <pc:docMk/>
            <pc:sldMk cId="2395177517" sldId="424"/>
            <ac:picMk id="10" creationId="{7079A94B-CB08-FB98-762C-EEDE4E48CAD4}"/>
          </ac:picMkLst>
        </pc:picChg>
        <pc:cxnChg chg="del">
          <ac:chgData name="KONSTANTINOU Anastasios" userId="cb27f8ab-2192-4b73-a92d-d5a7342ceb53" providerId="ADAL" clId="{5B3035DA-359F-4AE3-9D82-6CDACD9279B2}" dt="2026-10-12T00:53:13.796" v="1335" actId="478"/>
          <ac:cxnSpMkLst>
            <pc:docMk/>
            <pc:sldMk cId="2395177517" sldId="424"/>
            <ac:cxnSpMk id="13" creationId="{5F6CAD0C-3274-DF94-4656-DBB1B43931E5}"/>
          </ac:cxnSpMkLst>
        </pc:cxnChg>
        <pc:cxnChg chg="del">
          <ac:chgData name="KONSTANTINOU Anastasios" userId="cb27f8ab-2192-4b73-a92d-d5a7342ceb53" providerId="ADAL" clId="{5B3035DA-359F-4AE3-9D82-6CDACD9279B2}" dt="2026-10-12T00:53:13.105" v="1334" actId="478"/>
          <ac:cxnSpMkLst>
            <pc:docMk/>
            <pc:sldMk cId="2395177517" sldId="424"/>
            <ac:cxnSpMk id="15" creationId="{F4C7DC8D-D7CC-4A8E-61EA-76168D82E1E9}"/>
          </ac:cxnSpMkLst>
        </pc:cxnChg>
      </pc:sldChg>
      <pc:sldChg chg="addSp modSp add mod">
        <pc:chgData name="KONSTANTINOU Anastasios" userId="cb27f8ab-2192-4b73-a92d-d5a7342ceb53" providerId="ADAL" clId="{5B3035DA-359F-4AE3-9D82-6CDACD9279B2}" dt="2026-10-12T01:08:05.716" v="1795" actId="20577"/>
        <pc:sldMkLst>
          <pc:docMk/>
          <pc:sldMk cId="4066349715" sldId="440"/>
        </pc:sldMkLst>
        <pc:spChg chg="mod">
          <ac:chgData name="KONSTANTINOU Anastasios" userId="cb27f8ab-2192-4b73-a92d-d5a7342ceb53" providerId="ADAL" clId="{5B3035DA-359F-4AE3-9D82-6CDACD9279B2}" dt="2026-10-12T01:05:50.184" v="1585"/>
          <ac:spMkLst>
            <pc:docMk/>
            <pc:sldMk cId="4066349715" sldId="440"/>
            <ac:spMk id="6" creationId="{3123703D-3DBD-C41F-EFEA-16DEC945B2BB}"/>
          </ac:spMkLst>
        </pc:spChg>
        <pc:spChg chg="mod">
          <ac:chgData name="KONSTANTINOU Anastasios" userId="cb27f8ab-2192-4b73-a92d-d5a7342ceb53" providerId="ADAL" clId="{5B3035DA-359F-4AE3-9D82-6CDACD9279B2}" dt="2026-10-12T01:08:05.716" v="1795" actId="20577"/>
          <ac:spMkLst>
            <pc:docMk/>
            <pc:sldMk cId="4066349715" sldId="440"/>
            <ac:spMk id="11" creationId="{F7A56891-56CD-8A1D-2973-718F27FB4489}"/>
          </ac:spMkLst>
        </pc:spChg>
        <pc:picChg chg="add mod">
          <ac:chgData name="KONSTANTINOU Anastasios" userId="cb27f8ab-2192-4b73-a92d-d5a7342ceb53" providerId="ADAL" clId="{5B3035DA-359F-4AE3-9D82-6CDACD9279B2}" dt="2026-10-12T01:07:00.917" v="1693" actId="14100"/>
          <ac:picMkLst>
            <pc:docMk/>
            <pc:sldMk cId="4066349715" sldId="440"/>
            <ac:picMk id="4" creationId="{D13C4A5C-C377-BF71-722D-0813980961F9}"/>
          </ac:picMkLst>
        </pc:picChg>
      </pc:sldChg>
      <pc:sldChg chg="addSp delSp modSp add mod">
        <pc:chgData name="KONSTANTINOU Anastasios" userId="cb27f8ab-2192-4b73-a92d-d5a7342ceb53" providerId="ADAL" clId="{5B3035DA-359F-4AE3-9D82-6CDACD9279B2}" dt="2026-10-12T01:12:25.615" v="2338" actId="20577"/>
        <pc:sldMkLst>
          <pc:docMk/>
          <pc:sldMk cId="4203967104" sldId="441"/>
        </pc:sldMkLst>
        <pc:spChg chg="add mod">
          <ac:chgData name="KONSTANTINOU Anastasios" userId="cb27f8ab-2192-4b73-a92d-d5a7342ceb53" providerId="ADAL" clId="{5B3035DA-359F-4AE3-9D82-6CDACD9279B2}" dt="2026-10-12T01:12:25.615" v="2338" actId="20577"/>
          <ac:spMkLst>
            <pc:docMk/>
            <pc:sldMk cId="4203967104" sldId="441"/>
            <ac:spMk id="5" creationId="{662D9B67-C67A-7E08-91C8-F212B6734AF7}"/>
          </ac:spMkLst>
        </pc:spChg>
        <pc:spChg chg="mod">
          <ac:chgData name="KONSTANTINOU Anastasios" userId="cb27f8ab-2192-4b73-a92d-d5a7342ceb53" providerId="ADAL" clId="{5B3035DA-359F-4AE3-9D82-6CDACD9279B2}" dt="2026-10-12T01:09:15.181" v="1895" actId="113"/>
          <ac:spMkLst>
            <pc:docMk/>
            <pc:sldMk cId="4203967104" sldId="441"/>
            <ac:spMk id="6" creationId="{04D9F695-087B-B3B0-2B4C-85A27A166ED9}"/>
          </ac:spMkLst>
        </pc:spChg>
        <pc:spChg chg="del">
          <ac:chgData name="KONSTANTINOU Anastasios" userId="cb27f8ab-2192-4b73-a92d-d5a7342ceb53" providerId="ADAL" clId="{5B3035DA-359F-4AE3-9D82-6CDACD9279B2}" dt="2026-10-12T01:07:56.142" v="1782" actId="478"/>
          <ac:spMkLst>
            <pc:docMk/>
            <pc:sldMk cId="4203967104" sldId="441"/>
            <ac:spMk id="11" creationId="{F09A57B7-54DA-3FC7-1CBB-9DFA877C9547}"/>
          </ac:spMkLst>
        </pc:spChg>
        <pc:picChg chg="del">
          <ac:chgData name="KONSTANTINOU Anastasios" userId="cb27f8ab-2192-4b73-a92d-d5a7342ceb53" providerId="ADAL" clId="{5B3035DA-359F-4AE3-9D82-6CDACD9279B2}" dt="2026-10-12T01:07:56.696" v="1783" actId="478"/>
          <ac:picMkLst>
            <pc:docMk/>
            <pc:sldMk cId="4203967104" sldId="441"/>
            <ac:picMk id="4" creationId="{9C7F2ED9-E973-6A50-0508-7FDAD0BB8CE7}"/>
          </ac:picMkLst>
        </pc:picChg>
      </pc:sldChg>
      <pc:sldChg chg="addSp delSp modSp add mod">
        <pc:chgData name="KONSTANTINOU Anastasios" userId="cb27f8ab-2192-4b73-a92d-d5a7342ceb53" providerId="ADAL" clId="{5B3035DA-359F-4AE3-9D82-6CDACD9279B2}" dt="2026-10-12T01:13:24.037" v="2485" actId="20577"/>
        <pc:sldMkLst>
          <pc:docMk/>
          <pc:sldMk cId="1593587794" sldId="442"/>
        </pc:sldMkLst>
        <pc:spChg chg="add mod">
          <ac:chgData name="KONSTANTINOU Anastasios" userId="cb27f8ab-2192-4b73-a92d-d5a7342ceb53" providerId="ADAL" clId="{5B3035DA-359F-4AE3-9D82-6CDACD9279B2}" dt="2026-10-12T01:13:24.037" v="2485" actId="20577"/>
          <ac:spMkLst>
            <pc:docMk/>
            <pc:sldMk cId="1593587794" sldId="442"/>
            <ac:spMk id="3" creationId="{B385ABAB-000B-9927-4D63-FA3A4F274A84}"/>
          </ac:spMkLst>
        </pc:spChg>
        <pc:spChg chg="del mod">
          <ac:chgData name="KONSTANTINOU Anastasios" userId="cb27f8ab-2192-4b73-a92d-d5a7342ceb53" providerId="ADAL" clId="{5B3035DA-359F-4AE3-9D82-6CDACD9279B2}" dt="2026-10-12T01:12:47.561" v="2367"/>
          <ac:spMkLst>
            <pc:docMk/>
            <pc:sldMk cId="1593587794" sldId="442"/>
            <ac:spMk id="5" creationId="{F8543294-8250-5E15-478D-14497914AE2B}"/>
          </ac:spMkLst>
        </pc:spChg>
        <pc:spChg chg="mod">
          <ac:chgData name="KONSTANTINOU Anastasios" userId="cb27f8ab-2192-4b73-a92d-d5a7342ceb53" providerId="ADAL" clId="{5B3035DA-359F-4AE3-9D82-6CDACD9279B2}" dt="2026-10-12T01:12:43.400" v="2364" actId="113"/>
          <ac:spMkLst>
            <pc:docMk/>
            <pc:sldMk cId="1593587794" sldId="442"/>
            <ac:spMk id="6" creationId="{9A09AF7E-7506-6F7E-3AD7-310FDAEE6D59}"/>
          </ac:spMkLst>
        </pc:spChg>
      </pc:sldChg>
      <pc:sldChg chg="addSp delSp modSp add mod">
        <pc:chgData name="KONSTANTINOU Anastasios" userId="cb27f8ab-2192-4b73-a92d-d5a7342ceb53" providerId="ADAL" clId="{5B3035DA-359F-4AE3-9D82-6CDACD9279B2}" dt="2026-10-12T02:50:07.441" v="3275" actId="14100"/>
        <pc:sldMkLst>
          <pc:docMk/>
          <pc:sldMk cId="3878970714" sldId="443"/>
        </pc:sldMkLst>
        <pc:spChg chg="del mod">
          <ac:chgData name="KONSTANTINOU Anastasios" userId="cb27f8ab-2192-4b73-a92d-d5a7342ceb53" providerId="ADAL" clId="{5B3035DA-359F-4AE3-9D82-6CDACD9279B2}" dt="2026-10-12T02:49:56.289" v="3270" actId="478"/>
          <ac:spMkLst>
            <pc:docMk/>
            <pc:sldMk cId="3878970714" sldId="443"/>
            <ac:spMk id="3" creationId="{560F981C-FCE6-0F86-1F14-5B84B6C89902}"/>
          </ac:spMkLst>
        </pc:spChg>
        <pc:spChg chg="mod">
          <ac:chgData name="KONSTANTINOU Anastasios" userId="cb27f8ab-2192-4b73-a92d-d5a7342ceb53" providerId="ADAL" clId="{5B3035DA-359F-4AE3-9D82-6CDACD9279B2}" dt="2026-10-12T01:13:32.180" v="2493" actId="20577"/>
          <ac:spMkLst>
            <pc:docMk/>
            <pc:sldMk cId="3878970714" sldId="443"/>
            <ac:spMk id="6" creationId="{F51B577C-333E-51DA-6525-321FEB091ECA}"/>
          </ac:spMkLst>
        </pc:spChg>
        <pc:picChg chg="add mod">
          <ac:chgData name="KONSTANTINOU Anastasios" userId="cb27f8ab-2192-4b73-a92d-d5a7342ceb53" providerId="ADAL" clId="{5B3035DA-359F-4AE3-9D82-6CDACD9279B2}" dt="2026-10-12T02:50:07.441" v="3275" actId="14100"/>
          <ac:picMkLst>
            <pc:docMk/>
            <pc:sldMk cId="3878970714" sldId="443"/>
            <ac:picMk id="1026" creationId="{AA9122B1-2882-7DFD-BE93-111170D20FE2}"/>
          </ac:picMkLst>
        </pc:picChg>
      </pc:sldChg>
      <pc:sldChg chg="addSp delSp modSp add mod">
        <pc:chgData name="KONSTANTINOU Anastasios" userId="cb27f8ab-2192-4b73-a92d-d5a7342ceb53" providerId="ADAL" clId="{5B3035DA-359F-4AE3-9D82-6CDACD9279B2}" dt="2026-10-12T05:38:28.689" v="3467" actId="113"/>
        <pc:sldMkLst>
          <pc:docMk/>
          <pc:sldMk cId="1109665881" sldId="444"/>
        </pc:sldMkLst>
        <pc:spChg chg="add mod">
          <ac:chgData name="KONSTANTINOU Anastasios" userId="cb27f8ab-2192-4b73-a92d-d5a7342ceb53" providerId="ADAL" clId="{5B3035DA-359F-4AE3-9D82-6CDACD9279B2}" dt="2026-10-12T01:19:57.695" v="2687" actId="20577"/>
          <ac:spMkLst>
            <pc:docMk/>
            <pc:sldMk cId="1109665881" sldId="444"/>
            <ac:spMk id="3" creationId="{18F3DE7D-29B7-B4BE-8C76-D06B477837B8}"/>
          </ac:spMkLst>
        </pc:spChg>
        <pc:spChg chg="del mod">
          <ac:chgData name="KONSTANTINOU Anastasios" userId="cb27f8ab-2192-4b73-a92d-d5a7342ceb53" providerId="ADAL" clId="{5B3035DA-359F-4AE3-9D82-6CDACD9279B2}" dt="2026-10-12T01:44:07.257" v="3127" actId="478"/>
          <ac:spMkLst>
            <pc:docMk/>
            <pc:sldMk cId="1109665881" sldId="444"/>
            <ac:spMk id="5" creationId="{601D3986-F379-AA12-3906-75186508C490}"/>
          </ac:spMkLst>
        </pc:spChg>
        <pc:spChg chg="mod">
          <ac:chgData name="KONSTANTINOU Anastasios" userId="cb27f8ab-2192-4b73-a92d-d5a7342ceb53" providerId="ADAL" clId="{5B3035DA-359F-4AE3-9D82-6CDACD9279B2}" dt="2026-10-12T01:14:08.261" v="2578" actId="20577"/>
          <ac:spMkLst>
            <pc:docMk/>
            <pc:sldMk cId="1109665881" sldId="444"/>
            <ac:spMk id="6" creationId="{F44E31F5-97E0-2E3D-848C-34E68111474A}"/>
          </ac:spMkLst>
        </pc:spChg>
        <pc:spChg chg="add mod">
          <ac:chgData name="KONSTANTINOU Anastasios" userId="cb27f8ab-2192-4b73-a92d-d5a7342ceb53" providerId="ADAL" clId="{5B3035DA-359F-4AE3-9D82-6CDACD9279B2}" dt="2026-10-12T01:24:59.356" v="2740" actId="21"/>
          <ac:spMkLst>
            <pc:docMk/>
            <pc:sldMk cId="1109665881" sldId="444"/>
            <ac:spMk id="7" creationId="{6E2878D3-9121-F73F-B9D9-0C08BFAAC95C}"/>
          </ac:spMkLst>
        </pc:spChg>
        <pc:spChg chg="add mod">
          <ac:chgData name="KONSTANTINOU Anastasios" userId="cb27f8ab-2192-4b73-a92d-d5a7342ceb53" providerId="ADAL" clId="{5B3035DA-359F-4AE3-9D82-6CDACD9279B2}" dt="2026-10-12T03:00:13.976" v="3412" actId="1076"/>
          <ac:spMkLst>
            <pc:docMk/>
            <pc:sldMk cId="1109665881" sldId="444"/>
            <ac:spMk id="9" creationId="{C77B149B-0292-AFC2-1C17-5D7E7C7616D4}"/>
          </ac:spMkLst>
        </pc:spChg>
        <pc:spChg chg="add mod">
          <ac:chgData name="KONSTANTINOU Anastasios" userId="cb27f8ab-2192-4b73-a92d-d5a7342ceb53" providerId="ADAL" clId="{5B3035DA-359F-4AE3-9D82-6CDACD9279B2}" dt="2026-10-12T01:24:54.041" v="2738" actId="1076"/>
          <ac:spMkLst>
            <pc:docMk/>
            <pc:sldMk cId="1109665881" sldId="444"/>
            <ac:spMk id="10" creationId="{FE1354BC-2282-9B0F-2A70-8A0B7F5B7AB7}"/>
          </ac:spMkLst>
        </pc:spChg>
        <pc:spChg chg="add mod">
          <ac:chgData name="KONSTANTINOU Anastasios" userId="cb27f8ab-2192-4b73-a92d-d5a7342ceb53" providerId="ADAL" clId="{5B3035DA-359F-4AE3-9D82-6CDACD9279B2}" dt="2026-10-12T01:25:15.038" v="2743" actId="767"/>
          <ac:spMkLst>
            <pc:docMk/>
            <pc:sldMk cId="1109665881" sldId="444"/>
            <ac:spMk id="11" creationId="{E30032E6-F8FC-E2B6-86AF-A1EF4DA1950A}"/>
          </ac:spMkLst>
        </pc:spChg>
        <pc:spChg chg="add mod">
          <ac:chgData name="KONSTANTINOU Anastasios" userId="cb27f8ab-2192-4b73-a92d-d5a7342ceb53" providerId="ADAL" clId="{5B3035DA-359F-4AE3-9D82-6CDACD9279B2}" dt="2026-10-12T01:44:18.595" v="3128" actId="1076"/>
          <ac:spMkLst>
            <pc:docMk/>
            <pc:sldMk cId="1109665881" sldId="444"/>
            <ac:spMk id="12" creationId="{531549A3-6A45-6F26-3B2E-5476910998A0}"/>
          </ac:spMkLst>
        </pc:spChg>
        <pc:spChg chg="add mod">
          <ac:chgData name="KONSTANTINOU Anastasios" userId="cb27f8ab-2192-4b73-a92d-d5a7342ceb53" providerId="ADAL" clId="{5B3035DA-359F-4AE3-9D82-6CDACD9279B2}" dt="2026-10-12T02:59:21.039" v="3375" actId="14100"/>
          <ac:spMkLst>
            <pc:docMk/>
            <pc:sldMk cId="1109665881" sldId="444"/>
            <ac:spMk id="14" creationId="{3C93CDE3-2D6F-648E-D80C-765F67B3F6DA}"/>
          </ac:spMkLst>
        </pc:spChg>
        <pc:spChg chg="add mod">
          <ac:chgData name="KONSTANTINOU Anastasios" userId="cb27f8ab-2192-4b73-a92d-d5a7342ceb53" providerId="ADAL" clId="{5B3035DA-359F-4AE3-9D82-6CDACD9279B2}" dt="2026-10-12T01:44:18.595" v="3128" actId="1076"/>
          <ac:spMkLst>
            <pc:docMk/>
            <pc:sldMk cId="1109665881" sldId="444"/>
            <ac:spMk id="16" creationId="{B70A57CA-5BA4-DDD1-EF9F-2FD1B2F477BA}"/>
          </ac:spMkLst>
        </pc:spChg>
        <pc:spChg chg="add mod">
          <ac:chgData name="KONSTANTINOU Anastasios" userId="cb27f8ab-2192-4b73-a92d-d5a7342ceb53" providerId="ADAL" clId="{5B3035DA-359F-4AE3-9D82-6CDACD9279B2}" dt="2026-10-12T01:44:18.595" v="3128" actId="1076"/>
          <ac:spMkLst>
            <pc:docMk/>
            <pc:sldMk cId="1109665881" sldId="444"/>
            <ac:spMk id="18" creationId="{63822474-C18E-7DA4-3CB5-C31222852C7F}"/>
          </ac:spMkLst>
        </pc:spChg>
        <pc:spChg chg="add mod">
          <ac:chgData name="KONSTANTINOU Anastasios" userId="cb27f8ab-2192-4b73-a92d-d5a7342ceb53" providerId="ADAL" clId="{5B3035DA-359F-4AE3-9D82-6CDACD9279B2}" dt="2026-10-12T03:00:11.785" v="3411" actId="1076"/>
          <ac:spMkLst>
            <pc:docMk/>
            <pc:sldMk cId="1109665881" sldId="444"/>
            <ac:spMk id="20" creationId="{762DBAE1-68EE-FFF5-322E-35E1E681D66D}"/>
          </ac:spMkLst>
        </pc:spChg>
        <pc:spChg chg="add del mod">
          <ac:chgData name="KONSTANTINOU Anastasios" userId="cb27f8ab-2192-4b73-a92d-d5a7342ceb53" providerId="ADAL" clId="{5B3035DA-359F-4AE3-9D82-6CDACD9279B2}" dt="2026-10-12T02:51:08.725" v="3276" actId="478"/>
          <ac:spMkLst>
            <pc:docMk/>
            <pc:sldMk cId="1109665881" sldId="444"/>
            <ac:spMk id="22" creationId="{ADF738EA-1FA9-A6FF-8B96-8F1A1F8E76B4}"/>
          </ac:spMkLst>
        </pc:spChg>
        <pc:spChg chg="add mod">
          <ac:chgData name="KONSTANTINOU Anastasios" userId="cb27f8ab-2192-4b73-a92d-d5a7342ceb53" providerId="ADAL" clId="{5B3035DA-359F-4AE3-9D82-6CDACD9279B2}" dt="2026-10-12T03:00:23.231" v="3416" actId="14100"/>
          <ac:spMkLst>
            <pc:docMk/>
            <pc:sldMk cId="1109665881" sldId="444"/>
            <ac:spMk id="24" creationId="{401D86F6-A6B1-A136-ACC8-38A93998A35D}"/>
          </ac:spMkLst>
        </pc:spChg>
        <pc:spChg chg="add mod">
          <ac:chgData name="KONSTANTINOU Anastasios" userId="cb27f8ab-2192-4b73-a92d-d5a7342ceb53" providerId="ADAL" clId="{5B3035DA-359F-4AE3-9D82-6CDACD9279B2}" dt="2026-10-12T01:44:18.595" v="3128" actId="1076"/>
          <ac:spMkLst>
            <pc:docMk/>
            <pc:sldMk cId="1109665881" sldId="444"/>
            <ac:spMk id="26" creationId="{37BC0D9F-E702-3D21-D2E8-CFFA2F90211D}"/>
          </ac:spMkLst>
        </pc:spChg>
        <pc:spChg chg="add mod">
          <ac:chgData name="KONSTANTINOU Anastasios" userId="cb27f8ab-2192-4b73-a92d-d5a7342ceb53" providerId="ADAL" clId="{5B3035DA-359F-4AE3-9D82-6CDACD9279B2}" dt="2026-10-12T02:59:26.175" v="3377" actId="14100"/>
          <ac:spMkLst>
            <pc:docMk/>
            <pc:sldMk cId="1109665881" sldId="444"/>
            <ac:spMk id="28" creationId="{FFFBA379-DE4B-9162-93EC-26AE4F13663A}"/>
          </ac:spMkLst>
        </pc:spChg>
        <pc:spChg chg="add del">
          <ac:chgData name="KONSTANTINOU Anastasios" userId="cb27f8ab-2192-4b73-a92d-d5a7342ceb53" providerId="ADAL" clId="{5B3035DA-359F-4AE3-9D82-6CDACD9279B2}" dt="2026-10-12T01:29:21.030" v="3031" actId="22"/>
          <ac:spMkLst>
            <pc:docMk/>
            <pc:sldMk cId="1109665881" sldId="444"/>
            <ac:spMk id="30" creationId="{73B9DEF4-B486-4551-1F6F-47D0A92AA21A}"/>
          </ac:spMkLst>
        </pc:spChg>
        <pc:spChg chg="add mod">
          <ac:chgData name="KONSTANTINOU Anastasios" userId="cb27f8ab-2192-4b73-a92d-d5a7342ceb53" providerId="ADAL" clId="{5B3035DA-359F-4AE3-9D82-6CDACD9279B2}" dt="2026-10-12T05:38:15.872" v="3465" actId="207"/>
          <ac:spMkLst>
            <pc:docMk/>
            <pc:sldMk cId="1109665881" sldId="444"/>
            <ac:spMk id="32" creationId="{AC4B657E-9ADA-3440-E050-887568AA5DFF}"/>
          </ac:spMkLst>
        </pc:spChg>
        <pc:spChg chg="add mod">
          <ac:chgData name="KONSTANTINOU Anastasios" userId="cb27f8ab-2192-4b73-a92d-d5a7342ceb53" providerId="ADAL" clId="{5B3035DA-359F-4AE3-9D82-6CDACD9279B2}" dt="2026-10-12T01:44:27.044" v="3131" actId="1076"/>
          <ac:spMkLst>
            <pc:docMk/>
            <pc:sldMk cId="1109665881" sldId="444"/>
            <ac:spMk id="34" creationId="{FAECB5A0-61C6-0EE4-800F-5EBCDECAD97A}"/>
          </ac:spMkLst>
        </pc:spChg>
        <pc:spChg chg="add mod">
          <ac:chgData name="KONSTANTINOU Anastasios" userId="cb27f8ab-2192-4b73-a92d-d5a7342ceb53" providerId="ADAL" clId="{5B3035DA-359F-4AE3-9D82-6CDACD9279B2}" dt="2026-10-12T05:38:28.689" v="3467" actId="113"/>
          <ac:spMkLst>
            <pc:docMk/>
            <pc:sldMk cId="1109665881" sldId="444"/>
            <ac:spMk id="36" creationId="{82CE4833-DC9A-655D-97C1-76CCFC8356FB}"/>
          </ac:spMkLst>
        </pc:spChg>
        <pc:spChg chg="add mod">
          <ac:chgData name="KONSTANTINOU Anastasios" userId="cb27f8ab-2192-4b73-a92d-d5a7342ceb53" providerId="ADAL" clId="{5B3035DA-359F-4AE3-9D82-6CDACD9279B2}" dt="2026-10-12T03:00:18.800" v="3414" actId="14100"/>
          <ac:spMkLst>
            <pc:docMk/>
            <pc:sldMk cId="1109665881" sldId="444"/>
            <ac:spMk id="38" creationId="{78BAC22C-206E-2FD6-AA3E-6B0F63FCF3E4}"/>
          </ac:spMkLst>
        </pc:spChg>
        <pc:spChg chg="add mod">
          <ac:chgData name="KONSTANTINOU Anastasios" userId="cb27f8ab-2192-4b73-a92d-d5a7342ceb53" providerId="ADAL" clId="{5B3035DA-359F-4AE3-9D82-6CDACD9279B2}" dt="2026-10-12T02:59:37.090" v="3406" actId="20577"/>
          <ac:spMkLst>
            <pc:docMk/>
            <pc:sldMk cId="1109665881" sldId="444"/>
            <ac:spMk id="40" creationId="{EAE8D299-3A7D-C89E-5275-268AC40414EC}"/>
          </ac:spMkLst>
        </pc:spChg>
        <pc:spChg chg="add mod">
          <ac:chgData name="KONSTANTINOU Anastasios" userId="cb27f8ab-2192-4b73-a92d-d5a7342ceb53" providerId="ADAL" clId="{5B3035DA-359F-4AE3-9D82-6CDACD9279B2}" dt="2026-10-12T02:59:14.960" v="3373" actId="1076"/>
          <ac:spMkLst>
            <pc:docMk/>
            <pc:sldMk cId="1109665881" sldId="444"/>
            <ac:spMk id="42" creationId="{7A45CF24-1F1C-DD16-8E97-754B1859D171}"/>
          </ac:spMkLst>
        </pc:spChg>
        <pc:spChg chg="add mod">
          <ac:chgData name="KONSTANTINOU Anastasios" userId="cb27f8ab-2192-4b73-a92d-d5a7342ceb53" providerId="ADAL" clId="{5B3035DA-359F-4AE3-9D82-6CDACD9279B2}" dt="2026-10-12T03:00:29.833" v="3418" actId="1076"/>
          <ac:spMkLst>
            <pc:docMk/>
            <pc:sldMk cId="1109665881" sldId="444"/>
            <ac:spMk id="44" creationId="{EB4829CD-3388-BDBB-296D-01F25DDEB5D0}"/>
          </ac:spMkLst>
        </pc:spChg>
        <pc:spChg chg="add del mod">
          <ac:chgData name="KONSTANTINOU Anastasios" userId="cb27f8ab-2192-4b73-a92d-d5a7342ceb53" providerId="ADAL" clId="{5B3035DA-359F-4AE3-9D82-6CDACD9279B2}" dt="2026-10-12T03:00:45.463" v="3426" actId="478"/>
          <ac:spMkLst>
            <pc:docMk/>
            <pc:sldMk cId="1109665881" sldId="444"/>
            <ac:spMk id="46" creationId="{5B282223-9FE9-0856-55A2-FC77D6A2CFD8}"/>
          </ac:spMkLst>
        </pc:spChg>
        <pc:spChg chg="add mod">
          <ac:chgData name="KONSTANTINOU Anastasios" userId="cb27f8ab-2192-4b73-a92d-d5a7342ceb53" providerId="ADAL" clId="{5B3035DA-359F-4AE3-9D82-6CDACD9279B2}" dt="2026-10-12T03:05:32.168" v="3464" actId="20577"/>
          <ac:spMkLst>
            <pc:docMk/>
            <pc:sldMk cId="1109665881" sldId="444"/>
            <ac:spMk id="48" creationId="{0A6904CE-556E-0E93-891E-F0B0194DA1DB}"/>
          </ac:spMkLst>
        </pc:spChg>
      </pc:sldChg>
      <pc:sldChg chg="delSp modSp add del mod">
        <pc:chgData name="KONSTANTINOU Anastasios" userId="cb27f8ab-2192-4b73-a92d-d5a7342ceb53" providerId="ADAL" clId="{5B3035DA-359F-4AE3-9D82-6CDACD9279B2}" dt="2026-10-12T02:48:12.597" v="3258" actId="47"/>
        <pc:sldMkLst>
          <pc:docMk/>
          <pc:sldMk cId="3285018883" sldId="445"/>
        </pc:sldMkLst>
        <pc:spChg chg="mod">
          <ac:chgData name="KONSTANTINOU Anastasios" userId="cb27f8ab-2192-4b73-a92d-d5a7342ceb53" providerId="ADAL" clId="{5B3035DA-359F-4AE3-9D82-6CDACD9279B2}" dt="2026-10-12T02:45:47.265" v="3239" actId="20577"/>
          <ac:spMkLst>
            <pc:docMk/>
            <pc:sldMk cId="3285018883" sldId="445"/>
            <ac:spMk id="6" creationId="{C9939C1E-8CCF-2C07-079C-6DDBC1249F10}"/>
          </ac:spMkLst>
        </pc:spChg>
        <pc:spChg chg="del">
          <ac:chgData name="KONSTANTINOU Anastasios" userId="cb27f8ab-2192-4b73-a92d-d5a7342ceb53" providerId="ADAL" clId="{5B3035DA-359F-4AE3-9D82-6CDACD9279B2}" dt="2026-10-12T02:46:43.825" v="3255" actId="478"/>
          <ac:spMkLst>
            <pc:docMk/>
            <pc:sldMk cId="3285018883" sldId="445"/>
            <ac:spMk id="7" creationId="{1C981D11-FA61-9B50-5D42-12B4F9975525}"/>
          </ac:spMkLst>
        </pc:spChg>
        <pc:spChg chg="del">
          <ac:chgData name="KONSTANTINOU Anastasios" userId="cb27f8ab-2192-4b73-a92d-d5a7342ceb53" providerId="ADAL" clId="{5B3035DA-359F-4AE3-9D82-6CDACD9279B2}" dt="2026-10-12T02:46:45.499" v="3256" actId="478"/>
          <ac:spMkLst>
            <pc:docMk/>
            <pc:sldMk cId="3285018883" sldId="445"/>
            <ac:spMk id="9" creationId="{DE64BB81-10A8-999F-B81D-9ABB8C86F371}"/>
          </ac:spMkLst>
        </pc:spChg>
        <pc:spChg chg="del">
          <ac:chgData name="KONSTANTINOU Anastasios" userId="cb27f8ab-2192-4b73-a92d-d5a7342ceb53" providerId="ADAL" clId="{5B3035DA-359F-4AE3-9D82-6CDACD9279B2}" dt="2026-10-12T02:46:39.013" v="3251" actId="478"/>
          <ac:spMkLst>
            <pc:docMk/>
            <pc:sldMk cId="3285018883" sldId="445"/>
            <ac:spMk id="10" creationId="{3819BD75-B032-CC58-F223-67875EABF8AF}"/>
          </ac:spMkLst>
        </pc:spChg>
        <pc:spChg chg="del">
          <ac:chgData name="KONSTANTINOU Anastasios" userId="cb27f8ab-2192-4b73-a92d-d5a7342ceb53" providerId="ADAL" clId="{5B3035DA-359F-4AE3-9D82-6CDACD9279B2}" dt="2026-10-12T02:46:40.658" v="3252" actId="478"/>
          <ac:spMkLst>
            <pc:docMk/>
            <pc:sldMk cId="3285018883" sldId="445"/>
            <ac:spMk id="12" creationId="{D011D6E7-0CB2-71F0-FA3A-86AFFF21DCDF}"/>
          </ac:spMkLst>
        </pc:spChg>
        <pc:spChg chg="del">
          <ac:chgData name="KONSTANTINOU Anastasios" userId="cb27f8ab-2192-4b73-a92d-d5a7342ceb53" providerId="ADAL" clId="{5B3035DA-359F-4AE3-9D82-6CDACD9279B2}" dt="2026-10-12T02:46:38.051" v="3250" actId="478"/>
          <ac:spMkLst>
            <pc:docMk/>
            <pc:sldMk cId="3285018883" sldId="445"/>
            <ac:spMk id="14" creationId="{2A4739D4-165E-F34F-0B5F-607F7C428390}"/>
          </ac:spMkLst>
        </pc:spChg>
        <pc:spChg chg="del">
          <ac:chgData name="KONSTANTINOU Anastasios" userId="cb27f8ab-2192-4b73-a92d-d5a7342ceb53" providerId="ADAL" clId="{5B3035DA-359F-4AE3-9D82-6CDACD9279B2}" dt="2026-10-12T02:46:42.774" v="3254" actId="478"/>
          <ac:spMkLst>
            <pc:docMk/>
            <pc:sldMk cId="3285018883" sldId="445"/>
            <ac:spMk id="16" creationId="{924555C1-C8AC-9DB5-2530-4FC5300F5BF4}"/>
          </ac:spMkLst>
        </pc:spChg>
        <pc:spChg chg="del">
          <ac:chgData name="KONSTANTINOU Anastasios" userId="cb27f8ab-2192-4b73-a92d-d5a7342ceb53" providerId="ADAL" clId="{5B3035DA-359F-4AE3-9D82-6CDACD9279B2}" dt="2026-10-12T02:46:19.147" v="3245" actId="478"/>
          <ac:spMkLst>
            <pc:docMk/>
            <pc:sldMk cId="3285018883" sldId="445"/>
            <ac:spMk id="18" creationId="{E04237D5-CC49-3918-B045-FE5131DEB380}"/>
          </ac:spMkLst>
        </pc:spChg>
        <pc:spChg chg="del">
          <ac:chgData name="KONSTANTINOU Anastasios" userId="cb27f8ab-2192-4b73-a92d-d5a7342ceb53" providerId="ADAL" clId="{5B3035DA-359F-4AE3-9D82-6CDACD9279B2}" dt="2026-10-12T02:46:11.457" v="3244" actId="478"/>
          <ac:spMkLst>
            <pc:docMk/>
            <pc:sldMk cId="3285018883" sldId="445"/>
            <ac:spMk id="20" creationId="{5E817D5E-A603-5EB9-C141-5414DE78ACA0}"/>
          </ac:spMkLst>
        </pc:spChg>
        <pc:spChg chg="del mod">
          <ac:chgData name="KONSTANTINOU Anastasios" userId="cb27f8ab-2192-4b73-a92d-d5a7342ceb53" providerId="ADAL" clId="{5B3035DA-359F-4AE3-9D82-6CDACD9279B2}" dt="2026-10-12T02:46:41.513" v="3253" actId="478"/>
          <ac:spMkLst>
            <pc:docMk/>
            <pc:sldMk cId="3285018883" sldId="445"/>
            <ac:spMk id="22" creationId="{8A5FFB41-B5BE-FF37-2D90-7496C3E2B2B9}"/>
          </ac:spMkLst>
        </pc:spChg>
        <pc:spChg chg="del">
          <ac:chgData name="KONSTANTINOU Anastasios" userId="cb27f8ab-2192-4b73-a92d-d5a7342ceb53" providerId="ADAL" clId="{5B3035DA-359F-4AE3-9D82-6CDACD9279B2}" dt="2026-10-12T02:46:21.669" v="3247" actId="478"/>
          <ac:spMkLst>
            <pc:docMk/>
            <pc:sldMk cId="3285018883" sldId="445"/>
            <ac:spMk id="24" creationId="{05FA7CD4-ADF3-A67F-74E9-66C6C12B950C}"/>
          </ac:spMkLst>
        </pc:spChg>
        <pc:spChg chg="del">
          <ac:chgData name="KONSTANTINOU Anastasios" userId="cb27f8ab-2192-4b73-a92d-d5a7342ceb53" providerId="ADAL" clId="{5B3035DA-359F-4AE3-9D82-6CDACD9279B2}" dt="2026-10-12T02:46:02.217" v="3241" actId="478"/>
          <ac:spMkLst>
            <pc:docMk/>
            <pc:sldMk cId="3285018883" sldId="445"/>
            <ac:spMk id="26" creationId="{D213718D-E498-EB10-5882-90102913D36B}"/>
          </ac:spMkLst>
        </pc:spChg>
        <pc:spChg chg="del">
          <ac:chgData name="KONSTANTINOU Anastasios" userId="cb27f8ab-2192-4b73-a92d-d5a7342ceb53" providerId="ADAL" clId="{5B3035DA-359F-4AE3-9D82-6CDACD9279B2}" dt="2026-10-12T02:46:00.134" v="3240" actId="478"/>
          <ac:spMkLst>
            <pc:docMk/>
            <pc:sldMk cId="3285018883" sldId="445"/>
            <ac:spMk id="28" creationId="{55080D05-177E-9A2F-5534-AA4C4F23E8F0}"/>
          </ac:spMkLst>
        </pc:spChg>
        <pc:spChg chg="del">
          <ac:chgData name="KONSTANTINOU Anastasios" userId="cb27f8ab-2192-4b73-a92d-d5a7342ceb53" providerId="ADAL" clId="{5B3035DA-359F-4AE3-9D82-6CDACD9279B2}" dt="2026-10-12T02:46:25.741" v="3249" actId="478"/>
          <ac:spMkLst>
            <pc:docMk/>
            <pc:sldMk cId="3285018883" sldId="445"/>
            <ac:spMk id="32" creationId="{AD745C59-C8C9-EEEA-43E7-18F6AC41D66E}"/>
          </ac:spMkLst>
        </pc:spChg>
        <pc:spChg chg="del">
          <ac:chgData name="KONSTANTINOU Anastasios" userId="cb27f8ab-2192-4b73-a92d-d5a7342ceb53" providerId="ADAL" clId="{5B3035DA-359F-4AE3-9D82-6CDACD9279B2}" dt="2026-10-12T02:46:22.357" v="3248" actId="478"/>
          <ac:spMkLst>
            <pc:docMk/>
            <pc:sldMk cId="3285018883" sldId="445"/>
            <ac:spMk id="34" creationId="{9FD73441-3E09-7892-4DA2-FE20D2ED14E3}"/>
          </ac:spMkLst>
        </pc:spChg>
        <pc:spChg chg="del">
          <ac:chgData name="KONSTANTINOU Anastasios" userId="cb27f8ab-2192-4b73-a92d-d5a7342ceb53" providerId="ADAL" clId="{5B3035DA-359F-4AE3-9D82-6CDACD9279B2}" dt="2026-10-12T02:46:05.996" v="3242" actId="478"/>
          <ac:spMkLst>
            <pc:docMk/>
            <pc:sldMk cId="3285018883" sldId="445"/>
            <ac:spMk id="36" creationId="{A16C0190-FAEA-CD50-10E9-5D96AD16B6B7}"/>
          </ac:spMkLst>
        </pc:spChg>
        <pc:spChg chg="del">
          <ac:chgData name="KONSTANTINOU Anastasios" userId="cb27f8ab-2192-4b73-a92d-d5a7342ceb53" providerId="ADAL" clId="{5B3035DA-359F-4AE3-9D82-6CDACD9279B2}" dt="2026-10-12T02:46:20.847" v="3246" actId="478"/>
          <ac:spMkLst>
            <pc:docMk/>
            <pc:sldMk cId="3285018883" sldId="445"/>
            <ac:spMk id="38" creationId="{5A3142BE-D945-5441-2EBA-FB201CECC402}"/>
          </ac:spMkLst>
        </pc:spChg>
      </pc:sldChg>
      <pc:sldChg chg="add">
        <pc:chgData name="KONSTANTINOU Anastasios" userId="cb27f8ab-2192-4b73-a92d-d5a7342ceb53" providerId="ADAL" clId="{5B3035DA-359F-4AE3-9D82-6CDACD9279B2}" dt="2026-10-12T02:48:10.120" v="3257"/>
        <pc:sldMkLst>
          <pc:docMk/>
          <pc:sldMk cId="423308518" sldId="468"/>
        </pc:sldMkLst>
      </pc:sldChg>
      <pc:sldChg chg="add">
        <pc:chgData name="KONSTANTINOU Anastasios" userId="cb27f8ab-2192-4b73-a92d-d5a7342ceb53" providerId="ADAL" clId="{5B3035DA-359F-4AE3-9D82-6CDACD9279B2}" dt="2026-10-12T02:48:10.120" v="3257"/>
        <pc:sldMkLst>
          <pc:docMk/>
          <pc:sldMk cId="3994149264" sldId="469"/>
        </pc:sldMkLst>
      </pc:sldChg>
      <pc:sldChg chg="add">
        <pc:chgData name="KONSTANTINOU Anastasios" userId="cb27f8ab-2192-4b73-a92d-d5a7342ceb53" providerId="ADAL" clId="{5B3035DA-359F-4AE3-9D82-6CDACD9279B2}" dt="2026-10-12T02:48:10.120" v="3257"/>
        <pc:sldMkLst>
          <pc:docMk/>
          <pc:sldMk cId="1166060929" sldId="470"/>
        </pc:sldMkLst>
      </pc:sldChg>
      <pc:sldChg chg="add">
        <pc:chgData name="KONSTANTINOU Anastasios" userId="cb27f8ab-2192-4b73-a92d-d5a7342ceb53" providerId="ADAL" clId="{5B3035DA-359F-4AE3-9D82-6CDACD9279B2}" dt="2026-10-12T02:48:10.120" v="3257"/>
        <pc:sldMkLst>
          <pc:docMk/>
          <pc:sldMk cId="650452272" sldId="514"/>
        </pc:sldMkLst>
      </pc:sldChg>
      <pc:sldChg chg="add">
        <pc:chgData name="KONSTANTINOU Anastasios" userId="cb27f8ab-2192-4b73-a92d-d5a7342ceb53" providerId="ADAL" clId="{5B3035DA-359F-4AE3-9D82-6CDACD9279B2}" dt="2026-10-12T02:48:10.120" v="3257"/>
        <pc:sldMkLst>
          <pc:docMk/>
          <pc:sldMk cId="2945730242" sldId="515"/>
        </pc:sldMkLst>
      </pc:sldChg>
      <pc:sldChg chg="modSp add mod">
        <pc:chgData name="KONSTANTINOU Anastasios" userId="cb27f8ab-2192-4b73-a92d-d5a7342ceb53" providerId="ADAL" clId="{5B3035DA-359F-4AE3-9D82-6CDACD9279B2}" dt="2026-10-12T02:48:57.715" v="3269" actId="20577"/>
        <pc:sldMkLst>
          <pc:docMk/>
          <pc:sldMk cId="122862111" sldId="517"/>
        </pc:sldMkLst>
        <pc:spChg chg="mod">
          <ac:chgData name="KONSTANTINOU Anastasios" userId="cb27f8ab-2192-4b73-a92d-d5a7342ceb53" providerId="ADAL" clId="{5B3035DA-359F-4AE3-9D82-6CDACD9279B2}" dt="2026-10-12T02:48:57.715" v="3269" actId="20577"/>
          <ac:spMkLst>
            <pc:docMk/>
            <pc:sldMk cId="122862111" sldId="517"/>
            <ac:spMk id="9" creationId="{A6CB34B7-995D-9A71-72DF-5F03CD302848}"/>
          </ac:spMkLst>
        </pc:spChg>
      </pc:sldChg>
      <pc:sldChg chg="delSp modSp add mod">
        <pc:chgData name="KONSTANTINOU Anastasios" userId="cb27f8ab-2192-4b73-a92d-d5a7342ceb53" providerId="ADAL" clId="{5B3035DA-359F-4AE3-9D82-6CDACD9279B2}" dt="2026-10-12T02:51:47.985" v="3352" actId="478"/>
        <pc:sldMkLst>
          <pc:docMk/>
          <pc:sldMk cId="3779315461" sldId="518"/>
        </pc:sldMkLst>
        <pc:spChg chg="mod">
          <ac:chgData name="KONSTANTINOU Anastasios" userId="cb27f8ab-2192-4b73-a92d-d5a7342ceb53" providerId="ADAL" clId="{5B3035DA-359F-4AE3-9D82-6CDACD9279B2}" dt="2026-10-12T02:51:36.740" v="3347" actId="20577"/>
          <ac:spMkLst>
            <pc:docMk/>
            <pc:sldMk cId="3779315461" sldId="518"/>
            <ac:spMk id="6" creationId="{637A3C7D-8793-BAFC-C6B4-C8650CEF0696}"/>
          </ac:spMkLst>
        </pc:spChg>
        <pc:spChg chg="del">
          <ac:chgData name="KONSTANTINOU Anastasios" userId="cb27f8ab-2192-4b73-a92d-d5a7342ceb53" providerId="ADAL" clId="{5B3035DA-359F-4AE3-9D82-6CDACD9279B2}" dt="2026-10-12T02:51:39.946" v="3348" actId="478"/>
          <ac:spMkLst>
            <pc:docMk/>
            <pc:sldMk cId="3779315461" sldId="518"/>
            <ac:spMk id="7" creationId="{16393DD0-A72D-0D02-D9D2-97A7A23DFBBD}"/>
          </ac:spMkLst>
        </pc:spChg>
        <pc:spChg chg="del">
          <ac:chgData name="KONSTANTINOU Anastasios" userId="cb27f8ab-2192-4b73-a92d-d5a7342ceb53" providerId="ADAL" clId="{5B3035DA-359F-4AE3-9D82-6CDACD9279B2}" dt="2026-10-12T02:51:47.985" v="3352" actId="478"/>
          <ac:spMkLst>
            <pc:docMk/>
            <pc:sldMk cId="3779315461" sldId="518"/>
            <ac:spMk id="9" creationId="{E563A7A3-77B3-4BED-D175-194799B8C3F8}"/>
          </ac:spMkLst>
        </pc:spChg>
        <pc:spChg chg="del">
          <ac:chgData name="KONSTANTINOU Anastasios" userId="cb27f8ab-2192-4b73-a92d-d5a7342ceb53" providerId="ADAL" clId="{5B3035DA-359F-4AE3-9D82-6CDACD9279B2}" dt="2026-10-12T02:51:42.323" v="3350" actId="478"/>
          <ac:spMkLst>
            <pc:docMk/>
            <pc:sldMk cId="3779315461" sldId="518"/>
            <ac:spMk id="10" creationId="{1768A3DF-F2CE-C8C9-9A39-63382F8D686A}"/>
          </ac:spMkLst>
        </pc:spChg>
        <pc:spChg chg="del">
          <ac:chgData name="KONSTANTINOU Anastasios" userId="cb27f8ab-2192-4b73-a92d-d5a7342ceb53" providerId="ADAL" clId="{5B3035DA-359F-4AE3-9D82-6CDACD9279B2}" dt="2026-10-12T02:51:41.312" v="3349" actId="478"/>
          <ac:spMkLst>
            <pc:docMk/>
            <pc:sldMk cId="3779315461" sldId="518"/>
            <ac:spMk id="12" creationId="{436DE893-6B43-FF2F-3077-B0E63F1EE06A}"/>
          </ac:spMkLst>
        </pc:spChg>
        <pc:spChg chg="del">
          <ac:chgData name="KONSTANTINOU Anastasios" userId="cb27f8ab-2192-4b73-a92d-d5a7342ceb53" providerId="ADAL" clId="{5B3035DA-359F-4AE3-9D82-6CDACD9279B2}" dt="2026-10-12T02:51:43.680" v="3351" actId="478"/>
          <ac:spMkLst>
            <pc:docMk/>
            <pc:sldMk cId="3779315461" sldId="518"/>
            <ac:spMk id="14" creationId="{1D40F609-928E-AC42-3DCF-BDCD4D2C85AC}"/>
          </ac:spMkLst>
        </pc:spChg>
        <pc:spChg chg="del">
          <ac:chgData name="KONSTANTINOU Anastasios" userId="cb27f8ab-2192-4b73-a92d-d5a7342ceb53" providerId="ADAL" clId="{5B3035DA-359F-4AE3-9D82-6CDACD9279B2}" dt="2026-10-12T02:51:47.985" v="3352" actId="478"/>
          <ac:spMkLst>
            <pc:docMk/>
            <pc:sldMk cId="3779315461" sldId="518"/>
            <ac:spMk id="16" creationId="{F5AD3DD7-6AAA-274B-DC97-65D26347FC91}"/>
          </ac:spMkLst>
        </pc:spChg>
        <pc:spChg chg="del">
          <ac:chgData name="KONSTANTINOU Anastasios" userId="cb27f8ab-2192-4b73-a92d-d5a7342ceb53" providerId="ADAL" clId="{5B3035DA-359F-4AE3-9D82-6CDACD9279B2}" dt="2026-10-12T02:51:47.985" v="3352" actId="478"/>
          <ac:spMkLst>
            <pc:docMk/>
            <pc:sldMk cId="3779315461" sldId="518"/>
            <ac:spMk id="18" creationId="{2051F4C4-C4FF-9D2A-05AF-E550505482E6}"/>
          </ac:spMkLst>
        </pc:spChg>
        <pc:spChg chg="del">
          <ac:chgData name="KONSTANTINOU Anastasios" userId="cb27f8ab-2192-4b73-a92d-d5a7342ceb53" providerId="ADAL" clId="{5B3035DA-359F-4AE3-9D82-6CDACD9279B2}" dt="2026-10-12T02:51:47.985" v="3352" actId="478"/>
          <ac:spMkLst>
            <pc:docMk/>
            <pc:sldMk cId="3779315461" sldId="518"/>
            <ac:spMk id="20" creationId="{5BAC75E2-E01B-2A84-9693-1B267F2AF1AD}"/>
          </ac:spMkLst>
        </pc:spChg>
        <pc:spChg chg="del">
          <ac:chgData name="KONSTANTINOU Anastasios" userId="cb27f8ab-2192-4b73-a92d-d5a7342ceb53" providerId="ADAL" clId="{5B3035DA-359F-4AE3-9D82-6CDACD9279B2}" dt="2026-10-12T02:51:47.985" v="3352" actId="478"/>
          <ac:spMkLst>
            <pc:docMk/>
            <pc:sldMk cId="3779315461" sldId="518"/>
            <ac:spMk id="26" creationId="{A15BA983-62E0-625C-95E5-2DD891AA3C5F}"/>
          </ac:spMkLst>
        </pc:spChg>
        <pc:spChg chg="del">
          <ac:chgData name="KONSTANTINOU Anastasios" userId="cb27f8ab-2192-4b73-a92d-d5a7342ceb53" providerId="ADAL" clId="{5B3035DA-359F-4AE3-9D82-6CDACD9279B2}" dt="2026-10-12T02:51:47.985" v="3352" actId="478"/>
          <ac:spMkLst>
            <pc:docMk/>
            <pc:sldMk cId="3779315461" sldId="518"/>
            <ac:spMk id="28" creationId="{4185BA3C-4AD6-A06A-A6D1-334D84A10C01}"/>
          </ac:spMkLst>
        </pc:spChg>
        <pc:spChg chg="del">
          <ac:chgData name="KONSTANTINOU Anastasios" userId="cb27f8ab-2192-4b73-a92d-d5a7342ceb53" providerId="ADAL" clId="{5B3035DA-359F-4AE3-9D82-6CDACD9279B2}" dt="2026-10-12T02:51:47.985" v="3352" actId="478"/>
          <ac:spMkLst>
            <pc:docMk/>
            <pc:sldMk cId="3779315461" sldId="518"/>
            <ac:spMk id="32" creationId="{7E71CE17-451D-42A0-DE52-F5346586A670}"/>
          </ac:spMkLst>
        </pc:spChg>
        <pc:spChg chg="del">
          <ac:chgData name="KONSTANTINOU Anastasios" userId="cb27f8ab-2192-4b73-a92d-d5a7342ceb53" providerId="ADAL" clId="{5B3035DA-359F-4AE3-9D82-6CDACD9279B2}" dt="2026-10-12T02:51:47.985" v="3352" actId="478"/>
          <ac:spMkLst>
            <pc:docMk/>
            <pc:sldMk cId="3779315461" sldId="518"/>
            <ac:spMk id="34" creationId="{FCCE825B-EF14-46F3-9E41-D4445BFF5F25}"/>
          </ac:spMkLst>
        </pc:spChg>
        <pc:spChg chg="del">
          <ac:chgData name="KONSTANTINOU Anastasios" userId="cb27f8ab-2192-4b73-a92d-d5a7342ceb53" providerId="ADAL" clId="{5B3035DA-359F-4AE3-9D82-6CDACD9279B2}" dt="2026-10-12T02:51:47.985" v="3352" actId="478"/>
          <ac:spMkLst>
            <pc:docMk/>
            <pc:sldMk cId="3779315461" sldId="518"/>
            <ac:spMk id="36" creationId="{14DE0E9D-FE26-1EEA-97DA-6D026B7A82F3}"/>
          </ac:spMkLst>
        </pc:spChg>
        <pc:spChg chg="del">
          <ac:chgData name="KONSTANTINOU Anastasios" userId="cb27f8ab-2192-4b73-a92d-d5a7342ceb53" providerId="ADAL" clId="{5B3035DA-359F-4AE3-9D82-6CDACD9279B2}" dt="2026-10-12T02:51:47.985" v="3352" actId="478"/>
          <ac:spMkLst>
            <pc:docMk/>
            <pc:sldMk cId="3779315461" sldId="518"/>
            <ac:spMk id="38" creationId="{79A55574-8BA0-9643-50E0-A61191067136}"/>
          </ac:spMkLst>
        </pc:spChg>
      </pc:sldChg>
      <pc:sldChg chg="add">
        <pc:chgData name="KONSTANTINOU Anastasios" userId="cb27f8ab-2192-4b73-a92d-d5a7342ceb53" providerId="ADAL" clId="{5B3035DA-359F-4AE3-9D82-6CDACD9279B2}" dt="2026-10-12T02:52:40.290" v="3353"/>
        <pc:sldMkLst>
          <pc:docMk/>
          <pc:sldMk cId="1817021396" sldId="519"/>
        </pc:sldMkLst>
      </pc:sldChg>
      <pc:sldChg chg="add">
        <pc:chgData name="KONSTANTINOU Anastasios" userId="cb27f8ab-2192-4b73-a92d-d5a7342ceb53" providerId="ADAL" clId="{5B3035DA-359F-4AE3-9D82-6CDACD9279B2}" dt="2026-10-12T02:52:42.687" v="3354"/>
        <pc:sldMkLst>
          <pc:docMk/>
          <pc:sldMk cId="2675142864" sldId="520"/>
        </pc:sldMkLst>
      </pc:sldChg>
      <pc:sldChg chg="add del">
        <pc:chgData name="KONSTANTINOU Anastasios" userId="cb27f8ab-2192-4b73-a92d-d5a7342ceb53" providerId="ADAL" clId="{5B3035DA-359F-4AE3-9D82-6CDACD9279B2}" dt="2026-10-12T02:58:22.277" v="3367" actId="2696"/>
        <pc:sldMkLst>
          <pc:docMk/>
          <pc:sldMk cId="815622753" sldId="521"/>
        </pc:sldMkLst>
      </pc:sldChg>
      <pc:sldChg chg="addSp delSp modSp add mod">
        <pc:chgData name="KONSTANTINOU Anastasios" userId="cb27f8ab-2192-4b73-a92d-d5a7342ceb53" providerId="ADAL" clId="{5B3035DA-359F-4AE3-9D82-6CDACD9279B2}" dt="2026-10-12T03:02:12.147" v="3453"/>
        <pc:sldMkLst>
          <pc:docMk/>
          <pc:sldMk cId="1278917405" sldId="521"/>
        </pc:sldMkLst>
        <pc:spChg chg="add del">
          <ac:chgData name="KONSTANTINOU Anastasios" userId="cb27f8ab-2192-4b73-a92d-d5a7342ceb53" providerId="ADAL" clId="{5B3035DA-359F-4AE3-9D82-6CDACD9279B2}" dt="2026-10-12T03:02:09.666" v="3452" actId="22"/>
          <ac:spMkLst>
            <pc:docMk/>
            <pc:sldMk cId="1278917405" sldId="521"/>
            <ac:spMk id="5" creationId="{E3F67EDD-EDBF-3895-4FA2-36B85FCA5472}"/>
          </ac:spMkLst>
        </pc:spChg>
        <pc:spChg chg="mod">
          <ac:chgData name="KONSTANTINOU Anastasios" userId="cb27f8ab-2192-4b73-a92d-d5a7342ceb53" providerId="ADAL" clId="{5B3035DA-359F-4AE3-9D82-6CDACD9279B2}" dt="2026-10-12T03:01:44.329" v="3450" actId="122"/>
          <ac:spMkLst>
            <pc:docMk/>
            <pc:sldMk cId="1278917405" sldId="521"/>
            <ac:spMk id="12" creationId="{EE6507D1-C495-8D09-4687-B7B96EA016E0}"/>
          </ac:spMkLst>
        </pc:spChg>
        <pc:spChg chg="mod">
          <ac:chgData name="KONSTANTINOU Anastasios" userId="cb27f8ab-2192-4b73-a92d-d5a7342ceb53" providerId="ADAL" clId="{5B3035DA-359F-4AE3-9D82-6CDACD9279B2}" dt="2026-10-12T03:01:17.883" v="3436" actId="20577"/>
          <ac:spMkLst>
            <pc:docMk/>
            <pc:sldMk cId="1278917405" sldId="521"/>
            <ac:spMk id="14" creationId="{6D098B97-515A-998E-9FF8-69BB739FCE4E}"/>
          </ac:spMkLst>
        </pc:spChg>
        <pc:spChg chg="mod">
          <ac:chgData name="KONSTANTINOU Anastasios" userId="cb27f8ab-2192-4b73-a92d-d5a7342ceb53" providerId="ADAL" clId="{5B3035DA-359F-4AE3-9D82-6CDACD9279B2}" dt="2026-10-12T03:02:12.147" v="3453"/>
          <ac:spMkLst>
            <pc:docMk/>
            <pc:sldMk cId="1278917405" sldId="521"/>
            <ac:spMk id="20" creationId="{C307A832-038A-59FD-37FA-6514F6FA756C}"/>
          </ac:spMkLst>
        </pc:spChg>
        <pc:spChg chg="mod">
          <ac:chgData name="KONSTANTINOU Anastasios" userId="cb27f8ab-2192-4b73-a92d-d5a7342ceb53" providerId="ADAL" clId="{5B3035DA-359F-4AE3-9D82-6CDACD9279B2}" dt="2026-10-12T03:00:59.101" v="3430" actId="20577"/>
          <ac:spMkLst>
            <pc:docMk/>
            <pc:sldMk cId="1278917405" sldId="521"/>
            <ac:spMk id="24" creationId="{752D94BC-155D-A7F8-E47E-217561B2F01F}"/>
          </ac:spMkLst>
        </pc:spChg>
        <pc:spChg chg="mod">
          <ac:chgData name="KONSTANTINOU Anastasios" userId="cb27f8ab-2192-4b73-a92d-d5a7342ceb53" providerId="ADAL" clId="{5B3035DA-359F-4AE3-9D82-6CDACD9279B2}" dt="2026-10-12T03:01:00.360" v="3431" actId="20577"/>
          <ac:spMkLst>
            <pc:docMk/>
            <pc:sldMk cId="1278917405" sldId="521"/>
            <ac:spMk id="28" creationId="{8D539109-9730-40DE-A01E-062EB5172ACE}"/>
          </ac:spMkLst>
        </pc:spChg>
        <pc:spChg chg="mod">
          <ac:chgData name="KONSTANTINOU Anastasios" userId="cb27f8ab-2192-4b73-a92d-d5a7342ceb53" providerId="ADAL" clId="{5B3035DA-359F-4AE3-9D82-6CDACD9279B2}" dt="2026-10-12T03:01:01.341" v="3432" actId="20577"/>
          <ac:spMkLst>
            <pc:docMk/>
            <pc:sldMk cId="1278917405" sldId="521"/>
            <ac:spMk id="32" creationId="{28C5F59B-9F1A-A85E-B805-C13171894D64}"/>
          </ac:spMkLst>
        </pc:spChg>
        <pc:spChg chg="mod">
          <ac:chgData name="KONSTANTINOU Anastasios" userId="cb27f8ab-2192-4b73-a92d-d5a7342ceb53" providerId="ADAL" clId="{5B3035DA-359F-4AE3-9D82-6CDACD9279B2}" dt="2026-10-12T03:01:02.585" v="3433" actId="20577"/>
          <ac:spMkLst>
            <pc:docMk/>
            <pc:sldMk cId="1278917405" sldId="521"/>
            <ac:spMk id="36" creationId="{915DCD2C-42BE-BA99-B461-9559DF22BBF0}"/>
          </ac:spMkLst>
        </pc:spChg>
        <pc:spChg chg="mod">
          <ac:chgData name="KONSTANTINOU Anastasios" userId="cb27f8ab-2192-4b73-a92d-d5a7342ceb53" providerId="ADAL" clId="{5B3035DA-359F-4AE3-9D82-6CDACD9279B2}" dt="2026-10-12T03:00:58.295" v="3429" actId="20577"/>
          <ac:spMkLst>
            <pc:docMk/>
            <pc:sldMk cId="1278917405" sldId="521"/>
            <ac:spMk id="38" creationId="{40DDEF1C-C2BC-65D8-6F2B-DADBB91C29B6}"/>
          </ac:spMkLst>
        </pc:spChg>
        <pc:spChg chg="mod">
          <ac:chgData name="KONSTANTINOU Anastasios" userId="cb27f8ab-2192-4b73-a92d-d5a7342ceb53" providerId="ADAL" clId="{5B3035DA-359F-4AE3-9D82-6CDACD9279B2}" dt="2026-10-12T03:01:03.792" v="3434" actId="20577"/>
          <ac:spMkLst>
            <pc:docMk/>
            <pc:sldMk cId="1278917405" sldId="521"/>
            <ac:spMk id="40" creationId="{903077FD-7ACE-D322-5B89-160D08A58BFB}"/>
          </ac:spMkLst>
        </pc:spChg>
      </pc:sldChg>
    </pc:docChg>
  </pc:docChgLst>
  <pc:docChgLst>
    <pc:chgData name="MARSAL Laurent" userId="S::lmarsal_systra.com#ext#@groupidone.onmicrosoft.com::a15d05e0-cfca-4cde-84aa-bcfe9def1ffb" providerId="AD" clId="Web-{00000000-0000-0000-0000-000000000000}"/>
    <pc:docChg chg="addSld modSld">
      <pc:chgData name="MARSAL Laurent" userId="S::lmarsal_systra.com#ext#@groupidone.onmicrosoft.com::a15d05e0-cfca-4cde-84aa-bcfe9def1ffb" providerId="AD" clId="Web-{00000000-0000-0000-0000-000000000000}" dt="2026-10-12T05:36:16.788" v="89" actId="20577"/>
      <pc:docMkLst>
        <pc:docMk/>
      </pc:docMkLst>
      <pc:sldChg chg="addSp modSp">
        <pc:chgData name="MARSAL Laurent" userId="S::lmarsal_systra.com#ext#@groupidone.onmicrosoft.com::a15d05e0-cfca-4cde-84aa-bcfe9def1ffb" providerId="AD" clId="Web-{00000000-0000-0000-0000-000000000000}" dt="2026-10-12T03:03:18.744" v="50" actId="14100"/>
        <pc:sldMkLst>
          <pc:docMk/>
          <pc:sldMk cId="3779315461" sldId="518"/>
        </pc:sldMkLst>
        <pc:spChg chg="mod">
          <ac:chgData name="MARSAL Laurent" userId="S::lmarsal_systra.com#ext#@groupidone.onmicrosoft.com::a15d05e0-cfca-4cde-84aa-bcfe9def1ffb" providerId="AD" clId="Web-{00000000-0000-0000-0000-000000000000}" dt="2026-10-12T02:56:50.936" v="19" actId="20577"/>
          <ac:spMkLst>
            <pc:docMk/>
            <pc:sldMk cId="3779315461" sldId="518"/>
            <ac:spMk id="6" creationId="{637A3C7D-8793-BAFC-C6B4-C8650CEF0696}"/>
          </ac:spMkLst>
        </pc:spChg>
        <pc:picChg chg="add mod">
          <ac:chgData name="MARSAL Laurent" userId="S::lmarsal_systra.com#ext#@groupidone.onmicrosoft.com::a15d05e0-cfca-4cde-84aa-bcfe9def1ffb" providerId="AD" clId="Web-{00000000-0000-0000-0000-000000000000}" dt="2026-10-12T03:03:18.744" v="50" actId="14100"/>
          <ac:picMkLst>
            <pc:docMk/>
            <pc:sldMk cId="3779315461" sldId="518"/>
            <ac:picMk id="4" creationId="{5AA71367-B844-327E-88EA-C21A016063E1}"/>
          </ac:picMkLst>
        </pc:picChg>
      </pc:sldChg>
      <pc:sldChg chg="addSp modSp">
        <pc:chgData name="MARSAL Laurent" userId="S::lmarsal_systra.com#ext#@groupidone.onmicrosoft.com::a15d05e0-cfca-4cde-84aa-bcfe9def1ffb" providerId="AD" clId="Web-{00000000-0000-0000-0000-000000000000}" dt="2026-10-12T02:59:42.066" v="49" actId="14100"/>
        <pc:sldMkLst>
          <pc:docMk/>
          <pc:sldMk cId="1817021396" sldId="519"/>
        </pc:sldMkLst>
        <pc:spChg chg="mod">
          <ac:chgData name="MARSAL Laurent" userId="S::lmarsal_systra.com#ext#@groupidone.onmicrosoft.com::a15d05e0-cfca-4cde-84aa-bcfe9def1ffb" providerId="AD" clId="Web-{00000000-0000-0000-0000-000000000000}" dt="2026-10-12T02:59:38.784" v="47" actId="20577"/>
          <ac:spMkLst>
            <pc:docMk/>
            <pc:sldMk cId="1817021396" sldId="519"/>
            <ac:spMk id="6" creationId="{6877841F-CA95-657B-E103-C6A5327F9528}"/>
          </ac:spMkLst>
        </pc:spChg>
        <pc:picChg chg="add mod">
          <ac:chgData name="MARSAL Laurent" userId="S::lmarsal_systra.com#ext#@groupidone.onmicrosoft.com::a15d05e0-cfca-4cde-84aa-bcfe9def1ffb" providerId="AD" clId="Web-{00000000-0000-0000-0000-000000000000}" dt="2026-10-12T02:59:42.066" v="49" actId="14100"/>
          <ac:picMkLst>
            <pc:docMk/>
            <pc:sldMk cId="1817021396" sldId="519"/>
            <ac:picMk id="3" creationId="{F6E0326B-299A-2E78-FE5F-665D5106DD9F}"/>
          </ac:picMkLst>
        </pc:picChg>
      </pc:sldChg>
      <pc:sldChg chg="addSp delSp modSp">
        <pc:chgData name="MARSAL Laurent" userId="S::lmarsal_systra.com#ext#@groupidone.onmicrosoft.com::a15d05e0-cfca-4cde-84aa-bcfe9def1ffb" providerId="AD" clId="Web-{00000000-0000-0000-0000-000000000000}" dt="2026-10-12T05:36:16.788" v="89" actId="20577"/>
        <pc:sldMkLst>
          <pc:docMk/>
          <pc:sldMk cId="2675142864" sldId="520"/>
        </pc:sldMkLst>
        <pc:spChg chg="mod">
          <ac:chgData name="MARSAL Laurent" userId="S::lmarsal_systra.com#ext#@groupidone.onmicrosoft.com::a15d05e0-cfca-4cde-84aa-bcfe9def1ffb" providerId="AD" clId="Web-{00000000-0000-0000-0000-000000000000}" dt="2026-10-12T05:36:16.788" v="89" actId="20577"/>
          <ac:spMkLst>
            <pc:docMk/>
            <pc:sldMk cId="2675142864" sldId="520"/>
            <ac:spMk id="6" creationId="{07BD31CD-AD45-6E74-9AB3-F9CBFFF456C2}"/>
          </ac:spMkLst>
        </pc:spChg>
        <pc:picChg chg="add del mod">
          <ac:chgData name="MARSAL Laurent" userId="S::lmarsal_systra.com#ext#@groupidone.onmicrosoft.com::a15d05e0-cfca-4cde-84aa-bcfe9def1ffb" providerId="AD" clId="Web-{00000000-0000-0000-0000-000000000000}" dt="2026-10-12T05:33:49.986" v="76"/>
          <ac:picMkLst>
            <pc:docMk/>
            <pc:sldMk cId="2675142864" sldId="520"/>
            <ac:picMk id="3" creationId="{558D5463-0161-18BE-4117-2ED31005BFC0}"/>
          </ac:picMkLst>
        </pc:picChg>
        <pc:picChg chg="add del mod">
          <ac:chgData name="MARSAL Laurent" userId="S::lmarsal_systra.com#ext#@groupidone.onmicrosoft.com::a15d05e0-cfca-4cde-84aa-bcfe9def1ffb" providerId="AD" clId="Web-{00000000-0000-0000-0000-000000000000}" dt="2026-10-12T05:35:14.005" v="80"/>
          <ac:picMkLst>
            <pc:docMk/>
            <pc:sldMk cId="2675142864" sldId="520"/>
            <ac:picMk id="4" creationId="{730A9923-747D-97C7-93F6-6084A4CA010C}"/>
          </ac:picMkLst>
        </pc:picChg>
        <pc:picChg chg="add mod">
          <ac:chgData name="MARSAL Laurent" userId="S::lmarsal_systra.com#ext#@groupidone.onmicrosoft.com::a15d05e0-cfca-4cde-84aa-bcfe9def1ffb" providerId="AD" clId="Web-{00000000-0000-0000-0000-000000000000}" dt="2026-10-12T05:35:25.864" v="83" actId="1076"/>
          <ac:picMkLst>
            <pc:docMk/>
            <pc:sldMk cId="2675142864" sldId="520"/>
            <ac:picMk id="5" creationId="{F156E8FB-F251-C42D-2AB8-6CE548390FF7}"/>
          </ac:picMkLst>
        </pc:picChg>
      </pc:sldChg>
      <pc:sldChg chg="add replId">
        <pc:chgData name="MARSAL Laurent" userId="S::lmarsal_systra.com#ext#@groupidone.onmicrosoft.com::a15d05e0-cfca-4cde-84aa-bcfe9def1ffb" providerId="AD" clId="Web-{00000000-0000-0000-0000-000000000000}" dt="2026-10-12T05:33:36.657" v="75"/>
        <pc:sldMkLst>
          <pc:docMk/>
          <pc:sldMk cId="388094643" sldId="523"/>
        </pc:sldMkLst>
      </pc:sldChg>
    </pc:docChg>
  </pc:docChgLst>
  <pc:docChgLst>
    <pc:chgData name="Scott Connor" userId="S::scott.connor@groupid.one::08a6758f-b27d-4609-8458-9e655f28ab74" providerId="AD" clId="Web-{00000000-0000-0000-0000-000000000000}"/>
    <pc:docChg chg="modSld sldOrd">
      <pc:chgData name="Scott Connor" userId="S::scott.connor@groupid.one::08a6758f-b27d-4609-8458-9e655f28ab74" providerId="AD" clId="Web-{00000000-0000-0000-0000-000000000000}" dt="2026-10-05T21:29:07.296" v="6"/>
      <pc:docMkLst>
        <pc:docMk/>
      </pc:docMkLst>
      <pc:sldChg chg="ord">
        <pc:chgData name="Scott Connor" userId="S::scott.connor@groupid.one::08a6758f-b27d-4609-8458-9e655f28ab74" providerId="AD" clId="Web-{00000000-0000-0000-0000-000000000000}" dt="2026-10-05T21:29:07.296" v="6"/>
        <pc:sldMkLst>
          <pc:docMk/>
          <pc:sldMk cId="1935756866" sldId="430"/>
        </pc:sldMkLst>
      </pc:sldChg>
      <pc:sldChg chg="modSp">
        <pc:chgData name="Scott Connor" userId="S::scott.connor@groupid.one::08a6758f-b27d-4609-8458-9e655f28ab74" providerId="AD" clId="Web-{00000000-0000-0000-0000-000000000000}" dt="2026-10-05T21:28:39.671" v="5" actId="20577"/>
        <pc:sldMkLst>
          <pc:docMk/>
          <pc:sldMk cId="2658393319" sldId="444"/>
        </pc:sldMkLst>
        <pc:spChg chg="mod">
          <ac:chgData name="Scott Connor" userId="S::scott.connor@groupid.one::08a6758f-b27d-4609-8458-9e655f28ab74" providerId="AD" clId="Web-{00000000-0000-0000-0000-000000000000}" dt="2026-10-05T21:28:39.671" v="5" actId="20577"/>
          <ac:spMkLst>
            <pc:docMk/>
            <pc:sldMk cId="2658393319" sldId="444"/>
            <ac:spMk id="4" creationId="{30CF4328-22CB-3DDA-431A-807B6EC5368C}"/>
          </ac:spMkLst>
        </pc:spChg>
      </pc:sldChg>
    </pc:docChg>
  </pc:docChgLst>
  <pc:docChgLst>
    <pc:chgData name="Peter Reinke" userId="S::peter.reinke_hbi.ch#ext#@groupidone.onmicrosoft.com::8ab2e170-5861-4095-a6a0-14d3f1447271" providerId="AD" clId="Web-{93FAC33A-25D5-3503-F788-E76D5A79971D}"/>
    <pc:docChg chg="modSld">
      <pc:chgData name="Peter Reinke" userId="S::peter.reinke_hbi.ch#ext#@groupidone.onmicrosoft.com::8ab2e170-5861-4095-a6a0-14d3f1447271" providerId="AD" clId="Web-{93FAC33A-25D5-3503-F788-E76D5A79971D}" dt="2026-09-30T12:05:13.696" v="7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0F5FA-363C-4792-ADC1-D60A54E95A90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AB175-D602-442B-A00B-6340B8AB9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2281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[Team to confirm presenters and attendees.]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HSRA for convening the second Power and Grid Connection workshop.</a:t>
            </a:r>
          </a:p>
          <a:p>
            <a:r>
              <a:t>[Internal: confirm who opens for GoFar and the two or three points to frame our position. Keep facilitation tactics and any fallback positions here, not on screen.]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HSRA pack contains two agendas. The page 2 agenda lists four topics: Workshop 1 actions review, substation locations, renewable energy and high voltage power. The page 4 agenda lists the eight decision areas shown here, and the topic slides follow those eight areas across Session 1 and Session 2. This deck follows the eight areas and adds a Workshop 1 actions review up front so nothing on the page 2 agenda is lost.</a:t>
            </a:r>
          </a:p>
          <a:p>
            <a:r>
              <a:t>[Team to confirm the running order with HSRA before the workshop.]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item appears on the page 2 agenda only.</a:t>
            </a:r>
          </a:p>
          <a:p>
            <a:r>
              <a:t>[Team to populate from the Workshop 1 action log and confirm status with owners beforehand.]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labels and routes are taken from the HSRA agenda (page 6). The HSRA slide was not copied as an image because it carries a personal watermark.</a:t>
            </a:r>
          </a:p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pages 4 and 9 treat grid capacity and ATS requirements together (items 4 and 5). They are split here to match the eight decision areas.</a:t>
            </a:r>
          </a:p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 for the team to complete: who presents, key points, questions to expect and any fallback position.]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page 11 lists the required meeting outputs: confirmed assumptions and connection options; agreed utility inputs and outstanding information; named action owners and target dates.</a:t>
            </a:r>
          </a:p>
          <a:p>
            <a:r>
              <a:t>[Team to capture agreements live during the workshop.]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svg"/><Relationship Id="rId6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Relationship Id="rId3" Type="http://schemas.openxmlformats.org/officeDocument/2006/relationships/image" Target="../media/image14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svg"/><Relationship Id="rId3" Type="http://schemas.openxmlformats.org/officeDocument/2006/relationships/image" Target="../media/image1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svg"/><Relationship Id="rId3" Type="http://schemas.openxmlformats.org/officeDocument/2006/relationships/image" Target="../media/image1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ou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CE92-BF16-FA9C-C015-5D795A859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927758"/>
            <a:ext cx="11160000" cy="99899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C765C-F103-FEBD-811E-DD2CC14B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000" y="4989908"/>
            <a:ext cx="11160000" cy="9989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1B774-9446-DAB8-D072-28FB5185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42150"/>
            <a:ext cx="4114800" cy="365125"/>
          </a:xfrm>
        </p:spPr>
        <p:txBody>
          <a:bodyPr/>
          <a:lstStyle/>
          <a:p>
            <a:endParaRPr lang="en-AU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C73D05-C431-CF36-0872-CC4787984A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4" b="13168"/>
          <a:stretch>
            <a:fillRect/>
          </a:stretch>
        </p:blipFill>
        <p:spPr>
          <a:xfrm>
            <a:off x="0" y="1"/>
            <a:ext cx="12234873" cy="36195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3A061-B62A-E3C9-3E77-C9633B32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6000" y="7042150"/>
            <a:ext cx="2743200" cy="365125"/>
          </a:xfrm>
        </p:spPr>
        <p:txBody>
          <a:bodyPr/>
          <a:lstStyle/>
          <a:p>
            <a:fld id="{FF820161-A2C5-4C96-A1B2-E567514CBD3B}" type="datetime1">
              <a:rPr lang="en-AU" smtClean="0"/>
              <a:t>19/10/2026</a:t>
            </a:fld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46EE17-6621-BA09-C0B6-8B5DD2C9B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988898"/>
            <a:ext cx="2743200" cy="298121"/>
          </a:xfrm>
          <a:prstGeom prst="rect">
            <a:avLst/>
          </a:prstGeom>
        </p:spPr>
        <p:txBody>
          <a:bodyPr lIns="0" tIns="0" rIns="0" bIns="0" anchor="b"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AU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41825B25-D5B3-8D3A-A423-B34F854F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71888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3B3CB35-66E1-8886-E6B3-A713744BEE75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DD086C5-7C39-10B5-700A-B0ED59380DEB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C3953742-E826-5C8D-27E3-26DD256E02C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6C126073-7F6A-1DF8-815A-77F68DDEB0B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B1287BDE-E676-E2E2-439E-1111B6B0F2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46ED4E-1041-0FD3-05C6-29A40812CF47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7E9F56-861C-139E-8E51-10AB25580497}"/>
              </a:ext>
            </a:extLst>
          </p:cNvPr>
          <p:cNvGrpSpPr/>
          <p:nvPr userDrawn="1"/>
        </p:nvGrpSpPr>
        <p:grpSpPr>
          <a:xfrm>
            <a:off x="12317984" y="707020"/>
            <a:ext cx="1168399" cy="5688000"/>
            <a:chOff x="12317984" y="964884"/>
            <a:chExt cx="1168399" cy="521208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E3F50EB-A6DE-944F-1AF9-B82404973E5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CECAE47-F87A-07E0-8B90-7A2B21F38BC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0B3AF5C-5D9F-957F-D212-F3A48E4E78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A690A98-29CB-64D5-401D-F2ECD935A744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15.8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4549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CE92-BF16-FA9C-C015-5D795A859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6000" y="4741908"/>
            <a:ext cx="7560000" cy="1224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C765C-F103-FEBD-811E-DD2CC14B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6000" y="3927757"/>
            <a:ext cx="7560000" cy="72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1B774-9446-DAB8-D072-28FB5185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42150"/>
            <a:ext cx="4114800" cy="365125"/>
          </a:xfrm>
        </p:spPr>
        <p:txBody>
          <a:bodyPr/>
          <a:lstStyle/>
          <a:p>
            <a:endParaRPr lang="en-AU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C73D05-C431-CF36-0872-CC4787984A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4" b="13168"/>
          <a:stretch>
            <a:fillRect/>
          </a:stretch>
        </p:blipFill>
        <p:spPr>
          <a:xfrm>
            <a:off x="0" y="1"/>
            <a:ext cx="12234873" cy="36195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3A061-B62A-E3C9-3E77-C9633B32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6000" y="7042150"/>
            <a:ext cx="2743200" cy="365125"/>
          </a:xfrm>
        </p:spPr>
        <p:txBody>
          <a:bodyPr/>
          <a:lstStyle/>
          <a:p>
            <a:fld id="{FF820161-A2C5-4C96-A1B2-E567514CBD3B}" type="datetime1">
              <a:rPr lang="en-AU" smtClean="0"/>
              <a:t>19/10/2026</a:t>
            </a:fld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46EE17-6621-BA09-C0B6-8B5DD2C9B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16000" y="6096899"/>
            <a:ext cx="2743200" cy="298121"/>
          </a:xfrm>
          <a:prstGeom prst="rect">
            <a:avLst/>
          </a:prstGeom>
        </p:spPr>
        <p:txBody>
          <a:bodyPr lIns="0" tIns="0" rIns="0" bIns="0" anchor="b"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AU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41825B25-D5B3-8D3A-A423-B34F854F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71888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3B3CB35-66E1-8886-E6B3-A713744BEE75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DD086C5-7C39-10B5-700A-B0ED59380DEB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C3953742-E826-5C8D-27E3-26DD256E02C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6C126073-7F6A-1DF8-815A-77F68DDEB0B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B1287BDE-E676-E2E2-439E-1111B6B0F2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46ED4E-1041-0FD3-05C6-29A40812CF47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7E9F56-861C-139E-8E51-10AB25580497}"/>
              </a:ext>
            </a:extLst>
          </p:cNvPr>
          <p:cNvGrpSpPr/>
          <p:nvPr userDrawn="1"/>
        </p:nvGrpSpPr>
        <p:grpSpPr>
          <a:xfrm>
            <a:off x="12317984" y="707020"/>
            <a:ext cx="1168399" cy="5688000"/>
            <a:chOff x="12317984" y="964884"/>
            <a:chExt cx="1168399" cy="521208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E3F50EB-A6DE-944F-1AF9-B82404973E5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CECAE47-F87A-07E0-8B90-7A2B21F38BC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0B3AF5C-5D9F-957F-D212-F3A48E4E78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A690A98-29CB-64D5-401D-F2ECD935A744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15.8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D25CDC-DCEE-44E7-1937-608F1ECC5194}"/>
              </a:ext>
            </a:extLst>
          </p:cNvPr>
          <p:cNvCxnSpPr>
            <a:cxnSpLocks/>
          </p:cNvCxnSpPr>
          <p:nvPr userDrawn="1"/>
        </p:nvCxnSpPr>
        <p:spPr>
          <a:xfrm>
            <a:off x="4001550" y="3927757"/>
            <a:ext cx="0" cy="24672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>
            <a:extLst>
              <a:ext uri="{FF2B5EF4-FFF2-40B4-BE49-F238E27FC236}">
                <a16:creationId xmlns:a16="http://schemas.microsoft.com/office/drawing/2014/main" id="{F2D63099-C70E-DE53-D7B7-F81C2E8F5A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00" y="4614614"/>
            <a:ext cx="2952000" cy="109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1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5576CB-DE19-C842-74DC-E79E16D2B8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34873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1380E83-67C6-6858-2586-ABA022C0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8CE92-BF16-FA9C-C015-5D795A859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2430009"/>
            <a:ext cx="11160000" cy="998991"/>
          </a:xfrm>
          <a:prstGeom prst="rect">
            <a:avLst/>
          </a:prstGeom>
          <a:effectLst>
            <a:outerShdw blurRad="25400" dist="38100" dir="2700000" algn="tl" rotWithShape="0">
              <a:prstClr val="black">
                <a:alpha val="20000"/>
              </a:prstClr>
            </a:outerShdw>
          </a:effectLst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C765C-F103-FEBD-811E-DD2CC14B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000" y="1114594"/>
            <a:ext cx="11160000" cy="9989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1B774-9446-DAB8-D072-28FB5185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42150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3A061-B62A-E3C9-3E77-C9633B32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6000" y="7042150"/>
            <a:ext cx="2743200" cy="365125"/>
          </a:xfrm>
        </p:spPr>
        <p:txBody>
          <a:bodyPr/>
          <a:lstStyle/>
          <a:p>
            <a:fld id="{FF820161-A2C5-4C96-A1B2-E567514CBD3B}" type="datetime1">
              <a:rPr lang="en-AU" smtClean="0"/>
              <a:t>19/10/2026</a:t>
            </a:fld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46EE17-6621-BA09-C0B6-8B5DD2C9B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6096899"/>
            <a:ext cx="2743200" cy="298121"/>
          </a:xfrm>
          <a:prstGeom prst="rect">
            <a:avLst/>
          </a:prstGeom>
        </p:spPr>
        <p:txBody>
          <a:bodyPr lIns="0" tIns="0" rIns="0" bIns="0" anchor="b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AU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41825B25-D5B3-8D3A-A423-B34F854F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71888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1B56C0-7F7F-319C-EABC-F8CE6C90D1A6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04B3663-26AA-F83A-3A11-74A7BF44AE8C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C9CAD2B-7A16-E0E3-0480-ED97533374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5B7CBAA-FEA4-9350-33B9-BBEDE53912F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AF26BE-1C28-404D-EA0B-CF333C8C7E0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F6A2D9-31B9-B9C4-A2BC-B6A593A0B646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6A70CB-D354-5DB1-C7E3-B71628397719}"/>
              </a:ext>
            </a:extLst>
          </p:cNvPr>
          <p:cNvGrpSpPr/>
          <p:nvPr userDrawn="1"/>
        </p:nvGrpSpPr>
        <p:grpSpPr>
          <a:xfrm>
            <a:off x="12317984" y="707020"/>
            <a:ext cx="1168399" cy="5688000"/>
            <a:chOff x="12317984" y="964884"/>
            <a:chExt cx="1168399" cy="521208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B521CD5-9D2A-ABAE-DA59-E129BC70C90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C59ED40-B271-A918-E781-CCA52F44F4D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61E504-2509-565F-7101-EAA0F075DB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F85D7C-D0C8-6D80-3628-CD87B99DAE77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15.8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B70654E1-62A2-028D-0F64-EF3918FF80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00" y="4836045"/>
            <a:ext cx="4208400" cy="155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8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CD050-F8F6-2105-716F-E1C80998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74D80-EAB2-4957-8E76-6C9DC6A46DA3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1F27F-F294-EC43-7C22-1EFF66C7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42150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656EC7-6D7C-DF4D-EA03-1A0AC7BC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71888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64E4B-4191-D46A-F78A-6DF647993838}"/>
              </a:ext>
            </a:extLst>
          </p:cNvPr>
          <p:cNvSpPr/>
          <p:nvPr userDrawn="1"/>
        </p:nvSpPr>
        <p:spPr>
          <a:xfrm>
            <a:off x="1" y="0"/>
            <a:ext cx="12191998" cy="3619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DA0855-729A-21E9-4D04-5749BA31251C}"/>
              </a:ext>
            </a:extLst>
          </p:cNvPr>
          <p:cNvSpPr txBox="1"/>
          <p:nvPr userDrawn="1"/>
        </p:nvSpPr>
        <p:spPr>
          <a:xfrm>
            <a:off x="515999" y="2196804"/>
            <a:ext cx="7799737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AU" sz="8800" b="0">
                <a:solidFill>
                  <a:schemeClr val="bg1"/>
                </a:solidFill>
                <a:latin typeface="Aptos Light" panose="020B0004020202020204" pitchFamily="34" charset="0"/>
              </a:rPr>
              <a:t>Session 01a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F04BC-EBBD-8C16-A088-EF02CF024A1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6000" y="4127500"/>
            <a:ext cx="11160000" cy="2267520"/>
          </a:xfrm>
          <a:prstGeom prst="rect">
            <a:avLst/>
          </a:prstGeom>
        </p:spPr>
        <p:txBody>
          <a:bodyPr anchor="t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5A6818-7C3C-A6EB-2AC4-B583088AC5D7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45D3C4D-3025-A1B0-5638-1AB066D63771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3ED9894-62DD-B1C6-0C04-7FC7273C9E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746B367-CA3D-D783-A39F-2DE46BC7AF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F3D4A7E-1F6D-0D5A-22A5-325FAC267FE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52F3C4-83C5-0F19-C4ED-A8C53DEF61BD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B91113-BC88-568C-C879-34E0CCF37F7E}"/>
              </a:ext>
            </a:extLst>
          </p:cNvPr>
          <p:cNvGrpSpPr/>
          <p:nvPr userDrawn="1"/>
        </p:nvGrpSpPr>
        <p:grpSpPr>
          <a:xfrm>
            <a:off x="12317984" y="707020"/>
            <a:ext cx="1168399" cy="5688000"/>
            <a:chOff x="12317984" y="964884"/>
            <a:chExt cx="1168399" cy="521208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490F1D-3349-547F-FB1E-8DE7E7C073A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FC03D42-6D4E-2133-A4C3-1B8A84AE90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EE4164-FA15-9E44-92FD-2A0DE093F3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0E093D-1A3E-5A8B-7717-B2D8FEF23D7B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15.8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793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CD050-F8F6-2105-716F-E1C80998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74D80-EAB2-4957-8E76-6C9DC6A46DA3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1F27F-F294-EC43-7C22-1EFF66C7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42150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656EC7-6D7C-DF4D-EA03-1A0AC7BC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71888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64E4B-4191-D46A-F78A-6DF647993838}"/>
              </a:ext>
            </a:extLst>
          </p:cNvPr>
          <p:cNvSpPr/>
          <p:nvPr userDrawn="1"/>
        </p:nvSpPr>
        <p:spPr>
          <a:xfrm>
            <a:off x="1" y="0"/>
            <a:ext cx="12191998" cy="361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F04BC-EBBD-8C16-A088-EF02CF024A1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6000" y="4127500"/>
            <a:ext cx="11160000" cy="2267520"/>
          </a:xfrm>
          <a:prstGeom prst="rect">
            <a:avLst/>
          </a:prstGeom>
        </p:spPr>
        <p:txBody>
          <a:bodyPr anchor="t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5A6818-7C3C-A6EB-2AC4-B583088AC5D7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45D3C4D-3025-A1B0-5638-1AB066D63771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3ED9894-62DD-B1C6-0C04-7FC7273C9E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746B367-CA3D-D783-A39F-2DE46BC7AF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F3D4A7E-1F6D-0D5A-22A5-325FAC267FE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52F3C4-83C5-0F19-C4ED-A8C53DEF61BD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B91113-BC88-568C-C879-34E0CCF37F7E}"/>
              </a:ext>
            </a:extLst>
          </p:cNvPr>
          <p:cNvGrpSpPr/>
          <p:nvPr userDrawn="1"/>
        </p:nvGrpSpPr>
        <p:grpSpPr>
          <a:xfrm>
            <a:off x="12317984" y="707020"/>
            <a:ext cx="1168399" cy="5688000"/>
            <a:chOff x="12317984" y="964884"/>
            <a:chExt cx="1168399" cy="521208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490F1D-3349-547F-FB1E-8DE7E7C073A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FC03D42-6D4E-2133-A4C3-1B8A84AE90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EE4164-FA15-9E44-92FD-2A0DE093F3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0E093D-1A3E-5A8B-7717-B2D8FEF23D7B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15.8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83DC57E-5BDD-8926-A54F-9686ABE1612A}"/>
              </a:ext>
            </a:extLst>
          </p:cNvPr>
          <p:cNvSpPr txBox="1"/>
          <p:nvPr userDrawn="1"/>
        </p:nvSpPr>
        <p:spPr>
          <a:xfrm>
            <a:off x="515999" y="2196803"/>
            <a:ext cx="10390539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AU" sz="8800" b="0">
                <a:solidFill>
                  <a:schemeClr val="bg1"/>
                </a:solidFill>
                <a:latin typeface="Aptos Light" panose="020B0004020202020204" pitchFamily="34" charset="0"/>
              </a:rPr>
              <a:t>Session 01</a:t>
            </a:r>
          </a:p>
        </p:txBody>
      </p:sp>
    </p:spTree>
    <p:extLst>
      <p:ext uri="{BB962C8B-B14F-4D97-AF65-F5344CB8AC3E}">
        <p14:creationId xmlns:p14="http://schemas.microsoft.com/office/powerpoint/2010/main" val="384537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CD050-F8F6-2105-716F-E1C80998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74D80-EAB2-4957-8E76-6C9DC6A46DA3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1F27F-F294-EC43-7C22-1EFF66C7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42150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656EC7-6D7C-DF4D-EA03-1A0AC7BC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71888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64E4B-4191-D46A-F78A-6DF647993838}"/>
              </a:ext>
            </a:extLst>
          </p:cNvPr>
          <p:cNvSpPr/>
          <p:nvPr userDrawn="1"/>
        </p:nvSpPr>
        <p:spPr>
          <a:xfrm>
            <a:off x="1" y="0"/>
            <a:ext cx="12191998" cy="3619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F04BC-EBBD-8C16-A088-EF02CF024A1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6000" y="4127500"/>
            <a:ext cx="11160000" cy="2267520"/>
          </a:xfrm>
          <a:prstGeom prst="rect">
            <a:avLst/>
          </a:prstGeom>
        </p:spPr>
        <p:txBody>
          <a:bodyPr anchor="t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5A6818-7C3C-A6EB-2AC4-B583088AC5D7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45D3C4D-3025-A1B0-5638-1AB066D63771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3ED9894-62DD-B1C6-0C04-7FC7273C9E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746B367-CA3D-D783-A39F-2DE46BC7AF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F3D4A7E-1F6D-0D5A-22A5-325FAC267FE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52F3C4-83C5-0F19-C4ED-A8C53DEF61BD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B91113-BC88-568C-C879-34E0CCF37F7E}"/>
              </a:ext>
            </a:extLst>
          </p:cNvPr>
          <p:cNvGrpSpPr/>
          <p:nvPr userDrawn="1"/>
        </p:nvGrpSpPr>
        <p:grpSpPr>
          <a:xfrm>
            <a:off x="12317984" y="707020"/>
            <a:ext cx="1168399" cy="5688000"/>
            <a:chOff x="12317984" y="964884"/>
            <a:chExt cx="1168399" cy="521208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490F1D-3349-547F-FB1E-8DE7E7C073A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FC03D42-6D4E-2133-A4C3-1B8A84AE90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EE4164-FA15-9E44-92FD-2A0DE093F3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0E093D-1A3E-5A8B-7717-B2D8FEF23D7B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15.8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EDF2355-2258-AC4D-842D-B0E50B717580}"/>
              </a:ext>
            </a:extLst>
          </p:cNvPr>
          <p:cNvSpPr txBox="1"/>
          <p:nvPr userDrawn="1"/>
        </p:nvSpPr>
        <p:spPr>
          <a:xfrm>
            <a:off x="515999" y="2196804"/>
            <a:ext cx="10211635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AU" sz="8800" b="0">
                <a:solidFill>
                  <a:schemeClr val="bg1"/>
                </a:solidFill>
                <a:latin typeface="Aptos Light" panose="020B0004020202020204" pitchFamily="34" charset="0"/>
              </a:rPr>
              <a:t>Session 02</a:t>
            </a:r>
          </a:p>
        </p:txBody>
      </p:sp>
    </p:spTree>
    <p:extLst>
      <p:ext uri="{BB962C8B-B14F-4D97-AF65-F5344CB8AC3E}">
        <p14:creationId xmlns:p14="http://schemas.microsoft.com/office/powerpoint/2010/main" val="176047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CD050-F8F6-2105-716F-E1C80998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74D80-EAB2-4957-8E76-6C9DC6A46DA3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1F27F-F294-EC43-7C22-1EFF66C7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42150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656EC7-6D7C-DF4D-EA03-1A0AC7BC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71888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64E4B-4191-D46A-F78A-6DF647993838}"/>
              </a:ext>
            </a:extLst>
          </p:cNvPr>
          <p:cNvSpPr/>
          <p:nvPr userDrawn="1"/>
        </p:nvSpPr>
        <p:spPr>
          <a:xfrm>
            <a:off x="1" y="0"/>
            <a:ext cx="12191998" cy="3619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F04BC-EBBD-8C16-A088-EF02CF024A1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6000" y="4127500"/>
            <a:ext cx="11160000" cy="2267520"/>
          </a:xfrm>
          <a:prstGeom prst="rect">
            <a:avLst/>
          </a:prstGeom>
        </p:spPr>
        <p:txBody>
          <a:bodyPr anchor="t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5A6818-7C3C-A6EB-2AC4-B583088AC5D7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45D3C4D-3025-A1B0-5638-1AB066D63771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3ED9894-62DD-B1C6-0C04-7FC7273C9E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746B367-CA3D-D783-A39F-2DE46BC7AF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F3D4A7E-1F6D-0D5A-22A5-325FAC267FE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52F3C4-83C5-0F19-C4ED-A8C53DEF61BD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B91113-BC88-568C-C879-34E0CCF37F7E}"/>
              </a:ext>
            </a:extLst>
          </p:cNvPr>
          <p:cNvGrpSpPr/>
          <p:nvPr userDrawn="1"/>
        </p:nvGrpSpPr>
        <p:grpSpPr>
          <a:xfrm>
            <a:off x="12317984" y="707020"/>
            <a:ext cx="1168399" cy="5688000"/>
            <a:chOff x="12317984" y="964884"/>
            <a:chExt cx="1168399" cy="521208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490F1D-3349-547F-FB1E-8DE7E7C073A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FC03D42-6D4E-2133-A4C3-1B8A84AE90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EE4164-FA15-9E44-92FD-2A0DE093F3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0E093D-1A3E-5A8B-7717-B2D8FEF23D7B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15.8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9AB23A5-142F-4A4F-3953-4C673205770C}"/>
              </a:ext>
            </a:extLst>
          </p:cNvPr>
          <p:cNvSpPr txBox="1"/>
          <p:nvPr userDrawn="1"/>
        </p:nvSpPr>
        <p:spPr>
          <a:xfrm>
            <a:off x="516000" y="2196803"/>
            <a:ext cx="1782030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AU" sz="8800" b="0">
                <a:solidFill>
                  <a:schemeClr val="bg1"/>
                </a:solidFill>
                <a:latin typeface="Aptos Light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95003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CD050-F8F6-2105-716F-E1C80998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74D80-EAB2-4957-8E76-6C9DC6A46DA3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1F27F-F294-EC43-7C22-1EFF66C7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42150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656EC7-6D7C-DF4D-EA03-1A0AC7BC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71888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64E4B-4191-D46A-F78A-6DF647993838}"/>
              </a:ext>
            </a:extLst>
          </p:cNvPr>
          <p:cNvSpPr/>
          <p:nvPr userDrawn="1"/>
        </p:nvSpPr>
        <p:spPr>
          <a:xfrm>
            <a:off x="1" y="0"/>
            <a:ext cx="12191998" cy="3619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F04BC-EBBD-8C16-A088-EF02CF024A1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6000" y="4127500"/>
            <a:ext cx="11160000" cy="2267520"/>
          </a:xfrm>
          <a:prstGeom prst="rect">
            <a:avLst/>
          </a:prstGeom>
        </p:spPr>
        <p:txBody>
          <a:bodyPr anchor="t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5A6818-7C3C-A6EB-2AC4-B583088AC5D7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45D3C4D-3025-A1B0-5638-1AB066D63771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3ED9894-62DD-B1C6-0C04-7FC7273C9E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746B367-CA3D-D783-A39F-2DE46BC7AF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F3D4A7E-1F6D-0D5A-22A5-325FAC267FE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52F3C4-83C5-0F19-C4ED-A8C53DEF61BD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B91113-BC88-568C-C879-34E0CCF37F7E}"/>
              </a:ext>
            </a:extLst>
          </p:cNvPr>
          <p:cNvGrpSpPr/>
          <p:nvPr userDrawn="1"/>
        </p:nvGrpSpPr>
        <p:grpSpPr>
          <a:xfrm>
            <a:off x="12317984" y="707020"/>
            <a:ext cx="1168399" cy="5688000"/>
            <a:chOff x="12317984" y="964884"/>
            <a:chExt cx="1168399" cy="521208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490F1D-3349-547F-FB1E-8DE7E7C073A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FC03D42-6D4E-2133-A4C3-1B8A84AE90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EE4164-FA15-9E44-92FD-2A0DE093F3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0E093D-1A3E-5A8B-7717-B2D8FEF23D7B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15.8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E0DCC14-8930-D8E8-C46D-8B1565F021F0}"/>
              </a:ext>
            </a:extLst>
          </p:cNvPr>
          <p:cNvGrpSpPr/>
          <p:nvPr userDrawn="1"/>
        </p:nvGrpSpPr>
        <p:grpSpPr>
          <a:xfrm>
            <a:off x="516000" y="2172950"/>
            <a:ext cx="3606800" cy="1354217"/>
            <a:chOff x="516000" y="2172950"/>
            <a:chExt cx="3606800" cy="135421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638EA3-062B-FDA9-51CD-FE9E59B29C05}"/>
                </a:ext>
              </a:extLst>
            </p:cNvPr>
            <p:cNvSpPr txBox="1"/>
            <p:nvPr userDrawn="1"/>
          </p:nvSpPr>
          <p:spPr>
            <a:xfrm>
              <a:off x="1887600" y="2172950"/>
              <a:ext cx="2235200" cy="13542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AU" sz="8800" b="0">
                  <a:solidFill>
                    <a:schemeClr val="bg1"/>
                  </a:solidFill>
                  <a:latin typeface="Aptos Light" panose="020B0004020202020204" pitchFamily="34" charset="0"/>
                </a:rPr>
                <a:t>05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2C1ECC-6D67-634F-17A3-A1D5F20BA26B}"/>
                </a:ext>
              </a:extLst>
            </p:cNvPr>
            <p:cNvSpPr txBox="1"/>
            <p:nvPr userDrawn="1"/>
          </p:nvSpPr>
          <p:spPr>
            <a:xfrm>
              <a:off x="516000" y="2850803"/>
              <a:ext cx="2235200" cy="4616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AU" sz="3000" b="0">
                  <a:solidFill>
                    <a:schemeClr val="bg1"/>
                  </a:solidFill>
                  <a:latin typeface="Aptos Light" panose="020B0004020202020204" pitchFamily="34" charset="0"/>
                </a:rPr>
                <a:t>Section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446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07EF-5118-A97E-3CFD-660E4D09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3FFFB-0EC0-4DDC-9EB2-C0AAF4AB709E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276D8-7818-F8C4-42A0-E2CEC582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CB617-FD94-F91F-D6AC-7BB5B632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0E66D14-FF8E-3C82-E4C4-25383095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EA465-0BE1-B0A6-CDC2-F127ADC320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000" y="1427020"/>
            <a:ext cx="11160000" cy="496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/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/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/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3EA231-5C8D-D249-3DAE-6B9378B99405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87C3CB-0693-8EC1-136E-9968C0759153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20BB00FC-884F-6FFE-01CC-14175914E20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CB9A5735-07FF-5C9F-063F-826E73A763C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733B2A0-9775-BBA7-7F29-EB3D92607E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2CD932-7016-D8E4-ABBA-501E2994B3D9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6E67-D31F-B301-1C0E-882E2BD75D46}"/>
              </a:ext>
            </a:extLst>
          </p:cNvPr>
          <p:cNvGrpSpPr/>
          <p:nvPr userDrawn="1"/>
        </p:nvGrpSpPr>
        <p:grpSpPr>
          <a:xfrm>
            <a:off x="12317984" y="1427020"/>
            <a:ext cx="1168399" cy="4968000"/>
            <a:chOff x="12317984" y="964884"/>
            <a:chExt cx="1168399" cy="521208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B7B7FCF-D0E2-D02A-7A64-AEE50518D45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DB5D5A4-FE99-0FF2-02DA-11AF51EE697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4340495-F36B-21DF-F2C6-0490A7BBA2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DD38F7-6825-669F-591E-03B029CCD536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13.8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5D75259-6F37-99F9-0BE6-BF2C25126F0B}"/>
              </a:ext>
            </a:extLst>
          </p:cNvPr>
          <p:cNvGrpSpPr/>
          <p:nvPr userDrawn="1"/>
        </p:nvGrpSpPr>
        <p:grpSpPr>
          <a:xfrm>
            <a:off x="12317984" y="707020"/>
            <a:ext cx="1168399" cy="540000"/>
            <a:chOff x="12317984" y="964884"/>
            <a:chExt cx="1168399" cy="521208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C8C7720-73D3-6057-F308-3F8B2ECC198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F4B6FAC-03C2-8891-C5B9-0810BFEC50E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BD5FF27-82F7-22BD-5505-1BE6A33D30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501B29-C9C3-C0D3-CC2F-265F4E1D9E6A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23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D89EADE0-3657-B4BD-84A0-5D5882F461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8000" y="228600"/>
            <a:ext cx="1278000" cy="4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Purpose | Gree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07EF-5118-A97E-3CFD-660E4D09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3FFFB-0EC0-4DDC-9EB2-C0AAF4AB709E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276D8-7818-F8C4-42A0-E2CEC582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CB617-FD94-F91F-D6AC-7BB5B632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0E66D14-FF8E-3C82-E4C4-25383095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rgbClr val="65D18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EA465-0BE1-B0A6-CDC2-F127ADC320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000" y="1427020"/>
            <a:ext cx="11160000" cy="496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>
                <a:solidFill>
                  <a:schemeClr val="bg1"/>
                </a:solidFill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820BFA-0EC9-BDAB-9F14-CF065295F51B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C36C66E-4B7D-0068-47B4-35CBD49B9B44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B355B343-5861-4B52-031F-42C376D577F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8E2A109D-0B64-0761-96C2-4298F04FD6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1F67E30-88A4-D836-BE81-315C709C952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1CC192-4603-7244-1FA0-E34372B88022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9C5C4F-1559-3BF4-03C0-1C3FDF8CBC5D}"/>
              </a:ext>
            </a:extLst>
          </p:cNvPr>
          <p:cNvGrpSpPr/>
          <p:nvPr userDrawn="1"/>
        </p:nvGrpSpPr>
        <p:grpSpPr>
          <a:xfrm>
            <a:off x="12317984" y="1427020"/>
            <a:ext cx="1168399" cy="4968000"/>
            <a:chOff x="12317984" y="964884"/>
            <a:chExt cx="1168399" cy="521208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5C70DA7-28FA-C74D-6D74-78E9AED1F77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3DAA391-8EAA-8D78-47AC-96C48756C0D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48A8FE7-11A1-F464-1E15-EB48D820EF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4B9E168-6363-C469-6C59-0CD28A31E1E4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13.8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DE3EF32-1440-E3F0-554E-00F7E0B3F848}"/>
              </a:ext>
            </a:extLst>
          </p:cNvPr>
          <p:cNvGrpSpPr/>
          <p:nvPr userDrawn="1"/>
        </p:nvGrpSpPr>
        <p:grpSpPr>
          <a:xfrm>
            <a:off x="12317984" y="707020"/>
            <a:ext cx="1168399" cy="540000"/>
            <a:chOff x="12317984" y="964884"/>
            <a:chExt cx="1168399" cy="521208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FF8501E-FBEE-3292-5ECB-CA614F0C2EC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CA189C3-177D-DE99-5711-BE6FFC8FFCE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365EBD2-3F43-8B3D-BEEB-1C5A56B5B2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EE69A8-E7C2-F155-5918-4655301365AE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23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1808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Purpose | Black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07EF-5118-A97E-3CFD-660E4D09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3FFFB-0EC0-4DDC-9EB2-C0AAF4AB709E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276D8-7818-F8C4-42A0-E2CEC582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CB617-FD94-F91F-D6AC-7BB5B632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0E66D14-FF8E-3C82-E4C4-25383095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rgbClr val="65D18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EA465-0BE1-B0A6-CDC2-F127ADC320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000" y="1427020"/>
            <a:ext cx="11160000" cy="496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>
                <a:solidFill>
                  <a:schemeClr val="bg1"/>
                </a:solidFill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07BED5-2FE9-BFF8-4470-D8064973007D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CF41598-9219-7704-A979-E34EF4DFFC3B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FB14DBA5-36A7-9678-418E-3DD77B169F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867078D6-B206-6A1C-B1BE-668EDFC1390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B5FDA34-62DF-4B77-7682-861C509AB10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A05CC5-60A2-CB96-1B60-EC68308C7324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EFF982-B1F2-AD9E-A5E3-BB5716046519}"/>
              </a:ext>
            </a:extLst>
          </p:cNvPr>
          <p:cNvGrpSpPr/>
          <p:nvPr userDrawn="1"/>
        </p:nvGrpSpPr>
        <p:grpSpPr>
          <a:xfrm>
            <a:off x="12317984" y="1427020"/>
            <a:ext cx="1168399" cy="4968000"/>
            <a:chOff x="12317984" y="964884"/>
            <a:chExt cx="1168399" cy="521208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F167EBE-43DE-1E71-68C1-3B7688B4662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704E1C0-FA86-53C4-A984-25C13DDB517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7D2D294-AC11-DC28-F14D-0D785774DE7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EEAAC6-852D-CDF5-CCF8-0D4376610A71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13.8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66DA9C-F3B4-FA9D-BFA0-F8C11A13E1F8}"/>
              </a:ext>
            </a:extLst>
          </p:cNvPr>
          <p:cNvGrpSpPr/>
          <p:nvPr userDrawn="1"/>
        </p:nvGrpSpPr>
        <p:grpSpPr>
          <a:xfrm>
            <a:off x="12317984" y="707020"/>
            <a:ext cx="1168399" cy="540000"/>
            <a:chOff x="12317984" y="964884"/>
            <a:chExt cx="1168399" cy="521208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7648020-F161-9E60-A464-77430319D55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5DD2DF7-236B-E48C-123D-CC8C771E28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D6C1A71-0A5F-C15B-89DE-C01C3DBFCD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0E52583-6355-1C65-1EC0-864142D2D8C0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23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6208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8B958-9DBF-7198-146B-915F986F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475E-E65A-4338-A004-68127348103F}" type="datetime1">
              <a:rPr lang="en-AU" smtClean="0"/>
              <a:t>19/10/2026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AFDE3-6607-4CBF-B239-5C8534EA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94F3170-A2E9-D335-8C20-1677E3582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E568B8E-EB34-C505-67D1-D25C98BD86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000" y="1427020"/>
            <a:ext cx="5364000" cy="496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/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/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/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71FA124-C3EB-E72B-0446-E9B9A8E543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2000" y="1427020"/>
            <a:ext cx="5364000" cy="496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/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/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/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A7D447C-6F07-C59F-9C9D-F699FF69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01417F-0D73-52CB-F2E4-A47569459C91}"/>
              </a:ext>
            </a:extLst>
          </p:cNvPr>
          <p:cNvGrpSpPr/>
          <p:nvPr userDrawn="1"/>
        </p:nvGrpSpPr>
        <p:grpSpPr>
          <a:xfrm>
            <a:off x="516000" y="-477837"/>
            <a:ext cx="5364000" cy="424021"/>
            <a:chOff x="381000" y="-538321"/>
            <a:chExt cx="11430000" cy="42402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B221D63-FE31-DBC6-F8A2-D8E8243C70F8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82F9940-630D-C2AC-3CEA-04994C305C1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3BAB4082-ACB1-9DCD-022C-8419833FE1C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0286A94-7A9B-ABBB-7A78-3555B4A7C6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78B0562-19DE-CFC4-A91A-BA7E0202C1CD}"/>
                </a:ext>
              </a:extLst>
            </p:cNvPr>
            <p:cNvSpPr txBox="1"/>
            <p:nvPr userDrawn="1"/>
          </p:nvSpPr>
          <p:spPr>
            <a:xfrm>
              <a:off x="5341266" y="-538321"/>
              <a:ext cx="15175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14.9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4596A8-0D63-1869-6A8B-AA362FC04BC2}"/>
              </a:ext>
            </a:extLst>
          </p:cNvPr>
          <p:cNvGrpSpPr/>
          <p:nvPr userDrawn="1"/>
        </p:nvGrpSpPr>
        <p:grpSpPr>
          <a:xfrm>
            <a:off x="12317984" y="1427020"/>
            <a:ext cx="1168399" cy="4968000"/>
            <a:chOff x="12317984" y="964884"/>
            <a:chExt cx="1168399" cy="5212080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C89A3D9-64B2-1444-3339-159E5C12CD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6AFB206-0444-E005-BDCF-6C8711AA32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61D924C-B660-6083-E597-28E480D90C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9DEB00-28FE-DDAF-343D-5E9674989749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13.8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2AD007-64C3-09F0-425E-453D7315B989}"/>
              </a:ext>
            </a:extLst>
          </p:cNvPr>
          <p:cNvGrpSpPr/>
          <p:nvPr userDrawn="1"/>
        </p:nvGrpSpPr>
        <p:grpSpPr>
          <a:xfrm>
            <a:off x="12317984" y="707020"/>
            <a:ext cx="1168399" cy="540000"/>
            <a:chOff x="12317984" y="964884"/>
            <a:chExt cx="1168399" cy="521208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C7DD0B3-D4A1-BD8E-DE05-FBFD399B227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84AA863-BDE3-2E55-6B0D-7FD62B41B0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7D8BA71-F13C-1C1D-C9C4-1A1E0062BFA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B7AED9A-BA5C-7FF8-55D9-14FF7A74DDD9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23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503E88-9501-0B83-0883-ABF2F5165E57}"/>
              </a:ext>
            </a:extLst>
          </p:cNvPr>
          <p:cNvGrpSpPr/>
          <p:nvPr userDrawn="1"/>
        </p:nvGrpSpPr>
        <p:grpSpPr>
          <a:xfrm>
            <a:off x="6312000" y="-477837"/>
            <a:ext cx="5364000" cy="424021"/>
            <a:chOff x="381000" y="-538321"/>
            <a:chExt cx="11430000" cy="42402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1724872-0225-2AAA-A59A-A18E4EC77329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DB94EC0-BC8A-DD73-DA1B-64CE4DBE02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BCD8A57-4405-F9B4-A201-D466D5FE02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DE72695-4902-AB4A-8A53-FBA2ACD914B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1A5B1FA-7E37-0903-CAA7-5FC75CB46C83}"/>
                </a:ext>
              </a:extLst>
            </p:cNvPr>
            <p:cNvSpPr txBox="1"/>
            <p:nvPr userDrawn="1"/>
          </p:nvSpPr>
          <p:spPr>
            <a:xfrm>
              <a:off x="5341266" y="-538321"/>
              <a:ext cx="15175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14.9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B1571E21-B725-837D-ECDD-23D578E17A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8000" y="228600"/>
            <a:ext cx="1278000" cy="4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9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8B958-9DBF-7198-146B-915F986F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0C5D-E9F5-4930-AFF3-317563A9F19D}" type="datetime1">
              <a:rPr lang="en-AU" smtClean="0"/>
              <a:t>19/10/2026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AFDE3-6607-4CBF-B239-5C8534EA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94F3170-A2E9-D335-8C20-1677E3582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71FA124-C3EB-E72B-0446-E9B9A8E543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16000" y="1427020"/>
            <a:ext cx="3060000" cy="496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/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/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/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A7D447C-6F07-C59F-9C9D-F699FF69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475E6-6845-CBAB-B46B-3490C5CD7EB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16000" y="1427020"/>
            <a:ext cx="7560000" cy="49680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A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endParaRPr lang="en-AU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28A609-A84E-96A0-892A-A567A19316FE}"/>
              </a:ext>
            </a:extLst>
          </p:cNvPr>
          <p:cNvGrpSpPr/>
          <p:nvPr userDrawn="1"/>
        </p:nvGrpSpPr>
        <p:grpSpPr>
          <a:xfrm>
            <a:off x="516000" y="-477837"/>
            <a:ext cx="7560000" cy="424021"/>
            <a:chOff x="381000" y="-538321"/>
            <a:chExt cx="11430000" cy="42402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1A257A5-2FD9-41F0-14B3-68E733C0D3C8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BE7ACF77-EE2B-BBA6-DA8F-7426A25809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B9F8F96-9AF3-A9AC-D037-FBF2038A86F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9388F04-CF7E-0867-88C5-674BC1E970C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3CB480F-5FE7-EA46-C2E6-CC41511D604F}"/>
                </a:ext>
              </a:extLst>
            </p:cNvPr>
            <p:cNvSpPr txBox="1"/>
            <p:nvPr userDrawn="1"/>
          </p:nvSpPr>
          <p:spPr>
            <a:xfrm>
              <a:off x="5341266" y="-538321"/>
              <a:ext cx="15175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21.0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C8E9ECF-3531-B878-F9A5-F3D5E566FDB6}"/>
              </a:ext>
            </a:extLst>
          </p:cNvPr>
          <p:cNvGrpSpPr/>
          <p:nvPr userDrawn="1"/>
        </p:nvGrpSpPr>
        <p:grpSpPr>
          <a:xfrm>
            <a:off x="12317984" y="1427020"/>
            <a:ext cx="1168399" cy="4968000"/>
            <a:chOff x="12317984" y="964884"/>
            <a:chExt cx="1168399" cy="5212080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9A417EE-A0F7-7DD2-8D77-2CAEFAEF939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2F64A8D-F7F9-746F-A70F-5B3B791874A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3648729-C260-26F9-D089-46DE0519FE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19BE252-6AFE-4DF1-062C-10E8E586EEC7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13.8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53DE8A6-BFFA-44BE-2709-E4FB6739F371}"/>
              </a:ext>
            </a:extLst>
          </p:cNvPr>
          <p:cNvGrpSpPr/>
          <p:nvPr userDrawn="1"/>
        </p:nvGrpSpPr>
        <p:grpSpPr>
          <a:xfrm>
            <a:off x="12317984" y="707020"/>
            <a:ext cx="1168399" cy="540000"/>
            <a:chOff x="12317984" y="964884"/>
            <a:chExt cx="1168399" cy="5212080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DA8E760-B01D-3633-41A8-E48FCE07305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2D84B5B-AF4A-F053-ACA6-6D8788689E5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BFC5956-F641-6A78-AB58-DC69D8F2A3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B61B942-7828-967C-0293-2545E62570EE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23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9F44E4D-98C1-4197-D963-679B506ACB23}"/>
              </a:ext>
            </a:extLst>
          </p:cNvPr>
          <p:cNvGrpSpPr/>
          <p:nvPr userDrawn="1"/>
        </p:nvGrpSpPr>
        <p:grpSpPr>
          <a:xfrm>
            <a:off x="8616000" y="-477837"/>
            <a:ext cx="3060000" cy="424021"/>
            <a:chOff x="381000" y="-538321"/>
            <a:chExt cx="11430000" cy="42402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C1D4B96-E571-CA59-A6D1-0693B9D0899E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E737A059-2271-27A1-4BE8-FF3BE390D7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EB21DE98-88C3-ED69-CA9E-B3E644A9BF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86B1627D-5520-A5E8-BD46-07719DBAE2E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B8DF84F-3848-7A15-096A-E2BFA304ADAB}"/>
                </a:ext>
              </a:extLst>
            </p:cNvPr>
            <p:cNvSpPr txBox="1"/>
            <p:nvPr userDrawn="1"/>
          </p:nvSpPr>
          <p:spPr>
            <a:xfrm>
              <a:off x="4703759" y="-538321"/>
              <a:ext cx="27926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14.9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A872DCBF-ADFA-2AAD-A346-92CE09EA83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8000" y="228600"/>
            <a:ext cx="1278000" cy="4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75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4011D-5714-E2BA-9D18-A4BA25DC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B1611-B8A9-466C-A980-9AF9EC33BD51}" type="datetime1">
              <a:rPr lang="en-AU" smtClean="0"/>
              <a:t>19/10/2026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3B96E1-2119-E8FD-1CC9-62A5B5C8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9897EA4-AAD5-9E3C-5775-16A61ABC8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3EDDD6F-243A-E724-D793-91570675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61E788D-6016-333C-5825-02F3E5FED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99" y="1427020"/>
            <a:ext cx="11159997" cy="234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/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/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/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96B4E50-F468-DBD3-1E0A-0476EEF56E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99" y="4055020"/>
            <a:ext cx="11159997" cy="234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/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/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/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D9BA6C-2948-9850-D871-44D809012BB5}"/>
              </a:ext>
            </a:extLst>
          </p:cNvPr>
          <p:cNvGrpSpPr/>
          <p:nvPr userDrawn="1"/>
        </p:nvGrpSpPr>
        <p:grpSpPr>
          <a:xfrm>
            <a:off x="12317984" y="1427020"/>
            <a:ext cx="1168399" cy="2340000"/>
            <a:chOff x="12317984" y="964884"/>
            <a:chExt cx="1168399" cy="521208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CF29FE-7ACF-A070-D20B-66F504C6303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699D686-48BB-F552-32F4-2EC72DEE23F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E12021E-385B-2B7F-A16F-F2E2575DD6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1A7B2C-46D5-3D8E-C12C-78D66EF5BF36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548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6.5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2625AF0-238A-75E1-E82D-B68281A83A08}"/>
              </a:ext>
            </a:extLst>
          </p:cNvPr>
          <p:cNvGrpSpPr/>
          <p:nvPr userDrawn="1"/>
        </p:nvGrpSpPr>
        <p:grpSpPr>
          <a:xfrm>
            <a:off x="12317984" y="707020"/>
            <a:ext cx="1168399" cy="540000"/>
            <a:chOff x="12317984" y="964884"/>
            <a:chExt cx="1168399" cy="521208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68AC2FF-C5EF-717F-009B-1DCBD6B22ED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473972F-571E-2535-5307-9677B21C05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F6B10C1-6B83-54E3-E27B-6A16921E0A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725310-8160-F253-A25D-3A7190B4D7B7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23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971236-5A5E-EB58-4884-761ADF29925A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3241BDA-D6F1-D2E0-1BAA-3444CE6CC2C8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C9B31BF-1913-E769-1318-AB5A1989764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C5AD364E-D4D2-F734-30C8-AB39A77D19B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30BDA51-0D25-DDB1-1267-EFA6C31B023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2B5DFCD-A906-4E77-2C7A-549044C68804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1F21606-F174-2896-4CA6-316AD519BD6C}"/>
              </a:ext>
            </a:extLst>
          </p:cNvPr>
          <p:cNvGrpSpPr/>
          <p:nvPr userDrawn="1"/>
        </p:nvGrpSpPr>
        <p:grpSpPr>
          <a:xfrm>
            <a:off x="12317984" y="4055020"/>
            <a:ext cx="1168399" cy="2340000"/>
            <a:chOff x="12317984" y="964884"/>
            <a:chExt cx="1168399" cy="5212080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890AF1B-6FA2-4D84-C3DB-93408ECE72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339B89-1B42-5D50-456F-15501003ECF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226C4E6-4401-012A-3403-3FB512560E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B2D3CBB-B0B6-19DA-FE80-8773DD99DCDB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548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6.5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5728800A-BCEE-A9BE-6DA7-6156D3C313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8000" y="228600"/>
            <a:ext cx="1278000" cy="4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66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cke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4011D-5714-E2BA-9D18-A4BA25DC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56652-7506-480B-90E0-9EC258847CEC}" type="datetime1">
              <a:rPr lang="en-AU" smtClean="0"/>
              <a:t>19/10/2026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3B96E1-2119-E8FD-1CC9-62A5B5C8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9897EA4-AAD5-9E3C-5775-16A61ABC8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3EDDD6F-243A-E724-D793-91570675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96B4E50-F468-DBD3-1E0A-0476EEF56E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99" y="4775020"/>
            <a:ext cx="11159997" cy="162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/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/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/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CECC97-D773-88AB-2F3D-FF8E81B7EFB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16000" y="1427020"/>
            <a:ext cx="11159995" cy="30960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A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endParaRPr lang="en-AU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FC6109-9C83-F63B-97F5-7BB500F8916D}"/>
              </a:ext>
            </a:extLst>
          </p:cNvPr>
          <p:cNvGrpSpPr/>
          <p:nvPr userDrawn="1"/>
        </p:nvGrpSpPr>
        <p:grpSpPr>
          <a:xfrm>
            <a:off x="12317984" y="1427020"/>
            <a:ext cx="1168399" cy="3096000"/>
            <a:chOff x="12317984" y="964884"/>
            <a:chExt cx="1168399" cy="5212080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6B34C95-E5B0-C41D-4920-7FD3421C9DF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A760960-BD44-02A6-9A15-D6734E7720F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4A94E2-BB5C-5FAD-32D8-A24C5A59C5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B67CA7C-A1BD-298F-8C83-B8164EE586AB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414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8.6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22F3D97-A890-50C7-4975-AC0524DFD9E7}"/>
              </a:ext>
            </a:extLst>
          </p:cNvPr>
          <p:cNvGrpSpPr/>
          <p:nvPr userDrawn="1"/>
        </p:nvGrpSpPr>
        <p:grpSpPr>
          <a:xfrm>
            <a:off x="12317984" y="707020"/>
            <a:ext cx="1168399" cy="540000"/>
            <a:chOff x="12317984" y="964884"/>
            <a:chExt cx="1168399" cy="5212080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BBEC68F-1FA4-98E9-A643-5FBA8CCF36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E3A1B3B-620C-2B50-7EA4-1CCCC261D46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C8F6DC-0B1F-BF0D-FBD3-F87C08A97CE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808D857-D3AA-927B-465B-B96D55E36234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23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0FE1ADB-3E01-D256-034E-51E068DD3C38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E8C11E8-D356-D52A-58AA-6F4F14019E41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0332716-67A7-C94C-8F2D-0CD8071226F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2C215E8-7998-C4EF-6E4D-0A90540BD5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1A18055-7A20-CBB9-E792-3DFAAC6A920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A824E2E-87A3-1165-54B7-BB5FB2D375ED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6A3AD9E-168A-2847-88A2-05B77778E0A8}"/>
              </a:ext>
            </a:extLst>
          </p:cNvPr>
          <p:cNvGrpSpPr/>
          <p:nvPr userDrawn="1"/>
        </p:nvGrpSpPr>
        <p:grpSpPr>
          <a:xfrm>
            <a:off x="12317984" y="4775020"/>
            <a:ext cx="1168399" cy="1620000"/>
            <a:chOff x="12317984" y="964884"/>
            <a:chExt cx="1168399" cy="5212080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27C13EB-2114-DA29-D615-5FA6B13BA29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3E5CE13-8F9A-7110-D43B-18D26F06E08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EDD6B8F-5DD4-9AA2-2EDF-F7F2257D5B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A7BA198-28BD-0A21-F853-EBB02B0657ED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792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4.5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BDBC9E0D-9226-36DF-BC84-5963D177C7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8000" y="228600"/>
            <a:ext cx="1278000" cy="4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33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4011D-5714-E2BA-9D18-A4BA25DC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70B5B-E366-481F-864C-0D68007706F8}" type="datetime1">
              <a:rPr lang="en-AU" smtClean="0"/>
              <a:t>19/10/2026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3B96E1-2119-E8FD-1CC9-62A5B5C8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9897EA4-AAD5-9E3C-5775-16A61ABC8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3EDDD6F-243A-E724-D793-91570675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A6D5-A55C-42BF-C353-CD08A5AFDF7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16000" y="1427020"/>
            <a:ext cx="5364000" cy="23400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A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lvl="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360000" lvl="1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</a:pPr>
            <a:r>
              <a:rPr lang="en-US"/>
              <a:t>Second level</a:t>
            </a:r>
          </a:p>
          <a:p>
            <a:pPr marL="540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</a:pPr>
            <a:r>
              <a:rPr lang="en-US"/>
              <a:t>Third level</a:t>
            </a:r>
          </a:p>
          <a:p>
            <a:pPr marL="720000" lvl="3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</a:pPr>
            <a:r>
              <a:rPr lang="en-US"/>
              <a:t>Fourth level</a:t>
            </a:r>
          </a:p>
          <a:p>
            <a:pPr marL="900000" lvl="4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565AAD-9F4A-3865-764F-65DD53A94D6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6000" y="4055020"/>
            <a:ext cx="5364000" cy="23400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A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lvl="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360000" lvl="1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</a:pPr>
            <a:r>
              <a:rPr lang="en-US"/>
              <a:t>Second level</a:t>
            </a:r>
          </a:p>
          <a:p>
            <a:pPr marL="540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</a:pPr>
            <a:r>
              <a:rPr lang="en-US"/>
              <a:t>Third level</a:t>
            </a:r>
          </a:p>
          <a:p>
            <a:pPr marL="720000" lvl="3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</a:pPr>
            <a:r>
              <a:rPr lang="en-US"/>
              <a:t>Fourth level</a:t>
            </a:r>
          </a:p>
          <a:p>
            <a:pPr marL="900000" lvl="4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69CCF5-7006-C37D-7335-6E4441B96F4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312000" y="1427020"/>
            <a:ext cx="5364000" cy="23400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A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lvl="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360000" lvl="1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</a:pPr>
            <a:r>
              <a:rPr lang="en-US"/>
              <a:t>Second level</a:t>
            </a:r>
          </a:p>
          <a:p>
            <a:pPr marL="540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</a:pPr>
            <a:r>
              <a:rPr lang="en-US"/>
              <a:t>Third level</a:t>
            </a:r>
          </a:p>
          <a:p>
            <a:pPr marL="720000" lvl="3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</a:pPr>
            <a:r>
              <a:rPr lang="en-US"/>
              <a:t>Fourth level</a:t>
            </a:r>
          </a:p>
          <a:p>
            <a:pPr marL="900000" lvl="4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en-AU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3162A7-9081-3945-94E0-0B7F0D325A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12000" y="4055020"/>
            <a:ext cx="5364000" cy="23400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A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lvl="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360000" lvl="1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</a:pPr>
            <a:r>
              <a:rPr lang="en-US"/>
              <a:t>Second level</a:t>
            </a:r>
          </a:p>
          <a:p>
            <a:pPr marL="540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</a:pPr>
            <a:r>
              <a:rPr lang="en-US"/>
              <a:t>Third level</a:t>
            </a:r>
          </a:p>
          <a:p>
            <a:pPr marL="720000" lvl="3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</a:pPr>
            <a:r>
              <a:rPr lang="en-US"/>
              <a:t>Fourth level</a:t>
            </a:r>
          </a:p>
          <a:p>
            <a:pPr marL="900000" lvl="4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en-A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46EE45-F6C3-8A5D-B016-87448A514403}"/>
              </a:ext>
            </a:extLst>
          </p:cNvPr>
          <p:cNvGrpSpPr/>
          <p:nvPr userDrawn="1"/>
        </p:nvGrpSpPr>
        <p:grpSpPr>
          <a:xfrm>
            <a:off x="12317984" y="1427020"/>
            <a:ext cx="1168399" cy="2340000"/>
            <a:chOff x="12317984" y="964884"/>
            <a:chExt cx="1168399" cy="5212080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B16E0A6-0E4D-35B8-0D73-79CD86FBEBE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119BEB3-6CC4-9179-6280-6698FFBA9FD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0D93265-E6D8-4BBD-61EF-8686D55E62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84A53B-41CF-E2B4-6131-1AE2A99C1900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548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6.5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68C015-B4E0-F5D1-6847-150923F52169}"/>
              </a:ext>
            </a:extLst>
          </p:cNvPr>
          <p:cNvGrpSpPr/>
          <p:nvPr userDrawn="1"/>
        </p:nvGrpSpPr>
        <p:grpSpPr>
          <a:xfrm>
            <a:off x="12317984" y="707020"/>
            <a:ext cx="1168399" cy="540000"/>
            <a:chOff x="12317984" y="964884"/>
            <a:chExt cx="1168399" cy="521208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D5B0720-0026-D854-85C5-4BD070E58AA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17E68A9-E09D-5EBE-D5C1-A907005C72E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262171E-17AB-58D2-59AC-C46BFEFBA2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D3DC10-7B70-1DE5-0DF1-5309CCC46F43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23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2C5907-008C-4740-B853-CA5FB057B657}"/>
              </a:ext>
            </a:extLst>
          </p:cNvPr>
          <p:cNvGrpSpPr/>
          <p:nvPr userDrawn="1"/>
        </p:nvGrpSpPr>
        <p:grpSpPr>
          <a:xfrm>
            <a:off x="12317984" y="4055020"/>
            <a:ext cx="1168399" cy="2340000"/>
            <a:chOff x="12317984" y="964884"/>
            <a:chExt cx="1168399" cy="5212080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BCFCD76-CC86-5E59-6C5D-9FB9368DE0A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54D0B8A-597E-8E5F-E924-8DFC4028500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0348728-6D53-F5AD-BD8C-12436686C5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6ABB61E-24AF-902D-1C1F-3F5E4754BF3B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548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6.5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3792D7-DCCC-A9A0-3568-33EA315DB4FC}"/>
              </a:ext>
            </a:extLst>
          </p:cNvPr>
          <p:cNvGrpSpPr/>
          <p:nvPr userDrawn="1"/>
        </p:nvGrpSpPr>
        <p:grpSpPr>
          <a:xfrm>
            <a:off x="516000" y="-477837"/>
            <a:ext cx="5364000" cy="424021"/>
            <a:chOff x="381000" y="-538321"/>
            <a:chExt cx="11430000" cy="42402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1C333BA-A24E-7FA9-3292-D7CB2ED573A7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7E60C39-2523-DAD8-B288-274FBD15BBC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BA161DD-D612-344D-26F6-C015B4734FA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348A3D9-5535-B896-6800-BEE455E7BEB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E5A3FFF-6993-948A-EAFF-15E7566FF9A9}"/>
                </a:ext>
              </a:extLst>
            </p:cNvPr>
            <p:cNvSpPr txBox="1"/>
            <p:nvPr userDrawn="1"/>
          </p:nvSpPr>
          <p:spPr>
            <a:xfrm>
              <a:off x="5341266" y="-538321"/>
              <a:ext cx="15175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14.9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21F4DD3-7D29-5B42-B369-C56DD2D87525}"/>
              </a:ext>
            </a:extLst>
          </p:cNvPr>
          <p:cNvGrpSpPr/>
          <p:nvPr userDrawn="1"/>
        </p:nvGrpSpPr>
        <p:grpSpPr>
          <a:xfrm>
            <a:off x="6312000" y="-477837"/>
            <a:ext cx="5364000" cy="424021"/>
            <a:chOff x="381000" y="-538321"/>
            <a:chExt cx="11430000" cy="424021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B8F37D4-669C-0BBF-67FC-95E3CC39921E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F1338561-5460-2AAD-79BF-2507B301B0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EEC6B52F-F0EB-E402-58EE-42437F72B8D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82C1F95-0DBC-39D0-826D-6C2DCCC1061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87BCC93-9C78-0F74-5955-41B8D8804927}"/>
                </a:ext>
              </a:extLst>
            </p:cNvPr>
            <p:cNvSpPr txBox="1"/>
            <p:nvPr userDrawn="1"/>
          </p:nvSpPr>
          <p:spPr>
            <a:xfrm>
              <a:off x="5341266" y="-538321"/>
              <a:ext cx="15175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14.9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3E389D21-03FD-1C5D-FD23-362799F6D4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8000" y="228600"/>
            <a:ext cx="1278000" cy="4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35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24087-B02F-5919-90C4-590F6820B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6689-6B4D-40A8-9E76-AC315DFC8BD7}" type="datetime1">
              <a:rPr lang="en-AU" smtClean="0"/>
              <a:t>19/10/2026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3085B-E9A6-B54F-7F98-DFCFDF0C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4491DE-B49E-C32C-3612-A59DFF703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6586A59-D9CE-C360-BF0F-824896AD58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8000" y="228600"/>
            <a:ext cx="1278000" cy="4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69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24087-B02F-5919-90C4-590F6820B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6689-6B4D-40A8-9E76-AC315DFC8BD7}" type="datetime1">
              <a:rPr lang="en-AU" smtClean="0"/>
              <a:t>19/10/2026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3085B-E9A6-B54F-7F98-DFCFDF0C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42150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4491DE-B49E-C32C-3612-A59DFF703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71888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3ACDF3-ACEF-0A27-E52B-5FD16ED03B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1"/>
          <a:stretch>
            <a:fillRect/>
          </a:stretch>
        </p:blipFill>
        <p:spPr>
          <a:xfrm>
            <a:off x="-1" y="4577846"/>
            <a:ext cx="4053607" cy="2280154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1B17C5-83A6-A3A6-D89E-F9D65E2059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2803" y="4577846"/>
            <a:ext cx="4069197" cy="2280154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3D0FC7-B081-9237-4CDD-91274BCF40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53606" y="4577846"/>
            <a:ext cx="4069197" cy="2280154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318C4EF-1627-C15F-6343-236F7690AF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98000" y="228600"/>
            <a:ext cx="1278000" cy="4734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38A377-6941-D1F3-AEA5-7E5A223E564B}"/>
              </a:ext>
            </a:extLst>
          </p:cNvPr>
          <p:cNvSpPr/>
          <p:nvPr userDrawn="1"/>
        </p:nvSpPr>
        <p:spPr>
          <a:xfrm>
            <a:off x="0" y="0"/>
            <a:ext cx="12192000" cy="12185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11BC29E-F994-759F-0279-E0F931826A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2587" y="1402941"/>
            <a:ext cx="1879201" cy="187920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9B2C6F-AA5F-E618-5C00-54B0F09A63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0044" y="1402741"/>
            <a:ext cx="8088312" cy="18796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Thank You.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580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658808-82F8-0DA2-3404-30500F6E23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2" y="0"/>
            <a:ext cx="12166896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45FE5B-E294-462E-A4A9-6F1F56808D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780" y="2328327"/>
            <a:ext cx="6200829" cy="136166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  <a:effectLst>
                  <a:outerShdw blurRad="190500" dir="1800000" algn="ctr" rotWithShape="0">
                    <a:prstClr val="black">
                      <a:alpha val="20000"/>
                    </a:prstClr>
                  </a:outerShdw>
                </a:effectLst>
                <a:latin typeface="Arial Bold" panose="020B0704020202020204" pitchFamily="34" charset="0"/>
                <a:cs typeface="Arial Bold" panose="020B0704020202020204" pitchFamily="34" charset="0"/>
              </a:defRPr>
            </a:lvl1pPr>
          </a:lstStyle>
          <a:p>
            <a:r>
              <a:rPr lang="en-US"/>
              <a:t>Title of Presentation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1DE02-F13D-4470-A63F-8A23123018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779" y="3784253"/>
            <a:ext cx="6200829" cy="5945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effectLst>
                  <a:outerShdw blurRad="190500" dir="1800000" algn="ctr" rotWithShape="0">
                    <a:prstClr val="black">
                      <a:alpha val="20000"/>
                    </a:prstClr>
                  </a:outerShdw>
                </a:effectLst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(date, revision number </a:t>
            </a:r>
            <a:r>
              <a:rPr lang="en-US" err="1"/>
              <a:t>etc</a:t>
            </a:r>
            <a:r>
              <a:rPr lang="en-US"/>
              <a:t>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7332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-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10096-5428-891A-1671-8386DB88FA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2" y="0"/>
            <a:ext cx="12166896" cy="68579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305BA9-B260-45DB-A80D-BF1746380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370" y="3324978"/>
            <a:ext cx="6749700" cy="976338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sz="3600" b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98632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-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10096-5428-891A-1671-8386DB88FA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2" y="0"/>
            <a:ext cx="12166896" cy="68579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305BA9-B260-45DB-A80D-BF1746380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370" y="3324978"/>
            <a:ext cx="6749700" cy="976338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sz="3600" b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30984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-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10096-5428-891A-1671-8386DB88FA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3" y="0"/>
            <a:ext cx="12166894" cy="68579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305BA9-B260-45DB-A80D-BF1746380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370" y="3324978"/>
            <a:ext cx="6749700" cy="976338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sz="3600" b="0">
                <a:solidFill>
                  <a:schemeClr val="accent1"/>
                </a:solidFill>
                <a:latin typeface="Arial Bold" panose="020B0704020202020204" pitchFamily="34" charset="0"/>
                <a:cs typeface="Arial Bold" panose="020B07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7481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6D1-8095-4121-BE8E-349C85E036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1677" y="891251"/>
            <a:ext cx="11303610" cy="5296345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60000">
              <a:defRPr>
                <a:solidFill>
                  <a:schemeClr val="bg1"/>
                </a:solidFill>
              </a:defRPr>
            </a:lvl2pPr>
            <a:lvl3pPr marL="720000">
              <a:defRPr>
                <a:solidFill>
                  <a:schemeClr val="bg1"/>
                </a:solidFill>
              </a:defRPr>
            </a:lvl3pPr>
            <a:lvl4pPr marL="1080000">
              <a:defRPr>
                <a:solidFill>
                  <a:schemeClr val="bg1"/>
                </a:solidFill>
              </a:defRPr>
            </a:lvl4pPr>
            <a:lvl5pPr marL="1440000"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 i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Acknowledgement of </a:t>
            </a:r>
            <a:r>
              <a:rPr lang="en-US" sz="3200" b="1" i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9ED299-344F-46E4-DF62-6D0907A050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986"/>
          <a:stretch/>
        </p:blipFill>
        <p:spPr>
          <a:xfrm rot="16200000">
            <a:off x="9134955" y="4245453"/>
            <a:ext cx="2108200" cy="311689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DBE6B74-257A-0AC3-EB2F-FD2BCCBD07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86"/>
          <a:stretch/>
        </p:blipFill>
        <p:spPr>
          <a:xfrm>
            <a:off x="0" y="1"/>
            <a:ext cx="1649282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238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72428A-95F4-4BDE-853E-888D13C763B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1677" y="1511270"/>
            <a:ext cx="11303610" cy="4676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60000">
              <a:defRPr>
                <a:solidFill>
                  <a:schemeClr val="tx1"/>
                </a:solidFill>
              </a:defRPr>
            </a:lvl2pPr>
            <a:lvl3pPr marL="720000">
              <a:defRPr>
                <a:solidFill>
                  <a:schemeClr val="tx1"/>
                </a:solidFill>
              </a:defRPr>
            </a:lvl3pPr>
            <a:lvl4pPr marL="1080000">
              <a:defRPr>
                <a:solidFill>
                  <a:schemeClr val="tx1"/>
                </a:solidFill>
              </a:defRPr>
            </a:lvl4pPr>
            <a:lvl5pPr marL="1440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C2879-919C-6D94-3868-335EE9DD0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6" y="1"/>
            <a:ext cx="12166896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BDA5C7-E1A8-D4BF-BFB2-02AE6BC0E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Contents/Agenda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9515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661C42-4705-43E3-97C0-BD0ECBB5D86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AU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0834937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Plai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0FCAC3-F36F-BAB6-2214-5529C6068B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6D1-8095-4121-BE8E-349C85E036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1677" y="1511270"/>
            <a:ext cx="11303610" cy="4676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600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00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00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1A91A16-77A0-4C23-9EEA-0A28708CF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4C04388-64BF-52E6-1DDB-EA1B7ADF2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FE63E63-CA4E-89BD-89D7-1E3C222FF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39051632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33461C-FCB9-A612-1002-2FBCA6F5C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6D1-8095-4121-BE8E-349C85E036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4384" y="1511269"/>
            <a:ext cx="5473206" cy="4665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60000">
              <a:defRPr>
                <a:solidFill>
                  <a:schemeClr val="tx1"/>
                </a:solidFill>
              </a:defRPr>
            </a:lvl2pPr>
            <a:lvl3pPr marL="720000">
              <a:defRPr>
                <a:solidFill>
                  <a:schemeClr val="tx1"/>
                </a:solidFill>
              </a:defRPr>
            </a:lvl3pPr>
            <a:lvl4pPr marL="1080000">
              <a:defRPr>
                <a:solidFill>
                  <a:schemeClr val="tx1"/>
                </a:solidFill>
              </a:defRPr>
            </a:lvl4pPr>
            <a:lvl5pPr marL="1440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91FA3F-39F6-48F6-84BD-17C5FA4DB47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85394" y="1511269"/>
            <a:ext cx="5473206" cy="4664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60000">
              <a:defRPr>
                <a:solidFill>
                  <a:schemeClr val="tx1"/>
                </a:solidFill>
              </a:defRPr>
            </a:lvl2pPr>
            <a:lvl3pPr marL="720000">
              <a:defRPr>
                <a:solidFill>
                  <a:schemeClr val="tx1"/>
                </a:solidFill>
              </a:defRPr>
            </a:lvl3pPr>
            <a:lvl4pPr marL="1080000">
              <a:defRPr>
                <a:solidFill>
                  <a:schemeClr val="tx1"/>
                </a:solidFill>
              </a:defRPr>
            </a:lvl4pPr>
            <a:lvl5pPr marL="1440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51BB27-4B75-4D59-9A0B-C2542DFB0E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1E5BEE-9365-E314-4399-B5FEE6195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8C59A-96F1-37C6-7192-D62B59D24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22159077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4E2653-9851-9726-E50E-BF4FD5C4BA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B8D5F4-44C2-4D3D-9E35-43DFC1F562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7145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B8A8682-E163-4AF6-A9F7-94B0A392BB8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98072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B1C7DB0-BD25-41F5-ABD2-31706FD061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68999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348A14-A5D2-4FD8-95AA-414BECD10FE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39926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2AC9D5-24B4-454A-BD58-63A18F6316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146" y="1492735"/>
            <a:ext cx="2664000" cy="552418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D75EA1-2230-467B-894A-3B7DD8A7EF2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97499" y="1492735"/>
            <a:ext cx="2664000" cy="552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500E400-54A7-4B43-96D2-74D821919CE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67852" y="1492735"/>
            <a:ext cx="2664000" cy="552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49FB77-D94E-47AD-9013-22B4A553B3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38204" y="1492735"/>
            <a:ext cx="2664000" cy="552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0F5A432-AC3A-4CCC-806C-B80EC0020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3439F2-8250-1E04-7B2B-361031792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7BD06B8-D973-161F-F4DB-411DC4A3A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38214615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B1577B-BCE6-9A13-6CBF-746039D2A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8F241C-D99F-4085-824B-53E714BA5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2008904E-BAF0-458D-9F5F-BCB7619111A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5698" y="2031361"/>
            <a:ext cx="11520601" cy="1605352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DEFDD10-FD53-4836-8AD7-6B22A4429C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699" y="3818354"/>
            <a:ext cx="11520600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A9D58C3E-0FE1-44DD-A81E-B9277E5B74D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5698" y="4333072"/>
            <a:ext cx="11520599" cy="19385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50C24DB-F1CC-40DA-A4E9-069F857638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699" y="1511270"/>
            <a:ext cx="11520598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10DD5D-652C-9C14-4306-7842550ED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DE396BF-573C-5B87-A331-A960FF13E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6640756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6D231B-203B-EEED-0147-63F27EE23F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11C4965-1979-404C-983F-7F7268A24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14" name="Content Placeholder 14">
            <a:extLst>
              <a:ext uri="{FF2B5EF4-FFF2-40B4-BE49-F238E27FC236}">
                <a16:creationId xmlns:a16="http://schemas.microsoft.com/office/drawing/2014/main" id="{2BA788A8-ABC5-43F1-A06E-3A90D2A07CE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5699" y="2031361"/>
            <a:ext cx="11520600" cy="1605352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8DD5480-BDCA-401D-BDF3-3CCD7E752A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699" y="3818354"/>
            <a:ext cx="5464800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58CF3DEC-9DF3-46AB-9097-7FD9F3F5307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5699" y="4333072"/>
            <a:ext cx="5464800" cy="19385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9E53655-9BBF-4D87-9E94-7193E8FCE0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8399" y="3818354"/>
            <a:ext cx="5577901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C0E11033-36E1-4F76-BBD8-983F429C874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78399" y="4333072"/>
            <a:ext cx="5577901" cy="19385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808DB6C-4D3A-4720-8892-1AD643C536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698" y="1511270"/>
            <a:ext cx="11520601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E68463-1945-3731-73A0-6685770EC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A14ED49-6F2B-5FC3-0F53-087111C1E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16639737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654786-F0FA-0882-55E5-7EAC24DB48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7E57E1C-D118-4DF6-98BF-77CA36FAF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07B58C29-16C4-4CD4-811A-7622999D2C1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5699" y="2031361"/>
            <a:ext cx="5464800" cy="1605352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9D8EBBD-9590-4822-9B30-F8407E51045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78399" y="2031361"/>
            <a:ext cx="5577901" cy="1605352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03C5B0D-FE43-4CB3-9982-510EAA560A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699" y="3818354"/>
            <a:ext cx="5464800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EFBF12D4-F447-4766-8228-25BDAA6C5A5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5699" y="4333072"/>
            <a:ext cx="5464800" cy="1938521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8521038-9CD6-4847-B230-2177EDC863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8399" y="3818354"/>
            <a:ext cx="5577901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21" name="Content Placeholder 14">
            <a:extLst>
              <a:ext uri="{FF2B5EF4-FFF2-40B4-BE49-F238E27FC236}">
                <a16:creationId xmlns:a16="http://schemas.microsoft.com/office/drawing/2014/main" id="{507AD84F-5297-40A0-A096-EE38A6A8057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78399" y="4333072"/>
            <a:ext cx="5577901" cy="1938521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CBF943F-7BB3-4F3C-8234-A018680DDE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699" y="1511270"/>
            <a:ext cx="5464800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EFA9F9C-2311-447F-8D96-945A7B84A2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8399" y="1511270"/>
            <a:ext cx="5577901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D52F0-98AA-83DF-3E9C-09B4CBC93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B869CF5-7345-0AEE-BDE3-B95FA17D1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42221316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658808-82F8-0DA2-3404-30500F6E23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2" y="0"/>
            <a:ext cx="12166896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45FE5B-E294-462E-A4A9-6F1F56808D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780" y="2328327"/>
            <a:ext cx="6200829" cy="136166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  <a:effectLst>
                  <a:outerShdw blurRad="190500" dir="1800000" algn="ctr" rotWithShape="0">
                    <a:prstClr val="black">
                      <a:alpha val="20000"/>
                    </a:prstClr>
                  </a:outerShdw>
                </a:effectLst>
                <a:latin typeface="Aptos"/>
                <a:cs typeface="Arial Bold" panose="020B0704020202020204" pitchFamily="34" charset="0"/>
              </a:defRPr>
            </a:lvl1pPr>
          </a:lstStyle>
          <a:p>
            <a:r>
              <a:rPr lang="en-US"/>
              <a:t>Title of Presentation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1DE02-F13D-4470-A63F-8A23123018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779" y="3784253"/>
            <a:ext cx="6200829" cy="5945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effectLst>
                  <a:outerShdw blurRad="190500" dir="1800000" algn="ctr" rotWithShape="0">
                    <a:prstClr val="black">
                      <a:alpha val="20000"/>
                    </a:prstClr>
                  </a:outerShdw>
                </a:effectLst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(date, revision number </a:t>
            </a:r>
            <a:r>
              <a:rPr lang="en-US" err="1"/>
              <a:t>etc</a:t>
            </a:r>
            <a:r>
              <a:rPr lang="en-US"/>
              <a:t>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39007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-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10096-5428-891A-1671-8386DB88FA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2" y="0"/>
            <a:ext cx="12166896" cy="68579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305BA9-B260-45DB-A80D-BF1746380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370" y="3324978"/>
            <a:ext cx="6749700" cy="976338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sz="3600" b="0">
                <a:solidFill>
                  <a:schemeClr val="bg1"/>
                </a:solidFill>
                <a:latin typeface="Aptos"/>
                <a:cs typeface="Arial Bold" panose="020B07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38078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-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10096-5428-891A-1671-8386DB88FA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2" y="0"/>
            <a:ext cx="12166896" cy="68579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305BA9-B260-45DB-A80D-BF1746380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370" y="3324978"/>
            <a:ext cx="6749700" cy="976338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sz="3600" b="0">
                <a:solidFill>
                  <a:schemeClr val="bg1"/>
                </a:solidFill>
                <a:latin typeface="Aptos"/>
                <a:cs typeface="Arial Bold" panose="020B07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9478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-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10096-5428-891A-1671-8386DB88FA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3" y="0"/>
            <a:ext cx="12166894" cy="68579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305BA9-B260-45DB-A80D-BF1746380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370" y="3324978"/>
            <a:ext cx="6749700" cy="976338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sz="3600" b="0">
                <a:solidFill>
                  <a:schemeClr val="accent1"/>
                </a:solidFill>
                <a:latin typeface="Aptos"/>
                <a:cs typeface="Arial Bold" panose="020B07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33120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6D1-8095-4121-BE8E-349C85E036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1677" y="891251"/>
            <a:ext cx="11303610" cy="5296345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 i="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 marL="360000">
              <a:defRPr>
                <a:solidFill>
                  <a:schemeClr val="bg1"/>
                </a:solidFill>
              </a:defRPr>
            </a:lvl2pPr>
            <a:lvl3pPr marL="720000">
              <a:defRPr>
                <a:solidFill>
                  <a:schemeClr val="bg1"/>
                </a:solidFill>
              </a:defRPr>
            </a:lvl3pPr>
            <a:lvl4pPr marL="1080000">
              <a:defRPr>
                <a:solidFill>
                  <a:schemeClr val="bg1"/>
                </a:solidFill>
              </a:defRPr>
            </a:lvl4pPr>
            <a:lvl5pPr marL="1440000"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 i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Acknowledgement of </a:t>
            </a:r>
            <a:r>
              <a:rPr lang="en-US" sz="3200" b="1" i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9ED299-344F-46E4-DF62-6D0907A050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986"/>
          <a:stretch/>
        </p:blipFill>
        <p:spPr>
          <a:xfrm rot="16200000">
            <a:off x="9134955" y="4245453"/>
            <a:ext cx="2108200" cy="311689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DBE6B74-257A-0AC3-EB2F-FD2BCCBD07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86"/>
          <a:stretch/>
        </p:blipFill>
        <p:spPr>
          <a:xfrm>
            <a:off x="0" y="1"/>
            <a:ext cx="1649282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677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72428A-95F4-4BDE-853E-888D13C763B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1677" y="1511270"/>
            <a:ext cx="11303610" cy="4676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60000">
              <a:defRPr>
                <a:solidFill>
                  <a:schemeClr val="tx1"/>
                </a:solidFill>
              </a:defRPr>
            </a:lvl2pPr>
            <a:lvl3pPr marL="720000">
              <a:defRPr>
                <a:solidFill>
                  <a:schemeClr val="tx1"/>
                </a:solidFill>
              </a:defRPr>
            </a:lvl3pPr>
            <a:lvl4pPr marL="1080000">
              <a:defRPr>
                <a:solidFill>
                  <a:schemeClr val="tx1"/>
                </a:solidFill>
              </a:defRPr>
            </a:lvl4pPr>
            <a:lvl5pPr marL="1440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C2879-919C-6D94-3868-335EE9DD0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6" y="1"/>
            <a:ext cx="12166896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BDA5C7-E1A8-D4BF-BFB2-02AE6BC0E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Contents/Agenda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3255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661C42-4705-43E3-97C0-BD0ECBB5D86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AU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3495119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Plai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0FCAC3-F36F-BAB6-2214-5529C6068B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6D1-8095-4121-BE8E-349C85E036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1677" y="1511270"/>
            <a:ext cx="11303610" cy="4676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 marL="360000">
              <a:defRPr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2pPr>
            <a:lvl3pPr marL="720000">
              <a:defRPr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3pPr>
            <a:lvl4pPr marL="1080000">
              <a:defRPr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4pPr>
            <a:lvl5pPr marL="1440000">
              <a:defRPr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1A91A16-77A0-4C23-9EEA-0A28708CF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4C04388-64BF-52E6-1DDB-EA1B7ADF2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FE63E63-CA4E-89BD-89D7-1E3C222FF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24825174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33461C-FCB9-A612-1002-2FBCA6F5C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6D1-8095-4121-BE8E-349C85E036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4384" y="1511269"/>
            <a:ext cx="5473206" cy="4665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60000">
              <a:defRPr>
                <a:solidFill>
                  <a:schemeClr val="tx1"/>
                </a:solidFill>
              </a:defRPr>
            </a:lvl2pPr>
            <a:lvl3pPr marL="720000">
              <a:defRPr>
                <a:solidFill>
                  <a:schemeClr val="tx1"/>
                </a:solidFill>
              </a:defRPr>
            </a:lvl3pPr>
            <a:lvl4pPr marL="1080000">
              <a:defRPr>
                <a:solidFill>
                  <a:schemeClr val="tx1"/>
                </a:solidFill>
              </a:defRPr>
            </a:lvl4pPr>
            <a:lvl5pPr marL="1440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91FA3F-39F6-48F6-84BD-17C5FA4DB47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85394" y="1511269"/>
            <a:ext cx="5473206" cy="4664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60000">
              <a:defRPr>
                <a:solidFill>
                  <a:schemeClr val="tx1"/>
                </a:solidFill>
              </a:defRPr>
            </a:lvl2pPr>
            <a:lvl3pPr marL="720000">
              <a:defRPr>
                <a:solidFill>
                  <a:schemeClr val="tx1"/>
                </a:solidFill>
              </a:defRPr>
            </a:lvl3pPr>
            <a:lvl4pPr marL="1080000">
              <a:defRPr>
                <a:solidFill>
                  <a:schemeClr val="tx1"/>
                </a:solidFill>
              </a:defRPr>
            </a:lvl4pPr>
            <a:lvl5pPr marL="1440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51BB27-4B75-4D59-9A0B-C2542DFB0E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1E5BEE-9365-E314-4399-B5FEE6195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8C59A-96F1-37C6-7192-D62B59D24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36170957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4E2653-9851-9726-E50E-BF4FD5C4BA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B8D5F4-44C2-4D3D-9E35-43DFC1F562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7145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B8A8682-E163-4AF6-A9F7-94B0A392BB8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98072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B1C7DB0-BD25-41F5-ABD2-31706FD061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68999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348A14-A5D2-4FD8-95AA-414BECD10FE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39926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2AC9D5-24B4-454A-BD58-63A18F6316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146" y="1492735"/>
            <a:ext cx="2664000" cy="552418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D75EA1-2230-467B-894A-3B7DD8A7EF2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97499" y="1492735"/>
            <a:ext cx="2664000" cy="552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500E400-54A7-4B43-96D2-74D821919CE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67852" y="1492735"/>
            <a:ext cx="2664000" cy="552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49FB77-D94E-47AD-9013-22B4A553B3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38204" y="1492735"/>
            <a:ext cx="2664000" cy="552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0F5A432-AC3A-4CCC-806C-B80EC0020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3439F2-8250-1E04-7B2B-361031792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7BD06B8-D973-161F-F4DB-411DC4A3A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18213130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B1577B-BCE6-9A13-6CBF-746039D2A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8F241C-D99F-4085-824B-53E714BA5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2008904E-BAF0-458D-9F5F-BCB7619111A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5698" y="2031361"/>
            <a:ext cx="11520601" cy="1605352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DEFDD10-FD53-4836-8AD7-6B22A4429C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699" y="3818354"/>
            <a:ext cx="11520600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A9D58C3E-0FE1-44DD-A81E-B9277E5B74D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5698" y="4333072"/>
            <a:ext cx="11520599" cy="19385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50C24DB-F1CC-40DA-A4E9-069F857638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699" y="1511270"/>
            <a:ext cx="11520598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10DD5D-652C-9C14-4306-7842550ED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DE396BF-573C-5B87-A331-A960FF13E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40518087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6D231B-203B-EEED-0147-63F27EE23F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11C4965-1979-404C-983F-7F7268A24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14" name="Content Placeholder 14">
            <a:extLst>
              <a:ext uri="{FF2B5EF4-FFF2-40B4-BE49-F238E27FC236}">
                <a16:creationId xmlns:a16="http://schemas.microsoft.com/office/drawing/2014/main" id="{2BA788A8-ABC5-43F1-A06E-3A90D2A07CE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5699" y="2031361"/>
            <a:ext cx="11520600" cy="1605352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8DD5480-BDCA-401D-BDF3-3CCD7E752A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699" y="3818354"/>
            <a:ext cx="5464800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58CF3DEC-9DF3-46AB-9097-7FD9F3F5307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5699" y="4333072"/>
            <a:ext cx="5464800" cy="19385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9E53655-9BBF-4D87-9E94-7193E8FCE0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8399" y="3818354"/>
            <a:ext cx="5577901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C0E11033-36E1-4F76-BBD8-983F429C874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78399" y="4333072"/>
            <a:ext cx="5577901" cy="19385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808DB6C-4D3A-4720-8892-1AD643C536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698" y="1511270"/>
            <a:ext cx="11520601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E68463-1945-3731-73A0-6685770EC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A14ED49-6F2B-5FC3-0F53-087111C1E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38147102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654786-F0FA-0882-55E5-7EAC24DB48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7E57E1C-D118-4DF6-98BF-77CA36FAF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07B58C29-16C4-4CD4-811A-7622999D2C1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5699" y="2031361"/>
            <a:ext cx="5464800" cy="1605352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9D8EBBD-9590-4822-9B30-F8407E51045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78399" y="2031361"/>
            <a:ext cx="5577901" cy="1605352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03C5B0D-FE43-4CB3-9982-510EAA560A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699" y="3818354"/>
            <a:ext cx="5464800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EFBF12D4-F447-4766-8228-25BDAA6C5A5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5699" y="4333072"/>
            <a:ext cx="5464800" cy="1938521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8521038-9CD6-4847-B230-2177EDC863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8399" y="3818354"/>
            <a:ext cx="5577901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21" name="Content Placeholder 14">
            <a:extLst>
              <a:ext uri="{FF2B5EF4-FFF2-40B4-BE49-F238E27FC236}">
                <a16:creationId xmlns:a16="http://schemas.microsoft.com/office/drawing/2014/main" id="{507AD84F-5297-40A0-A096-EE38A6A8057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78399" y="4333072"/>
            <a:ext cx="5577901" cy="1938521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CBF943F-7BB3-4F3C-8234-A018680DDE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699" y="1511270"/>
            <a:ext cx="5464800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EFA9F9C-2311-447F-8D96-945A7B84A2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8399" y="1511270"/>
            <a:ext cx="5577901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D52F0-98AA-83DF-3E9C-09B4CBC93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B869CF5-7345-0AEE-BDE3-B95FA17D1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ptos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12083131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07EF-5118-A97E-3CFD-660E4D09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3FFFB-0EC0-4DDC-9EB2-C0AAF4AB709E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276D8-7818-F8C4-42A0-E2CEC582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CB617-FD94-F91F-D6AC-7BB5B632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0E66D14-FF8E-3C82-E4C4-25383095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EA465-0BE1-B0A6-CDC2-F127ADC320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000" y="1427020"/>
            <a:ext cx="11160000" cy="496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/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/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/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3EA231-5C8D-D249-3DAE-6B9378B99405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87C3CB-0693-8EC1-136E-9968C0759153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20BB00FC-884F-6FFE-01CC-14175914E20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CB9A5735-07FF-5C9F-063F-826E73A763C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733B2A0-9775-BBA7-7F29-EB3D92607E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2CD932-7016-D8E4-ABBA-501E2994B3D9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6E67-D31F-B301-1C0E-882E2BD75D46}"/>
              </a:ext>
            </a:extLst>
          </p:cNvPr>
          <p:cNvGrpSpPr/>
          <p:nvPr userDrawn="1"/>
        </p:nvGrpSpPr>
        <p:grpSpPr>
          <a:xfrm>
            <a:off x="12317984" y="1427020"/>
            <a:ext cx="1168399" cy="4968000"/>
            <a:chOff x="12317984" y="964884"/>
            <a:chExt cx="1168399" cy="521208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B7B7FCF-D0E2-D02A-7A64-AEE50518D45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DB5D5A4-FE99-0FF2-02DA-11AF51EE697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4340495-F36B-21DF-F2C6-0490A7BBA2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DD38F7-6825-669F-591E-03B029CCD536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13.8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5D75259-6F37-99F9-0BE6-BF2C25126F0B}"/>
              </a:ext>
            </a:extLst>
          </p:cNvPr>
          <p:cNvGrpSpPr/>
          <p:nvPr userDrawn="1"/>
        </p:nvGrpSpPr>
        <p:grpSpPr>
          <a:xfrm>
            <a:off x="12317984" y="707020"/>
            <a:ext cx="1168399" cy="540000"/>
            <a:chOff x="12317984" y="964884"/>
            <a:chExt cx="1168399" cy="521208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C8C7720-73D3-6057-F308-3F8B2ECC198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F4B6FAC-03C2-8891-C5B9-0810BFEC50E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BD5FF27-82F7-22BD-5505-1BE6A33D30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501B29-C9C3-C0D3-CC2F-265F4E1D9E6A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23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D89EADE0-3657-B4BD-84A0-5D5882F461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8000" y="228600"/>
            <a:ext cx="1278000" cy="4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610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658808-82F8-0DA2-3404-30500F6E23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2" y="0"/>
            <a:ext cx="12166896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45FE5B-E294-462E-A4A9-6F1F56808D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780" y="2328327"/>
            <a:ext cx="6200829" cy="136166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  <a:effectLst>
                  <a:outerShdw blurRad="190500" dir="1800000" algn="ctr" rotWithShape="0">
                    <a:prstClr val="black">
                      <a:alpha val="20000"/>
                    </a:prstClr>
                  </a:outerShdw>
                </a:effectLst>
                <a:latin typeface="Arial Bold" panose="020B0704020202020204" pitchFamily="34" charset="0"/>
                <a:cs typeface="Arial Bold" panose="020B0704020202020204" pitchFamily="34" charset="0"/>
              </a:defRPr>
            </a:lvl1pPr>
          </a:lstStyle>
          <a:p>
            <a:r>
              <a:rPr lang="en-US"/>
              <a:t>Title of Presentation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1DE02-F13D-4470-A63F-8A23123018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779" y="3784253"/>
            <a:ext cx="6200829" cy="5945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effectLst>
                  <a:outerShdw blurRad="190500" dir="1800000" algn="ctr" rotWithShape="0">
                    <a:prstClr val="black">
                      <a:alpha val="20000"/>
                    </a:prstClr>
                  </a:outerShdw>
                </a:effectLst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(date, revision number </a:t>
            </a:r>
            <a:r>
              <a:rPr lang="en-US" err="1"/>
              <a:t>etc</a:t>
            </a:r>
            <a:r>
              <a:rPr lang="en-US"/>
              <a:t>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5562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-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10096-5428-891A-1671-8386DB88FA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2" y="0"/>
            <a:ext cx="12166896" cy="68579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305BA9-B260-45DB-A80D-BF1746380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370" y="3324978"/>
            <a:ext cx="6749700" cy="976338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sz="3600" b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3733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-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10096-5428-891A-1671-8386DB88FA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2" y="0"/>
            <a:ext cx="12166896" cy="68579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305BA9-B260-45DB-A80D-BF1746380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370" y="3324978"/>
            <a:ext cx="6749700" cy="976338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sz="3600" b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1078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-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10096-5428-891A-1671-8386DB88FA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3" y="0"/>
            <a:ext cx="12166894" cy="68579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305BA9-B260-45DB-A80D-BF1746380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370" y="3324978"/>
            <a:ext cx="6749700" cy="976338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sz="3600" b="0">
                <a:solidFill>
                  <a:schemeClr val="accent1"/>
                </a:solidFill>
                <a:latin typeface="Arial Bold" panose="020B0704020202020204" pitchFamily="34" charset="0"/>
                <a:cs typeface="Arial Bold" panose="020B07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29098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6D1-8095-4121-BE8E-349C85E036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1677" y="891251"/>
            <a:ext cx="11303610" cy="5296345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60000">
              <a:defRPr>
                <a:solidFill>
                  <a:schemeClr val="bg1"/>
                </a:solidFill>
              </a:defRPr>
            </a:lvl2pPr>
            <a:lvl3pPr marL="720000">
              <a:defRPr>
                <a:solidFill>
                  <a:schemeClr val="bg1"/>
                </a:solidFill>
              </a:defRPr>
            </a:lvl3pPr>
            <a:lvl4pPr marL="1080000">
              <a:defRPr>
                <a:solidFill>
                  <a:schemeClr val="bg1"/>
                </a:solidFill>
              </a:defRPr>
            </a:lvl4pPr>
            <a:lvl5pPr marL="1440000"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 i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Acknowledgement of </a:t>
            </a:r>
            <a:r>
              <a:rPr lang="en-US" sz="3200" b="1" i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9ED299-344F-46E4-DF62-6D0907A050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986"/>
          <a:stretch/>
        </p:blipFill>
        <p:spPr>
          <a:xfrm rot="16200000">
            <a:off x="9134955" y="4245453"/>
            <a:ext cx="2108200" cy="311689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DBE6B74-257A-0AC3-EB2F-FD2BCCBD07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86"/>
          <a:stretch/>
        </p:blipFill>
        <p:spPr>
          <a:xfrm>
            <a:off x="0" y="1"/>
            <a:ext cx="1649282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548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72428A-95F4-4BDE-853E-888D13C763B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1677" y="1511270"/>
            <a:ext cx="11303610" cy="4676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60000">
              <a:defRPr>
                <a:solidFill>
                  <a:schemeClr val="tx1"/>
                </a:solidFill>
              </a:defRPr>
            </a:lvl2pPr>
            <a:lvl3pPr marL="720000">
              <a:defRPr>
                <a:solidFill>
                  <a:schemeClr val="tx1"/>
                </a:solidFill>
              </a:defRPr>
            </a:lvl3pPr>
            <a:lvl4pPr marL="1080000">
              <a:defRPr>
                <a:solidFill>
                  <a:schemeClr val="tx1"/>
                </a:solidFill>
              </a:defRPr>
            </a:lvl4pPr>
            <a:lvl5pPr marL="1440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C2879-919C-6D94-3868-335EE9DD0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6" y="1"/>
            <a:ext cx="12166896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BDA5C7-E1A8-D4BF-BFB2-02AE6BC0E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Contents/Agenda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8893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661C42-4705-43E3-97C0-BD0ECBB5D86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AU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2691017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Plai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0FCAC3-F36F-BAB6-2214-5529C6068B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6D1-8095-4121-BE8E-349C85E036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1677" y="1511270"/>
            <a:ext cx="11303610" cy="4676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600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00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00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1A91A16-77A0-4C23-9EEA-0A28708CF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4C04388-64BF-52E6-1DDB-EA1B7ADF2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FE63E63-CA4E-89BD-89D7-1E3C222FF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396864864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33461C-FCB9-A612-1002-2FBCA6F5C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6D1-8095-4121-BE8E-349C85E036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4384" y="1511269"/>
            <a:ext cx="5473206" cy="4665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60000">
              <a:defRPr>
                <a:solidFill>
                  <a:schemeClr val="tx1"/>
                </a:solidFill>
              </a:defRPr>
            </a:lvl2pPr>
            <a:lvl3pPr marL="720000">
              <a:defRPr>
                <a:solidFill>
                  <a:schemeClr val="tx1"/>
                </a:solidFill>
              </a:defRPr>
            </a:lvl3pPr>
            <a:lvl4pPr marL="1080000">
              <a:defRPr>
                <a:solidFill>
                  <a:schemeClr val="tx1"/>
                </a:solidFill>
              </a:defRPr>
            </a:lvl4pPr>
            <a:lvl5pPr marL="1440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91FA3F-39F6-48F6-84BD-17C5FA4DB47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85394" y="1511269"/>
            <a:ext cx="5473206" cy="4664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60000">
              <a:defRPr>
                <a:solidFill>
                  <a:schemeClr val="tx1"/>
                </a:solidFill>
              </a:defRPr>
            </a:lvl2pPr>
            <a:lvl3pPr marL="720000">
              <a:defRPr>
                <a:solidFill>
                  <a:schemeClr val="tx1"/>
                </a:solidFill>
              </a:defRPr>
            </a:lvl3pPr>
            <a:lvl4pPr marL="1080000">
              <a:defRPr>
                <a:solidFill>
                  <a:schemeClr val="tx1"/>
                </a:solidFill>
              </a:defRPr>
            </a:lvl4pPr>
            <a:lvl5pPr marL="1440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51BB27-4B75-4D59-9A0B-C2542DFB0E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1E5BEE-9365-E314-4399-B5FEE6195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8C59A-96F1-37C6-7192-D62B59D24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42430166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4E2653-9851-9726-E50E-BF4FD5C4BA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B8D5F4-44C2-4D3D-9E35-43DFC1F562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7145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B8A8682-E163-4AF6-A9F7-94B0A392BB8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98072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B1C7DB0-BD25-41F5-ABD2-31706FD061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68999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348A14-A5D2-4FD8-95AA-414BECD10FE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39926" y="2094861"/>
            <a:ext cx="2664000" cy="41110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2AC9D5-24B4-454A-BD58-63A18F6316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146" y="1492735"/>
            <a:ext cx="2664000" cy="552418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D75EA1-2230-467B-894A-3B7DD8A7EF2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97499" y="1492735"/>
            <a:ext cx="2664000" cy="552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500E400-54A7-4B43-96D2-74D821919CE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67852" y="1492735"/>
            <a:ext cx="2664000" cy="552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49FB77-D94E-47AD-9013-22B4A553B3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38204" y="1492735"/>
            <a:ext cx="2664000" cy="552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0F5A432-AC3A-4CCC-806C-B80EC0020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3439F2-8250-1E04-7B2B-361031792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7BD06B8-D973-161F-F4DB-411DC4A3A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2139659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B1577B-BCE6-9A13-6CBF-746039D2A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8F241C-D99F-4085-824B-53E714BA5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2008904E-BAF0-458D-9F5F-BCB7619111A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5698" y="2031361"/>
            <a:ext cx="11520601" cy="1605352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DEFDD10-FD53-4836-8AD7-6B22A4429C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699" y="3818354"/>
            <a:ext cx="11520600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A9D58C3E-0FE1-44DD-A81E-B9277E5B74D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5698" y="4333072"/>
            <a:ext cx="11520599" cy="19385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50C24DB-F1CC-40DA-A4E9-069F857638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699" y="1511270"/>
            <a:ext cx="11520598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10DD5D-652C-9C14-4306-7842550ED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DE396BF-573C-5B87-A331-A960FF13E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5838326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6D231B-203B-EEED-0147-63F27EE23F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11C4965-1979-404C-983F-7F7268A24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14" name="Content Placeholder 14">
            <a:extLst>
              <a:ext uri="{FF2B5EF4-FFF2-40B4-BE49-F238E27FC236}">
                <a16:creationId xmlns:a16="http://schemas.microsoft.com/office/drawing/2014/main" id="{2BA788A8-ABC5-43F1-A06E-3A90D2A07CE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5699" y="2031361"/>
            <a:ext cx="11520600" cy="1605352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8DD5480-BDCA-401D-BDF3-3CCD7E752A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699" y="3818354"/>
            <a:ext cx="5464800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58CF3DEC-9DF3-46AB-9097-7FD9F3F5307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5699" y="4333072"/>
            <a:ext cx="5464800" cy="19385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9E53655-9BBF-4D87-9E94-7193E8FCE0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8399" y="3818354"/>
            <a:ext cx="5577901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C0E11033-36E1-4F76-BBD8-983F429C874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78399" y="4333072"/>
            <a:ext cx="5577901" cy="193852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808DB6C-4D3A-4720-8892-1AD643C536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698" y="1511270"/>
            <a:ext cx="11520601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E68463-1945-3731-73A0-6685770EC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A14ED49-6F2B-5FC3-0F53-087111C1E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1929665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654786-F0FA-0882-55E5-7EAC24DB48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1" y="0"/>
            <a:ext cx="12166898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7E57E1C-D118-4DF6-98BF-77CA36FAF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189" y="265736"/>
            <a:ext cx="8584211" cy="9070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  <a:endParaRPr lang="en-AU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07B58C29-16C4-4CD4-811A-7622999D2C1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5699" y="2031361"/>
            <a:ext cx="5464800" cy="1605352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9D8EBBD-9590-4822-9B30-F8407E51045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78399" y="2031361"/>
            <a:ext cx="5577901" cy="1605352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03C5B0D-FE43-4CB3-9982-510EAA560A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699" y="3818354"/>
            <a:ext cx="5464800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EFBF12D4-F447-4766-8228-25BDAA6C5A5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5699" y="4333072"/>
            <a:ext cx="5464800" cy="1938521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8521038-9CD6-4847-B230-2177EDC863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8399" y="3818354"/>
            <a:ext cx="5577901" cy="43048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21" name="Content Placeholder 14">
            <a:extLst>
              <a:ext uri="{FF2B5EF4-FFF2-40B4-BE49-F238E27FC236}">
                <a16:creationId xmlns:a16="http://schemas.microsoft.com/office/drawing/2014/main" id="{507AD84F-5297-40A0-A096-EE38A6A8057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78399" y="4333072"/>
            <a:ext cx="5577901" cy="1938521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Level 1 paragraph heading</a:t>
            </a:r>
          </a:p>
          <a:p>
            <a:pPr lvl="1"/>
            <a:r>
              <a:rPr lang="en-US"/>
              <a:t>Level 2 body text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CBF943F-7BB3-4F3C-8234-A018680DDE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699" y="1511270"/>
            <a:ext cx="5464800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EFA9F9C-2311-447F-8D96-945A7B84A2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8399" y="1511270"/>
            <a:ext cx="5577901" cy="43810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paragraph or chart heading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D52F0-98AA-83DF-3E9C-09B4CBC93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553755"/>
            <a:ext cx="2743200" cy="30424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C68F7D-125D-40DA-8976-99338D15780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B869CF5-7345-0AEE-BDE3-B95FA17D1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677" y="6553754"/>
            <a:ext cx="6749700" cy="304246"/>
          </a:xfrm>
          <a:prstGeom prst="rect">
            <a:avLst/>
          </a:prstGeom>
        </p:spPr>
        <p:txBody>
          <a:bodyPr/>
          <a:lstStyle>
            <a:lvl1pPr>
              <a:defRPr sz="11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High Speed Rail – Newcastle to Sydney</a:t>
            </a:r>
            <a:endParaRPr lang="en-AU" baseline="-25000"/>
          </a:p>
        </p:txBody>
      </p:sp>
    </p:spTree>
    <p:extLst>
      <p:ext uri="{BB962C8B-B14F-4D97-AF65-F5344CB8AC3E}">
        <p14:creationId xmlns:p14="http://schemas.microsoft.com/office/powerpoint/2010/main" val="29584426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07EF-5118-A97E-3CFD-660E4D09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3FFFB-0EC0-4DDC-9EB2-C0AAF4AB709E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276D8-7818-F8C4-42A0-E2CEC582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CB617-FD94-F91F-D6AC-7BB5B632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0E66D14-FF8E-3C82-E4C4-25383095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EA465-0BE1-B0A6-CDC2-F127ADC320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000" y="1427020"/>
            <a:ext cx="11160000" cy="496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–"/>
              <a:defRPr/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◦"/>
              <a:defRPr/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ptos Narrow" panose="020B0004020202020204" pitchFamily="34" charset="0"/>
              <a:buChar char="»"/>
              <a:defRPr/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3EA231-5C8D-D249-3DAE-6B9378B99405}"/>
              </a:ext>
            </a:extLst>
          </p:cNvPr>
          <p:cNvGrpSpPr/>
          <p:nvPr userDrawn="1"/>
        </p:nvGrpSpPr>
        <p:grpSpPr>
          <a:xfrm>
            <a:off x="516000" y="-477837"/>
            <a:ext cx="11160000" cy="424021"/>
            <a:chOff x="381000" y="-538321"/>
            <a:chExt cx="11430000" cy="42402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87C3CB-0693-8EC1-136E-9968C0759153}"/>
                </a:ext>
              </a:extLst>
            </p:cNvPr>
            <p:cNvGrpSpPr/>
            <p:nvPr userDrawn="1"/>
          </p:nvGrpSpPr>
          <p:grpSpPr>
            <a:xfrm>
              <a:off x="381000" y="-444500"/>
              <a:ext cx="11430000" cy="330200"/>
              <a:chOff x="700526" y="-457200"/>
              <a:chExt cx="10799064" cy="330200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20BB00FC-884F-6FFE-01CC-14175914E20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CB9A5735-07FF-5C9F-063F-826E73A763C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96674" y="-457200"/>
                <a:ext cx="0" cy="330200"/>
              </a:xfrm>
              <a:prstGeom prst="straightConnector1">
                <a:avLst/>
              </a:prstGeom>
              <a:ln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733B2A0-9775-BBA7-7F29-EB3D92607E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00526" y="-304800"/>
                <a:ext cx="10799064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2CD932-7016-D8E4-ABBA-501E2994B3D9}"/>
                </a:ext>
              </a:extLst>
            </p:cNvPr>
            <p:cNvSpPr txBox="1"/>
            <p:nvPr userDrawn="1"/>
          </p:nvSpPr>
          <p:spPr>
            <a:xfrm>
              <a:off x="5515859" y="-538321"/>
              <a:ext cx="1168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31.0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6E67-D31F-B301-1C0E-882E2BD75D46}"/>
              </a:ext>
            </a:extLst>
          </p:cNvPr>
          <p:cNvGrpSpPr/>
          <p:nvPr userDrawn="1"/>
        </p:nvGrpSpPr>
        <p:grpSpPr>
          <a:xfrm>
            <a:off x="12317984" y="1427020"/>
            <a:ext cx="1168399" cy="4968000"/>
            <a:chOff x="12317984" y="964884"/>
            <a:chExt cx="1168399" cy="521208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B7B7FCF-D0E2-D02A-7A64-AEE50518D45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DB5D5A4-FE99-0FF2-02DA-11AF51EE697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4340495-F36B-21DF-F2C6-0490A7BBA2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DD38F7-6825-669F-591E-03B029CCD536}"/>
                </a:ext>
              </a:extLst>
            </p:cNvPr>
            <p:cNvSpPr txBox="1"/>
            <p:nvPr userDrawn="1"/>
          </p:nvSpPr>
          <p:spPr>
            <a:xfrm>
              <a:off x="12317984" y="3447814"/>
              <a:ext cx="1168399" cy="22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13.8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5D75259-6F37-99F9-0BE6-BF2C25126F0B}"/>
              </a:ext>
            </a:extLst>
          </p:cNvPr>
          <p:cNvGrpSpPr/>
          <p:nvPr userDrawn="1"/>
        </p:nvGrpSpPr>
        <p:grpSpPr>
          <a:xfrm>
            <a:off x="12317984" y="707020"/>
            <a:ext cx="1168399" cy="540000"/>
            <a:chOff x="12317984" y="964884"/>
            <a:chExt cx="1168399" cy="521208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C8C7720-73D3-6057-F308-3F8B2ECC198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96488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F4B6FAC-03C2-8891-C5B9-0810BFEC50E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17984" y="6176964"/>
              <a:ext cx="329184" cy="0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BD5FF27-82F7-22BD-5505-1BE6A33D30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507976" y="964884"/>
              <a:ext cx="0" cy="52120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501B29-C9C3-C0D3-CC2F-265F4E1D9E6A}"/>
                </a:ext>
              </a:extLst>
            </p:cNvPr>
            <p:cNvSpPr txBox="1"/>
            <p:nvPr userDrawn="1"/>
          </p:nvSpPr>
          <p:spPr>
            <a:xfrm>
              <a:off x="12317984" y="3447813"/>
              <a:ext cx="1168399" cy="23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2">
                      <a:lumMod val="75000"/>
                    </a:schemeClr>
                  </a:solidFill>
                </a:rPr>
                <a:t>1.5 cm.</a:t>
              </a:r>
              <a:endParaRPr lang="en-AU" sz="100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D89EADE0-3657-B4BD-84A0-5D5882F461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8000" y="228600"/>
            <a:ext cx="1278000" cy="4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755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5.xml"/><Relationship Id="rId15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95A54-3F3A-2CD9-508E-028688368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000" y="70421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4141E-681C-421F-8251-CDEC4C7EAC0B}" type="datetime1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E0CB9-80BE-19DD-5D02-9D91F9CB5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70421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D6D7E0-7BF8-83CC-3930-F019F13DF435}"/>
              </a:ext>
            </a:extLst>
          </p:cNvPr>
          <p:cNvSpPr txBox="1"/>
          <p:nvPr userDrawn="1"/>
        </p:nvSpPr>
        <p:spPr>
          <a:xfrm>
            <a:off x="516000" y="228600"/>
            <a:ext cx="58496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AU" sz="1200" b="1">
                <a:solidFill>
                  <a:schemeClr val="tx2">
                    <a:lumMod val="60000"/>
                    <a:lumOff val="40000"/>
                  </a:schemeClr>
                </a:solidFill>
              </a:rPr>
              <a:t>National High Speed Rail Line 1 | Newcastle to Sydney</a:t>
            </a:r>
          </a:p>
          <a:p>
            <a:r>
              <a:rPr lang="en-AU" sz="900" b="0">
                <a:solidFill>
                  <a:schemeClr val="tx2">
                    <a:lumMod val="60000"/>
                    <a:lumOff val="40000"/>
                  </a:schemeClr>
                </a:solidFill>
              </a:rPr>
              <a:t>EOI No. 10031970 for ECI Partners for Area Packages 1 and 3</a:t>
            </a:r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A3ACD186-E721-F724-731C-EA6D409C2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707020"/>
            <a:ext cx="111600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719B1964-9C22-02FD-6581-D22409D35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32800" y="6503009"/>
            <a:ext cx="2743200" cy="21846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0D97B94-3C0B-4E5C-836C-7B59C46A23A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53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7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50" r:id="rId9"/>
    <p:sldLayoutId id="2147483670" r:id="rId10"/>
    <p:sldLayoutId id="2147483671" r:id="rId11"/>
    <p:sldLayoutId id="2147483652" r:id="rId12"/>
    <p:sldLayoutId id="2147483662" r:id="rId13"/>
    <p:sldLayoutId id="2147483653" r:id="rId14"/>
    <p:sldLayoutId id="2147483664" r:id="rId15"/>
    <p:sldLayoutId id="2147483672" r:id="rId16"/>
    <p:sldLayoutId id="2147483655" r:id="rId17"/>
    <p:sldLayoutId id="2147483674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AU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684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489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06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0751049A-1C0E-8AF6-7858-FCDB7EB68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Power and Grid Connection Workshop 2</a:t>
            </a:r>
            <a:endParaRPr lang="en-AU" sz="3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3CCB1-8A82-E2DE-8503-3EF782FBA7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sz="2800" dirty="0">
                <a:latin typeface="Aptos" panose="020B0004020202020204" pitchFamily="34" charset="0"/>
              </a:rPr>
              <a:t>Newcastle to Sydney HSR</a:t>
            </a:r>
            <a:br>
              <a:rPr lang="en-AU" sz="2800" dirty="0">
                <a:latin typeface="Aptos" panose="020B0004020202020204" pitchFamily="34" charset="0"/>
              </a:rPr>
            </a:br>
            <a:r>
              <a:rPr lang="en-AU" sz="2800" dirty="0">
                <a:latin typeface="Aptos" panose="020B0004020202020204" pitchFamily="34" charset="0"/>
              </a:rPr>
              <a:t>27 October 2026</a:t>
            </a:r>
          </a:p>
          <a:p>
            <a:endParaRPr lang="en-AU" sz="3200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A3D2E4B-A802-950D-70E7-698C443D1D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02400"/>
            <a:ext cx="2743200" cy="219075"/>
          </a:xfrm>
          <a:prstGeom prst="rect">
            <a:avLst/>
          </a:prstGeom>
        </p:spPr>
        <p:txBody>
          <a:bodyPr/>
          <a:lstStyle/>
          <a:p>
            <a:fld id="{B0D97B94-3C0B-4E5C-836C-7B59C46A23A1}" type="slidenum">
              <a:rPr lang="en-AU" smtClean="0"/>
              <a:pPr/>
              <a:t>1</a:t>
            </a:fld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Today's workshop is designed to give HSRA agreed inputs, utility actions and clear owners for the next design step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OPENING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965960"/>
            <a:ext cx="5120640" cy="3931920"/>
          </a:xfrm>
          <a:prstGeom prst="roundRect">
            <a:avLst>
              <a:gd name="adj" fmla="val 8000"/>
            </a:avLst>
          </a:prstGeom>
          <a:solidFill>
            <a:srgbClr val="004F00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1DC93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4389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Aptos"/>
              </a:rPr>
              <a:t>Thank you to HSRA for hosting this second Power and Grid Connection workshop.</a:t>
            </a:r>
          </a:p>
          <a:p>
            <a:pPr algn="l"/>
            <a:r>
              <a:rPr sz="1800" i="1" b="0">
                <a:solidFill>
                  <a:srgbClr val="808080"/>
                </a:solidFill>
                <a:latin typeface="Aptos"/>
              </a:rPr>
              <a:t>[Acknowledge attendees and any utility representatives, to confirm.]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965960"/>
            <a:ext cx="57332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72200" y="2167128"/>
            <a:ext cx="52760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D9946"/>
                </a:solidFill>
                <a:latin typeface="Aptos"/>
              </a:rPr>
              <a:t>What HSRA is seeking from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679191"/>
            <a:ext cx="5276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Agreed inputs, utility actions and clear owners for the next design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114800"/>
            <a:ext cx="57332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72200" y="4315968"/>
            <a:ext cx="52760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A80"/>
                </a:solidFill>
                <a:latin typeface="Aptos"/>
              </a:rPr>
              <a:t>Our position going into the 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828032"/>
            <a:ext cx="5276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buFont typeface="Arial"/>
              <a:buChar char="•"/>
            </a:pPr>
            <a:r>
              <a:rPr sz="1400" i="1" b="0">
                <a:solidFill>
                  <a:srgbClr val="808080"/>
                </a:solidFill>
                <a:latin typeface="Aptos"/>
              </a:rPr>
              <a:t>[Team to draft a one or two sentence framing of our position.]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Eight decision areas take the discussion from confirming demand through to connection interfaces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8288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D7A80"/>
                </a:solidFill>
                <a:latin typeface="Aptos"/>
              </a:rPr>
              <a:t>SESSION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2194560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9224" y="2304288"/>
            <a:ext cx="402336" cy="402336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64" y="2249424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4F00"/>
                </a:solidFill>
                <a:latin typeface="Aptos"/>
              </a:rPr>
              <a:t>Peak 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2249424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ptos"/>
              </a:rPr>
              <a:t>Morisset, Broadmeadow and Woy Woy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2944368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9224" y="3054096"/>
            <a:ext cx="402336" cy="402336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2999232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4F00"/>
                </a:solidFill>
                <a:latin typeface="Aptos"/>
              </a:rPr>
              <a:t>Connection proximity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4" y="2999232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ptos"/>
              </a:rPr>
              <a:t>Kangaroo Point to Woy Woy; Artarmon to Brookvale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694176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9224" y="3803904"/>
            <a:ext cx="402336" cy="402336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" y="3749039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4F00"/>
                </a:solidFill>
                <a:latin typeface="Aptos"/>
              </a:rPr>
              <a:t>Regenerative 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4" y="3749039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ptos"/>
              </a:rPr>
              <a:t>Backfeeding and reverse power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18288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245A3"/>
                </a:solidFill>
                <a:latin typeface="Aptos"/>
              </a:rPr>
              <a:t>SESSION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194560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318504" y="2304288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249424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4F00"/>
                </a:solidFill>
                <a:latin typeface="Aptos"/>
              </a:rPr>
              <a:t>Grid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2249424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ptos"/>
              </a:rPr>
              <a:t>Available capacity and connection capability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2944368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318504" y="3054096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2999232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4F00"/>
                </a:solidFill>
                <a:latin typeface="Aptos"/>
              </a:rPr>
              <a:t>ATS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2999232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ptos"/>
              </a:rPr>
              <a:t>Peak demand &lt; 60 MVA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694176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318504" y="3803904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144" y="3749039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4F00"/>
                </a:solidFill>
                <a:latin typeface="Aptos"/>
              </a:rPr>
              <a:t>N-1 requirements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3749039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ptos"/>
              </a:rPr>
              <a:t>Supply resilience following a single loss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4443983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318504" y="4553712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4498847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4F00"/>
                </a:solidFill>
                <a:latin typeface="Aptos"/>
              </a:rPr>
              <a:t>Renewable Energy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4498847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ptos"/>
              </a:rPr>
              <a:t>Options to decarbonise traction power and strengthen energy resilience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5193792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6318504" y="5303520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67144" y="5248655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4F00"/>
                </a:solidFill>
                <a:latin typeface="Aptos"/>
              </a:rPr>
              <a:t>Metering and interfaces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7384" y="5248655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ptos"/>
              </a:rPr>
              <a:t>Panels, touch-off points and boundaries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452628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C5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86384" y="4526280"/>
            <a:ext cx="19202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4F00"/>
                </a:solidFill>
                <a:latin typeface="Aptos"/>
              </a:rPr>
              <a:t>MEETING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8064" y="4526280"/>
            <a:ext cx="28803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Aptos"/>
              </a:rPr>
              <a:t>Agreed inputs, utility actions and clear owners for the next design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Progress on the Workshop 1 actions sets the starting point for today's decisions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WORKSHOP 1 ACTIONS REVIEW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1965960"/>
          <a:ext cx="1115568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4754880"/>
                <a:gridCol w="1828800"/>
                <a:gridCol w="1463040"/>
                <a:gridCol w="25603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Workshop 1 action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Comment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[Action from Workshop 1, to confirm]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[Action from Workshop 1, to confirm]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[Action from Workshop 1, to confirm]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[Action from Workshop 1, to confirm]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[Action from Workshop 1, to confirm]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2064" y="5257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ptos"/>
              </a:rPr>
              <a:t>Source: </a:t>
            </a:r>
            <a:r>
              <a:rPr sz="1100" i="1" b="0">
                <a:solidFill>
                  <a:srgbClr val="808080"/>
                </a:solidFill>
                <a:latin typeface="Aptos"/>
              </a:rPr>
              <a:t>[Workshop 1 action log, to be provided by the GoFar project manager (to confirm)]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8DA4C895-FE89-2EA1-0385-9236D969A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209616"/>
            <a:ext cx="8932800" cy="629348"/>
          </a:xfrm>
        </p:spPr>
        <p:txBody>
          <a:bodyPr>
            <a:normAutofit fontScale="90000"/>
          </a:bodyPr>
          <a:lstStyle/>
          <a:p>
            <a:r>
              <a:rPr lang="en-AU" sz="4000" b="1" dirty="0">
                <a:latin typeface="Aptos" panose="020B0004020202020204" pitchFamily="34" charset="0"/>
              </a:rPr>
              <a:t>Peak loads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F1093D-AD89-86E2-0582-D0EE064AF5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7188200"/>
            <a:ext cx="2743200" cy="219075"/>
          </a:xfrm>
          <a:prstGeom prst="rect">
            <a:avLst/>
          </a:prstGeom>
        </p:spPr>
        <p:txBody>
          <a:bodyPr/>
          <a:lstStyle/>
          <a:p>
            <a:fld id="{B0D97B94-3C0B-4E5C-836C-7B59C46A23A1}" type="slidenum">
              <a:rPr lang="en-AU" smtClean="0"/>
              <a:pPr/>
              <a:t>2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61939-8373-7B6D-EF25-833AF6559CBA}"/>
              </a:ext>
            </a:extLst>
          </p:cNvPr>
          <p:cNvSpPr txBox="1"/>
          <p:nvPr/>
        </p:nvSpPr>
        <p:spPr>
          <a:xfrm>
            <a:off x="516000" y="1471663"/>
            <a:ext cx="426308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>
                <a:solidFill>
                  <a:schemeClr val="bg1"/>
                </a:solidFill>
                <a:latin typeface="Aptos" panose="020B0004020202020204" pitchFamily="34" charset="0"/>
              </a:rPr>
              <a:t>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Approving the load assumptions for each site gives the grid connection assessment a confirmed demand basis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01  PEAK 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92024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0664" y="2103120"/>
            <a:ext cx="402336" cy="402336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2103120"/>
            <a:ext cx="2560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A80"/>
                </a:solidFill>
                <a:latin typeface="Aptos"/>
              </a:rPr>
              <a:t>MORISSET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651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ptos"/>
              </a:rPr>
              <a:t>Confirm peak traction demand and load profile.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15468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Peak traction demand: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[MVA, TBC]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Load profile: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[TBC]</a:t>
            </a:r>
          </a:p>
          <a:p>
            <a:pPr algn="l" marL="182880" indent="-182880"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Basis and source: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[TBC]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92024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35424" y="2103120"/>
            <a:ext cx="402336" cy="402336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2103120"/>
            <a:ext cx="2560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A80"/>
                </a:solidFill>
                <a:latin typeface="Aptos"/>
              </a:rPr>
              <a:t>BROADMEADOW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651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ptos"/>
              </a:rPr>
              <a:t>Confirm peak traction demand and load profile.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15468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Peak traction demand: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[MVA, TBC]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Load profile: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[TBC]</a:t>
            </a:r>
          </a:p>
          <a:p>
            <a:pPr algn="l" marL="182880" indent="-182880"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Basis and source: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[TBC]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192024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330184" y="2103120"/>
            <a:ext cx="402336" cy="402336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2103120"/>
            <a:ext cx="2560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A80"/>
                </a:solidFill>
                <a:latin typeface="Aptos"/>
              </a:rPr>
              <a:t>WOY WOY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651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ptos"/>
              </a:rPr>
              <a:t>Confirm peak traction demand and load profile.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315468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Peak traction demand: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[MVA, TBC]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Load profile: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[TBC]</a:t>
            </a:r>
          </a:p>
          <a:p>
            <a:pPr algn="l" marL="182880" indent="-182880"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Basis and source: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[TBC]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493776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C5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6384" y="493776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4F00"/>
                </a:solidFill>
                <a:latin typeface="Aptos"/>
              </a:rPr>
              <a:t>DECISION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8064" y="4937760"/>
            <a:ext cx="85953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Aptos"/>
              </a:rPr>
              <a:t>HSRA to approve the load assumptions for the grid connection assessment.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EDF8AF5A-F396-F8E8-45A2-7F5239350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712237"/>
            <a:ext cx="8932800" cy="629348"/>
          </a:xfrm>
        </p:spPr>
        <p:txBody>
          <a:bodyPr>
            <a:normAutofit fontScale="90000"/>
          </a:bodyPr>
          <a:lstStyle/>
          <a:p>
            <a:r>
              <a:rPr lang="en-AU" sz="4000" b="1" dirty="0">
                <a:latin typeface="Aptos" panose="020B0004020202020204" pitchFamily="34" charset="0"/>
              </a:rPr>
              <a:t>Connection proximity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2683A-4149-DABF-D11E-80BBD4E663B7}"/>
              </a:ext>
            </a:extLst>
          </p:cNvPr>
          <p:cNvSpPr txBox="1"/>
          <p:nvPr/>
        </p:nvSpPr>
        <p:spPr>
          <a:xfrm>
            <a:off x="516000" y="1974284"/>
            <a:ext cx="426308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>
                <a:solidFill>
                  <a:schemeClr val="bg1"/>
                </a:solidFill>
                <a:latin typeface="Aptos" panose="020B0004020202020204" pitchFamily="34" charset="0"/>
              </a:rPr>
              <a:t>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HSRA has asked for two grid connection options to be reviewed for location, proximity and interface practicality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02  CONNECTION PROXIMITY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96596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86384" y="21945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6384" y="219456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34639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4F00"/>
                </a:solidFill>
                <a:latin typeface="Aptos"/>
              </a:rPr>
              <a:t>Kangaroo Point</a:t>
            </a:r>
          </a:p>
        </p:txBody>
      </p:sp>
      <p:sp>
        <p:nvSpPr>
          <p:cNvPr id="9" name="Chevron 8"/>
          <p:cNvSpPr/>
          <p:nvPr/>
        </p:nvSpPr>
        <p:spPr>
          <a:xfrm>
            <a:off x="2788920" y="2926080"/>
            <a:ext cx="457200" cy="365760"/>
          </a:xfrm>
          <a:prstGeom prst="chevron">
            <a:avLst/>
          </a:prstGeom>
          <a:solidFill>
            <a:srgbClr val="71D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834639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4F00"/>
                </a:solidFill>
                <a:latin typeface="Aptos"/>
              </a:rPr>
              <a:t>Woy Woy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393192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86384" y="41605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41605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OPTION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80060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4F00"/>
                </a:solidFill>
                <a:latin typeface="Aptos"/>
              </a:rPr>
              <a:t>Artarmon</a:t>
            </a:r>
          </a:p>
        </p:txBody>
      </p:sp>
      <p:sp>
        <p:nvSpPr>
          <p:cNvPr id="15" name="Chevron 14"/>
          <p:cNvSpPr/>
          <p:nvPr/>
        </p:nvSpPr>
        <p:spPr>
          <a:xfrm>
            <a:off x="2788920" y="4892040"/>
            <a:ext cx="457200" cy="365760"/>
          </a:xfrm>
          <a:prstGeom prst="chevron">
            <a:avLst/>
          </a:prstGeom>
          <a:solidFill>
            <a:srgbClr val="71D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80060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4F00"/>
                </a:solidFill>
                <a:latin typeface="Aptos"/>
              </a:rPr>
              <a:t>Brookvale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965960"/>
            <a:ext cx="5733288" cy="36576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5875">
            <a:solidFill>
              <a:srgbClr val="2D7A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0" y="2148840"/>
            <a:ext cx="5184648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7A80"/>
                </a:solidFill>
                <a:latin typeface="Aptos"/>
              </a:rPr>
              <a:t>PLACEHOLDER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7A80"/>
                </a:solidFill>
                <a:latin typeface="Aptos"/>
              </a:rPr>
              <a:t>Map showing both connection options, supply nodes and the alignment.</a:t>
            </a:r>
          </a:p>
          <a:p>
            <a:pPr algn="ctr"/>
            <a:r>
              <a:rPr sz="1300" b="0" i="0">
                <a:solidFill>
                  <a:srgbClr val="2D7A80"/>
                </a:solidFill>
                <a:latin typeface="Aptos"/>
              </a:rPr>
              <a:t>Provided by: </a:t>
            </a:r>
            <a:r>
              <a:rPr sz="1300" i="1" b="0">
                <a:solidFill>
                  <a:srgbClr val="808080"/>
                </a:solidFill>
                <a:latin typeface="Aptos"/>
              </a:rPr>
              <a:t>[GoFar power and grid lead, to confirm]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Assessing both options against the same three criteria gives HSRA a like-for-like comparison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02  CONNECTION PROXIMITY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1965960"/>
          <a:ext cx="1115568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4023360"/>
                <a:gridCol w="402336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Assessment criterion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Option A: Kangaroo Point to Woy Woy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Option B: Artarmon to Brookvale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Connection distance and route constraints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[To be completed]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[To be completed]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Network suitability and utility interfaces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[To be completed]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[To be completed]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Constructability, access and program implications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[To be completed]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[To be completed]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Summary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[To be completed]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[To be completed]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2">
            <a:extLst>
              <a:ext uri="{FF2B5EF4-FFF2-40B4-BE49-F238E27FC236}">
                <a16:creationId xmlns:a16="http://schemas.microsoft.com/office/drawing/2014/main" id="{6310CE4E-BEE0-AD20-5270-79642E4B6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712237"/>
            <a:ext cx="11080530" cy="629348"/>
          </a:xfrm>
        </p:spPr>
        <p:txBody>
          <a:bodyPr>
            <a:normAutofit fontScale="90000"/>
          </a:bodyPr>
          <a:lstStyle/>
          <a:p>
            <a:r>
              <a:rPr lang="en-AU" sz="4000" b="1" dirty="0">
                <a:latin typeface="Aptos" panose="020B0004020202020204" pitchFamily="34" charset="0"/>
              </a:rPr>
              <a:t>Regenerative energy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68C401-2C83-C26E-4903-8B6310AC3F18}"/>
              </a:ext>
            </a:extLst>
          </p:cNvPr>
          <p:cNvSpPr txBox="1"/>
          <p:nvPr/>
        </p:nvSpPr>
        <p:spPr>
          <a:xfrm>
            <a:off x="516000" y="1974284"/>
            <a:ext cx="426308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>
                <a:solidFill>
                  <a:schemeClr val="accent1"/>
                </a:solidFill>
                <a:latin typeface="Aptos" panose="020B0004020202020204" pitchFamily="34" charset="0"/>
              </a:rPr>
              <a:t>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Confirming whether the network can accept reverse power flow defines the export interface for regenerative energy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03  REGENERATIVE ENERGY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92024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0664" y="2103120"/>
            <a:ext cx="402336" cy="402336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2103120"/>
            <a:ext cx="2560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A80"/>
                </a:solidFill>
                <a:latin typeface="Aptos"/>
              </a:rPr>
              <a:t>Export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6974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ptos"/>
              </a:rPr>
              <a:t>Confirm the expected excess regenerative energy and when export is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3611880"/>
            <a:ext cx="3108960" cy="1920240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3703320"/>
            <a:ext cx="2834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4F00"/>
                </a:solidFill>
                <a:latin typeface="Aptos"/>
              </a:rPr>
              <a:t>Response:</a:t>
            </a:r>
          </a:p>
          <a:p>
            <a:pPr algn="l"/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92024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35424" y="2103120"/>
            <a:ext cx="402336" cy="402336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2103120"/>
            <a:ext cx="2560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A80"/>
                </a:solidFill>
                <a:latin typeface="Aptos"/>
              </a:rPr>
              <a:t>Grid 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6974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ptos"/>
              </a:rPr>
              <a:t>Confirm whether proposed connections can accommodate bi-directional power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5424" y="3611880"/>
            <a:ext cx="3108960" cy="1920240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72584" y="3703320"/>
            <a:ext cx="2834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4F00"/>
                </a:solidFill>
                <a:latin typeface="Aptos"/>
              </a:rPr>
              <a:t>Response:</a:t>
            </a:r>
          </a:p>
          <a:p>
            <a:pPr algn="l"/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92024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330184" y="2103120"/>
            <a:ext cx="402336" cy="402336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2103120"/>
            <a:ext cx="2560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A80"/>
                </a:solidFill>
                <a:latin typeface="Aptos"/>
              </a:rPr>
              <a:t>Network interfaces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6974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ptos"/>
              </a:rPr>
              <a:t>Identify protection, metering, control and commercial requirements for energy export.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0184" y="3611880"/>
            <a:ext cx="3108960" cy="1920240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67344" y="3703320"/>
            <a:ext cx="2834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4F00"/>
                </a:solidFill>
                <a:latin typeface="Aptos"/>
              </a:rPr>
              <a:t>Response:</a:t>
            </a:r>
          </a:p>
          <a:p>
            <a:pPr algn="l"/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HSRA's key decision is whether excess regenerative energy is accepted, limited, stored or dissipated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03  REGENERATIVE ENERGY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92024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0664" y="2103120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2103120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245A3"/>
                </a:solidFill>
                <a:latin typeface="Aptos"/>
              </a:rPr>
              <a:t>Accept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6974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A1F"/>
                </a:solidFill>
                <a:latin typeface="Aptos"/>
              </a:rPr>
              <a:t>Considerations:</a:t>
            </a:r>
          </a:p>
          <a:p>
            <a:pPr algn="l"/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92024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75304" y="2103120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2103120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245A3"/>
                </a:solidFill>
                <a:latin typeface="Aptos"/>
              </a:rPr>
              <a:t>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6974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A1F"/>
                </a:solidFill>
                <a:latin typeface="Aptos"/>
              </a:rPr>
              <a:t>Considerations:</a:t>
            </a:r>
          </a:p>
          <a:p>
            <a:pPr algn="l"/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92024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09944" y="2103120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3" y="2103120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245A3"/>
                </a:solidFill>
                <a:latin typeface="Aptos"/>
              </a:rPr>
              <a:t>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974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A1F"/>
                </a:solidFill>
                <a:latin typeface="Aptos"/>
              </a:rPr>
              <a:t>Considerations:</a:t>
            </a:r>
          </a:p>
          <a:p>
            <a:pPr algn="l"/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192024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244584" y="2103120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3224" y="2103120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245A3"/>
                </a:solidFill>
                <a:latin typeface="Aptos"/>
              </a:rPr>
              <a:t>Dissipate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6974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A1F"/>
                </a:solidFill>
                <a:latin typeface="Aptos"/>
              </a:rPr>
              <a:t>Considerations:</a:t>
            </a:r>
          </a:p>
          <a:p>
            <a:pPr algn="l"/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44348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C5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443484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4F00"/>
                </a:solidFill>
                <a:latin typeface="Aptos"/>
              </a:rPr>
              <a:t>KEY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4434840"/>
            <a:ext cx="85953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Aptos"/>
              </a:rPr>
              <a:t>Accept, limit, store or dissipate excess regenerative energy.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8DA4C895-FE89-2EA1-0385-9236D969A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209616"/>
            <a:ext cx="8932800" cy="629348"/>
          </a:xfrm>
        </p:spPr>
        <p:txBody>
          <a:bodyPr>
            <a:normAutofit fontScale="90000"/>
          </a:bodyPr>
          <a:lstStyle/>
          <a:p>
            <a:r>
              <a:rPr lang="en-AU" sz="4000" b="1" dirty="0">
                <a:latin typeface="Aptos" panose="020B0004020202020204" pitchFamily="34" charset="0"/>
              </a:rPr>
              <a:t>Grid capacity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F1093D-AD89-86E2-0582-D0EE064AF5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7188200"/>
            <a:ext cx="2743200" cy="219075"/>
          </a:xfrm>
          <a:prstGeom prst="rect">
            <a:avLst/>
          </a:prstGeom>
        </p:spPr>
        <p:txBody>
          <a:bodyPr/>
          <a:lstStyle/>
          <a:p>
            <a:fld id="{B0D97B94-3C0B-4E5C-836C-7B59C46A23A1}" type="slidenum">
              <a:rPr lang="en-AU" smtClean="0"/>
              <a:pPr/>
              <a:t>2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61939-8373-7B6D-EF25-833AF6559CBA}"/>
              </a:ext>
            </a:extLst>
          </p:cNvPr>
          <p:cNvSpPr txBox="1"/>
          <p:nvPr/>
        </p:nvSpPr>
        <p:spPr>
          <a:xfrm>
            <a:off x="516000" y="1471663"/>
            <a:ext cx="426308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>
                <a:solidFill>
                  <a:schemeClr val="bg1"/>
                </a:solidFill>
                <a:latin typeface="Aptos" panose="020B0004020202020204" pitchFamily="34" charset="0"/>
              </a:rPr>
              <a:t>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Confirming available capacity at each proposed connection point shows whether the network can support traction loads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04  GRID CAPACITY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92024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0664" y="2121408"/>
            <a:ext cx="384048" cy="384048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121408"/>
            <a:ext cx="4462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A80"/>
                </a:solidFill>
                <a:latin typeface="Aptos"/>
              </a:rPr>
              <a:t>Available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63347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Confirm capacity available at each proposed connection point and any constraints or augmentation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92024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64808" y="2121408"/>
            <a:ext cx="384048" cy="384048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2121408"/>
            <a:ext cx="4462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A80"/>
                </a:solidFill>
                <a:latin typeface="Aptos"/>
              </a:rPr>
              <a:t>Connection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63347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Confirm that the network can support anticipated traction loads and operational duty.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12064" y="3474720"/>
          <a:ext cx="11155680" cy="2331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2011680"/>
                <a:gridCol w="2011680"/>
                <a:gridCol w="2011680"/>
                <a:gridCol w="201168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Connection option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Available capacity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Constraints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Augmentation needs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Supports traction loads?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Option A: Kangaroo Point to Woy Woy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Option B: Artarmon to Brookvale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EDF8AF5A-F396-F8E8-45A2-7F5239350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712237"/>
            <a:ext cx="8932800" cy="629348"/>
          </a:xfrm>
        </p:spPr>
        <p:txBody>
          <a:bodyPr>
            <a:normAutofit fontScale="90000"/>
          </a:bodyPr>
          <a:lstStyle/>
          <a:p>
            <a:r>
              <a:rPr lang="en-AU" sz="4000" b="1" dirty="0">
                <a:latin typeface="Aptos" panose="020B0004020202020204" pitchFamily="34" charset="0"/>
              </a:rPr>
              <a:t>ATS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2683A-4149-DABF-D11E-80BBD4E663B7}"/>
              </a:ext>
            </a:extLst>
          </p:cNvPr>
          <p:cNvSpPr txBox="1"/>
          <p:nvPr/>
        </p:nvSpPr>
        <p:spPr>
          <a:xfrm>
            <a:off x="516000" y="1974284"/>
            <a:ext cx="426308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>
                <a:solidFill>
                  <a:schemeClr val="bg1"/>
                </a:solidFill>
                <a:latin typeface="Aptos" panose="020B0004020202020204" pitchFamily="34" charset="0"/>
              </a:rPr>
              <a:t>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Testing the proposed supply against the ATS demand threshold confirms which connection criteria apply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05  ATS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920240"/>
            <a:ext cx="4023360" cy="3840480"/>
          </a:xfrm>
          <a:prstGeom prst="roundRect">
            <a:avLst>
              <a:gd name="adj" fmla="val 8000"/>
            </a:avLst>
          </a:prstGeom>
          <a:solidFill>
            <a:srgbClr val="004F00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2064" y="2651760"/>
            <a:ext cx="40233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Aptos"/>
              </a:rPr>
              <a:t>&lt;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38862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71DC93"/>
                </a:solidFill>
                <a:latin typeface="Aptos"/>
              </a:rPr>
              <a:t>MVA PEAK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48056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Aptos"/>
              </a:rPr>
              <a:t>Threshold as stated in the HSRA agenda.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920240"/>
            <a:ext cx="6830568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074920" y="2121408"/>
            <a:ext cx="384048" cy="384048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121408"/>
            <a:ext cx="58521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9245A3"/>
                </a:solidFill>
                <a:latin typeface="Aptos"/>
              </a:rPr>
              <a:t>ATS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633472"/>
            <a:ext cx="63733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Confirm applicable ATS connection criteria and implications for the proposed supply arrangement.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3657600"/>
            <a:ext cx="683056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074920" y="3858768"/>
            <a:ext cx="384048" cy="384048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3858768"/>
            <a:ext cx="58521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9245A3"/>
                </a:solidFill>
                <a:latin typeface="Aptos"/>
              </a:rPr>
              <a:t>Implications for the proposed supply arrangement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370832"/>
            <a:ext cx="6373368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Applicable criteria: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[TBC]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Implications for Option A: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[TBC]</a:t>
            </a:r>
          </a:p>
          <a:p>
            <a:pPr algn="l" marL="182880" indent="-182880">
              <a:buFont typeface="Arial"/>
              <a:buChar char="•"/>
            </a:pPr>
            <a:r>
              <a:rPr sz="1400" b="0" i="0">
                <a:solidFill>
                  <a:srgbClr val="1F2A1F"/>
                </a:solidFill>
                <a:latin typeface="Aptos"/>
              </a:rPr>
              <a:t>Implications for Option B: </a:t>
            </a:r>
            <a:r>
              <a:rPr sz="1400" i="1" b="0">
                <a:solidFill>
                  <a:srgbClr val="808080"/>
                </a:solidFill>
                <a:latin typeface="Aptos"/>
              </a:rPr>
              <a:t>[TBC]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2">
            <a:extLst>
              <a:ext uri="{FF2B5EF4-FFF2-40B4-BE49-F238E27FC236}">
                <a16:creationId xmlns:a16="http://schemas.microsoft.com/office/drawing/2014/main" id="{6310CE4E-BEE0-AD20-5270-79642E4B6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712237"/>
            <a:ext cx="11080530" cy="629348"/>
          </a:xfrm>
        </p:spPr>
        <p:txBody>
          <a:bodyPr>
            <a:normAutofit fontScale="90000"/>
          </a:bodyPr>
          <a:lstStyle/>
          <a:p>
            <a:r>
              <a:rPr lang="en-AU" sz="4000" b="1" dirty="0">
                <a:latin typeface="Aptos" panose="020B0004020202020204" pitchFamily="34" charset="0"/>
              </a:rPr>
              <a:t>N-1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68C401-2C83-C26E-4903-8B6310AC3F18}"/>
              </a:ext>
            </a:extLst>
          </p:cNvPr>
          <p:cNvSpPr txBox="1"/>
          <p:nvPr/>
        </p:nvSpPr>
        <p:spPr>
          <a:xfrm>
            <a:off x="516000" y="1974284"/>
            <a:ext cx="426308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>
                <a:solidFill>
                  <a:schemeClr val="accent1"/>
                </a:solidFill>
                <a:latin typeface="Aptos" panose="020B0004020202020204" pitchFamily="34" charset="0"/>
              </a:rPr>
              <a:t>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Defining the N-1 operating envelope shows how traction demand is supported after the loss of one supply element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06  N-1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92024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5875">
            <a:solidFill>
              <a:srgbClr val="B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20299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23B3B"/>
                </a:solidFill>
                <a:latin typeface="Aptos"/>
              </a:rPr>
              <a:t>SINGLE ELEMENT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5000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Identify the credible outage case. </a:t>
            </a:r>
            <a:r>
              <a:rPr sz="1300" i="1" b="0">
                <a:solidFill>
                  <a:srgbClr val="808080"/>
                </a:solidFill>
                <a:latin typeface="Aptos"/>
              </a:rPr>
              <a:t>[TBC]</a:t>
            </a:r>
          </a:p>
        </p:txBody>
      </p:sp>
      <p:sp>
        <p:nvSpPr>
          <p:cNvPr id="8" name="Down Arrow 7"/>
          <p:cNvSpPr/>
          <p:nvPr/>
        </p:nvSpPr>
        <p:spPr>
          <a:xfrm>
            <a:off x="3072384" y="2990088"/>
            <a:ext cx="365760" cy="237744"/>
          </a:xfrm>
          <a:prstGeom prst="downArrow">
            <a:avLst/>
          </a:prstGeom>
          <a:solidFill>
            <a:srgbClr val="71D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324612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 w="15875">
            <a:solidFill>
              <a:srgbClr val="0D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335584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946"/>
                </a:solidFill>
                <a:latin typeface="Aptos"/>
              </a:rPr>
              <a:t>ALTERNATE SUPPLY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675887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Confirm remaining capacity and switching philosophy. </a:t>
            </a:r>
            <a:r>
              <a:rPr sz="1300" i="1" b="0">
                <a:solidFill>
                  <a:srgbClr val="808080"/>
                </a:solidFill>
                <a:latin typeface="Aptos"/>
              </a:rPr>
              <a:t>[TBC]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072384" y="4315968"/>
            <a:ext cx="365760" cy="237744"/>
          </a:xfrm>
          <a:prstGeom prst="downArrow">
            <a:avLst/>
          </a:prstGeom>
          <a:solidFill>
            <a:srgbClr val="71D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" y="457200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C5E7C8"/>
          </a:solidFill>
          <a:ln w="15875">
            <a:solidFill>
              <a:srgbClr val="00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468172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4F00"/>
                </a:solidFill>
                <a:latin typeface="Aptos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00176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Define the N-1 operating envelope and any load restrictions. </a:t>
            </a:r>
            <a:r>
              <a:rPr sz="1300" i="1" b="0">
                <a:solidFill>
                  <a:srgbClr val="808080"/>
                </a:solidFill>
                <a:latin typeface="Aptos"/>
              </a:rPr>
              <a:t>[TBC]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920240"/>
            <a:ext cx="5367528" cy="370332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5875">
            <a:solidFill>
              <a:srgbClr val="2D7A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818888" cy="3337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7A80"/>
                </a:solidFill>
                <a:latin typeface="Aptos"/>
              </a:rPr>
              <a:t>PLACEHOLDER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7A80"/>
                </a:solidFill>
                <a:latin typeface="Aptos"/>
              </a:rPr>
              <a:t>Single-line diagram showing the credible outage case and the alternate supply path.</a:t>
            </a:r>
          </a:p>
          <a:p>
            <a:pPr algn="ctr"/>
            <a:r>
              <a:rPr sz="1300" b="0" i="0">
                <a:solidFill>
                  <a:srgbClr val="2D7A80"/>
                </a:solidFill>
                <a:latin typeface="Aptos"/>
              </a:rPr>
              <a:t>Provided by: </a:t>
            </a:r>
            <a:r>
              <a:rPr sz="1300" i="1" b="0">
                <a:solidFill>
                  <a:srgbClr val="808080"/>
                </a:solidFill>
                <a:latin typeface="Aptos"/>
              </a:rPr>
              <a:t>[GoFar power and grid lead, to confirm]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8DA4C895-FE89-2EA1-0385-9236D969A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209616"/>
            <a:ext cx="8932800" cy="629348"/>
          </a:xfrm>
        </p:spPr>
        <p:txBody>
          <a:bodyPr>
            <a:normAutofit fontScale="90000"/>
          </a:bodyPr>
          <a:lstStyle/>
          <a:p>
            <a:r>
              <a:rPr lang="en-AU" sz="4000" b="1" dirty="0">
                <a:latin typeface="Aptos" panose="020B0004020202020204" pitchFamily="34" charset="0"/>
              </a:rPr>
              <a:t>Renewable Energy Strategy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F1093D-AD89-86E2-0582-D0EE064AF5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7188200"/>
            <a:ext cx="2743200" cy="219075"/>
          </a:xfrm>
          <a:prstGeom prst="rect">
            <a:avLst/>
          </a:prstGeom>
        </p:spPr>
        <p:txBody>
          <a:bodyPr/>
          <a:lstStyle/>
          <a:p>
            <a:fld id="{B0D97B94-3C0B-4E5C-836C-7B59C46A23A1}" type="slidenum">
              <a:rPr lang="en-AU" smtClean="0"/>
              <a:pPr/>
              <a:t>2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61939-8373-7B6D-EF25-833AF6559CBA}"/>
              </a:ext>
            </a:extLst>
          </p:cNvPr>
          <p:cNvSpPr txBox="1"/>
          <p:nvPr/>
        </p:nvSpPr>
        <p:spPr>
          <a:xfrm>
            <a:off x="516000" y="1471663"/>
            <a:ext cx="426308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>
                <a:solidFill>
                  <a:schemeClr val="bg1"/>
                </a:solidFill>
                <a:latin typeface="Aptos" panose="020B0004020202020204" pitchFamily="34" charset="0"/>
              </a:rPr>
              <a:t>07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Four options to decarbonise traction power and strengthen energy resilience are to be tested during ECI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07  RENEWABLE ENERGY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92024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0664" y="2121408"/>
            <a:ext cx="384048" cy="384048"/>
          </a:xfrm>
          <a:prstGeom prst="ellipse">
            <a:avLst/>
          </a:prstGeom>
          <a:solidFill>
            <a:srgbClr val="0D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121408"/>
            <a:ext cx="25420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D9946"/>
                </a:solidFill>
                <a:latin typeface="Aptos"/>
              </a:rPr>
              <a:t>Renewable grid 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633472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Long-term renewable PPAs or GreenPower-backed electricity for traction substations.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92024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489704" y="2121408"/>
            <a:ext cx="384048" cy="384048"/>
          </a:xfrm>
          <a:prstGeom prst="ellipse">
            <a:avLst/>
          </a:prstGeom>
          <a:solidFill>
            <a:srgbClr val="2D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121408"/>
            <a:ext cx="25420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A80"/>
                </a:solidFill>
                <a:latin typeface="Aptos"/>
              </a:rPr>
              <a:t>Corridor-side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633472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Solar PV at depots, stations and suitable rail land, subject to access and connection studies.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388620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0664" y="4087368"/>
            <a:ext cx="384048" cy="384048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087368"/>
            <a:ext cx="25420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9245A3"/>
                </a:solidFill>
                <a:latin typeface="Aptos"/>
              </a:rPr>
              <a:t>Regeneration and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599432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Capture braking energy through grid export, wayside batteries or hybrid storage solutions.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388620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489704" y="4087368"/>
            <a:ext cx="384048" cy="384048"/>
          </a:xfrm>
          <a:prstGeom prst="ellipse">
            <a:avLst/>
          </a:prstGeom>
          <a:solidFill>
            <a:srgbClr val="00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087368"/>
            <a:ext cx="25420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4F00"/>
                </a:solidFill>
                <a:latin typeface="Aptos"/>
              </a:rPr>
              <a:t>Intelligent energy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4599432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Coordinate train operations, storage and grid demand to reduce peaks and improve utilisation.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920240"/>
            <a:ext cx="3538728" cy="3703320"/>
          </a:xfrm>
          <a:prstGeom prst="roundRect">
            <a:avLst>
              <a:gd name="adj" fmla="val 8000"/>
            </a:avLst>
          </a:prstGeom>
          <a:solidFill>
            <a:srgbClr val="EE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66760" y="21031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9946"/>
                </a:solidFill>
                <a:latin typeface="Aptos"/>
              </a:rPr>
              <a:t>DECISION LENS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4688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4F00"/>
                </a:solidFill>
                <a:latin typeface="Aptos"/>
              </a:rPr>
              <a:t>Select the preferred pathway against: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4612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F2A1F"/>
                </a:solidFill>
                <a:latin typeface="Aptos"/>
              </a:rPr>
              <a:t>Grid connection and export limits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F2A1F"/>
                </a:solidFill>
                <a:latin typeface="Aptos"/>
              </a:rPr>
              <a:t>Land, footprint and approvals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F2A1F"/>
                </a:solidFill>
                <a:latin typeface="Aptos"/>
              </a:rPr>
              <a:t>Whole-life cost and delivery risk</a:t>
            </a:r>
          </a:p>
          <a:p>
            <a:pPr algn="l" marL="182880" indent="-182880">
              <a:buFont typeface="Arial"/>
              <a:buChar char="•"/>
            </a:pPr>
            <a:r>
              <a:rPr sz="1300" b="0" i="0">
                <a:solidFill>
                  <a:srgbClr val="1F2A1F"/>
                </a:solidFill>
                <a:latin typeface="Aptos"/>
              </a:rPr>
              <a:t>Reliability, resilience and emissions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Assessing each option against HSRA's decision lens identifies which option, or combination, to take forward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07  RENEWABLE ENERGY STRATEGY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1920240"/>
          <a:ext cx="111556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2103120"/>
                <a:gridCol w="2103120"/>
                <a:gridCol w="2103120"/>
                <a:gridCol w="21031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Option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Grid connection and export limits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Land, footprint and approvals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Whole-life cost and delivery risk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Reliability, resilience and emissions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01  Renewable grid supply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02  Corridor-side generation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03  Regeneration and storage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04  Intelligent energy management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12064" y="498348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C5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4F00"/>
                </a:solidFill>
                <a:latin typeface="Aptos"/>
              </a:rPr>
              <a:t>KEY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4983480"/>
            <a:ext cx="85953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Aptos"/>
              </a:rPr>
              <a:t>Which option, or combination, should be taken forward for technical and commercial assessment?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EDF8AF5A-F396-F8E8-45A2-7F5239350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712237"/>
            <a:ext cx="8932800" cy="629348"/>
          </a:xfrm>
        </p:spPr>
        <p:txBody>
          <a:bodyPr>
            <a:normAutofit fontScale="90000"/>
          </a:bodyPr>
          <a:lstStyle/>
          <a:p>
            <a:r>
              <a:rPr lang="en-AU" sz="4000" b="1" dirty="0">
                <a:latin typeface="Aptos" panose="020B0004020202020204" pitchFamily="34" charset="0"/>
              </a:rPr>
              <a:t>Metering and interfaces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2683A-4149-DABF-D11E-80BBD4E663B7}"/>
              </a:ext>
            </a:extLst>
          </p:cNvPr>
          <p:cNvSpPr txBox="1"/>
          <p:nvPr/>
        </p:nvSpPr>
        <p:spPr>
          <a:xfrm>
            <a:off x="516000" y="1974284"/>
            <a:ext cx="426308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>
                <a:solidFill>
                  <a:schemeClr val="bg1"/>
                </a:solidFill>
                <a:latin typeface="Aptos" panose="020B0004020202020204" pitchFamily="34" charset="0"/>
              </a:rPr>
              <a:t>08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Agreeing metering, touch-off points and boundaries gives each party clear ownership of the connection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08  METERING AND INTERFACES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92024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0664" y="2121408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2121408"/>
            <a:ext cx="4389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9245A3"/>
                </a:solidFill>
                <a:latin typeface="Aptos"/>
              </a:rPr>
              <a:t>Metering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65176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ptos"/>
              </a:rPr>
              <a:t>Confirm panel scope, location and ownership.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0632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Response: </a:t>
            </a:r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92024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09944" y="2121408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583" y="2121408"/>
            <a:ext cx="4389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9245A3"/>
                </a:solidFill>
                <a:latin typeface="Aptos"/>
              </a:rPr>
              <a:t>Metering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65176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ptos"/>
              </a:rPr>
              <a:t>Confirm data, protection and communication interfaces.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0632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Response: </a:t>
            </a:r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" y="388620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40664" y="4087368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9304" y="4087368"/>
            <a:ext cx="4389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9245A3"/>
                </a:solidFill>
                <a:latin typeface="Aptos"/>
              </a:rPr>
              <a:t>Touch-off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61772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ptos"/>
              </a:rPr>
              <a:t>Confirm physical connection and handover locations.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502920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Response: </a:t>
            </a:r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88620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409944" y="4087368"/>
            <a:ext cx="402336" cy="402336"/>
          </a:xfrm>
          <a:prstGeom prst="ellipse">
            <a:avLst/>
          </a:prstGeom>
          <a:solidFill>
            <a:srgbClr val="924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3" y="4087368"/>
            <a:ext cx="4389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9245A3"/>
                </a:solidFill>
                <a:latin typeface="Aptos"/>
              </a:rPr>
              <a:t>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461772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ptos"/>
              </a:rPr>
              <a:t>Confirm design, construction, operation and maintenance responsibilities.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502920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Aptos"/>
              </a:rPr>
              <a:t>Response: </a:t>
            </a:r>
            <a:r>
              <a:rPr sz="1300" i="1" b="0">
                <a:solidFill>
                  <a:srgbClr val="808080"/>
                </a:solidFill>
                <a:latin typeface="Aptos"/>
              </a:rPr>
              <a:t>[To be completed]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A responsibility matrix confirms who designs, builds, operates and maintains each interface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08  METERING AND INTERFACES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1920240"/>
          <a:ext cx="111556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2057400"/>
                <a:gridCol w="2057400"/>
                <a:gridCol w="2057400"/>
                <a:gridCol w="20574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Interface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Design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Construction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Operation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Maintenance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Metering panel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Metering interface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1F"/>
                          </a:solidFill>
                          <a:latin typeface="Aptos"/>
                        </a:rPr>
                        <a:t>Touch-off points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[Other interface,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1" b="0">
                          <a:solidFill>
                            <a:srgbClr val="808080"/>
                          </a:solidFill>
                          <a:latin typeface="Aptos"/>
                        </a:rPr>
                        <a:t>[Owner 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2064" y="4937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Aptos"/>
              </a:rPr>
              <a:t>Parties to be shown: </a:t>
            </a:r>
            <a:r>
              <a:rPr sz="1200" i="1" b="0">
                <a:solidFill>
                  <a:srgbClr val="808080"/>
                </a:solidFill>
                <a:latin typeface="Aptos"/>
              </a:rPr>
              <a:t>[HSRA, utility and delivery partner, to confirm]</a:t>
            </a:r>
            <a:r>
              <a:rPr sz="1200" b="0" i="0">
                <a:solidFill>
                  <a:srgbClr val="595959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41248"/>
            <a:ext cx="11155680" cy="868680"/>
          </a:xfrm>
        </p:spPr>
        <p:txBody>
          <a:bodyPr anchor="t" lIns="0" rIns="0" tIns="0" bIns="0" wrap="square"/>
          <a:lstStyle/>
          <a:p>
            <a:r>
              <a:rPr sz="2600" b="1" i="0">
                <a:solidFill>
                  <a:srgbClr val="004F00"/>
                </a:solidFill>
                <a:latin typeface="Aptos"/>
              </a:rPr>
              <a:t>Agreed positions, open items and owners set up the next design step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A8CB3-C693-F8F9-C000-048909D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D97B94-3C0B-4E5C-836C-7B59C46A23A1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0D9946"/>
                </a:solidFill>
                <a:latin typeface="Aptos"/>
              </a:rPr>
              <a:t>WRAP-UP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1874519"/>
          <a:ext cx="11155680" cy="35387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2743200"/>
                <a:gridCol w="2743200"/>
                <a:gridCol w="2377440"/>
                <a:gridCol w="1371600"/>
                <a:gridCol w="137160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Decision area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Agreed position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Open items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Target date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004F0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1F"/>
                          </a:solidFill>
                          <a:latin typeface="Aptos"/>
                        </a:rPr>
                        <a:t>Peak loads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1F"/>
                          </a:solidFill>
                          <a:latin typeface="Aptos"/>
                        </a:rPr>
                        <a:t>Connection proximity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1F"/>
                          </a:solidFill>
                          <a:latin typeface="Aptos"/>
                        </a:rPr>
                        <a:t>Regenerative energy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1F"/>
                          </a:solidFill>
                          <a:latin typeface="Aptos"/>
                        </a:rPr>
                        <a:t>Grid capacity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1F"/>
                          </a:solidFill>
                          <a:latin typeface="Aptos"/>
                        </a:rPr>
                        <a:t>ATS requirements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1F"/>
                          </a:solidFill>
                          <a:latin typeface="Aptos"/>
                        </a:rPr>
                        <a:t>N-1 requirements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1F"/>
                          </a:solidFill>
                          <a:latin typeface="Aptos"/>
                        </a:rPr>
                        <a:t>Renewable Energy Strategy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1F"/>
                          </a:solidFill>
                          <a:latin typeface="Aptos"/>
                        </a:rPr>
                        <a:t>08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E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1F"/>
                          </a:solidFill>
                          <a:latin typeface="Aptos"/>
                        </a:rPr>
                        <a:t>Metering and interfaces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i="1" b="0">
                          <a:solidFill>
                            <a:srgbClr val="808080"/>
                          </a:solidFill>
                          <a:latin typeface="Aptos"/>
                        </a:rPr>
                        <a:t>[TBC]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12064" y="553212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C5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6384" y="5532120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4F00"/>
                </a:solidFill>
                <a:latin typeface="Aptos"/>
              </a:rPr>
              <a:t>REQUIRED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5532120"/>
            <a:ext cx="85953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Aptos"/>
              </a:rPr>
              <a:t>Confirmed assumptions, agreed utility inputs, and named owners with target 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tional High Speed Rail Line 1">
      <a:dk1>
        <a:sysClr val="windowText" lastClr="000000"/>
      </a:dk1>
      <a:lt1>
        <a:sysClr val="window" lastClr="FFFFFF"/>
      </a:lt1>
      <a:dk2>
        <a:srgbClr val="474F4F"/>
      </a:dk2>
      <a:lt2>
        <a:srgbClr val="E6E8E8"/>
      </a:lt2>
      <a:accent1>
        <a:srgbClr val="215026"/>
      </a:accent1>
      <a:accent2>
        <a:srgbClr val="36843F"/>
      </a:accent2>
      <a:accent3>
        <a:srgbClr val="71DC93"/>
      </a:accent3>
      <a:accent4>
        <a:srgbClr val="3B807D"/>
      </a:accent4>
      <a:accent5>
        <a:srgbClr val="6A91A6"/>
      </a:accent5>
      <a:accent6>
        <a:srgbClr val="98623C"/>
      </a:accent6>
      <a:hlink>
        <a:srgbClr val="6BBE7C"/>
      </a:hlink>
      <a:folHlink>
        <a:srgbClr val="6A91A6"/>
      </a:folHlink>
    </a:clrScheme>
    <a:fontScheme name="National High Speed Rail Line 1">
      <a:majorFont>
        <a:latin typeface="Aptos ExtraBold"/>
        <a:ea typeface=""/>
        <a:cs typeface=""/>
      </a:majorFont>
      <a:minorFont>
        <a:latin typeface="Aptos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HSR">
      <a:dk1>
        <a:sysClr val="windowText" lastClr="000000"/>
      </a:dk1>
      <a:lt1>
        <a:sysClr val="window" lastClr="FFFFFF"/>
      </a:lt1>
      <a:dk2>
        <a:srgbClr val="80A2A6"/>
      </a:dk2>
      <a:lt2>
        <a:srgbClr val="D1D3D4"/>
      </a:lt2>
      <a:accent1>
        <a:srgbClr val="004F00"/>
      </a:accent1>
      <a:accent2>
        <a:srgbClr val="2D7A80"/>
      </a:accent2>
      <a:accent3>
        <a:srgbClr val="004F00"/>
      </a:accent3>
      <a:accent4>
        <a:srgbClr val="9245A3"/>
      </a:accent4>
      <a:accent5>
        <a:srgbClr val="80A2A6"/>
      </a:accent5>
      <a:accent6>
        <a:srgbClr val="0D9946"/>
      </a:accent6>
      <a:hlink>
        <a:srgbClr val="9245A3"/>
      </a:hlink>
      <a:folHlink>
        <a:srgbClr val="2D7A8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SR PPT Template" id="{AB3FFA56-C335-48FF-8CBA-A8E02E291FBB}" vid="{61324788-FFDF-4B64-B1B3-F9A5128E1DBD}"/>
    </a:ext>
  </a:extLst>
</a:theme>
</file>

<file path=ppt/theme/theme3.xml><?xml version="1.0" encoding="utf-8"?>
<a:theme xmlns:a="http://schemas.openxmlformats.org/drawingml/2006/main" name="1_Office 2013 - 2022 Theme">
  <a:themeElements>
    <a:clrScheme name="HSR">
      <a:dk1>
        <a:sysClr val="windowText" lastClr="000000"/>
      </a:dk1>
      <a:lt1>
        <a:sysClr val="window" lastClr="FFFFFF"/>
      </a:lt1>
      <a:dk2>
        <a:srgbClr val="80A2A6"/>
      </a:dk2>
      <a:lt2>
        <a:srgbClr val="D1D3D4"/>
      </a:lt2>
      <a:accent1>
        <a:srgbClr val="004F00"/>
      </a:accent1>
      <a:accent2>
        <a:srgbClr val="2D7A80"/>
      </a:accent2>
      <a:accent3>
        <a:srgbClr val="004F00"/>
      </a:accent3>
      <a:accent4>
        <a:srgbClr val="9245A3"/>
      </a:accent4>
      <a:accent5>
        <a:srgbClr val="80A2A6"/>
      </a:accent5>
      <a:accent6>
        <a:srgbClr val="0D9946"/>
      </a:accent6>
      <a:hlink>
        <a:srgbClr val="9245A3"/>
      </a:hlink>
      <a:folHlink>
        <a:srgbClr val="2D7A80"/>
      </a:folHlink>
    </a:clrScheme>
    <a:fontScheme name="Office 2013 - 2022 Theme">
      <a:majorFont>
        <a:latin typeface="Apto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SR PPT Template" id="{AB3FFA56-C335-48FF-8CBA-A8E02E291FBB}" vid="{61324788-FFDF-4B64-B1B3-F9A5128E1DBD}"/>
    </a:ext>
  </a:extLst>
</a:theme>
</file>

<file path=ppt/theme/theme4.xml><?xml version="1.0" encoding="utf-8"?>
<a:theme xmlns:a="http://schemas.openxmlformats.org/drawingml/2006/main" name="2_Office 2013 - 2022 Theme">
  <a:themeElements>
    <a:clrScheme name="HSR">
      <a:dk1>
        <a:sysClr val="windowText" lastClr="000000"/>
      </a:dk1>
      <a:lt1>
        <a:sysClr val="window" lastClr="FFFFFF"/>
      </a:lt1>
      <a:dk2>
        <a:srgbClr val="80A2A6"/>
      </a:dk2>
      <a:lt2>
        <a:srgbClr val="D1D3D4"/>
      </a:lt2>
      <a:accent1>
        <a:srgbClr val="004F00"/>
      </a:accent1>
      <a:accent2>
        <a:srgbClr val="2D7A80"/>
      </a:accent2>
      <a:accent3>
        <a:srgbClr val="004F00"/>
      </a:accent3>
      <a:accent4>
        <a:srgbClr val="9245A3"/>
      </a:accent4>
      <a:accent5>
        <a:srgbClr val="80A2A6"/>
      </a:accent5>
      <a:accent6>
        <a:srgbClr val="0D9946"/>
      </a:accent6>
      <a:hlink>
        <a:srgbClr val="9245A3"/>
      </a:hlink>
      <a:folHlink>
        <a:srgbClr val="2D7A80"/>
      </a:folHlink>
    </a:clrScheme>
    <a:fontScheme name="Office 2013 - 2022 Theme">
      <a:majorFont>
        <a:latin typeface="Apto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SR PPT Template" id="{AB3FFA56-C335-48FF-8CBA-A8E02E291FBB}" vid="{61324788-FFDF-4B64-B1B3-F9A5128E1DB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A37CAD6DC1A47B15134741F62CE74" ma:contentTypeVersion="23" ma:contentTypeDescription="Create a new document." ma:contentTypeScope="" ma:versionID="381bcf8922f75d14c31f31e8a95f21f9">
  <xsd:schema xmlns:xsd="http://www.w3.org/2001/XMLSchema" xmlns:xs="http://www.w3.org/2001/XMLSchema" xmlns:p="http://schemas.microsoft.com/office/2006/metadata/properties" xmlns:ns2="31e791a3-a00c-43d6-8cb3-565d576d515f" xmlns:ns3="efcacc3d-4de6-466b-a94c-d9810de942e1" targetNamespace="http://schemas.microsoft.com/office/2006/metadata/properties" ma:root="true" ma:fieldsID="d12ef4f7b76d1bf89788334429d9d758" ns2:_="" ns3:_="">
    <xsd:import namespace="31e791a3-a00c-43d6-8cb3-565d576d515f"/>
    <xsd:import namespace="efcacc3d-4de6-466b-a94c-d9810de942e1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e791a3-a00c-43d6-8cb3-565d576d515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33961b8f-0183-485d-808a-cec2a58bd55f}" ma:internalName="TaxCatchAll" ma:showField="CatchAllData" ma:web="31e791a3-a00c-43d6-8cb3-565d576d51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acc3d-4de6-466b-a94c-d9810de942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4abca4b-8463-4ee0-b8aa-9f13cb9305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1e791a3-a00c-43d6-8cb3-565d576d515f">VF5VKZNAJQTE-1587424587-130</_dlc_DocId>
    <_dlc_DocIdUrl xmlns="31e791a3-a00c-43d6-8cb3-565d576d515f">
      <Url>https://groupidone.sharepoint.com/sites/CPB_NSW_N1160_HSR_B2O_Bid/_layouts/15/DocIdRedir.aspx?ID=VF5VKZNAJQTE-1587424587-130</Url>
      <Description>VF5VKZNAJQTE-1587424587-130</Description>
    </_dlc_DocIdUrl>
    <lcf76f155ced4ddcb4097134ff3c332f xmlns="efcacc3d-4de6-466b-a94c-d9810de942e1">
      <Terms xmlns="http://schemas.microsoft.com/office/infopath/2007/PartnerControls"/>
    </lcf76f155ced4ddcb4097134ff3c332f>
    <TaxCatchAll xmlns="31e791a3-a00c-43d6-8cb3-565d576d515f" xsi:nil="true"/>
  </documentManagement>
</p:properties>
</file>

<file path=customXml/itemProps1.xml><?xml version="1.0" encoding="utf-8"?>
<ds:datastoreItem xmlns:ds="http://schemas.openxmlformats.org/officeDocument/2006/customXml" ds:itemID="{745C4982-BA42-4FC4-8799-082A681EB849}">
  <ds:schemaRefs>
    <ds:schemaRef ds:uri="31e791a3-a00c-43d6-8cb3-565d576d515f"/>
    <ds:schemaRef ds:uri="efcacc3d-4de6-466b-a94c-d9810de942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0D8652B-DE23-424F-A8E9-D4CED02845AB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2B1D2DF-58E6-4049-8DC0-9909019C3751}">
  <ds:schemaRefs>
    <ds:schemaRef ds:uri="http://purl.org/dc/dcmitype/"/>
    <ds:schemaRef ds:uri="efcacc3d-4de6-466b-a94c-d9810de942e1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31e791a3-a00c-43d6-8cb3-565d576d515f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628</Words>
  <Application>Microsoft Office PowerPoint</Application>
  <PresentationFormat>Widescreen</PresentationFormat>
  <Paragraphs>109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Aptos</vt:lpstr>
      <vt:lpstr>Aptos ExtraBold</vt:lpstr>
      <vt:lpstr>Aptos Light</vt:lpstr>
      <vt:lpstr>Aptos Narrow</vt:lpstr>
      <vt:lpstr>Arial</vt:lpstr>
      <vt:lpstr>Arial Bold</vt:lpstr>
      <vt:lpstr>Calibri</vt:lpstr>
      <vt:lpstr>Wingdings</vt:lpstr>
      <vt:lpstr>Office Theme</vt:lpstr>
      <vt:lpstr>Office 2013 - 2022 Theme</vt:lpstr>
      <vt:lpstr>1_Office 2013 - 2022 Theme</vt:lpstr>
      <vt:lpstr>2_Office 2013 - 2022 Theme</vt:lpstr>
      <vt:lpstr>X</vt:lpstr>
      <vt:lpstr>X</vt:lpstr>
      <vt:lpstr>X</vt:lpstr>
      <vt:lpstr>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Brainard Lariosa</dc:creator>
  <cp:lastModifiedBy>Alycia Wolf</cp:lastModifiedBy>
  <cp:revision>3</cp:revision>
  <dcterms:created xsi:type="dcterms:W3CDTF">2026-08-27T05:27:32Z</dcterms:created>
  <dcterms:modified xsi:type="dcterms:W3CDTF">2026-10-19T10:19:08Z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0x010100C59A37CAD6DC1A47B15134741F62CE74</vt:lpwstr>
  </property>
  <property fmtid="{D5CDD505-2E9C-101B-9397-08002B2CF9AE}" pid="3" name="MediaServiceImageTags">
    <vt:lpwstr/>
  </property>
  <property fmtid="{D5CDD505-2E9C-101B-9397-08002B2CF9AE}" pid="4" name="_dlc_DocIdItemGuid">
    <vt:lpwstr>f1d90a6e-4b51-4c3f-a772-672be52f26d1</vt:lpwstr>
  </property>
</Properties>
</file>